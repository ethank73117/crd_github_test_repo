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3953" r:id="rId6"/>
    <p:sldId id="3954" r:id="rId7"/>
    <p:sldId id="3955" r:id="rId8"/>
    <p:sldId id="3958" r:id="rId9"/>
    <p:sldId id="264" r:id="rId10"/>
    <p:sldId id="3959" r:id="rId11"/>
    <p:sldId id="265" r:id="rId12"/>
    <p:sldId id="3952" r:id="rId13"/>
    <p:sldId id="688" r:id="rId14"/>
    <p:sldId id="1983" r:id="rId15"/>
    <p:sldId id="278" r:id="rId16"/>
    <p:sldId id="3956" r:id="rId17"/>
    <p:sldId id="3957" r:id="rId18"/>
    <p:sldId id="267" r:id="rId19"/>
    <p:sldId id="3960" r:id="rId20"/>
    <p:sldId id="3961" r:id="rId21"/>
    <p:sldId id="3939" r:id="rId22"/>
    <p:sldId id="3951" r:id="rId23"/>
    <p:sldId id="263" r:id="rId24"/>
    <p:sldId id="268" r:id="rId25"/>
    <p:sldId id="261" r:id="rId26"/>
    <p:sldId id="258" r:id="rId27"/>
    <p:sldId id="259" r:id="rId28"/>
    <p:sldId id="260" r:id="rId29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26FA30"/>
    <a:srgbClr val="FFFFFF"/>
    <a:srgbClr val="66FF33"/>
    <a:srgbClr val="FF6600"/>
    <a:srgbClr val="FFCC00"/>
    <a:srgbClr val="00FFCC"/>
    <a:srgbClr val="00C7FD"/>
    <a:srgbClr val="0068B5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EB8585-6647-435D-897C-1326A0DC040A}" v="1489" dt="2021-04-06T16:35:47.47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76462" autoAdjust="0"/>
  </p:normalViewPr>
  <p:slideViewPr>
    <p:cSldViewPr snapToGrid="0" snapToObjects="1">
      <p:cViewPr>
        <p:scale>
          <a:sx n="50" d="100"/>
          <a:sy n="50" d="100"/>
        </p:scale>
        <p:origin x="1364" y="24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-1694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4360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k, Tzee Sing" userId="a01bf18c-cf63-40f1-b76e-fd264d25c957" providerId="ADAL" clId="{AC04C412-B46E-4202-AFC0-D91EFAC1EFAB}"/>
    <pc:docChg chg="undo custSel addSld delSld modSld sldOrd">
      <pc:chgData name="Mak, Tzee Sing" userId="a01bf18c-cf63-40f1-b76e-fd264d25c957" providerId="ADAL" clId="{AC04C412-B46E-4202-AFC0-D91EFAC1EFAB}" dt="2021-03-30T01:35:22.798" v="1877" actId="20577"/>
      <pc:docMkLst>
        <pc:docMk/>
      </pc:docMkLst>
      <pc:sldChg chg="modSp mod">
        <pc:chgData name="Mak, Tzee Sing" userId="a01bf18c-cf63-40f1-b76e-fd264d25c957" providerId="ADAL" clId="{AC04C412-B46E-4202-AFC0-D91EFAC1EFAB}" dt="2021-03-29T08:22:55.505" v="67" actId="20577"/>
        <pc:sldMkLst>
          <pc:docMk/>
          <pc:sldMk cId="3245620391" sldId="256"/>
        </pc:sldMkLst>
        <pc:spChg chg="mod">
          <ac:chgData name="Mak, Tzee Sing" userId="a01bf18c-cf63-40f1-b76e-fd264d25c957" providerId="ADAL" clId="{AC04C412-B46E-4202-AFC0-D91EFAC1EFAB}" dt="2021-03-29T08:22:55.505" v="67" actId="20577"/>
          <ac:spMkLst>
            <pc:docMk/>
            <pc:sldMk cId="3245620391" sldId="256"/>
            <ac:spMk id="5" creationId="{9155C456-D6A3-497D-8683-992CE3DFD277}"/>
          </ac:spMkLst>
        </pc:spChg>
      </pc:sldChg>
      <pc:sldChg chg="del">
        <pc:chgData name="Mak, Tzee Sing" userId="a01bf18c-cf63-40f1-b76e-fd264d25c957" providerId="ADAL" clId="{AC04C412-B46E-4202-AFC0-D91EFAC1EFAB}" dt="2021-03-29T08:21:03.238" v="4" actId="47"/>
        <pc:sldMkLst>
          <pc:docMk/>
          <pc:sldMk cId="1264760112" sldId="257"/>
        </pc:sldMkLst>
      </pc:sldChg>
      <pc:sldChg chg="addSp delSp modSp new add del mod ord">
        <pc:chgData name="Mak, Tzee Sing" userId="a01bf18c-cf63-40f1-b76e-fd264d25c957" providerId="ADAL" clId="{AC04C412-B46E-4202-AFC0-D91EFAC1EFAB}" dt="2021-03-29T11:28:50.022" v="610" actId="47"/>
        <pc:sldMkLst>
          <pc:docMk/>
          <pc:sldMk cId="823669006" sldId="266"/>
        </pc:sldMkLst>
        <pc:spChg chg="del">
          <ac:chgData name="Mak, Tzee Sing" userId="a01bf18c-cf63-40f1-b76e-fd264d25c957" providerId="ADAL" clId="{AC04C412-B46E-4202-AFC0-D91EFAC1EFAB}" dt="2021-03-29T10:15:08.378" v="510"/>
          <ac:spMkLst>
            <pc:docMk/>
            <pc:sldMk cId="823669006" sldId="266"/>
            <ac:spMk id="2" creationId="{0F14770F-90D0-47F8-873B-44D19E4AD3E0}"/>
          </ac:spMkLst>
        </pc:spChg>
        <pc:spChg chg="add mod">
          <ac:chgData name="Mak, Tzee Sing" userId="a01bf18c-cf63-40f1-b76e-fd264d25c957" providerId="ADAL" clId="{AC04C412-B46E-4202-AFC0-D91EFAC1EFAB}" dt="2021-03-29T10:15:08.378" v="510"/>
          <ac:spMkLst>
            <pc:docMk/>
            <pc:sldMk cId="823669006" sldId="266"/>
            <ac:spMk id="4" creationId="{75A584FC-8942-4AD0-861F-5BF335897CA4}"/>
          </ac:spMkLst>
        </pc:spChg>
        <pc:spChg chg="add del mod">
          <ac:chgData name="Mak, Tzee Sing" userId="a01bf18c-cf63-40f1-b76e-fd264d25c957" providerId="ADAL" clId="{AC04C412-B46E-4202-AFC0-D91EFAC1EFAB}" dt="2021-03-29T10:15:32.022" v="512" actId="478"/>
          <ac:spMkLst>
            <pc:docMk/>
            <pc:sldMk cId="823669006" sldId="266"/>
            <ac:spMk id="5" creationId="{E27A5F81-186A-4318-8BAA-015E1A0D4B42}"/>
          </ac:spMkLst>
        </pc:spChg>
        <pc:graphicFrameChg chg="add mod modGraphic">
          <ac:chgData name="Mak, Tzee Sing" userId="a01bf18c-cf63-40f1-b76e-fd264d25c957" providerId="ADAL" clId="{AC04C412-B46E-4202-AFC0-D91EFAC1EFAB}" dt="2021-03-29T10:16:57.105" v="523" actId="14734"/>
          <ac:graphicFrameMkLst>
            <pc:docMk/>
            <pc:sldMk cId="823669006" sldId="266"/>
            <ac:graphicFrameMk id="3" creationId="{A21BB349-9049-4C84-871B-8A3DCC447D43}"/>
          </ac:graphicFrameMkLst>
        </pc:graphicFrameChg>
      </pc:sldChg>
      <pc:sldChg chg="addSp delSp modSp new mod">
        <pc:chgData name="Mak, Tzee Sing" userId="a01bf18c-cf63-40f1-b76e-fd264d25c957" providerId="ADAL" clId="{AC04C412-B46E-4202-AFC0-D91EFAC1EFAB}" dt="2021-03-29T12:09:17.922" v="965" actId="20577"/>
        <pc:sldMkLst>
          <pc:docMk/>
          <pc:sldMk cId="499903878" sldId="267"/>
        </pc:sldMkLst>
        <pc:spChg chg="mod">
          <ac:chgData name="Mak, Tzee Sing" userId="a01bf18c-cf63-40f1-b76e-fd264d25c957" providerId="ADAL" clId="{AC04C412-B46E-4202-AFC0-D91EFAC1EFAB}" dt="2021-03-29T12:08:34.996" v="907" actId="6549"/>
          <ac:spMkLst>
            <pc:docMk/>
            <pc:sldMk cId="499903878" sldId="267"/>
            <ac:spMk id="2" creationId="{17F0DE58-3D52-44E9-AA59-E1FAC5EFE9D3}"/>
          </ac:spMkLst>
        </pc:spChg>
        <pc:spChg chg="add mod ord">
          <ac:chgData name="Mak, Tzee Sing" userId="a01bf18c-cf63-40f1-b76e-fd264d25c957" providerId="ADAL" clId="{AC04C412-B46E-4202-AFC0-D91EFAC1EFAB}" dt="2021-03-29T12:09:17.922" v="965" actId="20577"/>
          <ac:spMkLst>
            <pc:docMk/>
            <pc:sldMk cId="499903878" sldId="267"/>
            <ac:spMk id="11" creationId="{68735FF6-DACB-4107-87C3-67CFF7819A07}"/>
          </ac:spMkLst>
        </pc:spChg>
        <pc:spChg chg="add mod ord">
          <ac:chgData name="Mak, Tzee Sing" userId="a01bf18c-cf63-40f1-b76e-fd264d25c957" providerId="ADAL" clId="{AC04C412-B46E-4202-AFC0-D91EFAC1EFAB}" dt="2021-03-29T10:10:08.607" v="488" actId="166"/>
          <ac:spMkLst>
            <pc:docMk/>
            <pc:sldMk cId="499903878" sldId="267"/>
            <ac:spMk id="12" creationId="{728453C9-1C8A-42E9-B080-7AA211646E67}"/>
          </ac:spMkLst>
        </pc:spChg>
        <pc:spChg chg="add del mod">
          <ac:chgData name="Mak, Tzee Sing" userId="a01bf18c-cf63-40f1-b76e-fd264d25c957" providerId="ADAL" clId="{AC04C412-B46E-4202-AFC0-D91EFAC1EFAB}" dt="2021-03-29T10:07:23.220" v="471" actId="478"/>
          <ac:spMkLst>
            <pc:docMk/>
            <pc:sldMk cId="499903878" sldId="267"/>
            <ac:spMk id="20" creationId="{CEF5CF10-35D1-4F84-9C22-9B1A681E385A}"/>
          </ac:spMkLst>
        </pc:spChg>
        <pc:spChg chg="add mod">
          <ac:chgData name="Mak, Tzee Sing" userId="a01bf18c-cf63-40f1-b76e-fd264d25c957" providerId="ADAL" clId="{AC04C412-B46E-4202-AFC0-D91EFAC1EFAB}" dt="2021-03-29T10:07:36.838" v="475" actId="1582"/>
          <ac:spMkLst>
            <pc:docMk/>
            <pc:sldMk cId="499903878" sldId="267"/>
            <ac:spMk id="21" creationId="{195F7F5C-4917-49DE-BF2D-471F1CD9F5A9}"/>
          </ac:spMkLst>
        </pc:spChg>
        <pc:spChg chg="add mod">
          <ac:chgData name="Mak, Tzee Sing" userId="a01bf18c-cf63-40f1-b76e-fd264d25c957" providerId="ADAL" clId="{AC04C412-B46E-4202-AFC0-D91EFAC1EFAB}" dt="2021-03-29T10:08:54.554" v="478" actId="14100"/>
          <ac:spMkLst>
            <pc:docMk/>
            <pc:sldMk cId="499903878" sldId="267"/>
            <ac:spMk id="22" creationId="{817F74C6-BC75-42BE-95BD-C3A32A2F1269}"/>
          </ac:spMkLst>
        </pc:spChg>
        <pc:spChg chg="add mod">
          <ac:chgData name="Mak, Tzee Sing" userId="a01bf18c-cf63-40f1-b76e-fd264d25c957" providerId="ADAL" clId="{AC04C412-B46E-4202-AFC0-D91EFAC1EFAB}" dt="2021-03-29T10:10:57.631" v="508" actId="1035"/>
          <ac:spMkLst>
            <pc:docMk/>
            <pc:sldMk cId="499903878" sldId="267"/>
            <ac:spMk id="23" creationId="{D3DBF1E7-63F6-4036-A04E-9EBB150CB607}"/>
          </ac:spMkLst>
        </pc:spChg>
        <pc:picChg chg="add mod ord">
          <ac:chgData name="Mak, Tzee Sing" userId="a01bf18c-cf63-40f1-b76e-fd264d25c957" providerId="ADAL" clId="{AC04C412-B46E-4202-AFC0-D91EFAC1EFAB}" dt="2021-03-29T10:06:37.096" v="463" actId="166"/>
          <ac:picMkLst>
            <pc:docMk/>
            <pc:sldMk cId="499903878" sldId="267"/>
            <ac:picMk id="3" creationId="{E360B099-8F6A-4E6C-AC04-F0CEFDB1B091}"/>
          </ac:picMkLst>
        </pc:picChg>
        <pc:picChg chg="add mod ord">
          <ac:chgData name="Mak, Tzee Sing" userId="a01bf18c-cf63-40f1-b76e-fd264d25c957" providerId="ADAL" clId="{AC04C412-B46E-4202-AFC0-D91EFAC1EFAB}" dt="2021-03-29T10:10:01.203" v="485" actId="1076"/>
          <ac:picMkLst>
            <pc:docMk/>
            <pc:sldMk cId="499903878" sldId="267"/>
            <ac:picMk id="4" creationId="{0309B05A-20AD-4F0D-BAD5-CF3F6C8F1383}"/>
          </ac:picMkLst>
        </pc:picChg>
        <pc:picChg chg="add del mod">
          <ac:chgData name="Mak, Tzee Sing" userId="a01bf18c-cf63-40f1-b76e-fd264d25c957" providerId="ADAL" clId="{AC04C412-B46E-4202-AFC0-D91EFAC1EFAB}" dt="2021-03-29T09:01:32.672" v="119" actId="478"/>
          <ac:picMkLst>
            <pc:docMk/>
            <pc:sldMk cId="499903878" sldId="267"/>
            <ac:picMk id="5" creationId="{14C5EBAB-83BE-42B6-B602-74B20C21B687}"/>
          </ac:picMkLst>
        </pc:picChg>
        <pc:picChg chg="add del mod">
          <ac:chgData name="Mak, Tzee Sing" userId="a01bf18c-cf63-40f1-b76e-fd264d25c957" providerId="ADAL" clId="{AC04C412-B46E-4202-AFC0-D91EFAC1EFAB}" dt="2021-03-29T09:01:08.367" v="118" actId="478"/>
          <ac:picMkLst>
            <pc:docMk/>
            <pc:sldMk cId="499903878" sldId="267"/>
            <ac:picMk id="6" creationId="{9C6D75D4-C415-45B9-B180-B17E8A889D58}"/>
          </ac:picMkLst>
        </pc:picChg>
        <pc:picChg chg="add del">
          <ac:chgData name="Mak, Tzee Sing" userId="a01bf18c-cf63-40f1-b76e-fd264d25c957" providerId="ADAL" clId="{AC04C412-B46E-4202-AFC0-D91EFAC1EFAB}" dt="2021-03-29T09:01:34.510" v="121" actId="21"/>
          <ac:picMkLst>
            <pc:docMk/>
            <pc:sldMk cId="499903878" sldId="267"/>
            <ac:picMk id="7" creationId="{8DE57501-1872-4F87-A833-D6D6C6BFB2DD}"/>
          </ac:picMkLst>
        </pc:picChg>
        <pc:picChg chg="del mod">
          <ac:chgData name="Mak, Tzee Sing" userId="a01bf18c-cf63-40f1-b76e-fd264d25c957" providerId="ADAL" clId="{AC04C412-B46E-4202-AFC0-D91EFAC1EFAB}" dt="2021-03-29T09:56:34.517" v="431" actId="478"/>
          <ac:picMkLst>
            <pc:docMk/>
            <pc:sldMk cId="499903878" sldId="267"/>
            <ac:picMk id="8" creationId="{5F6BFA49-51FE-4B0F-9AAD-FA99B95B6142}"/>
          </ac:picMkLst>
        </pc:picChg>
        <pc:picChg chg="add del">
          <ac:chgData name="Mak, Tzee Sing" userId="a01bf18c-cf63-40f1-b76e-fd264d25c957" providerId="ADAL" clId="{AC04C412-B46E-4202-AFC0-D91EFAC1EFAB}" dt="2021-03-29T09:02:01.383" v="125" actId="21"/>
          <ac:picMkLst>
            <pc:docMk/>
            <pc:sldMk cId="499903878" sldId="267"/>
            <ac:picMk id="9" creationId="{88418229-0B40-42ED-8756-72305D04DB3C}"/>
          </ac:picMkLst>
        </pc:picChg>
        <pc:picChg chg="del mod">
          <ac:chgData name="Mak, Tzee Sing" userId="a01bf18c-cf63-40f1-b76e-fd264d25c957" providerId="ADAL" clId="{AC04C412-B46E-4202-AFC0-D91EFAC1EFAB}" dt="2021-03-29T09:51:42.524" v="427" actId="478"/>
          <ac:picMkLst>
            <pc:docMk/>
            <pc:sldMk cId="499903878" sldId="267"/>
            <ac:picMk id="10" creationId="{1887D043-1B6B-4CEF-AD4B-4A0A5FBCC919}"/>
          </ac:picMkLst>
        </pc:picChg>
        <pc:picChg chg="add del mod">
          <ac:chgData name="Mak, Tzee Sing" userId="a01bf18c-cf63-40f1-b76e-fd264d25c957" providerId="ADAL" clId="{AC04C412-B46E-4202-AFC0-D91EFAC1EFAB}" dt="2021-03-29T09:50:38.712" v="426" actId="478"/>
          <ac:picMkLst>
            <pc:docMk/>
            <pc:sldMk cId="499903878" sldId="267"/>
            <ac:picMk id="13" creationId="{E396E134-7629-4FC1-97D7-5A4BFEA0DA2A}"/>
          </ac:picMkLst>
        </pc:picChg>
        <pc:picChg chg="add del">
          <ac:chgData name="Mak, Tzee Sing" userId="a01bf18c-cf63-40f1-b76e-fd264d25c957" providerId="ADAL" clId="{AC04C412-B46E-4202-AFC0-D91EFAC1EFAB}" dt="2021-03-29T09:51:44.472" v="429" actId="21"/>
          <ac:picMkLst>
            <pc:docMk/>
            <pc:sldMk cId="499903878" sldId="267"/>
            <ac:picMk id="14" creationId="{E98E8B37-5F1E-4035-A4A0-3173F1BD2A55}"/>
          </ac:picMkLst>
        </pc:picChg>
        <pc:picChg chg="mod">
          <ac:chgData name="Mak, Tzee Sing" userId="a01bf18c-cf63-40f1-b76e-fd264d25c957" providerId="ADAL" clId="{AC04C412-B46E-4202-AFC0-D91EFAC1EFAB}" dt="2021-03-29T10:09:58.548" v="484" actId="1076"/>
          <ac:picMkLst>
            <pc:docMk/>
            <pc:sldMk cId="499903878" sldId="267"/>
            <ac:picMk id="15" creationId="{3CF1541E-748C-40E2-A552-A32C34ADAF8E}"/>
          </ac:picMkLst>
        </pc:picChg>
        <pc:picChg chg="add del">
          <ac:chgData name="Mak, Tzee Sing" userId="a01bf18c-cf63-40f1-b76e-fd264d25c957" providerId="ADAL" clId="{AC04C412-B46E-4202-AFC0-D91EFAC1EFAB}" dt="2021-03-29T09:56:37.924" v="433" actId="21"/>
          <ac:picMkLst>
            <pc:docMk/>
            <pc:sldMk cId="499903878" sldId="267"/>
            <ac:picMk id="16" creationId="{A4EBAB10-D534-4FA4-B1F7-CEB5A0DEB6FF}"/>
          </ac:picMkLst>
        </pc:picChg>
        <pc:picChg chg="del mod">
          <ac:chgData name="Mak, Tzee Sing" userId="a01bf18c-cf63-40f1-b76e-fd264d25c957" providerId="ADAL" clId="{AC04C412-B46E-4202-AFC0-D91EFAC1EFAB}" dt="2021-03-29T10:06:12.828" v="458" actId="478"/>
          <ac:picMkLst>
            <pc:docMk/>
            <pc:sldMk cId="499903878" sldId="267"/>
            <ac:picMk id="17" creationId="{3453B5F5-B01D-4FB8-8A8C-C4382B5992DC}"/>
          </ac:picMkLst>
        </pc:picChg>
        <pc:picChg chg="add del">
          <ac:chgData name="Mak, Tzee Sing" userId="a01bf18c-cf63-40f1-b76e-fd264d25c957" providerId="ADAL" clId="{AC04C412-B46E-4202-AFC0-D91EFAC1EFAB}" dt="2021-03-29T10:06:22.224" v="460" actId="21"/>
          <ac:picMkLst>
            <pc:docMk/>
            <pc:sldMk cId="499903878" sldId="267"/>
            <ac:picMk id="18" creationId="{9AB98C42-1541-411F-BDB8-261DBA12940B}"/>
          </ac:picMkLst>
        </pc:picChg>
        <pc:picChg chg="mod">
          <ac:chgData name="Mak, Tzee Sing" userId="a01bf18c-cf63-40f1-b76e-fd264d25c957" providerId="ADAL" clId="{AC04C412-B46E-4202-AFC0-D91EFAC1EFAB}" dt="2021-03-29T10:10:53.331" v="497" actId="1076"/>
          <ac:picMkLst>
            <pc:docMk/>
            <pc:sldMk cId="499903878" sldId="267"/>
            <ac:picMk id="19" creationId="{3A52BBFD-62C9-4957-A30B-0241F7156CF1}"/>
          </ac:picMkLst>
        </pc:picChg>
      </pc:sldChg>
      <pc:sldChg chg="addSp delSp modSp new mod">
        <pc:chgData name="Mak, Tzee Sing" userId="a01bf18c-cf63-40f1-b76e-fd264d25c957" providerId="ADAL" clId="{AC04C412-B46E-4202-AFC0-D91EFAC1EFAB}" dt="2021-03-29T15:37:56.858" v="1769" actId="688"/>
        <pc:sldMkLst>
          <pc:docMk/>
          <pc:sldMk cId="2384498651" sldId="268"/>
        </pc:sldMkLst>
        <pc:picChg chg="add mod">
          <ac:chgData name="Mak, Tzee Sing" userId="a01bf18c-cf63-40f1-b76e-fd264d25c957" providerId="ADAL" clId="{AC04C412-B46E-4202-AFC0-D91EFAC1EFAB}" dt="2021-03-29T15:21:23.714" v="1766" actId="1076"/>
          <ac:picMkLst>
            <pc:docMk/>
            <pc:sldMk cId="2384498651" sldId="268"/>
            <ac:picMk id="3" creationId="{7648AAA8-B3DA-480B-AA69-B2D703C8CB2D}"/>
          </ac:picMkLst>
        </pc:picChg>
        <pc:picChg chg="add mod">
          <ac:chgData name="Mak, Tzee Sing" userId="a01bf18c-cf63-40f1-b76e-fd264d25c957" providerId="ADAL" clId="{AC04C412-B46E-4202-AFC0-D91EFAC1EFAB}" dt="2021-03-29T15:21:04.358" v="1763" actId="1076"/>
          <ac:picMkLst>
            <pc:docMk/>
            <pc:sldMk cId="2384498651" sldId="268"/>
            <ac:picMk id="4" creationId="{05027698-E093-41AC-9ED4-2285ABE938DA}"/>
          </ac:picMkLst>
        </pc:picChg>
        <pc:picChg chg="add mod">
          <ac:chgData name="Mak, Tzee Sing" userId="a01bf18c-cf63-40f1-b76e-fd264d25c957" providerId="ADAL" clId="{AC04C412-B46E-4202-AFC0-D91EFAC1EFAB}" dt="2021-03-29T15:37:56.858" v="1769" actId="688"/>
          <ac:picMkLst>
            <pc:docMk/>
            <pc:sldMk cId="2384498651" sldId="268"/>
            <ac:picMk id="5" creationId="{9E596502-FC79-41A7-88A8-A34C7E914C26}"/>
          </ac:picMkLst>
        </pc:picChg>
        <pc:picChg chg="add del mod">
          <ac:chgData name="Mak, Tzee Sing" userId="a01bf18c-cf63-40f1-b76e-fd264d25c957" providerId="ADAL" clId="{AC04C412-B46E-4202-AFC0-D91EFAC1EFAB}" dt="2021-03-29T09:00:36.609" v="102" actId="21"/>
          <ac:picMkLst>
            <pc:docMk/>
            <pc:sldMk cId="2384498651" sldId="268"/>
            <ac:picMk id="6" creationId="{A403B622-62C5-4424-9C04-EA908CDF78FF}"/>
          </ac:picMkLst>
        </pc:picChg>
        <pc:picChg chg="add del mod">
          <ac:chgData name="Mak, Tzee Sing" userId="a01bf18c-cf63-40f1-b76e-fd264d25c957" providerId="ADAL" clId="{AC04C412-B46E-4202-AFC0-D91EFAC1EFAB}" dt="2021-03-29T09:00:18.253" v="97" actId="21"/>
          <ac:picMkLst>
            <pc:docMk/>
            <pc:sldMk cId="2384498651" sldId="268"/>
            <ac:picMk id="7" creationId="{F722C864-7465-4F12-9F20-8C2A225BCC91}"/>
          </ac:picMkLst>
        </pc:picChg>
      </pc:sldChg>
      <pc:sldChg chg="addSp delSp modSp add mod">
        <pc:chgData name="Mak, Tzee Sing" userId="a01bf18c-cf63-40f1-b76e-fd264d25c957" providerId="ADAL" clId="{AC04C412-B46E-4202-AFC0-D91EFAC1EFAB}" dt="2021-03-30T01:35:22.798" v="1877" actId="20577"/>
        <pc:sldMkLst>
          <pc:docMk/>
          <pc:sldMk cId="2898354204" sldId="3939"/>
        </pc:sldMkLst>
        <pc:spChg chg="add mod">
          <ac:chgData name="Mak, Tzee Sing" userId="a01bf18c-cf63-40f1-b76e-fd264d25c957" providerId="ADAL" clId="{AC04C412-B46E-4202-AFC0-D91EFAC1EFAB}" dt="2021-03-30T01:35:22.798" v="1877" actId="20577"/>
          <ac:spMkLst>
            <pc:docMk/>
            <pc:sldMk cId="2898354204" sldId="3939"/>
            <ac:spMk id="2" creationId="{E40A63BE-8AD6-4CF1-8C94-56716FD57EC0}"/>
          </ac:spMkLst>
        </pc:spChg>
        <pc:spChg chg="del">
          <ac:chgData name="Mak, Tzee Sing" userId="a01bf18c-cf63-40f1-b76e-fd264d25c957" providerId="ADAL" clId="{AC04C412-B46E-4202-AFC0-D91EFAC1EFAB}" dt="2021-03-29T08:59:46.139" v="92" actId="478"/>
          <ac:spMkLst>
            <pc:docMk/>
            <pc:sldMk cId="2898354204" sldId="3939"/>
            <ac:spMk id="8" creationId="{00000000-0000-0000-0000-000000000000}"/>
          </ac:spMkLst>
        </pc:spChg>
        <pc:spChg chg="del">
          <ac:chgData name="Mak, Tzee Sing" userId="a01bf18c-cf63-40f1-b76e-fd264d25c957" providerId="ADAL" clId="{AC04C412-B46E-4202-AFC0-D91EFAC1EFAB}" dt="2021-03-29T08:59:48.392" v="93" actId="478"/>
          <ac:spMkLst>
            <pc:docMk/>
            <pc:sldMk cId="2898354204" sldId="3939"/>
            <ac:spMk id="9" creationId="{00000000-0000-0000-0000-000000000000}"/>
          </ac:spMkLst>
        </pc:spChg>
        <pc:spChg chg="del">
          <ac:chgData name="Mak, Tzee Sing" userId="a01bf18c-cf63-40f1-b76e-fd264d25c957" providerId="ADAL" clId="{AC04C412-B46E-4202-AFC0-D91EFAC1EFAB}" dt="2021-03-29T08:59:46.139" v="92" actId="478"/>
          <ac:spMkLst>
            <pc:docMk/>
            <pc:sldMk cId="2898354204" sldId="3939"/>
            <ac:spMk id="10" creationId="{00000000-0000-0000-0000-000000000000}"/>
          </ac:spMkLst>
        </pc:spChg>
      </pc:sldChg>
      <pc:sldChg chg="delSp add">
        <pc:chgData name="Mak, Tzee Sing" userId="a01bf18c-cf63-40f1-b76e-fd264d25c957" providerId="ADAL" clId="{AC04C412-B46E-4202-AFC0-D91EFAC1EFAB}" dt="2021-03-29T08:59:57.149" v="94" actId="478"/>
        <pc:sldMkLst>
          <pc:docMk/>
          <pc:sldMk cId="1681171767" sldId="3951"/>
        </pc:sldMkLst>
        <pc:spChg chg="del">
          <ac:chgData name="Mak, Tzee Sing" userId="a01bf18c-cf63-40f1-b76e-fd264d25c957" providerId="ADAL" clId="{AC04C412-B46E-4202-AFC0-D91EFAC1EFAB}" dt="2021-03-29T08:59:57.149" v="94" actId="478"/>
          <ac:spMkLst>
            <pc:docMk/>
            <pc:sldMk cId="1681171767" sldId="3951"/>
            <ac:spMk id="3" creationId="{00000000-0000-0000-0000-000000000000}"/>
          </ac:spMkLst>
        </pc:spChg>
        <pc:spChg chg="del">
          <ac:chgData name="Mak, Tzee Sing" userId="a01bf18c-cf63-40f1-b76e-fd264d25c957" providerId="ADAL" clId="{AC04C412-B46E-4202-AFC0-D91EFAC1EFAB}" dt="2021-03-29T08:59:57.149" v="94" actId="478"/>
          <ac:spMkLst>
            <pc:docMk/>
            <pc:sldMk cId="1681171767" sldId="3951"/>
            <ac:spMk id="4" creationId="{00000000-0000-0000-0000-000000000000}"/>
          </ac:spMkLst>
        </pc:spChg>
      </pc:sldChg>
      <pc:sldChg chg="addSp delSp modSp new mod ord">
        <pc:chgData name="Mak, Tzee Sing" userId="a01bf18c-cf63-40f1-b76e-fd264d25c957" providerId="ADAL" clId="{AC04C412-B46E-4202-AFC0-D91EFAC1EFAB}" dt="2021-03-29T15:20:40.381" v="1759"/>
        <pc:sldMkLst>
          <pc:docMk/>
          <pc:sldMk cId="4114807091" sldId="3952"/>
        </pc:sldMkLst>
        <pc:spChg chg="add del">
          <ac:chgData name="Mak, Tzee Sing" userId="a01bf18c-cf63-40f1-b76e-fd264d25c957" providerId="ADAL" clId="{AC04C412-B46E-4202-AFC0-D91EFAC1EFAB}" dt="2021-03-29T10:16:31.249" v="520" actId="3680"/>
          <ac:spMkLst>
            <pc:docMk/>
            <pc:sldMk cId="4114807091" sldId="3952"/>
            <ac:spMk id="3" creationId="{97494BF9-F8C0-4701-AFF0-3BD4B6E828DF}"/>
          </ac:spMkLst>
        </pc:spChg>
        <pc:spChg chg="add mod">
          <ac:chgData name="Mak, Tzee Sing" userId="a01bf18c-cf63-40f1-b76e-fd264d25c957" providerId="ADAL" clId="{AC04C412-B46E-4202-AFC0-D91EFAC1EFAB}" dt="2021-03-29T12:04:39.148" v="875" actId="20577"/>
          <ac:spMkLst>
            <pc:docMk/>
            <pc:sldMk cId="4114807091" sldId="3952"/>
            <ac:spMk id="6" creationId="{C9B2CEBD-03AF-4E8A-AC1F-BB252DF7FD2D}"/>
          </ac:spMkLst>
        </pc:spChg>
        <pc:spChg chg="add mod">
          <ac:chgData name="Mak, Tzee Sing" userId="a01bf18c-cf63-40f1-b76e-fd264d25c957" providerId="ADAL" clId="{AC04C412-B46E-4202-AFC0-D91EFAC1EFAB}" dt="2021-03-29T12:01:42.128" v="742" actId="1582"/>
          <ac:spMkLst>
            <pc:docMk/>
            <pc:sldMk cId="4114807091" sldId="3952"/>
            <ac:spMk id="7" creationId="{9830B4DF-72AF-4AE1-AEB3-258B873CF18E}"/>
          </ac:spMkLst>
        </pc:spChg>
        <pc:graphicFrameChg chg="add del mod ord modGraphic">
          <ac:chgData name="Mak, Tzee Sing" userId="a01bf18c-cf63-40f1-b76e-fd264d25c957" providerId="ADAL" clId="{AC04C412-B46E-4202-AFC0-D91EFAC1EFAB}" dt="2021-03-29T10:16:23.727" v="519" actId="3680"/>
          <ac:graphicFrameMkLst>
            <pc:docMk/>
            <pc:sldMk cId="4114807091" sldId="3952"/>
            <ac:graphicFrameMk id="4" creationId="{82A30C74-976B-45E3-AE01-1ED5751BF1A8}"/>
          </ac:graphicFrameMkLst>
        </pc:graphicFrameChg>
        <pc:graphicFrameChg chg="add mod ord modGraphic">
          <ac:chgData name="Mak, Tzee Sing" userId="a01bf18c-cf63-40f1-b76e-fd264d25c957" providerId="ADAL" clId="{AC04C412-B46E-4202-AFC0-D91EFAC1EFAB}" dt="2021-03-29T12:00:46.638" v="725" actId="6549"/>
          <ac:graphicFrameMkLst>
            <pc:docMk/>
            <pc:sldMk cId="4114807091" sldId="3952"/>
            <ac:graphicFrameMk id="5" creationId="{1291F72A-65E6-4EF7-8AEE-2208980EEEED}"/>
          </ac:graphicFrameMkLst>
        </pc:graphicFrameChg>
        <pc:cxnChg chg="add mod">
          <ac:chgData name="Mak, Tzee Sing" userId="a01bf18c-cf63-40f1-b76e-fd264d25c957" providerId="ADAL" clId="{AC04C412-B46E-4202-AFC0-D91EFAC1EFAB}" dt="2021-03-29T12:04:04.954" v="844" actId="692"/>
          <ac:cxnSpMkLst>
            <pc:docMk/>
            <pc:sldMk cId="4114807091" sldId="3952"/>
            <ac:cxnSpMk id="9" creationId="{84739A81-DA8F-4491-952C-E2235C481305}"/>
          </ac:cxnSpMkLst>
        </pc:cxnChg>
      </pc:sldChg>
      <pc:sldChg chg="modSp new mod">
        <pc:chgData name="Mak, Tzee Sing" userId="a01bf18c-cf63-40f1-b76e-fd264d25c957" providerId="ADAL" clId="{AC04C412-B46E-4202-AFC0-D91EFAC1EFAB}" dt="2021-03-30T01:32:37.365" v="1812" actId="20577"/>
        <pc:sldMkLst>
          <pc:docMk/>
          <pc:sldMk cId="3695802469" sldId="3953"/>
        </pc:sldMkLst>
        <pc:spChg chg="mod">
          <ac:chgData name="Mak, Tzee Sing" userId="a01bf18c-cf63-40f1-b76e-fd264d25c957" providerId="ADAL" clId="{AC04C412-B46E-4202-AFC0-D91EFAC1EFAB}" dt="2021-03-29T12:19:04.566" v="1078" actId="20577"/>
          <ac:spMkLst>
            <pc:docMk/>
            <pc:sldMk cId="3695802469" sldId="3953"/>
            <ac:spMk id="2" creationId="{783E4D63-D3B7-4031-97E3-BDEF08547614}"/>
          </ac:spMkLst>
        </pc:spChg>
        <pc:spChg chg="mod">
          <ac:chgData name="Mak, Tzee Sing" userId="a01bf18c-cf63-40f1-b76e-fd264d25c957" providerId="ADAL" clId="{AC04C412-B46E-4202-AFC0-D91EFAC1EFAB}" dt="2021-03-30T01:32:37.365" v="1812" actId="20577"/>
          <ac:spMkLst>
            <pc:docMk/>
            <pc:sldMk cId="3695802469" sldId="3953"/>
            <ac:spMk id="3" creationId="{E29E59C6-A274-43EC-B177-435ACF0A66F3}"/>
          </ac:spMkLst>
        </pc:spChg>
      </pc:sldChg>
      <pc:sldChg chg="modSp add mod">
        <pc:chgData name="Mak, Tzee Sing" userId="a01bf18c-cf63-40f1-b76e-fd264d25c957" providerId="ADAL" clId="{AC04C412-B46E-4202-AFC0-D91EFAC1EFAB}" dt="2021-03-29T12:19:36.242" v="1110" actId="6549"/>
        <pc:sldMkLst>
          <pc:docMk/>
          <pc:sldMk cId="3074133174" sldId="3954"/>
        </pc:sldMkLst>
        <pc:spChg chg="mod">
          <ac:chgData name="Mak, Tzee Sing" userId="a01bf18c-cf63-40f1-b76e-fd264d25c957" providerId="ADAL" clId="{AC04C412-B46E-4202-AFC0-D91EFAC1EFAB}" dt="2021-03-29T12:19:36.242" v="1110" actId="6549"/>
          <ac:spMkLst>
            <pc:docMk/>
            <pc:sldMk cId="3074133174" sldId="3954"/>
            <ac:spMk id="2" creationId="{783E4D63-D3B7-4031-97E3-BDEF08547614}"/>
          </ac:spMkLst>
        </pc:spChg>
      </pc:sldChg>
    </pc:docChg>
  </pc:docChgLst>
  <pc:docChgLst>
    <pc:chgData name="Mak, Tzee Sing" userId="a01bf18c-cf63-40f1-b76e-fd264d25c957" providerId="ADAL" clId="{2AEB8585-6647-435D-897C-1326A0DC040A}"/>
    <pc:docChg chg="undo custSel addSld delSld modSld sldOrd">
      <pc:chgData name="Mak, Tzee Sing" userId="a01bf18c-cf63-40f1-b76e-fd264d25c957" providerId="ADAL" clId="{2AEB8585-6647-435D-897C-1326A0DC040A}" dt="2021-04-06T16:39:26.765" v="4831" actId="478"/>
      <pc:docMkLst>
        <pc:docMk/>
      </pc:docMkLst>
      <pc:sldChg chg="modSp mod">
        <pc:chgData name="Mak, Tzee Sing" userId="a01bf18c-cf63-40f1-b76e-fd264d25c957" providerId="ADAL" clId="{2AEB8585-6647-435D-897C-1326A0DC040A}" dt="2021-04-02T00:28:53.047" v="4065" actId="313"/>
        <pc:sldMkLst>
          <pc:docMk/>
          <pc:sldMk cId="3245620391" sldId="256"/>
        </pc:sldMkLst>
        <pc:spChg chg="mod">
          <ac:chgData name="Mak, Tzee Sing" userId="a01bf18c-cf63-40f1-b76e-fd264d25c957" providerId="ADAL" clId="{2AEB8585-6647-435D-897C-1326A0DC040A}" dt="2021-04-02T00:28:53.047" v="4065" actId="313"/>
          <ac:spMkLst>
            <pc:docMk/>
            <pc:sldMk cId="3245620391" sldId="256"/>
            <ac:spMk id="5" creationId="{9155C456-D6A3-497D-8683-992CE3DFD277}"/>
          </ac:spMkLst>
        </pc:spChg>
      </pc:sldChg>
      <pc:sldChg chg="addSp delSp modSp">
        <pc:chgData name="Mak, Tzee Sing" userId="a01bf18c-cf63-40f1-b76e-fd264d25c957" providerId="ADAL" clId="{2AEB8585-6647-435D-897C-1326A0DC040A}" dt="2021-04-01T09:23:31.124" v="3860"/>
        <pc:sldMkLst>
          <pc:docMk/>
          <pc:sldMk cId="2673414301" sldId="261"/>
        </pc:sldMkLst>
        <pc:spChg chg="add del mod">
          <ac:chgData name="Mak, Tzee Sing" userId="a01bf18c-cf63-40f1-b76e-fd264d25c957" providerId="ADAL" clId="{2AEB8585-6647-435D-897C-1326A0DC040A}" dt="2021-04-01T09:23:31.124" v="3860"/>
          <ac:spMkLst>
            <pc:docMk/>
            <pc:sldMk cId="2673414301" sldId="261"/>
            <ac:spMk id="17" creationId="{249A1F3F-34B0-4B75-ACF9-A492E5D749B6}"/>
          </ac:spMkLst>
        </pc:spChg>
      </pc:sldChg>
      <pc:sldChg chg="modSp mod ord">
        <pc:chgData name="Mak, Tzee Sing" userId="a01bf18c-cf63-40f1-b76e-fd264d25c957" providerId="ADAL" clId="{2AEB8585-6647-435D-897C-1326A0DC040A}" dt="2021-03-30T22:52:45.165" v="3392" actId="1076"/>
        <pc:sldMkLst>
          <pc:docMk/>
          <pc:sldMk cId="3274398043" sldId="263"/>
        </pc:sldMkLst>
        <pc:spChg chg="mod ord">
          <ac:chgData name="Mak, Tzee Sing" userId="a01bf18c-cf63-40f1-b76e-fd264d25c957" providerId="ADAL" clId="{2AEB8585-6647-435D-897C-1326A0DC040A}" dt="2021-03-30T22:52:45.165" v="3392" actId="1076"/>
          <ac:spMkLst>
            <pc:docMk/>
            <pc:sldMk cId="3274398043" sldId="263"/>
            <ac:spMk id="10" creationId="{9696E4C4-BB22-42B6-A260-76E967EDB473}"/>
          </ac:spMkLst>
        </pc:spChg>
        <pc:picChg chg="mod">
          <ac:chgData name="Mak, Tzee Sing" userId="a01bf18c-cf63-40f1-b76e-fd264d25c957" providerId="ADAL" clId="{2AEB8585-6647-435D-897C-1326A0DC040A}" dt="2021-03-30T22:52:06.520" v="3376" actId="1076"/>
          <ac:picMkLst>
            <pc:docMk/>
            <pc:sldMk cId="3274398043" sldId="263"/>
            <ac:picMk id="12" creationId="{F1C44384-67A7-467C-8043-1BC814B5752A}"/>
          </ac:picMkLst>
        </pc:picChg>
      </pc:sldChg>
      <pc:sldChg chg="addSp delSp modSp mod ord">
        <pc:chgData name="Mak, Tzee Sing" userId="a01bf18c-cf63-40f1-b76e-fd264d25c957" providerId="ADAL" clId="{2AEB8585-6647-435D-897C-1326A0DC040A}" dt="2021-03-30T23:24:10.288" v="3819" actId="478"/>
        <pc:sldMkLst>
          <pc:docMk/>
          <pc:sldMk cId="3416512693" sldId="265"/>
        </pc:sldMkLst>
        <pc:spChg chg="add del mod">
          <ac:chgData name="Mak, Tzee Sing" userId="a01bf18c-cf63-40f1-b76e-fd264d25c957" providerId="ADAL" clId="{2AEB8585-6647-435D-897C-1326A0DC040A}" dt="2021-03-30T23:24:10.288" v="3819" actId="478"/>
          <ac:spMkLst>
            <pc:docMk/>
            <pc:sldMk cId="3416512693" sldId="265"/>
            <ac:spMk id="16" creationId="{EB5A6F76-3840-4563-9C80-6D3B8C8D1DAB}"/>
          </ac:spMkLst>
        </pc:spChg>
        <pc:spChg chg="del">
          <ac:chgData name="Mak, Tzee Sing" userId="a01bf18c-cf63-40f1-b76e-fd264d25c957" providerId="ADAL" clId="{2AEB8585-6647-435D-897C-1326A0DC040A}" dt="2021-03-30T21:47:50.226" v="2155" actId="478"/>
          <ac:spMkLst>
            <pc:docMk/>
            <pc:sldMk cId="3416512693" sldId="265"/>
            <ac:spMk id="18" creationId="{9E3D435A-E683-437A-AC8E-8C9C5BBDF660}"/>
          </ac:spMkLst>
        </pc:spChg>
      </pc:sldChg>
      <pc:sldChg chg="addSp delSp modSp mod ord">
        <pc:chgData name="Mak, Tzee Sing" userId="a01bf18c-cf63-40f1-b76e-fd264d25c957" providerId="ADAL" clId="{2AEB8585-6647-435D-897C-1326A0DC040A}" dt="2021-04-06T15:18:18.927" v="4234" actId="14100"/>
        <pc:sldMkLst>
          <pc:docMk/>
          <pc:sldMk cId="499903878" sldId="267"/>
        </pc:sldMkLst>
        <pc:spChg chg="add mod">
          <ac:chgData name="Mak, Tzee Sing" userId="a01bf18c-cf63-40f1-b76e-fd264d25c957" providerId="ADAL" clId="{2AEB8585-6647-435D-897C-1326A0DC040A}" dt="2021-03-30T21:46:45.106" v="2117" actId="1076"/>
          <ac:spMkLst>
            <pc:docMk/>
            <pc:sldMk cId="499903878" sldId="267"/>
            <ac:spMk id="13" creationId="{36C87561-4283-4B9B-B03E-8CA3DD9EEF4D}"/>
          </ac:spMkLst>
        </pc:spChg>
        <pc:spChg chg="add mod">
          <ac:chgData name="Mak, Tzee Sing" userId="a01bf18c-cf63-40f1-b76e-fd264d25c957" providerId="ADAL" clId="{2AEB8585-6647-435D-897C-1326A0DC040A}" dt="2021-04-06T15:16:19.238" v="4137" actId="14100"/>
          <ac:spMkLst>
            <pc:docMk/>
            <pc:sldMk cId="499903878" sldId="267"/>
            <ac:spMk id="14" creationId="{A17D7114-CDA0-4C74-A006-0EC4E5BFB0DC}"/>
          </ac:spMkLst>
        </pc:spChg>
        <pc:spChg chg="add mod">
          <ac:chgData name="Mak, Tzee Sing" userId="a01bf18c-cf63-40f1-b76e-fd264d25c957" providerId="ADAL" clId="{2AEB8585-6647-435D-897C-1326A0DC040A}" dt="2021-04-06T15:17:13.354" v="4196" actId="20577"/>
          <ac:spMkLst>
            <pc:docMk/>
            <pc:sldMk cId="499903878" sldId="267"/>
            <ac:spMk id="20" creationId="{3D5AB4AF-F702-473C-B3C4-1224C431CFE0}"/>
          </ac:spMkLst>
        </pc:spChg>
        <pc:spChg chg="add del mod">
          <ac:chgData name="Mak, Tzee Sing" userId="a01bf18c-cf63-40f1-b76e-fd264d25c957" providerId="ADAL" clId="{2AEB8585-6647-435D-897C-1326A0DC040A}" dt="2021-04-06T15:16:14.211" v="4136" actId="14100"/>
          <ac:spMkLst>
            <pc:docMk/>
            <pc:sldMk cId="499903878" sldId="267"/>
            <ac:spMk id="21" creationId="{195F7F5C-4917-49DE-BF2D-471F1CD9F5A9}"/>
          </ac:spMkLst>
        </pc:spChg>
        <pc:spChg chg="add del mod">
          <ac:chgData name="Mak, Tzee Sing" userId="a01bf18c-cf63-40f1-b76e-fd264d25c957" providerId="ADAL" clId="{2AEB8585-6647-435D-897C-1326A0DC040A}" dt="2021-04-06T15:18:06.103" v="4230" actId="478"/>
          <ac:spMkLst>
            <pc:docMk/>
            <pc:sldMk cId="499903878" sldId="267"/>
            <ac:spMk id="25" creationId="{9D69BA15-6D68-4941-A406-28074DA52CC9}"/>
          </ac:spMkLst>
        </pc:spChg>
        <pc:picChg chg="mod">
          <ac:chgData name="Mak, Tzee Sing" userId="a01bf18c-cf63-40f1-b76e-fd264d25c957" providerId="ADAL" clId="{2AEB8585-6647-435D-897C-1326A0DC040A}" dt="2021-03-30T09:44:36.501" v="1074" actId="1076"/>
          <ac:picMkLst>
            <pc:docMk/>
            <pc:sldMk cId="499903878" sldId="267"/>
            <ac:picMk id="3" creationId="{E360B099-8F6A-4E6C-AC04-F0CEFDB1B091}"/>
          </ac:picMkLst>
        </pc:picChg>
        <pc:picChg chg="mod">
          <ac:chgData name="Mak, Tzee Sing" userId="a01bf18c-cf63-40f1-b76e-fd264d25c957" providerId="ADAL" clId="{2AEB8585-6647-435D-897C-1326A0DC040A}" dt="2021-04-06T15:17:33.642" v="4200" actId="1076"/>
          <ac:picMkLst>
            <pc:docMk/>
            <pc:sldMk cId="499903878" sldId="267"/>
            <ac:picMk id="4" creationId="{0309B05A-20AD-4F0D-BAD5-CF3F6C8F1383}"/>
          </ac:picMkLst>
        </pc:picChg>
        <pc:picChg chg="mod">
          <ac:chgData name="Mak, Tzee Sing" userId="a01bf18c-cf63-40f1-b76e-fd264d25c957" providerId="ADAL" clId="{2AEB8585-6647-435D-897C-1326A0DC040A}" dt="2021-04-06T15:18:08.899" v="4231" actId="1076"/>
          <ac:picMkLst>
            <pc:docMk/>
            <pc:sldMk cId="499903878" sldId="267"/>
            <ac:picMk id="15" creationId="{3CF1541E-748C-40E2-A552-A32C34ADAF8E}"/>
          </ac:picMkLst>
        </pc:picChg>
        <pc:cxnChg chg="add mod">
          <ac:chgData name="Mak, Tzee Sing" userId="a01bf18c-cf63-40f1-b76e-fd264d25c957" providerId="ADAL" clId="{2AEB8585-6647-435D-897C-1326A0DC040A}" dt="2021-04-06T15:16:19.238" v="4137" actId="14100"/>
          <ac:cxnSpMkLst>
            <pc:docMk/>
            <pc:sldMk cId="499903878" sldId="267"/>
            <ac:cxnSpMk id="6" creationId="{2BCD4505-4E27-4378-B15A-882EFE7BBD95}"/>
          </ac:cxnSpMkLst>
        </pc:cxnChg>
        <pc:cxnChg chg="add mod">
          <ac:chgData name="Mak, Tzee Sing" userId="a01bf18c-cf63-40f1-b76e-fd264d25c957" providerId="ADAL" clId="{2AEB8585-6647-435D-897C-1326A0DC040A}" dt="2021-04-06T15:16:37.651" v="4144" actId="14100"/>
          <ac:cxnSpMkLst>
            <pc:docMk/>
            <pc:sldMk cId="499903878" sldId="267"/>
            <ac:cxnSpMk id="24" creationId="{6D178CBF-E6C0-4EA9-871D-B4FE07811DC6}"/>
          </ac:cxnSpMkLst>
        </pc:cxnChg>
        <pc:cxnChg chg="add mod">
          <ac:chgData name="Mak, Tzee Sing" userId="a01bf18c-cf63-40f1-b76e-fd264d25c957" providerId="ADAL" clId="{2AEB8585-6647-435D-897C-1326A0DC040A}" dt="2021-04-06T15:18:18.927" v="4234" actId="14100"/>
          <ac:cxnSpMkLst>
            <pc:docMk/>
            <pc:sldMk cId="499903878" sldId="267"/>
            <ac:cxnSpMk id="26" creationId="{7853450B-C1B4-4072-A22E-3D7FE241BC4E}"/>
          </ac:cxnSpMkLst>
        </pc:cxnChg>
      </pc:sldChg>
      <pc:sldChg chg="addSp modSp mod ord">
        <pc:chgData name="Mak, Tzee Sing" userId="a01bf18c-cf63-40f1-b76e-fd264d25c957" providerId="ADAL" clId="{2AEB8585-6647-435D-897C-1326A0DC040A}" dt="2021-03-30T22:53:24.397" v="3396"/>
        <pc:sldMkLst>
          <pc:docMk/>
          <pc:sldMk cId="2384498651" sldId="268"/>
        </pc:sldMkLst>
        <pc:spChg chg="mod">
          <ac:chgData name="Mak, Tzee Sing" userId="a01bf18c-cf63-40f1-b76e-fd264d25c957" providerId="ADAL" clId="{2AEB8585-6647-435D-897C-1326A0DC040A}" dt="2021-03-30T21:47:42.427" v="2154" actId="20577"/>
          <ac:spMkLst>
            <pc:docMk/>
            <pc:sldMk cId="2384498651" sldId="268"/>
            <ac:spMk id="2" creationId="{9039513D-84C9-48DD-BC6F-048A8C77827F}"/>
          </ac:spMkLst>
        </pc:spChg>
        <pc:spChg chg="add mod">
          <ac:chgData name="Mak, Tzee Sing" userId="a01bf18c-cf63-40f1-b76e-fd264d25c957" providerId="ADAL" clId="{2AEB8585-6647-435D-897C-1326A0DC040A}" dt="2021-03-30T22:14:32.721" v="2860"/>
          <ac:spMkLst>
            <pc:docMk/>
            <pc:sldMk cId="2384498651" sldId="268"/>
            <ac:spMk id="6" creationId="{DD02A6EC-3F73-48BB-98CF-5C83DC07E028}"/>
          </ac:spMkLst>
        </pc:spChg>
      </pc:sldChg>
      <pc:sldChg chg="addSp delSp modSp add mod">
        <pc:chgData name="Mak, Tzee Sing" userId="a01bf18c-cf63-40f1-b76e-fd264d25c957" providerId="ADAL" clId="{2AEB8585-6647-435D-897C-1326A0DC040A}" dt="2021-03-30T23:17:21.848" v="3647" actId="1076"/>
        <pc:sldMkLst>
          <pc:docMk/>
          <pc:sldMk cId="1736214804" sldId="278"/>
        </pc:sldMkLst>
        <pc:spChg chg="del">
          <ac:chgData name="Mak, Tzee Sing" userId="a01bf18c-cf63-40f1-b76e-fd264d25c957" providerId="ADAL" clId="{2AEB8585-6647-435D-897C-1326A0DC040A}" dt="2021-03-30T23:14:50.511" v="3521" actId="478"/>
          <ac:spMkLst>
            <pc:docMk/>
            <pc:sldMk cId="1736214804" sldId="278"/>
            <ac:spMk id="29" creationId="{0565A2F6-A9B9-44F7-AD8A-9324EF1F9F66}"/>
          </ac:spMkLst>
        </pc:spChg>
        <pc:spChg chg="del">
          <ac:chgData name="Mak, Tzee Sing" userId="a01bf18c-cf63-40f1-b76e-fd264d25c957" providerId="ADAL" clId="{2AEB8585-6647-435D-897C-1326A0DC040A}" dt="2021-03-30T23:14:51.745" v="3522" actId="478"/>
          <ac:spMkLst>
            <pc:docMk/>
            <pc:sldMk cId="1736214804" sldId="278"/>
            <ac:spMk id="33" creationId="{9D3E5492-A719-45E5-9696-F8CA876F3977}"/>
          </ac:spMkLst>
        </pc:spChg>
        <pc:spChg chg="add mod">
          <ac:chgData name="Mak, Tzee Sing" userId="a01bf18c-cf63-40f1-b76e-fd264d25c957" providerId="ADAL" clId="{2AEB8585-6647-435D-897C-1326A0DC040A}" dt="2021-03-30T23:17:21.848" v="3647" actId="1076"/>
          <ac:spMkLst>
            <pc:docMk/>
            <pc:sldMk cId="1736214804" sldId="278"/>
            <ac:spMk id="38" creationId="{A864E403-115F-43BA-AC3A-C0953C1D90EC}"/>
          </ac:spMkLst>
        </pc:spChg>
      </pc:sldChg>
      <pc:sldChg chg="addSp delSp modSp add mod">
        <pc:chgData name="Mak, Tzee Sing" userId="a01bf18c-cf63-40f1-b76e-fd264d25c957" providerId="ADAL" clId="{2AEB8585-6647-435D-897C-1326A0DC040A}" dt="2021-03-30T23:16:27.401" v="3645" actId="1076"/>
        <pc:sldMkLst>
          <pc:docMk/>
          <pc:sldMk cId="174695907" sldId="688"/>
        </pc:sldMkLst>
        <pc:spChg chg="del">
          <ac:chgData name="Mak, Tzee Sing" userId="a01bf18c-cf63-40f1-b76e-fd264d25c957" providerId="ADAL" clId="{2AEB8585-6647-435D-897C-1326A0DC040A}" dt="2021-03-30T23:14:57.622" v="3524" actId="478"/>
          <ac:spMkLst>
            <pc:docMk/>
            <pc:sldMk cId="174695907" sldId="688"/>
            <ac:spMk id="23" creationId="{2CC13BC7-4447-4B4F-B404-05DE64172A89}"/>
          </ac:spMkLst>
        </pc:spChg>
        <pc:spChg chg="add mod">
          <ac:chgData name="Mak, Tzee Sing" userId="a01bf18c-cf63-40f1-b76e-fd264d25c957" providerId="ADAL" clId="{2AEB8585-6647-435D-897C-1326A0DC040A}" dt="2021-03-30T23:15:27.827" v="3561" actId="1035"/>
          <ac:spMkLst>
            <pc:docMk/>
            <pc:sldMk cId="174695907" sldId="688"/>
            <ac:spMk id="28" creationId="{995CB4B2-348F-43C5-8CA1-75211D4A340A}"/>
          </ac:spMkLst>
        </pc:spChg>
        <pc:spChg chg="add mod">
          <ac:chgData name="Mak, Tzee Sing" userId="a01bf18c-cf63-40f1-b76e-fd264d25c957" providerId="ADAL" clId="{2AEB8585-6647-435D-897C-1326A0DC040A}" dt="2021-03-30T23:16:27.401" v="3645" actId="1076"/>
          <ac:spMkLst>
            <pc:docMk/>
            <pc:sldMk cId="174695907" sldId="688"/>
            <ac:spMk id="30" creationId="{1E5FE09A-2C5E-4EA3-9CE6-2AF016B7D571}"/>
          </ac:spMkLst>
        </pc:spChg>
        <pc:spChg chg="del">
          <ac:chgData name="Mak, Tzee Sing" userId="a01bf18c-cf63-40f1-b76e-fd264d25c957" providerId="ADAL" clId="{2AEB8585-6647-435D-897C-1326A0DC040A}" dt="2021-03-30T23:14:55.683" v="3523" actId="478"/>
          <ac:spMkLst>
            <pc:docMk/>
            <pc:sldMk cId="174695907" sldId="688"/>
            <ac:spMk id="78" creationId="{6CF07AEB-EB07-488E-B6BD-70F6CBBB93E8}"/>
          </ac:spMkLst>
        </pc:spChg>
        <pc:graphicFrameChg chg="add del">
          <ac:chgData name="Mak, Tzee Sing" userId="a01bf18c-cf63-40f1-b76e-fd264d25c957" providerId="ADAL" clId="{2AEB8585-6647-435D-897C-1326A0DC040A}" dt="2021-03-30T23:16:21.871" v="3644" actId="478"/>
          <ac:graphicFrameMkLst>
            <pc:docMk/>
            <pc:sldMk cId="174695907" sldId="688"/>
            <ac:graphicFrameMk id="17" creationId="{D41DEA1C-1B07-411C-959A-0F3F0A6E901F}"/>
          </ac:graphicFrameMkLst>
        </pc:graphicFrameChg>
        <pc:cxnChg chg="add mod">
          <ac:chgData name="Mak, Tzee Sing" userId="a01bf18c-cf63-40f1-b76e-fd264d25c957" providerId="ADAL" clId="{2AEB8585-6647-435D-897C-1326A0DC040A}" dt="2021-03-30T23:15:39.042" v="3564" actId="14100"/>
          <ac:cxnSpMkLst>
            <pc:docMk/>
            <pc:sldMk cId="174695907" sldId="688"/>
            <ac:cxnSpMk id="29" creationId="{5CF6B36A-AE26-49A1-8484-3BDC974F9BB9}"/>
          </ac:cxnSpMkLst>
        </pc:cxnChg>
      </pc:sldChg>
      <pc:sldChg chg="delSp add mod">
        <pc:chgData name="Mak, Tzee Sing" userId="a01bf18c-cf63-40f1-b76e-fd264d25c957" providerId="ADAL" clId="{2AEB8585-6647-435D-897C-1326A0DC040A}" dt="2021-03-30T23:14:46.226" v="3520" actId="478"/>
        <pc:sldMkLst>
          <pc:docMk/>
          <pc:sldMk cId="3637171220" sldId="1983"/>
        </pc:sldMkLst>
        <pc:spChg chg="del">
          <ac:chgData name="Mak, Tzee Sing" userId="a01bf18c-cf63-40f1-b76e-fd264d25c957" providerId="ADAL" clId="{2AEB8585-6647-435D-897C-1326A0DC040A}" dt="2021-03-30T23:14:46.226" v="3520" actId="478"/>
          <ac:spMkLst>
            <pc:docMk/>
            <pc:sldMk cId="3637171220" sldId="1983"/>
            <ac:spMk id="22" creationId="{64B7198F-483E-4FAB-8A49-8C709FC0483F}"/>
          </ac:spMkLst>
        </pc:spChg>
      </pc:sldChg>
      <pc:sldChg chg="delSp mod ord">
        <pc:chgData name="Mak, Tzee Sing" userId="a01bf18c-cf63-40f1-b76e-fd264d25c957" providerId="ADAL" clId="{2AEB8585-6647-435D-897C-1326A0DC040A}" dt="2021-04-06T16:39:26.765" v="4831" actId="478"/>
        <pc:sldMkLst>
          <pc:docMk/>
          <pc:sldMk cId="2898354204" sldId="3939"/>
        </pc:sldMkLst>
        <pc:spChg chg="del">
          <ac:chgData name="Mak, Tzee Sing" userId="a01bf18c-cf63-40f1-b76e-fd264d25c957" providerId="ADAL" clId="{2AEB8585-6647-435D-897C-1326A0DC040A}" dt="2021-04-06T16:39:26.765" v="4831" actId="478"/>
          <ac:spMkLst>
            <pc:docMk/>
            <pc:sldMk cId="2898354204" sldId="3939"/>
            <ac:spMk id="2" creationId="{E40A63BE-8AD6-4CF1-8C94-56716FD57EC0}"/>
          </ac:spMkLst>
        </pc:spChg>
      </pc:sldChg>
      <pc:sldChg chg="ord">
        <pc:chgData name="Mak, Tzee Sing" userId="a01bf18c-cf63-40f1-b76e-fd264d25c957" providerId="ADAL" clId="{2AEB8585-6647-435D-897C-1326A0DC040A}" dt="2021-03-30T21:47:24.733" v="2123"/>
        <pc:sldMkLst>
          <pc:docMk/>
          <pc:sldMk cId="1681171767" sldId="3951"/>
        </pc:sldMkLst>
      </pc:sldChg>
      <pc:sldChg chg="addSp modSp mod ord">
        <pc:chgData name="Mak, Tzee Sing" userId="a01bf18c-cf63-40f1-b76e-fd264d25c957" providerId="ADAL" clId="{2AEB8585-6647-435D-897C-1326A0DC040A}" dt="2021-03-30T21:46:25.203" v="2115" actId="11529"/>
        <pc:sldMkLst>
          <pc:docMk/>
          <pc:sldMk cId="4114807091" sldId="3952"/>
        </pc:sldMkLst>
        <pc:spChg chg="mod">
          <ac:chgData name="Mak, Tzee Sing" userId="a01bf18c-cf63-40f1-b76e-fd264d25c957" providerId="ADAL" clId="{2AEB8585-6647-435D-897C-1326A0DC040A}" dt="2021-03-30T10:31:51.252" v="1158" actId="1076"/>
          <ac:spMkLst>
            <pc:docMk/>
            <pc:sldMk cId="4114807091" sldId="3952"/>
            <ac:spMk id="6" creationId="{C9B2CEBD-03AF-4E8A-AC1F-BB252DF7FD2D}"/>
          </ac:spMkLst>
        </pc:spChg>
        <pc:spChg chg="add mod">
          <ac:chgData name="Mak, Tzee Sing" userId="a01bf18c-cf63-40f1-b76e-fd264d25c957" providerId="ADAL" clId="{2AEB8585-6647-435D-897C-1326A0DC040A}" dt="2021-03-30T10:31:57.908" v="1160" actId="1076"/>
          <ac:spMkLst>
            <pc:docMk/>
            <pc:sldMk cId="4114807091" sldId="3952"/>
            <ac:spMk id="10" creationId="{1C628F11-BDC5-4891-8A71-A4869792B189}"/>
          </ac:spMkLst>
        </pc:spChg>
        <pc:spChg chg="add mod">
          <ac:chgData name="Mak, Tzee Sing" userId="a01bf18c-cf63-40f1-b76e-fd264d25c957" providerId="ADAL" clId="{2AEB8585-6647-435D-897C-1326A0DC040A}" dt="2021-03-30T21:46:25.203" v="2115" actId="11529"/>
          <ac:spMkLst>
            <pc:docMk/>
            <pc:sldMk cId="4114807091" sldId="3952"/>
            <ac:spMk id="12" creationId="{A1E97142-F4B5-4315-A714-A7146F1DFE75}"/>
          </ac:spMkLst>
        </pc:spChg>
        <pc:cxnChg chg="add mod">
          <ac:chgData name="Mak, Tzee Sing" userId="a01bf18c-cf63-40f1-b76e-fd264d25c957" providerId="ADAL" clId="{2AEB8585-6647-435D-897C-1326A0DC040A}" dt="2021-03-30T10:25:47.176" v="1077" actId="14100"/>
          <ac:cxnSpMkLst>
            <pc:docMk/>
            <pc:sldMk cId="4114807091" sldId="3952"/>
            <ac:cxnSpMk id="8" creationId="{C2FABC08-B8EB-47D7-BBEC-286E2775E27F}"/>
          </ac:cxnSpMkLst>
        </pc:cxnChg>
        <pc:cxnChg chg="mod">
          <ac:chgData name="Mak, Tzee Sing" userId="a01bf18c-cf63-40f1-b76e-fd264d25c957" providerId="ADAL" clId="{2AEB8585-6647-435D-897C-1326A0DC040A}" dt="2021-03-30T10:31:54.065" v="1159" actId="14100"/>
          <ac:cxnSpMkLst>
            <pc:docMk/>
            <pc:sldMk cId="4114807091" sldId="3952"/>
            <ac:cxnSpMk id="9" creationId="{84739A81-DA8F-4491-952C-E2235C481305}"/>
          </ac:cxnSpMkLst>
        </pc:cxnChg>
      </pc:sldChg>
      <pc:sldChg chg="addSp modSp mod">
        <pc:chgData name="Mak, Tzee Sing" userId="a01bf18c-cf63-40f1-b76e-fd264d25c957" providerId="ADAL" clId="{2AEB8585-6647-435D-897C-1326A0DC040A}" dt="2021-04-02T00:39:43.186" v="4071" actId="20577"/>
        <pc:sldMkLst>
          <pc:docMk/>
          <pc:sldMk cId="3695802469" sldId="3953"/>
        </pc:sldMkLst>
        <pc:spChg chg="mod">
          <ac:chgData name="Mak, Tzee Sing" userId="a01bf18c-cf63-40f1-b76e-fd264d25c957" providerId="ADAL" clId="{2AEB8585-6647-435D-897C-1326A0DC040A}" dt="2021-04-02T00:39:43.186" v="4071" actId="20577"/>
          <ac:spMkLst>
            <pc:docMk/>
            <pc:sldMk cId="3695802469" sldId="3953"/>
            <ac:spMk id="3" creationId="{E29E59C6-A274-43EC-B177-435ACF0A66F3}"/>
          </ac:spMkLst>
        </pc:spChg>
        <pc:spChg chg="add mod">
          <ac:chgData name="Mak, Tzee Sing" userId="a01bf18c-cf63-40f1-b76e-fd264d25c957" providerId="ADAL" clId="{2AEB8585-6647-435D-897C-1326A0DC040A}" dt="2021-03-30T23:24:59.712" v="3820" actId="1076"/>
          <ac:spMkLst>
            <pc:docMk/>
            <pc:sldMk cId="3695802469" sldId="3953"/>
            <ac:spMk id="4" creationId="{1274140F-C8F6-4BEC-A53B-6A441C0218C3}"/>
          </ac:spMkLst>
        </pc:spChg>
      </pc:sldChg>
      <pc:sldChg chg="addSp modSp mod">
        <pc:chgData name="Mak, Tzee Sing" userId="a01bf18c-cf63-40f1-b76e-fd264d25c957" providerId="ADAL" clId="{2AEB8585-6647-435D-897C-1326A0DC040A}" dt="2021-04-02T00:51:48.617" v="4072" actId="6549"/>
        <pc:sldMkLst>
          <pc:docMk/>
          <pc:sldMk cId="3074133174" sldId="3954"/>
        </pc:sldMkLst>
        <pc:spChg chg="mod">
          <ac:chgData name="Mak, Tzee Sing" userId="a01bf18c-cf63-40f1-b76e-fd264d25c957" providerId="ADAL" clId="{2AEB8585-6647-435D-897C-1326A0DC040A}" dt="2021-03-30T10:33:41.769" v="1174" actId="20577"/>
          <ac:spMkLst>
            <pc:docMk/>
            <pc:sldMk cId="3074133174" sldId="3954"/>
            <ac:spMk id="2" creationId="{783E4D63-D3B7-4031-97E3-BDEF08547614}"/>
          </ac:spMkLst>
        </pc:spChg>
        <pc:spChg chg="mod">
          <ac:chgData name="Mak, Tzee Sing" userId="a01bf18c-cf63-40f1-b76e-fd264d25c957" providerId="ADAL" clId="{2AEB8585-6647-435D-897C-1326A0DC040A}" dt="2021-04-02T00:51:48.617" v="4072" actId="6549"/>
          <ac:spMkLst>
            <pc:docMk/>
            <pc:sldMk cId="3074133174" sldId="3954"/>
            <ac:spMk id="3" creationId="{E29E59C6-A274-43EC-B177-435ACF0A66F3}"/>
          </ac:spMkLst>
        </pc:spChg>
        <pc:spChg chg="add mod">
          <ac:chgData name="Mak, Tzee Sing" userId="a01bf18c-cf63-40f1-b76e-fd264d25c957" providerId="ADAL" clId="{2AEB8585-6647-435D-897C-1326A0DC040A}" dt="2021-03-30T20:59:14.272" v="1532" actId="1076"/>
          <ac:spMkLst>
            <pc:docMk/>
            <pc:sldMk cId="3074133174" sldId="3954"/>
            <ac:spMk id="4" creationId="{7E1D5B7E-0D7A-4997-A99D-98AA7EAA1437}"/>
          </ac:spMkLst>
        </pc:spChg>
      </pc:sldChg>
      <pc:sldChg chg="addSp delSp modSp new add del mod">
        <pc:chgData name="Mak, Tzee Sing" userId="a01bf18c-cf63-40f1-b76e-fd264d25c957" providerId="ADAL" clId="{2AEB8585-6647-435D-897C-1326A0DC040A}" dt="2021-04-06T15:21:44.738" v="4373" actId="478"/>
        <pc:sldMkLst>
          <pc:docMk/>
          <pc:sldMk cId="89464927" sldId="3955"/>
        </pc:sldMkLst>
        <pc:spChg chg="mod">
          <ac:chgData name="Mak, Tzee Sing" userId="a01bf18c-cf63-40f1-b76e-fd264d25c957" providerId="ADAL" clId="{2AEB8585-6647-435D-897C-1326A0DC040A}" dt="2021-03-30T23:01:08.273" v="3506" actId="6549"/>
          <ac:spMkLst>
            <pc:docMk/>
            <pc:sldMk cId="89464927" sldId="3955"/>
            <ac:spMk id="2" creationId="{06512D2F-FE63-4CFC-AB3C-4C793D08AAA9}"/>
          </ac:spMkLst>
        </pc:spChg>
        <pc:spChg chg="mod">
          <ac:chgData name="Mak, Tzee Sing" userId="a01bf18c-cf63-40f1-b76e-fd264d25c957" providerId="ADAL" clId="{2AEB8585-6647-435D-897C-1326A0DC040A}" dt="2021-04-06T15:21:22.972" v="4371" actId="20577"/>
          <ac:spMkLst>
            <pc:docMk/>
            <pc:sldMk cId="89464927" sldId="3955"/>
            <ac:spMk id="3" creationId="{81C13494-9A17-490F-92D7-913D4DEB9DBD}"/>
          </ac:spMkLst>
        </pc:spChg>
        <pc:spChg chg="add mod">
          <ac:chgData name="Mak, Tzee Sing" userId="a01bf18c-cf63-40f1-b76e-fd264d25c957" providerId="ADAL" clId="{2AEB8585-6647-435D-897C-1326A0DC040A}" dt="2021-04-06T15:21:34.664" v="4372" actId="1076"/>
          <ac:spMkLst>
            <pc:docMk/>
            <pc:sldMk cId="89464927" sldId="3955"/>
            <ac:spMk id="4" creationId="{D225FD9E-4757-4AD3-ACC0-D84321F392F8}"/>
          </ac:spMkLst>
        </pc:spChg>
        <pc:spChg chg="add mod">
          <ac:chgData name="Mak, Tzee Sing" userId="a01bf18c-cf63-40f1-b76e-fd264d25c957" providerId="ADAL" clId="{2AEB8585-6647-435D-897C-1326A0DC040A}" dt="2021-03-30T23:01:30.375" v="3514" actId="1076"/>
          <ac:spMkLst>
            <pc:docMk/>
            <pc:sldMk cId="89464927" sldId="3955"/>
            <ac:spMk id="5" creationId="{1BDAB097-1E15-4FBE-9044-DD4BC167EF8B}"/>
          </ac:spMkLst>
        </pc:spChg>
        <pc:spChg chg="add del mod">
          <ac:chgData name="Mak, Tzee Sing" userId="a01bf18c-cf63-40f1-b76e-fd264d25c957" providerId="ADAL" clId="{2AEB8585-6647-435D-897C-1326A0DC040A}" dt="2021-04-06T15:21:44.738" v="4373" actId="478"/>
          <ac:spMkLst>
            <pc:docMk/>
            <pc:sldMk cId="89464927" sldId="3955"/>
            <ac:spMk id="6" creationId="{4BD7932A-DBFB-4CC2-82C5-A75E81B8D3A0}"/>
          </ac:spMkLst>
        </pc:spChg>
      </pc:sldChg>
      <pc:sldChg chg="modSp new del mod">
        <pc:chgData name="Mak, Tzee Sing" userId="a01bf18c-cf63-40f1-b76e-fd264d25c957" providerId="ADAL" clId="{2AEB8585-6647-435D-897C-1326A0DC040A}" dt="2021-03-30T09:41:24.389" v="1072" actId="47"/>
        <pc:sldMkLst>
          <pc:docMk/>
          <pc:sldMk cId="3870249996" sldId="3955"/>
        </pc:sldMkLst>
        <pc:spChg chg="mod">
          <ac:chgData name="Mak, Tzee Sing" userId="a01bf18c-cf63-40f1-b76e-fd264d25c957" providerId="ADAL" clId="{2AEB8585-6647-435D-897C-1326A0DC040A}" dt="2021-03-30T08:12:52.257" v="86" actId="20577"/>
          <ac:spMkLst>
            <pc:docMk/>
            <pc:sldMk cId="3870249996" sldId="3955"/>
            <ac:spMk id="2" creationId="{75DCAABC-A229-4744-9C69-46220EB489A3}"/>
          </ac:spMkLst>
        </pc:spChg>
      </pc:sldChg>
      <pc:sldChg chg="addSp delSp modSp new mod ord">
        <pc:chgData name="Mak, Tzee Sing" userId="a01bf18c-cf63-40f1-b76e-fd264d25c957" providerId="ADAL" clId="{2AEB8585-6647-435D-897C-1326A0DC040A}" dt="2021-03-30T22:27:33.001" v="3019"/>
        <pc:sldMkLst>
          <pc:docMk/>
          <pc:sldMk cId="233811921" sldId="3956"/>
        </pc:sldMkLst>
        <pc:spChg chg="mod">
          <ac:chgData name="Mak, Tzee Sing" userId="a01bf18c-cf63-40f1-b76e-fd264d25c957" providerId="ADAL" clId="{2AEB8585-6647-435D-897C-1326A0DC040A}" dt="2021-03-30T22:23:32.209" v="2881" actId="404"/>
          <ac:spMkLst>
            <pc:docMk/>
            <pc:sldMk cId="233811921" sldId="3956"/>
            <ac:spMk id="2" creationId="{8EF86AA8-7B65-40A1-A38A-0A0D1EB8827C}"/>
          </ac:spMkLst>
        </pc:spChg>
        <pc:spChg chg="add del mod">
          <ac:chgData name="Mak, Tzee Sing" userId="a01bf18c-cf63-40f1-b76e-fd264d25c957" providerId="ADAL" clId="{2AEB8585-6647-435D-897C-1326A0DC040A}" dt="2021-03-30T21:57:56.569" v="2600"/>
          <ac:spMkLst>
            <pc:docMk/>
            <pc:sldMk cId="233811921" sldId="3956"/>
            <ac:spMk id="3" creationId="{0B932A1A-9FE0-46A4-9F85-FE1E6BC1B1F8}"/>
          </ac:spMkLst>
        </pc:spChg>
        <pc:spChg chg="add mod">
          <ac:chgData name="Mak, Tzee Sing" userId="a01bf18c-cf63-40f1-b76e-fd264d25c957" providerId="ADAL" clId="{2AEB8585-6647-435D-897C-1326A0DC040A}" dt="2021-03-30T22:25:44.582" v="2935" actId="20577"/>
          <ac:spMkLst>
            <pc:docMk/>
            <pc:sldMk cId="233811921" sldId="3956"/>
            <ac:spMk id="11" creationId="{21BDE241-B2B1-4318-9CA7-A34614A3DA84}"/>
          </ac:spMkLst>
        </pc:spChg>
        <pc:spChg chg="add del mod">
          <ac:chgData name="Mak, Tzee Sing" userId="a01bf18c-cf63-40f1-b76e-fd264d25c957" providerId="ADAL" clId="{2AEB8585-6647-435D-897C-1326A0DC040A}" dt="2021-03-30T22:23:49.577" v="2896" actId="21"/>
          <ac:spMkLst>
            <pc:docMk/>
            <pc:sldMk cId="233811921" sldId="3956"/>
            <ac:spMk id="15" creationId="{33D80465-8E87-490E-97CC-1CABE6FCBC01}"/>
          </ac:spMkLst>
        </pc:spChg>
        <pc:picChg chg="add del mod">
          <ac:chgData name="Mak, Tzee Sing" userId="a01bf18c-cf63-40f1-b76e-fd264d25c957" providerId="ADAL" clId="{2AEB8585-6647-435D-897C-1326A0DC040A}" dt="2021-03-30T22:03:51.268" v="2613" actId="21"/>
          <ac:picMkLst>
            <pc:docMk/>
            <pc:sldMk cId="233811921" sldId="3956"/>
            <ac:picMk id="4" creationId="{E1032143-43FE-4E0A-A2B8-8ED3323577DD}"/>
          </ac:picMkLst>
        </pc:picChg>
        <pc:picChg chg="add del mod">
          <ac:chgData name="Mak, Tzee Sing" userId="a01bf18c-cf63-40f1-b76e-fd264d25c957" providerId="ADAL" clId="{2AEB8585-6647-435D-897C-1326A0DC040A}" dt="2021-03-30T22:03:45.443" v="2612" actId="21"/>
          <ac:picMkLst>
            <pc:docMk/>
            <pc:sldMk cId="233811921" sldId="3956"/>
            <ac:picMk id="5" creationId="{4A0E3124-2295-453D-B382-5B72D34488EB}"/>
          </ac:picMkLst>
        </pc:picChg>
        <pc:picChg chg="mod">
          <ac:chgData name="Mak, Tzee Sing" userId="a01bf18c-cf63-40f1-b76e-fd264d25c957" providerId="ADAL" clId="{2AEB8585-6647-435D-897C-1326A0DC040A}" dt="2021-03-30T22:04:38.163" v="2645" actId="1076"/>
          <ac:picMkLst>
            <pc:docMk/>
            <pc:sldMk cId="233811921" sldId="3956"/>
            <ac:picMk id="6" creationId="{6212EA73-0215-4206-80EC-61D262B04E1F}"/>
          </ac:picMkLst>
        </pc:picChg>
        <pc:picChg chg="mod">
          <ac:chgData name="Mak, Tzee Sing" userId="a01bf18c-cf63-40f1-b76e-fd264d25c957" providerId="ADAL" clId="{2AEB8585-6647-435D-897C-1326A0DC040A}" dt="2021-03-30T22:04:20.366" v="2624" actId="1076"/>
          <ac:picMkLst>
            <pc:docMk/>
            <pc:sldMk cId="233811921" sldId="3956"/>
            <ac:picMk id="7" creationId="{C75E2CD0-2D67-4AAF-BDD1-CD878B8386E4}"/>
          </ac:picMkLst>
        </pc:picChg>
        <pc:picChg chg="add mod">
          <ac:chgData name="Mak, Tzee Sing" userId="a01bf18c-cf63-40f1-b76e-fd264d25c957" providerId="ADAL" clId="{2AEB8585-6647-435D-897C-1326A0DC040A}" dt="2021-03-30T22:23:38.450" v="2894" actId="1036"/>
          <ac:picMkLst>
            <pc:docMk/>
            <pc:sldMk cId="233811921" sldId="3956"/>
            <ac:picMk id="1026" creationId="{2B39B496-23F6-4E30-B61D-F4636006FE89}"/>
          </ac:picMkLst>
        </pc:picChg>
        <pc:picChg chg="add del mod">
          <ac:chgData name="Mak, Tzee Sing" userId="a01bf18c-cf63-40f1-b76e-fd264d25c957" providerId="ADAL" clId="{2AEB8585-6647-435D-897C-1326A0DC040A}" dt="2021-03-30T22:02:16.469" v="2604" actId="478"/>
          <ac:picMkLst>
            <pc:docMk/>
            <pc:sldMk cId="233811921" sldId="3956"/>
            <ac:picMk id="1028" creationId="{5199800D-56D2-4802-998A-90DDFCF24611}"/>
          </ac:picMkLst>
        </pc:picChg>
        <pc:cxnChg chg="add mod">
          <ac:chgData name="Mak, Tzee Sing" userId="a01bf18c-cf63-40f1-b76e-fd264d25c957" providerId="ADAL" clId="{2AEB8585-6647-435D-897C-1326A0DC040A}" dt="2021-03-30T22:08:39.579" v="2815" actId="14100"/>
          <ac:cxnSpMkLst>
            <pc:docMk/>
            <pc:sldMk cId="233811921" sldId="3956"/>
            <ac:cxnSpMk id="10" creationId="{C7B7B124-7E86-4DBA-94D9-31DE11FDE808}"/>
          </ac:cxnSpMkLst>
        </pc:cxnChg>
      </pc:sldChg>
      <pc:sldChg chg="addSp delSp modSp new mod ord">
        <pc:chgData name="Mak, Tzee Sing" userId="a01bf18c-cf63-40f1-b76e-fd264d25c957" providerId="ADAL" clId="{2AEB8585-6647-435D-897C-1326A0DC040A}" dt="2021-03-30T22:27:33.001" v="3019"/>
        <pc:sldMkLst>
          <pc:docMk/>
          <pc:sldMk cId="1516883942" sldId="3957"/>
        </pc:sldMkLst>
        <pc:spChg chg="mod">
          <ac:chgData name="Mak, Tzee Sing" userId="a01bf18c-cf63-40f1-b76e-fd264d25c957" providerId="ADAL" clId="{2AEB8585-6647-435D-897C-1326A0DC040A}" dt="2021-03-30T22:24:01.654" v="2902" actId="20577"/>
          <ac:spMkLst>
            <pc:docMk/>
            <pc:sldMk cId="1516883942" sldId="3957"/>
            <ac:spMk id="2" creationId="{1B413676-C53D-4A37-AE4E-1AF68591EDAC}"/>
          </ac:spMkLst>
        </pc:spChg>
        <pc:spChg chg="add mod">
          <ac:chgData name="Mak, Tzee Sing" userId="a01bf18c-cf63-40f1-b76e-fd264d25c957" providerId="ADAL" clId="{2AEB8585-6647-435D-897C-1326A0DC040A}" dt="2021-03-30T22:25:20.530" v="2907" actId="1076"/>
          <ac:spMkLst>
            <pc:docMk/>
            <pc:sldMk cId="1516883942" sldId="3957"/>
            <ac:spMk id="3" creationId="{33022FC1-71A4-40F6-9E09-EC6220314914}"/>
          </ac:spMkLst>
        </pc:spChg>
        <pc:spChg chg="add mod">
          <ac:chgData name="Mak, Tzee Sing" userId="a01bf18c-cf63-40f1-b76e-fd264d25c957" providerId="ADAL" clId="{2AEB8585-6647-435D-897C-1326A0DC040A}" dt="2021-03-30T22:26:48.288" v="3013" actId="20577"/>
          <ac:spMkLst>
            <pc:docMk/>
            <pc:sldMk cId="1516883942" sldId="3957"/>
            <ac:spMk id="7" creationId="{7983F77B-7003-4B42-AA28-7597D894EAC6}"/>
          </ac:spMkLst>
        </pc:spChg>
        <pc:picChg chg="add del">
          <ac:chgData name="Mak, Tzee Sing" userId="a01bf18c-cf63-40f1-b76e-fd264d25c957" providerId="ADAL" clId="{2AEB8585-6647-435D-897C-1326A0DC040A}" dt="2021-03-30T22:25:10.392" v="2904" actId="21"/>
          <ac:picMkLst>
            <pc:docMk/>
            <pc:sldMk cId="1516883942" sldId="3957"/>
            <ac:picMk id="4" creationId="{16847EDB-4F0A-48E7-BEA2-FF77C426DE6C}"/>
          </ac:picMkLst>
        </pc:picChg>
        <pc:picChg chg="mod">
          <ac:chgData name="Mak, Tzee Sing" userId="a01bf18c-cf63-40f1-b76e-fd264d25c957" providerId="ADAL" clId="{2AEB8585-6647-435D-897C-1326A0DC040A}" dt="2021-03-30T22:25:55.559" v="2936" actId="1076"/>
          <ac:picMkLst>
            <pc:docMk/>
            <pc:sldMk cId="1516883942" sldId="3957"/>
            <ac:picMk id="5" creationId="{41C0129C-A2C8-4BD4-B760-C2775E40EBF1}"/>
          </ac:picMkLst>
        </pc:picChg>
        <pc:cxnChg chg="add del mod">
          <ac:chgData name="Mak, Tzee Sing" userId="a01bf18c-cf63-40f1-b76e-fd264d25c957" providerId="ADAL" clId="{2AEB8585-6647-435D-897C-1326A0DC040A}" dt="2021-03-30T22:26:56.474" v="3015" actId="478"/>
          <ac:cxnSpMkLst>
            <pc:docMk/>
            <pc:sldMk cId="1516883942" sldId="3957"/>
            <ac:cxnSpMk id="6" creationId="{02D44FAD-F718-4E86-9564-4DD111CA6578}"/>
          </ac:cxnSpMkLst>
        </pc:cxnChg>
      </pc:sldChg>
      <pc:sldChg chg="modSp new mod">
        <pc:chgData name="Mak, Tzee Sing" userId="a01bf18c-cf63-40f1-b76e-fd264d25c957" providerId="ADAL" clId="{2AEB8585-6647-435D-897C-1326A0DC040A}" dt="2021-03-30T22:59:44.398" v="3483" actId="20577"/>
        <pc:sldMkLst>
          <pc:docMk/>
          <pc:sldMk cId="2594204369" sldId="3958"/>
        </pc:sldMkLst>
        <pc:spChg chg="mod">
          <ac:chgData name="Mak, Tzee Sing" userId="a01bf18c-cf63-40f1-b76e-fd264d25c957" providerId="ADAL" clId="{2AEB8585-6647-435D-897C-1326A0DC040A}" dt="2021-03-30T22:59:44.398" v="3483" actId="20577"/>
          <ac:spMkLst>
            <pc:docMk/>
            <pc:sldMk cId="2594204369" sldId="3958"/>
            <ac:spMk id="2" creationId="{41C89201-1980-4370-9234-C5D110F1DD79}"/>
          </ac:spMkLst>
        </pc:spChg>
      </pc:sldChg>
      <pc:sldChg chg="addSp delSp modSp new mod ord">
        <pc:chgData name="Mak, Tzee Sing" userId="a01bf18c-cf63-40f1-b76e-fd264d25c957" providerId="ADAL" clId="{2AEB8585-6647-435D-897C-1326A0DC040A}" dt="2021-03-30T23:41:42.156" v="3835" actId="1076"/>
        <pc:sldMkLst>
          <pc:docMk/>
          <pc:sldMk cId="2089142311" sldId="3959"/>
        </pc:sldMkLst>
        <pc:picChg chg="add del">
          <ac:chgData name="Mak, Tzee Sing" userId="a01bf18c-cf63-40f1-b76e-fd264d25c957" providerId="ADAL" clId="{2AEB8585-6647-435D-897C-1326A0DC040A}" dt="2021-03-30T23:23:41.601" v="3813" actId="21"/>
          <ac:picMkLst>
            <pc:docMk/>
            <pc:sldMk cId="2089142311" sldId="3959"/>
            <ac:picMk id="3" creationId="{6B48D1F6-B029-486D-ABF0-359BB8C1B27C}"/>
          </ac:picMkLst>
        </pc:picChg>
        <pc:picChg chg="mod">
          <ac:chgData name="Mak, Tzee Sing" userId="a01bf18c-cf63-40f1-b76e-fd264d25c957" providerId="ADAL" clId="{2AEB8585-6647-435D-897C-1326A0DC040A}" dt="2021-03-30T23:41:41.349" v="3834" actId="1076"/>
          <ac:picMkLst>
            <pc:docMk/>
            <pc:sldMk cId="2089142311" sldId="3959"/>
            <ac:picMk id="4" creationId="{495E214F-8401-4CC6-93C7-A81B1AD248F5}"/>
          </ac:picMkLst>
        </pc:picChg>
        <pc:picChg chg="add del">
          <ac:chgData name="Mak, Tzee Sing" userId="a01bf18c-cf63-40f1-b76e-fd264d25c957" providerId="ADAL" clId="{2AEB8585-6647-435D-897C-1326A0DC040A}" dt="2021-03-30T23:27:37.586" v="3822" actId="21"/>
          <ac:picMkLst>
            <pc:docMk/>
            <pc:sldMk cId="2089142311" sldId="3959"/>
            <ac:picMk id="5" creationId="{E90D8397-0337-4F26-AEDC-0B9A4C555B90}"/>
          </ac:picMkLst>
        </pc:picChg>
        <pc:picChg chg="del mod">
          <ac:chgData name="Mak, Tzee Sing" userId="a01bf18c-cf63-40f1-b76e-fd264d25c957" providerId="ADAL" clId="{2AEB8585-6647-435D-897C-1326A0DC040A}" dt="2021-03-30T23:27:48.780" v="3825"/>
          <ac:picMkLst>
            <pc:docMk/>
            <pc:sldMk cId="2089142311" sldId="3959"/>
            <ac:picMk id="6" creationId="{E48CA0C0-FD50-49DA-8B9D-4038DD0FCA6C}"/>
          </ac:picMkLst>
        </pc:picChg>
        <pc:picChg chg="add mod">
          <ac:chgData name="Mak, Tzee Sing" userId="a01bf18c-cf63-40f1-b76e-fd264d25c957" providerId="ADAL" clId="{2AEB8585-6647-435D-897C-1326A0DC040A}" dt="2021-03-30T23:41:42.156" v="3835" actId="1076"/>
          <ac:picMkLst>
            <pc:docMk/>
            <pc:sldMk cId="2089142311" sldId="3959"/>
            <ac:picMk id="7" creationId="{DE468015-F903-466E-94C8-6ABA5692D826}"/>
          </ac:picMkLst>
        </pc:picChg>
      </pc:sldChg>
      <pc:sldChg chg="addSp delSp modSp new mod modNotesTx">
        <pc:chgData name="Mak, Tzee Sing" userId="a01bf18c-cf63-40f1-b76e-fd264d25c957" providerId="ADAL" clId="{2AEB8585-6647-435D-897C-1326A0DC040A}" dt="2021-04-06T15:46:26.655" v="4789" actId="20577"/>
        <pc:sldMkLst>
          <pc:docMk/>
          <pc:sldMk cId="2929545420" sldId="3960"/>
        </pc:sldMkLst>
        <pc:spChg chg="mod">
          <ac:chgData name="Mak, Tzee Sing" userId="a01bf18c-cf63-40f1-b76e-fd264d25c957" providerId="ADAL" clId="{2AEB8585-6647-435D-897C-1326A0DC040A}" dt="2021-04-01T09:47:33.950" v="4063" actId="6549"/>
          <ac:spMkLst>
            <pc:docMk/>
            <pc:sldMk cId="2929545420" sldId="3960"/>
            <ac:spMk id="2" creationId="{E8E6DD20-D995-4F28-BE35-67B44E97D938}"/>
          </ac:spMkLst>
        </pc:spChg>
        <pc:spChg chg="add mod">
          <ac:chgData name="Mak, Tzee Sing" userId="a01bf18c-cf63-40f1-b76e-fd264d25c957" providerId="ADAL" clId="{2AEB8585-6647-435D-897C-1326A0DC040A}" dt="2021-04-06T15:23:18.356" v="4389" actId="207"/>
          <ac:spMkLst>
            <pc:docMk/>
            <pc:sldMk cId="2929545420" sldId="3960"/>
            <ac:spMk id="6" creationId="{B8B100AE-46D1-4325-8672-4B8726775CF8}"/>
          </ac:spMkLst>
        </pc:spChg>
        <pc:spChg chg="add mod">
          <ac:chgData name="Mak, Tzee Sing" userId="a01bf18c-cf63-40f1-b76e-fd264d25c957" providerId="ADAL" clId="{2AEB8585-6647-435D-897C-1326A0DC040A}" dt="2021-04-06T15:23:50.240" v="4392" actId="14100"/>
          <ac:spMkLst>
            <pc:docMk/>
            <pc:sldMk cId="2929545420" sldId="3960"/>
            <ac:spMk id="7" creationId="{541AC7BE-E60C-48E1-B391-1437704525EB}"/>
          </ac:spMkLst>
        </pc:spChg>
        <pc:spChg chg="add mod">
          <ac:chgData name="Mak, Tzee Sing" userId="a01bf18c-cf63-40f1-b76e-fd264d25c957" providerId="ADAL" clId="{2AEB8585-6647-435D-897C-1326A0DC040A}" dt="2021-04-06T15:44:01.216" v="4788" actId="20577"/>
          <ac:spMkLst>
            <pc:docMk/>
            <pc:sldMk cId="2929545420" sldId="3960"/>
            <ac:spMk id="12" creationId="{7332880B-9657-4372-B72A-7147DE05AE1C}"/>
          </ac:spMkLst>
        </pc:spChg>
        <pc:spChg chg="add del mod">
          <ac:chgData name="Mak, Tzee Sing" userId="a01bf18c-cf63-40f1-b76e-fd264d25c957" providerId="ADAL" clId="{2AEB8585-6647-435D-897C-1326A0DC040A}" dt="2021-04-06T15:30:17.668" v="4730" actId="478"/>
          <ac:spMkLst>
            <pc:docMk/>
            <pc:sldMk cId="2929545420" sldId="3960"/>
            <ac:spMk id="13" creationId="{40693C31-DA06-4A4D-AB34-DF6E27B3A46B}"/>
          </ac:spMkLst>
        </pc:spChg>
        <pc:picChg chg="add mod">
          <ac:chgData name="Mak, Tzee Sing" userId="a01bf18c-cf63-40f1-b76e-fd264d25c957" providerId="ADAL" clId="{2AEB8585-6647-435D-897C-1326A0DC040A}" dt="2021-04-01T09:47:40.412" v="4064" actId="1076"/>
          <ac:picMkLst>
            <pc:docMk/>
            <pc:sldMk cId="2929545420" sldId="3960"/>
            <ac:picMk id="3" creationId="{EFDDD4A4-4099-4B56-8076-87E47D6118C0}"/>
          </ac:picMkLst>
        </pc:picChg>
        <pc:picChg chg="add del mod">
          <ac:chgData name="Mak, Tzee Sing" userId="a01bf18c-cf63-40f1-b76e-fd264d25c957" providerId="ADAL" clId="{2AEB8585-6647-435D-897C-1326A0DC040A}" dt="2021-04-01T09:22:09.878" v="3851" actId="21"/>
          <ac:picMkLst>
            <pc:docMk/>
            <pc:sldMk cId="2929545420" sldId="3960"/>
            <ac:picMk id="4" creationId="{58F5EFD9-ED2C-4F79-B7D2-6E69DD9930DD}"/>
          </ac:picMkLst>
        </pc:picChg>
        <pc:picChg chg="mod">
          <ac:chgData name="Mak, Tzee Sing" userId="a01bf18c-cf63-40f1-b76e-fd264d25c957" providerId="ADAL" clId="{2AEB8585-6647-435D-897C-1326A0DC040A}" dt="2021-04-01T09:36:28.691" v="4022" actId="1076"/>
          <ac:picMkLst>
            <pc:docMk/>
            <pc:sldMk cId="2929545420" sldId="3960"/>
            <ac:picMk id="5" creationId="{2FA111E0-3754-4AA7-908E-F47EBE602E2B}"/>
          </ac:picMkLst>
        </pc:picChg>
        <pc:picChg chg="add del">
          <ac:chgData name="Mak, Tzee Sing" userId="a01bf18c-cf63-40f1-b76e-fd264d25c957" providerId="ADAL" clId="{2AEB8585-6647-435D-897C-1326A0DC040A}" dt="2021-04-01T09:33:58.914" v="3993" actId="21"/>
          <ac:picMkLst>
            <pc:docMk/>
            <pc:sldMk cId="2929545420" sldId="3960"/>
            <ac:picMk id="7" creationId="{02EF3444-7E72-488D-92E8-979B95D81EA4}"/>
          </ac:picMkLst>
        </pc:picChg>
        <pc:picChg chg="mod">
          <ac:chgData name="Mak, Tzee Sing" userId="a01bf18c-cf63-40f1-b76e-fd264d25c957" providerId="ADAL" clId="{2AEB8585-6647-435D-897C-1326A0DC040A}" dt="2021-04-01T09:36:20.214" v="4019" actId="1076"/>
          <ac:picMkLst>
            <pc:docMk/>
            <pc:sldMk cId="2929545420" sldId="3960"/>
            <ac:picMk id="8" creationId="{D819499E-03BB-4121-BA6D-270B29519E37}"/>
          </ac:picMkLst>
        </pc:picChg>
        <pc:cxnChg chg="add mod">
          <ac:chgData name="Mak, Tzee Sing" userId="a01bf18c-cf63-40f1-b76e-fd264d25c957" providerId="ADAL" clId="{2AEB8585-6647-435D-897C-1326A0DC040A}" dt="2021-04-06T15:23:57.656" v="4395" actId="14100"/>
          <ac:cxnSpMkLst>
            <pc:docMk/>
            <pc:sldMk cId="2929545420" sldId="3960"/>
            <ac:cxnSpMk id="9" creationId="{B473A056-0508-47D6-9B5F-245E2F8E1CED}"/>
          </ac:cxnSpMkLst>
        </pc:cxnChg>
      </pc:sldChg>
      <pc:sldChg chg="addSp delSp modSp new mod modNotesTx">
        <pc:chgData name="Mak, Tzee Sing" userId="a01bf18c-cf63-40f1-b76e-fd264d25c957" providerId="ADAL" clId="{2AEB8585-6647-435D-897C-1326A0DC040A}" dt="2021-04-06T16:36:03.223" v="4830" actId="20577"/>
        <pc:sldMkLst>
          <pc:docMk/>
          <pc:sldMk cId="3101704792" sldId="3961"/>
        </pc:sldMkLst>
        <pc:spChg chg="mod">
          <ac:chgData name="Mak, Tzee Sing" userId="a01bf18c-cf63-40f1-b76e-fd264d25c957" providerId="ADAL" clId="{2AEB8585-6647-435D-897C-1326A0DC040A}" dt="2021-04-06T16:36:03.223" v="4830" actId="20577"/>
          <ac:spMkLst>
            <pc:docMk/>
            <pc:sldMk cId="3101704792" sldId="3961"/>
            <ac:spMk id="2" creationId="{20CE1760-755B-445F-95B1-00A55CF6B6CB}"/>
          </ac:spMkLst>
        </pc:spChg>
        <pc:picChg chg="add del">
          <ac:chgData name="Mak, Tzee Sing" userId="a01bf18c-cf63-40f1-b76e-fd264d25c957" providerId="ADAL" clId="{2AEB8585-6647-435D-897C-1326A0DC040A}" dt="2021-04-06T15:55:17.785" v="4792" actId="21"/>
          <ac:picMkLst>
            <pc:docMk/>
            <pc:sldMk cId="3101704792" sldId="3961"/>
            <ac:picMk id="3" creationId="{1DF22B70-51FB-437D-85DD-491A060C6C00}"/>
          </ac:picMkLst>
        </pc:picChg>
        <pc:picChg chg="del mod">
          <ac:chgData name="Mak, Tzee Sing" userId="a01bf18c-cf63-40f1-b76e-fd264d25c957" providerId="ADAL" clId="{2AEB8585-6647-435D-897C-1326A0DC040A}" dt="2021-04-06T15:57:47.394" v="4799" actId="478"/>
          <ac:picMkLst>
            <pc:docMk/>
            <pc:sldMk cId="3101704792" sldId="3961"/>
            <ac:picMk id="4" creationId="{E544BDFC-AD85-477D-AC3F-3554D6F13556}"/>
          </ac:picMkLst>
        </pc:picChg>
        <pc:picChg chg="add del">
          <ac:chgData name="Mak, Tzee Sing" userId="a01bf18c-cf63-40f1-b76e-fd264d25c957" providerId="ADAL" clId="{2AEB8585-6647-435D-897C-1326A0DC040A}" dt="2021-04-06T15:57:24.332" v="4796" actId="21"/>
          <ac:picMkLst>
            <pc:docMk/>
            <pc:sldMk cId="3101704792" sldId="3961"/>
            <ac:picMk id="5" creationId="{2BB79793-30B9-4E4A-9B6B-56200D494AD5}"/>
          </ac:picMkLst>
        </pc:picChg>
        <pc:picChg chg="mod">
          <ac:chgData name="Mak, Tzee Sing" userId="a01bf18c-cf63-40f1-b76e-fd264d25c957" providerId="ADAL" clId="{2AEB8585-6647-435D-897C-1326A0DC040A}" dt="2021-04-06T15:59:27.832" v="4803" actId="1076"/>
          <ac:picMkLst>
            <pc:docMk/>
            <pc:sldMk cId="3101704792" sldId="3961"/>
            <ac:picMk id="6" creationId="{776CC4CA-8231-44BA-9F54-2CCDE498E5D0}"/>
          </ac:picMkLst>
        </pc:picChg>
        <pc:picChg chg="add del">
          <ac:chgData name="Mak, Tzee Sing" userId="a01bf18c-cf63-40f1-b76e-fd264d25c957" providerId="ADAL" clId="{2AEB8585-6647-435D-897C-1326A0DC040A}" dt="2021-04-06T15:59:20.369" v="4801" actId="21"/>
          <ac:picMkLst>
            <pc:docMk/>
            <pc:sldMk cId="3101704792" sldId="3961"/>
            <ac:picMk id="7" creationId="{3BD95FDA-F398-41F8-B49C-0BAC94A04C1E}"/>
          </ac:picMkLst>
        </pc:picChg>
        <pc:picChg chg="mod">
          <ac:chgData name="Mak, Tzee Sing" userId="a01bf18c-cf63-40f1-b76e-fd264d25c957" providerId="ADAL" clId="{2AEB8585-6647-435D-897C-1326A0DC040A}" dt="2021-04-06T15:59:25.899" v="4802" actId="1076"/>
          <ac:picMkLst>
            <pc:docMk/>
            <pc:sldMk cId="3101704792" sldId="3961"/>
            <ac:picMk id="8" creationId="{345D51EE-6E27-41AE-B379-1B8178EE3839}"/>
          </ac:picMkLst>
        </pc:picChg>
        <pc:picChg chg="add del">
          <ac:chgData name="Mak, Tzee Sing" userId="a01bf18c-cf63-40f1-b76e-fd264d25c957" providerId="ADAL" clId="{2AEB8585-6647-435D-897C-1326A0DC040A}" dt="2021-04-06T16:00:28.354" v="4805" actId="21"/>
          <ac:picMkLst>
            <pc:docMk/>
            <pc:sldMk cId="3101704792" sldId="3961"/>
            <ac:picMk id="9" creationId="{E8C6D0EF-4A43-44CF-98C6-A41DEA4FF32D}"/>
          </ac:picMkLst>
        </pc:picChg>
        <pc:picChg chg="mod">
          <ac:chgData name="Mak, Tzee Sing" userId="a01bf18c-cf63-40f1-b76e-fd264d25c957" providerId="ADAL" clId="{2AEB8585-6647-435D-897C-1326A0DC040A}" dt="2021-04-06T16:00:42.830" v="4810" actId="1076"/>
          <ac:picMkLst>
            <pc:docMk/>
            <pc:sldMk cId="3101704792" sldId="3961"/>
            <ac:picMk id="10" creationId="{16EDDD27-D4DE-43C1-A943-3E12C10412F4}"/>
          </ac:picMkLst>
        </pc:picChg>
        <pc:picChg chg="add del">
          <ac:chgData name="Mak, Tzee Sing" userId="a01bf18c-cf63-40f1-b76e-fd264d25c957" providerId="ADAL" clId="{2AEB8585-6647-435D-897C-1326A0DC040A}" dt="2021-04-06T16:35:42.882" v="4812" actId="21"/>
          <ac:picMkLst>
            <pc:docMk/>
            <pc:sldMk cId="3101704792" sldId="3961"/>
            <ac:picMk id="11" creationId="{8BA31018-6E26-4C80-9820-F7C79551F0A2}"/>
          </ac:picMkLst>
        </pc:picChg>
        <pc:picChg chg="mod">
          <ac:chgData name="Mak, Tzee Sing" userId="a01bf18c-cf63-40f1-b76e-fd264d25c957" providerId="ADAL" clId="{2AEB8585-6647-435D-897C-1326A0DC040A}" dt="2021-04-06T16:35:55.709" v="4816" actId="1076"/>
          <ac:picMkLst>
            <pc:docMk/>
            <pc:sldMk cId="3101704792" sldId="3961"/>
            <ac:picMk id="12" creationId="{E4F4516A-051B-4FEA-990E-089CAC7336AB}"/>
          </ac:picMkLst>
        </pc:picChg>
      </pc:sldChg>
    </pc:docChg>
  </pc:docChgLst>
  <pc:docChgLst>
    <pc:chgData name="Dewitt, Jesse" userId="1fbf07d7-057c-4b54-9be6-a530430e3956" providerId="ADAL" clId="{9C0C4677-F97A-4DA2-96FD-E43C52EDB430}"/>
    <pc:docChg chg="undo custSel addSld delSld modSld sldOrd">
      <pc:chgData name="Dewitt, Jesse" userId="1fbf07d7-057c-4b54-9be6-a530430e3956" providerId="ADAL" clId="{9C0C4677-F97A-4DA2-96FD-E43C52EDB430}" dt="2021-03-31T22:17:25.862" v="342" actId="2696"/>
      <pc:docMkLst>
        <pc:docMk/>
      </pc:docMkLst>
      <pc:sldChg chg="modSp mod">
        <pc:chgData name="Dewitt, Jesse" userId="1fbf07d7-057c-4b54-9be6-a530430e3956" providerId="ADAL" clId="{9C0C4677-F97A-4DA2-96FD-E43C52EDB430}" dt="2021-03-31T21:35:14.751" v="1" actId="20577"/>
        <pc:sldMkLst>
          <pc:docMk/>
          <pc:sldMk cId="3245620391" sldId="256"/>
        </pc:sldMkLst>
        <pc:spChg chg="mod">
          <ac:chgData name="Dewitt, Jesse" userId="1fbf07d7-057c-4b54-9be6-a530430e3956" providerId="ADAL" clId="{9C0C4677-F97A-4DA2-96FD-E43C52EDB430}" dt="2021-03-31T21:35:14.751" v="1" actId="20577"/>
          <ac:spMkLst>
            <pc:docMk/>
            <pc:sldMk cId="3245620391" sldId="256"/>
            <ac:spMk id="5" creationId="{9155C456-D6A3-497D-8683-992CE3DFD277}"/>
          </ac:spMkLst>
        </pc:spChg>
      </pc:sldChg>
      <pc:sldChg chg="new del">
        <pc:chgData name="Dewitt, Jesse" userId="1fbf07d7-057c-4b54-9be6-a530430e3956" providerId="ADAL" clId="{9C0C4677-F97A-4DA2-96FD-E43C52EDB430}" dt="2021-03-31T22:12:18.548" v="3" actId="680"/>
        <pc:sldMkLst>
          <pc:docMk/>
          <pc:sldMk cId="228236729" sldId="3960"/>
        </pc:sldMkLst>
      </pc:sldChg>
      <pc:sldChg chg="addSp modSp new del mod ord">
        <pc:chgData name="Dewitt, Jesse" userId="1fbf07d7-057c-4b54-9be6-a530430e3956" providerId="ADAL" clId="{9C0C4677-F97A-4DA2-96FD-E43C52EDB430}" dt="2021-03-31T22:17:25.862" v="342" actId="2696"/>
        <pc:sldMkLst>
          <pc:docMk/>
          <pc:sldMk cId="607277241" sldId="3960"/>
        </pc:sldMkLst>
        <pc:spChg chg="mod">
          <ac:chgData name="Dewitt, Jesse" userId="1fbf07d7-057c-4b54-9be6-a530430e3956" providerId="ADAL" clId="{9C0C4677-F97A-4DA2-96FD-E43C52EDB430}" dt="2021-03-31T22:12:35.856" v="36" actId="20577"/>
          <ac:spMkLst>
            <pc:docMk/>
            <pc:sldMk cId="607277241" sldId="3960"/>
            <ac:spMk id="2" creationId="{A048250D-4DA8-4A20-B1FA-2DD9D6283816}"/>
          </ac:spMkLst>
        </pc:spChg>
        <pc:spChg chg="mod">
          <ac:chgData name="Dewitt, Jesse" userId="1fbf07d7-057c-4b54-9be6-a530430e3956" providerId="ADAL" clId="{9C0C4677-F97A-4DA2-96FD-E43C52EDB430}" dt="2021-03-31T22:16:06.954" v="334" actId="20577"/>
          <ac:spMkLst>
            <pc:docMk/>
            <pc:sldMk cId="607277241" sldId="3960"/>
            <ac:spMk id="3" creationId="{0ED89A53-CF26-4561-AE4A-152AFDA55108}"/>
          </ac:spMkLst>
        </pc:spChg>
        <pc:picChg chg="add mod ord">
          <ac:chgData name="Dewitt, Jesse" userId="1fbf07d7-057c-4b54-9be6-a530430e3956" providerId="ADAL" clId="{9C0C4677-F97A-4DA2-96FD-E43C52EDB430}" dt="2021-03-31T22:17:09.909" v="339" actId="167"/>
          <ac:picMkLst>
            <pc:docMk/>
            <pc:sldMk cId="607277241" sldId="3960"/>
            <ac:picMk id="4" creationId="{9CD0953A-3A01-41CF-8A9B-C70777F32F2B}"/>
          </ac:picMkLst>
        </pc:picChg>
        <pc:picChg chg="add mod">
          <ac:chgData name="Dewitt, Jesse" userId="1fbf07d7-057c-4b54-9be6-a530430e3956" providerId="ADAL" clId="{9C0C4677-F97A-4DA2-96FD-E43C52EDB430}" dt="2021-03-31T22:17:13.267" v="340" actId="1076"/>
          <ac:picMkLst>
            <pc:docMk/>
            <pc:sldMk cId="607277241" sldId="3960"/>
            <ac:picMk id="1026" creationId="{E5CD7788-3D02-4970-AAE7-4D6FBB73DAAF}"/>
          </ac:picMkLst>
        </pc:picChg>
      </pc:sldChg>
      <pc:sldChg chg="new del">
        <pc:chgData name="Dewitt, Jesse" userId="1fbf07d7-057c-4b54-9be6-a530430e3956" providerId="ADAL" clId="{9C0C4677-F97A-4DA2-96FD-E43C52EDB430}" dt="2021-03-31T22:17:25.862" v="342" actId="2696"/>
        <pc:sldMkLst>
          <pc:docMk/>
          <pc:sldMk cId="2047956567" sldId="3961"/>
        </pc:sldMkLst>
      </pc:sldChg>
    </pc:docChg>
  </pc:docChgLst>
  <pc:docChgLst>
    <pc:chgData name="Dewitt, Jesse" userId="S::jesse.dewitt@intel.com::1fbf07d7-057c-4b54-9be6-a530430e3956" providerId="AD" clId="Web-{8522A38E-2561-47A4-83D1-D1F47ABEE156}"/>
    <pc:docChg chg="modSld">
      <pc:chgData name="Dewitt, Jesse" userId="S::jesse.dewitt@intel.com::1fbf07d7-057c-4b54-9be6-a530430e3956" providerId="AD" clId="Web-{8522A38E-2561-47A4-83D1-D1F47ABEE156}" dt="2021-03-30T21:41:12.326" v="9" actId="20577"/>
      <pc:docMkLst>
        <pc:docMk/>
      </pc:docMkLst>
      <pc:sldChg chg="modSp">
        <pc:chgData name="Dewitt, Jesse" userId="S::jesse.dewitt@intel.com::1fbf07d7-057c-4b54-9be6-a530430e3956" providerId="AD" clId="Web-{8522A38E-2561-47A4-83D1-D1F47ABEE156}" dt="2021-03-30T21:40:08.936" v="2" actId="20577"/>
        <pc:sldMkLst>
          <pc:docMk/>
          <pc:sldMk cId="3695802469" sldId="3953"/>
        </pc:sldMkLst>
        <pc:spChg chg="mod">
          <ac:chgData name="Dewitt, Jesse" userId="S::jesse.dewitt@intel.com::1fbf07d7-057c-4b54-9be6-a530430e3956" providerId="AD" clId="Web-{8522A38E-2561-47A4-83D1-D1F47ABEE156}" dt="2021-03-30T21:40:08.936" v="2" actId="20577"/>
          <ac:spMkLst>
            <pc:docMk/>
            <pc:sldMk cId="3695802469" sldId="3953"/>
            <ac:spMk id="3" creationId="{E29E59C6-A274-43EC-B177-435ACF0A66F3}"/>
          </ac:spMkLst>
        </pc:spChg>
      </pc:sldChg>
      <pc:sldChg chg="modSp">
        <pc:chgData name="Dewitt, Jesse" userId="S::jesse.dewitt@intel.com::1fbf07d7-057c-4b54-9be6-a530430e3956" providerId="AD" clId="Web-{8522A38E-2561-47A4-83D1-D1F47ABEE156}" dt="2021-03-30T21:41:12.326" v="9" actId="20577"/>
        <pc:sldMkLst>
          <pc:docMk/>
          <pc:sldMk cId="3074133174" sldId="3954"/>
        </pc:sldMkLst>
        <pc:spChg chg="mod">
          <ac:chgData name="Dewitt, Jesse" userId="S::jesse.dewitt@intel.com::1fbf07d7-057c-4b54-9be6-a530430e3956" providerId="AD" clId="Web-{8522A38E-2561-47A4-83D1-D1F47ABEE156}" dt="2021-03-30T21:41:12.326" v="9" actId="20577"/>
          <ac:spMkLst>
            <pc:docMk/>
            <pc:sldMk cId="3074133174" sldId="3954"/>
            <ac:spMk id="3" creationId="{E29E59C6-A274-43EC-B177-435ACF0A66F3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3C71"/>
                </a:solidFill>
              </a:rPr>
              <a:t>Whitley – FPO marking  is removed due to limited space.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3118F7-65AF-4564-8457-0B598B8502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19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https://support.huawei.com/enterprise/en/doc/EDOC1000171910/bdd76eef/installing-a-processor</a:t>
            </a:r>
          </a:p>
          <a:p>
            <a:r>
              <a:rPr lang="en-MY" dirty="0"/>
              <a:t>https://support.huawei.com/enterprise/en/doc/EDOC1000183891/a4cc5fae/installing-a-processor</a:t>
            </a:r>
          </a:p>
        </p:txBody>
      </p:sp>
    </p:spTree>
    <p:extLst>
      <p:ext uri="{BB962C8B-B14F-4D97-AF65-F5344CB8AC3E}">
        <p14:creationId xmlns:p14="http://schemas.microsoft.com/office/powerpoint/2010/main" val="476625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https://support.huawei.com/enterprise/en/doc/EDOC1000078548/89014b24/installing-a-cpu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07444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 Light</a:t>
            </a:r>
            <a:endParaRPr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</a:t>
            </a:r>
            <a:endParaRPr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5503530" y="6562504"/>
            <a:ext cx="118494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>
                <a:solidFill>
                  <a:schemeClr val="bg1"/>
                </a:solidFill>
              </a:rPr>
              <a:t>Intel Confidential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1766830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>
                <a:solidFill>
                  <a:schemeClr val="bg1"/>
                </a:solidFill>
              </a:rPr>
              <a:t>Department or Event Name</a:t>
            </a: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220134"/>
            <a:ext cx="10972800" cy="575733"/>
          </a:xfrm>
        </p:spPr>
        <p:txBody>
          <a:bodyPr/>
          <a:lstStyle>
            <a:lvl1pPr>
              <a:defRPr sz="3200"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880534"/>
            <a:ext cx="10970683" cy="5291668"/>
          </a:xfrm>
        </p:spPr>
        <p:txBody>
          <a:bodyPr/>
          <a:lstStyle>
            <a:lvl1pPr>
              <a:spcBef>
                <a:spcPts val="800"/>
              </a:spcBef>
              <a:defRPr baseline="0">
                <a:solidFill>
                  <a:srgbClr val="0071C5"/>
                </a:solidFill>
              </a:defRPr>
            </a:lvl1pPr>
            <a:lvl2pPr>
              <a:spcBef>
                <a:spcPts val="400"/>
              </a:spcBef>
              <a:defRPr sz="2133"/>
            </a:lvl2pPr>
            <a:lvl3pPr>
              <a:spcBef>
                <a:spcPts val="400"/>
              </a:spcBef>
              <a:defRPr sz="1867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467"/>
            </a:lvl5pPr>
          </a:lstStyle>
          <a:p>
            <a:pPr lvl="0"/>
            <a:r>
              <a:rPr lang="en-US" dirty="0"/>
              <a:t>Intro sentence or paragraph has no bullet and is Intel Blue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7807027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099457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9652818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023756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171364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434416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437283" y="10954"/>
            <a:ext cx="5998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1210902" y="20480"/>
            <a:ext cx="750381" cy="246221"/>
          </a:xfrm>
        </p:spPr>
        <p:txBody>
          <a:bodyPr/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4488" indent="0">
              <a:buNone/>
              <a:defRPr sz="1000">
                <a:solidFill>
                  <a:schemeClr val="bg1"/>
                </a:solidFill>
              </a:defRPr>
            </a:lvl2pPr>
            <a:lvl3pPr marL="688975" indent="0">
              <a:buNone/>
              <a:defRPr sz="1000">
                <a:solidFill>
                  <a:schemeClr val="bg1"/>
                </a:solidFill>
              </a:defRPr>
            </a:lvl3pPr>
            <a:lvl4pPr marL="1143000" indent="0">
              <a:buNone/>
              <a:defRPr sz="1000">
                <a:solidFill>
                  <a:schemeClr val="bg1"/>
                </a:solidFill>
              </a:defRPr>
            </a:lvl4pPr>
            <a:lvl5pPr marL="1497012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752322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432516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63136" y="6432516"/>
            <a:ext cx="2844800" cy="365125"/>
          </a:xfrm>
          <a:prstGeom prst="rect">
            <a:avLst/>
          </a:prstGeom>
        </p:spPr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79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316386"/>
            <a:ext cx="10972800" cy="575733"/>
          </a:xfrm>
        </p:spPr>
        <p:txBody>
          <a:bodyPr/>
          <a:lstStyle>
            <a:lvl1pPr>
              <a:defRPr sz="3200"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607484" y="1097280"/>
            <a:ext cx="10970683" cy="5171174"/>
          </a:xfrm>
        </p:spPr>
        <p:txBody>
          <a:bodyPr/>
          <a:lstStyle>
            <a:lvl1pPr>
              <a:spcBef>
                <a:spcPts val="800"/>
              </a:spcBef>
              <a:defRPr baseline="0">
                <a:solidFill>
                  <a:srgbClr val="0071C5"/>
                </a:solidFill>
              </a:defRPr>
            </a:lvl1pPr>
            <a:lvl2pPr>
              <a:spcBef>
                <a:spcPts val="400"/>
              </a:spcBef>
              <a:defRPr sz="2133"/>
            </a:lvl2pPr>
            <a:lvl3pPr>
              <a:spcBef>
                <a:spcPts val="400"/>
              </a:spcBef>
              <a:defRPr sz="1867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467"/>
            </a:lvl5pPr>
          </a:lstStyle>
          <a:p>
            <a:pPr lvl="0"/>
            <a:r>
              <a:rPr lang="en-US" dirty="0"/>
              <a:t>Intro sentence or paragraph has no bullet and is Intel Blue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23741722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07484" y="316386"/>
            <a:ext cx="10972800" cy="575733"/>
          </a:xfrm>
        </p:spPr>
        <p:txBody>
          <a:bodyPr/>
          <a:lstStyle>
            <a:lvl1pPr>
              <a:defRPr sz="3200"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</p:spTree>
    <p:extLst>
      <p:ext uri="{BB962C8B-B14F-4D97-AF65-F5344CB8AC3E}">
        <p14:creationId xmlns:p14="http://schemas.microsoft.com/office/powerpoint/2010/main" val="273618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5428991" y="6562504"/>
            <a:ext cx="1334020" cy="245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100" b="1">
                <a:solidFill>
                  <a:schemeClr val="bg2"/>
                </a:solidFill>
              </a:rPr>
              <a:t>Intel Confidential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785787" y="6550298"/>
            <a:ext cx="35032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12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1200" b="0" i="0" u="none" strike="noStrike" cap="none" spc="0" normalizeH="0" baseline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23D9F5-D4BB-415A-8BA0-735BB92BA83A}"/>
              </a:ext>
            </a:extLst>
          </p:cNvPr>
          <p:cNvSpPr/>
          <p:nvPr userDrawn="1"/>
        </p:nvSpPr>
        <p:spPr>
          <a:xfrm>
            <a:off x="483010" y="6511109"/>
            <a:ext cx="2459328" cy="259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>
                <a:solidFill>
                  <a:schemeClr val="tx1"/>
                </a:solidFill>
                <a:latin typeface="+mj-lt"/>
              </a:rPr>
              <a:t>CQR | </a:t>
            </a:r>
            <a:r>
              <a:rPr lang="en-US" sz="1100" b="1">
                <a:solidFill>
                  <a:schemeClr val="tx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b="1">
              <a:solidFill>
                <a:schemeClr val="tx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5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8.jpeg"/><Relationship Id="rId7" Type="http://schemas.microsoft.com/office/2007/relationships/hdphoto" Target="../media/hdphoto4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0.png"/><Relationship Id="rId5" Type="http://schemas.microsoft.com/office/2007/relationships/hdphoto" Target="../media/hdphoto3.wdp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Relationship Id="rId6" Type="http://schemas.openxmlformats.org/officeDocument/2006/relationships/slide" Target="slide4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wIx2GSRjIIE" TargetMode="External"/><Relationship Id="rId3" Type="http://schemas.openxmlformats.org/officeDocument/2006/relationships/hyperlink" Target="https://www.dell.com/support/kbdoc/en-sg/000063913/dell-emc-poweredge-t440-how-to-remove-and-install-a-system-board-qrl-video" TargetMode="External"/><Relationship Id="rId7" Type="http://schemas.openxmlformats.org/officeDocument/2006/relationships/image" Target="../media/image44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hyperlink" Target="https://cdn.cnetcontent.com/a1/49/a149014d-d35a-444f-8752-2dc0898e107f.pdf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4.xml"/><Relationship Id="rId5" Type="http://schemas.openxmlformats.org/officeDocument/2006/relationships/slide" Target="slide4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ethehome.com/installing-a-3rd-generation-intel-xeon-scalable-lga4189-cpu-and-cooler/3rd-gen-intel-xeon-scalable-heatsink-top/" TargetMode="External"/><Relationship Id="rId7" Type="http://schemas.openxmlformats.org/officeDocument/2006/relationships/hyperlink" Target="https://www.youtube.com/watch?v=GsYUKQyNGwM" TargetMode="External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hojettech.com/pageId34/" TargetMode="External"/><Relationship Id="rId5" Type="http://schemas.openxmlformats.org/officeDocument/2006/relationships/image" Target="../media/image50.jpeg"/><Relationship Id="rId4" Type="http://schemas.openxmlformats.org/officeDocument/2006/relationships/image" Target="../media/image4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ebay.com/itm/Cisco-Systems-UCSC-HS-C220M5-Heatsink-/273943848392" TargetMode="External"/><Relationship Id="rId5" Type="http://schemas.openxmlformats.org/officeDocument/2006/relationships/image" Target="../media/image53.jpeg"/><Relationship Id="rId4" Type="http://schemas.openxmlformats.org/officeDocument/2006/relationships/hyperlink" Target="https://www.cisco.com/c/dam/en/us/products/collateral/servers-unified-computing/ucs-b-series-blade-servers/b200m5-specsheet.pdf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library.hpe.com/docs/synergy/660_Gen10/setup_install/GUID-CC673F5D-4456-4C60-883A-F242360251F0.html" TargetMode="Externa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jpeg"/><Relationship Id="rId5" Type="http://schemas.openxmlformats.org/officeDocument/2006/relationships/image" Target="../media/image55.jpeg"/><Relationship Id="rId4" Type="http://schemas.openxmlformats.org/officeDocument/2006/relationships/hyperlink" Target="https://intelligentservers.co.uk/hpe-dl580-gen10-intel-xeon-gold-6136-3-0ghz-12-core-150w-processor-kit-878135-b21-875724-001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hyperlink" Target="https://thinksystem.lenovofiles.com/help/index.jsp?topic=%2F7X07%2Fsetup_install_a_microprocessor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EEC7DE-E617-492E-A4A8-88B42C9C5C8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55C456-D6A3-497D-8683-992CE3DF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Customer Survey</a:t>
            </a:r>
            <a:br>
              <a:rPr lang="en-US" sz="4800" dirty="0"/>
            </a:br>
            <a:r>
              <a:rPr lang="en-US" sz="4400" dirty="0">
                <a:solidFill>
                  <a:srgbClr val="FFFF00"/>
                </a:solidFill>
              </a:rPr>
              <a:t>Proposed Questionnaires (CQR)</a:t>
            </a:r>
            <a:endParaRPr lang="en-MY" sz="4400" dirty="0">
              <a:solidFill>
                <a:srgbClr val="FFFF0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3D8E3BE-2074-4563-BF9C-82B5D103B4B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4562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4D63-D3B7-4031-97E3-BDEF0854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Form Factor and Packaging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59C6-A274-43EC-B177-435ACF0A66F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354238"/>
            <a:ext cx="11010900" cy="4894163"/>
          </a:xfrm>
        </p:spPr>
        <p:txBody>
          <a:bodyPr lIns="0" tIns="0" rIns="0" bIns="0" anchor="t">
            <a:normAutofit fontScale="92500"/>
          </a:bodyPr>
          <a:lstStyle/>
          <a:p>
            <a:r>
              <a:rPr lang="en-US" sz="2400" dirty="0">
                <a:latin typeface="Intel Clear Light"/>
              </a:rPr>
              <a:t>Need early package FF roadmap/changes update - customer capital cost impact </a:t>
            </a:r>
            <a:endParaRPr lang="en-US" sz="2400" dirty="0"/>
          </a:p>
          <a:p>
            <a:pPr lvl="1"/>
            <a:r>
              <a:rPr lang="en-US" sz="2000" dirty="0">
                <a:latin typeface="Intel Clear Light"/>
              </a:rPr>
              <a:t>FF changed significantly in short period, from Purely (2017 PRQ) </a:t>
            </a:r>
            <a:r>
              <a:rPr lang="en-US" sz="2000" dirty="0">
                <a:latin typeface="Intel Clear Light"/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Intel Clear Light"/>
              </a:rPr>
              <a:t>Eagle Stream (PRQ EO 2021) </a:t>
            </a:r>
            <a:r>
              <a:rPr lang="en-US" sz="2000" dirty="0">
                <a:solidFill>
                  <a:schemeClr val="tx1"/>
                </a:solidFill>
                <a:latin typeface="Intel Clear Light"/>
                <a:sym typeface="Wingdings" panose="05000000000000000000" pitchFamily="2" charset="2"/>
              </a:rPr>
              <a:t> </a:t>
            </a:r>
            <a:r>
              <a:rPr lang="en-US" sz="2000" dirty="0">
                <a:solidFill>
                  <a:schemeClr val="tx1"/>
                </a:solidFill>
                <a:latin typeface="Intel Clear Light"/>
              </a:rPr>
              <a:t>Birch Stream-AP (PRQ EO 2022)</a:t>
            </a:r>
          </a:p>
          <a:p>
            <a:r>
              <a:rPr lang="en-US" sz="2400" dirty="0">
                <a:solidFill>
                  <a:srgbClr val="FF0000"/>
                </a:solidFill>
                <a:latin typeface="Intel Clear Light"/>
              </a:rPr>
              <a:t>Au pad corrosion – multiple triggers, multiple products, multiple customers, multiple MRBs for ~ 10 years w/o good resolution to closure</a:t>
            </a:r>
          </a:p>
          <a:p>
            <a:pPr lvl="1"/>
            <a:r>
              <a:rPr lang="en-US" sz="2000" dirty="0">
                <a:latin typeface="Intel Clear Light"/>
              </a:rPr>
              <a:t>XEON SP is selling from USD 3K – 10K price/unit, can we add few cents per shipping box on seal pack, to stop the moisture from interacting with pad condition that coherent in the assembly process and promotes pad corrosion ? . (note typical FPO size ~0.5 to 1Ku depend on lot yield) </a:t>
            </a:r>
            <a:endParaRPr lang="en-US" sz="2000" dirty="0"/>
          </a:p>
          <a:p>
            <a:r>
              <a:rPr lang="en-US" sz="2400" dirty="0">
                <a:solidFill>
                  <a:srgbClr val="FF0000"/>
                </a:solidFill>
                <a:latin typeface="Intel Clear Light"/>
              </a:rPr>
              <a:t>Provide pack/shipping options : e.g.  Ship with Thermoform Tray (TFT), JEDEC tray or Tape &amp; Reel (PCH), or CPU w/carrier pre-attached</a:t>
            </a:r>
          </a:p>
          <a:p>
            <a:r>
              <a:rPr lang="en-US" sz="2400" dirty="0">
                <a:solidFill>
                  <a:srgbClr val="FF0000"/>
                </a:solidFill>
                <a:latin typeface="Intel Clear Light"/>
              </a:rPr>
              <a:t>Fix marking KIZ, content, FOV, location, increase font size – customer unit traceability and inventory </a:t>
            </a:r>
            <a:r>
              <a:rPr lang="en-US" sz="2400" dirty="0" err="1">
                <a:solidFill>
                  <a:srgbClr val="FF0000"/>
                </a:solidFill>
                <a:latin typeface="Intel Clear Light"/>
              </a:rPr>
              <a:t>mgmt</a:t>
            </a:r>
            <a:r>
              <a:rPr lang="en-US" sz="2400" dirty="0">
                <a:solidFill>
                  <a:srgbClr val="FF0000"/>
                </a:solidFill>
                <a:latin typeface="Intel Clear Light"/>
              </a:rPr>
              <a:t>/control</a:t>
            </a:r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274140F-C8F6-4BEC-A53B-6A441C0218C3}"/>
              </a:ext>
            </a:extLst>
          </p:cNvPr>
          <p:cNvSpPr/>
          <p:nvPr/>
        </p:nvSpPr>
        <p:spPr>
          <a:xfrm>
            <a:off x="4398377" y="5609910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69580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4D63-D3B7-4031-97E3-BDEF0854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PCBA / Rework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E59C6-A274-43EC-B177-435ACF0A66F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ln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Intel Clear Light"/>
              </a:rPr>
              <a:t>Customer expects 1 SMT recipe to assemble socket for all suppliers and SPC controls. 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latin typeface="Intel Clear Light"/>
              </a:rPr>
              <a:t>Need socket supplier transparency for SMT, equivalent output CTF and shipping tray (e.g. quality control/SPC, # socket/tray, orientation &amp; </a:t>
            </a:r>
            <a:r>
              <a:rPr lang="en-US" dirty="0" err="1">
                <a:latin typeface="Intel Clear Light"/>
              </a:rPr>
              <a:t>etc</a:t>
            </a:r>
            <a:r>
              <a:rPr lang="en-US" dirty="0">
                <a:latin typeface="Intel Clear Light"/>
              </a:rPr>
              <a:t>)</a:t>
            </a:r>
          </a:p>
          <a:p>
            <a:pPr lvl="1"/>
            <a:r>
              <a:rPr lang="en-US" dirty="0">
                <a:latin typeface="Intel Clear Light"/>
              </a:rPr>
              <a:t>Recent supplier excursion : FIT skt-P4 T0 DP, LOTES skt-P0 sys int failure, FIT skt-P4 Bolster out of spec, FIT skt-V0 lever height and load plate angle issue</a:t>
            </a:r>
          </a:p>
          <a:p>
            <a:r>
              <a:rPr lang="en-US" dirty="0">
                <a:solidFill>
                  <a:srgbClr val="FF0000"/>
                </a:solidFill>
                <a:latin typeface="Intel Clear Light"/>
              </a:rPr>
              <a:t>RT and HT warpage requirement/control for socket and PCB. 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Intel Clear Light"/>
              </a:rPr>
              <a:t>Customer specially requested Low Temperature Solder and/or Thermal Chip Bonding </a:t>
            </a:r>
            <a:r>
              <a:rPr lang="en-US">
                <a:solidFill>
                  <a:srgbClr val="FF0000"/>
                </a:solidFill>
                <a:latin typeface="Intel Clear Light"/>
              </a:rPr>
              <a:t>for and </a:t>
            </a:r>
            <a:r>
              <a:rPr lang="en-US" dirty="0">
                <a:solidFill>
                  <a:srgbClr val="FF0000"/>
                </a:solidFill>
                <a:latin typeface="Intel Clear Light"/>
              </a:rPr>
              <a:t>will liquid cooling be POR ? 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E1D5B7E-0D7A-4997-A99D-98AA7EAA1437}"/>
              </a:ext>
            </a:extLst>
          </p:cNvPr>
          <p:cNvSpPr/>
          <p:nvPr/>
        </p:nvSpPr>
        <p:spPr>
          <a:xfrm>
            <a:off x="10463514" y="3237100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7413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2D2F-FE63-4CFC-AB3C-4C793D08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LM, Socket cover, PnP tool, FTT</a:t>
            </a:r>
            <a:endParaRPr lang="en-MY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3494-9A17-490F-92D7-913D4DEB9DBD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Customer expects – automation friendly, easy to install, easy to uninstall (</a:t>
            </a:r>
            <a:r>
              <a:rPr lang="zh-TW" altLang="en-US" dirty="0"/>
              <a:t>易装，易拆</a:t>
            </a:r>
            <a:r>
              <a:rPr lang="en-US" altLang="zh-TW" dirty="0"/>
              <a:t>)</a:t>
            </a:r>
          </a:p>
          <a:p>
            <a:r>
              <a:rPr lang="en-US" dirty="0"/>
              <a:t>FTT – POR for Purely but Non- POR for skt-P4/</a:t>
            </a:r>
            <a:r>
              <a:rPr lang="en-US" dirty="0" err="1"/>
              <a:t>skt</a:t>
            </a:r>
            <a:r>
              <a:rPr lang="en-US" dirty="0"/>
              <a:t>-E and broken PEEK nuts issue</a:t>
            </a:r>
          </a:p>
          <a:p>
            <a:pPr lvl="1"/>
            <a:r>
              <a:rPr lang="en-US" dirty="0"/>
              <a:t>Strong demand from varies customers due to their dual POR process (automated – 2S and manual – 4S/8S). </a:t>
            </a:r>
          </a:p>
          <a:p>
            <a:pPr lvl="1"/>
            <a:r>
              <a:rPr lang="en-US" dirty="0"/>
              <a:t>Broken PEEK nuts due to torque driver hitting PEEK nuts and/or torque with angle</a:t>
            </a:r>
          </a:p>
          <a:p>
            <a:r>
              <a:rPr lang="en-US" dirty="0"/>
              <a:t>FTT/system assembly tool (non-POR support) to address customer concerns – need to include as POR for future platform</a:t>
            </a:r>
          </a:p>
          <a:p>
            <a:r>
              <a:rPr lang="en-US" dirty="0"/>
              <a:t>Socket cover  – customer expects automation friendly and easy to install/ uninstall. </a:t>
            </a:r>
            <a:endParaRPr lang="en-MY" dirty="0"/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225FD9E-4757-4AD3-ACC0-D84321F392F8}"/>
              </a:ext>
            </a:extLst>
          </p:cNvPr>
          <p:cNvSpPr/>
          <p:nvPr/>
        </p:nvSpPr>
        <p:spPr>
          <a:xfrm>
            <a:off x="8756244" y="5039938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Action Button: Go Forward or Next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BDAB097-1E15-4FBE-9044-DD4BC167EF8B}"/>
              </a:ext>
            </a:extLst>
          </p:cNvPr>
          <p:cNvSpPr/>
          <p:nvPr/>
        </p:nvSpPr>
        <p:spPr>
          <a:xfrm>
            <a:off x="2349657" y="5962921"/>
            <a:ext cx="520861" cy="241092"/>
          </a:xfrm>
          <a:prstGeom prst="actionButtonForwardNex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9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8946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89201-1980-4370-9234-C5D110F1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Board/System Functionality Debug and fault isolation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9420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27A7-7B53-4874-9507-9E86913D7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Up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6822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2712-DBDB-4C98-AE53-F3AC01990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E214F-8401-4CC6-93C7-A81B1AD24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1" y="1856566"/>
            <a:ext cx="5184206" cy="3819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68015-F903-466E-94C8-6ABA5692D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167" y="1856566"/>
            <a:ext cx="5172484" cy="381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142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61FF-831B-46D8-B1D9-803C1E80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: EPYC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161455-0C62-447B-9B58-E911DADA5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403" y="989883"/>
            <a:ext cx="5364480" cy="3589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E9685B-0531-481E-BF7E-EAAE128D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4" y="3165762"/>
            <a:ext cx="3817620" cy="2857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64E1BB1-8AAC-4BB3-B46F-BF90F3451B9F}"/>
              </a:ext>
            </a:extLst>
          </p:cNvPr>
          <p:cNvSpPr/>
          <p:nvPr/>
        </p:nvSpPr>
        <p:spPr>
          <a:xfrm>
            <a:off x="11077369" y="3816163"/>
            <a:ext cx="555171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93823B-D2A4-40DC-A52C-0C77757648B5}"/>
              </a:ext>
            </a:extLst>
          </p:cNvPr>
          <p:cNvCxnSpPr>
            <a:cxnSpLocks/>
            <a:stCxn id="9" idx="3"/>
            <a:endCxn id="5" idx="3"/>
          </p:cNvCxnSpPr>
          <p:nvPr/>
        </p:nvCxnSpPr>
        <p:spPr>
          <a:xfrm flipV="1">
            <a:off x="10294115" y="4299323"/>
            <a:ext cx="864557" cy="580201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9D27F5A-A3D7-4878-98ED-B0169B6B286A}"/>
              </a:ext>
            </a:extLst>
          </p:cNvPr>
          <p:cNvSpPr txBox="1"/>
          <p:nvPr/>
        </p:nvSpPr>
        <p:spPr>
          <a:xfrm>
            <a:off x="829733" y="1224743"/>
            <a:ext cx="3623090" cy="15388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Clockwise and anti-clockwise sign for tightening /loosening nuts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</a:pPr>
            <a:r>
              <a:rPr lang="en-US" sz="2000" dirty="0">
                <a:solidFill>
                  <a:schemeClr val="tx2"/>
                </a:solidFill>
              </a:rPr>
              <a:t>Diagonal nuts sequencing 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Torque at 8 in-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lb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BD65F17-909A-44A6-98C3-B80F90EB3490}"/>
              </a:ext>
            </a:extLst>
          </p:cNvPr>
          <p:cNvCxnSpPr>
            <a:cxnSpLocks/>
          </p:cNvCxnSpPr>
          <p:nvPr/>
        </p:nvCxnSpPr>
        <p:spPr>
          <a:xfrm flipV="1">
            <a:off x="3802550" y="1573993"/>
            <a:ext cx="2894583" cy="29766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7DAB8D-2327-4F17-878E-884A0184AA35}"/>
              </a:ext>
            </a:extLst>
          </p:cNvPr>
          <p:cNvSpPr txBox="1"/>
          <p:nvPr/>
        </p:nvSpPr>
        <p:spPr>
          <a:xfrm>
            <a:off x="7211904" y="4694858"/>
            <a:ext cx="308221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Pin 1 label (triangle sign)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B2552-CC0F-485C-80B4-04C3C5356017}"/>
              </a:ext>
            </a:extLst>
          </p:cNvPr>
          <p:cNvSpPr txBox="1"/>
          <p:nvPr/>
        </p:nvSpPr>
        <p:spPr>
          <a:xfrm>
            <a:off x="4121341" y="4332113"/>
            <a:ext cx="2551290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Non symmetrical h/sink nuts layout – fixed orientation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6B21B0-27F6-4450-83D7-CC3FAD1271B4}"/>
              </a:ext>
            </a:extLst>
          </p:cNvPr>
          <p:cNvCxnSpPr>
            <a:cxnSpLocks/>
          </p:cNvCxnSpPr>
          <p:nvPr/>
        </p:nvCxnSpPr>
        <p:spPr>
          <a:xfrm flipH="1" flipV="1">
            <a:off x="3270145" y="3708896"/>
            <a:ext cx="791325" cy="815314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6266FE-1657-4593-8670-39114E2B04AD}"/>
              </a:ext>
            </a:extLst>
          </p:cNvPr>
          <p:cNvCxnSpPr>
            <a:cxnSpLocks/>
          </p:cNvCxnSpPr>
          <p:nvPr/>
        </p:nvCxnSpPr>
        <p:spPr>
          <a:xfrm flipH="1">
            <a:off x="3197581" y="5078208"/>
            <a:ext cx="839646" cy="55399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2E5B283-DC0D-4B4F-8B07-8BBC99062BE5}"/>
              </a:ext>
            </a:extLst>
          </p:cNvPr>
          <p:cNvSpPr/>
          <p:nvPr/>
        </p:nvSpPr>
        <p:spPr>
          <a:xfrm>
            <a:off x="7918307" y="1429933"/>
            <a:ext cx="1504257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4EFF1C-5144-4843-9D9F-85CFD73A8DA8}"/>
              </a:ext>
            </a:extLst>
          </p:cNvPr>
          <p:cNvSpPr txBox="1"/>
          <p:nvPr/>
        </p:nvSpPr>
        <p:spPr>
          <a:xfrm>
            <a:off x="7581492" y="578342"/>
            <a:ext cx="2337518" cy="4801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MY" sz="2800" b="1" dirty="0">
                <a:solidFill>
                  <a:srgbClr val="FF0000"/>
                </a:solidFill>
                <a:latin typeface="Arial Narrow" panose="020B0606020202030204" pitchFamily="34" charset="0"/>
              </a:rPr>
              <a:t>Torque 8 IN-LB</a:t>
            </a:r>
          </a:p>
        </p:txBody>
      </p:sp>
    </p:spTree>
    <p:extLst>
      <p:ext uri="{BB962C8B-B14F-4D97-AF65-F5344CB8AC3E}">
        <p14:creationId xmlns:p14="http://schemas.microsoft.com/office/powerpoint/2010/main" val="341651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F491-3DFD-4562-B035-6FF4D68C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291F72A-65E6-4EF7-8AEE-2208980EEEED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1248119680"/>
              </p:ext>
            </p:extLst>
          </p:nvPr>
        </p:nvGraphicFramePr>
        <p:xfrm>
          <a:off x="571500" y="1673225"/>
          <a:ext cx="7577075" cy="4434396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515415">
                  <a:extLst>
                    <a:ext uri="{9D8B030D-6E8A-4147-A177-3AD203B41FA5}">
                      <a16:colId xmlns:a16="http://schemas.microsoft.com/office/drawing/2014/main" val="391820842"/>
                    </a:ext>
                  </a:extLst>
                </a:gridCol>
                <a:gridCol w="1515415">
                  <a:extLst>
                    <a:ext uri="{9D8B030D-6E8A-4147-A177-3AD203B41FA5}">
                      <a16:colId xmlns:a16="http://schemas.microsoft.com/office/drawing/2014/main" val="764690742"/>
                    </a:ext>
                  </a:extLst>
                </a:gridCol>
                <a:gridCol w="1515415">
                  <a:extLst>
                    <a:ext uri="{9D8B030D-6E8A-4147-A177-3AD203B41FA5}">
                      <a16:colId xmlns:a16="http://schemas.microsoft.com/office/drawing/2014/main" val="2260709967"/>
                    </a:ext>
                  </a:extLst>
                </a:gridCol>
                <a:gridCol w="1515415">
                  <a:extLst>
                    <a:ext uri="{9D8B030D-6E8A-4147-A177-3AD203B41FA5}">
                      <a16:colId xmlns:a16="http://schemas.microsoft.com/office/drawing/2014/main" val="198951829"/>
                    </a:ext>
                  </a:extLst>
                </a:gridCol>
                <a:gridCol w="1515415">
                  <a:extLst>
                    <a:ext uri="{9D8B030D-6E8A-4147-A177-3AD203B41FA5}">
                      <a16:colId xmlns:a16="http://schemas.microsoft.com/office/drawing/2014/main" val="2718973062"/>
                    </a:ext>
                  </a:extLst>
                </a:gridCol>
              </a:tblGrid>
              <a:tr h="196965">
                <a:tc gridSpan="5">
                  <a:txBody>
                    <a:bodyPr/>
                    <a:lstStyle/>
                    <a:p>
                      <a:pPr algn="ctr"/>
                      <a:r>
                        <a:rPr lang="en-MY" sz="1600" dirty="0"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EPYC Processors Series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065981"/>
                  </a:ext>
                </a:extLst>
              </a:tr>
              <a:tr h="196965">
                <a:tc>
                  <a:txBody>
                    <a:bodyPr/>
                    <a:lstStyle/>
                    <a:p>
                      <a:pPr algn="ctr" fontAlgn="ctr"/>
                      <a:endParaRPr lang="en-MY" sz="1600" b="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7001 “Naples”</a:t>
                      </a:r>
                      <a:endParaRPr lang="en-MY" sz="1600" b="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7002 “Rome”</a:t>
                      </a:r>
                      <a:endParaRPr lang="en-MY" sz="1600" b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7003 “Milan”</a:t>
                      </a:r>
                      <a:endParaRPr lang="en-MY" sz="1600" b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7004 “Genoa”</a:t>
                      </a:r>
                      <a:endParaRPr lang="en-MY" sz="1600" b="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205374"/>
                  </a:ext>
                </a:extLst>
              </a:tr>
              <a:tr h="196965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Launch</a:t>
                      </a:r>
                      <a:endParaRPr lang="en-MY" sz="1600" b="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2017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2019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2021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2022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49"/>
                  </a:ext>
                </a:extLst>
              </a:tr>
              <a:tr h="196965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Architecture</a:t>
                      </a:r>
                      <a:endParaRPr lang="en-MY" sz="1600" b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14nm Zen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7nm Zen2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7nm Zen3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5nm Zen4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586066"/>
                  </a:ext>
                </a:extLst>
              </a:tr>
              <a:tr h="340212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Socket</a:t>
                      </a:r>
                      <a:endParaRPr lang="en-MY" sz="1600" b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SP3 (LGA4094)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SP3 (LGA4094)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SP3 (LGA4094)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SP5 (LGA-6096)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596613"/>
                  </a:ext>
                </a:extLst>
              </a:tr>
              <a:tr h="340212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Modules/</a:t>
                      </a:r>
                      <a:r>
                        <a:rPr lang="en-MY" sz="1600" dirty="0" err="1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Chiplets</a:t>
                      </a:r>
                      <a:endParaRPr lang="en-MY" sz="1600" b="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4x CCD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8x CCD + 1x I/0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8x CCD + 1x I/O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12x CCD + 1x I/O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352543"/>
                  </a:ext>
                </a:extLst>
              </a:tr>
              <a:tr h="340212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 Cores</a:t>
                      </a:r>
                      <a:endParaRPr lang="en-MY" sz="1600" b="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32C/64T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64C/128T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64C/128T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96C/192T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981405"/>
                  </a:ext>
                </a:extLst>
              </a:tr>
              <a:tr h="340212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 Clock</a:t>
                      </a:r>
                      <a:endParaRPr lang="en-MY" sz="1600" b="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3.8 GHz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3.9 GHz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4.1 GHz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TBC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738594"/>
                  </a:ext>
                </a:extLst>
              </a:tr>
              <a:tr h="340212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Memory Support</a:t>
                      </a:r>
                      <a:endParaRPr lang="en-MY" sz="1600" b="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8ch DDR4-2666 ECC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8ch DDR4-3200 ECC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8ch DDR4-3200 EEC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12ch DDR5-5200 ECC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890808"/>
                  </a:ext>
                </a:extLst>
              </a:tr>
              <a:tr h="340212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PCIe Lanes</a:t>
                      </a:r>
                      <a:endParaRPr lang="en-MY" sz="1600" b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128x Gen3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128x Gen4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128x Gen4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160x Gen5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260842"/>
                  </a:ext>
                </a:extLst>
              </a:tr>
              <a:tr h="196965">
                <a:tc>
                  <a:txBody>
                    <a:bodyPr/>
                    <a:lstStyle/>
                    <a:p>
                      <a:pPr algn="ctr" fontAlgn="ctr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 TDP</a:t>
                      </a:r>
                      <a:endParaRPr lang="en-MY" sz="1600" b="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200W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280W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280W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MY" sz="16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 200 – 400W</a:t>
                      </a:r>
                      <a:endParaRPr lang="en-MY" sz="1600" dirty="0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0141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9B2CEBD-03AF-4E8A-AC1F-BB252DF7FD2D}"/>
              </a:ext>
            </a:extLst>
          </p:cNvPr>
          <p:cNvSpPr txBox="1"/>
          <p:nvPr/>
        </p:nvSpPr>
        <p:spPr>
          <a:xfrm>
            <a:off x="8681478" y="2795245"/>
            <a:ext cx="3135792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Rumors of product to be launched with Low Temperature Solder (LTS) PCBA processes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30B4DF-72AF-4AE1-AEB3-258B873CF18E}"/>
              </a:ext>
            </a:extLst>
          </p:cNvPr>
          <p:cNvSpPr/>
          <p:nvPr/>
        </p:nvSpPr>
        <p:spPr>
          <a:xfrm>
            <a:off x="6493397" y="1523999"/>
            <a:ext cx="1782502" cy="4762501"/>
          </a:xfrm>
          <a:prstGeom prst="roundRect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739A81-DA8F-4491-952C-E2235C481305}"/>
              </a:ext>
            </a:extLst>
          </p:cNvPr>
          <p:cNvCxnSpPr>
            <a:cxnSpLocks/>
          </p:cNvCxnSpPr>
          <p:nvPr/>
        </p:nvCxnSpPr>
        <p:spPr>
          <a:xfrm flipH="1" flipV="1">
            <a:off x="8275901" y="2164622"/>
            <a:ext cx="625496" cy="630623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headEnd w="lg" len="lg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FABC08-B8EB-47D7-BBEC-286E2775E27F}"/>
              </a:ext>
            </a:extLst>
          </p:cNvPr>
          <p:cNvCxnSpPr>
            <a:cxnSpLocks/>
          </p:cNvCxnSpPr>
          <p:nvPr/>
        </p:nvCxnSpPr>
        <p:spPr>
          <a:xfrm flipH="1">
            <a:off x="8148576" y="5555848"/>
            <a:ext cx="879674" cy="371915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headEnd w="lg" len="lg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628F11-BDC5-4891-8A71-A4869792B189}"/>
              </a:ext>
            </a:extLst>
          </p:cNvPr>
          <p:cNvSpPr txBox="1"/>
          <p:nvPr/>
        </p:nvSpPr>
        <p:spPr>
          <a:xfrm>
            <a:off x="8588413" y="4827779"/>
            <a:ext cx="3135792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Will LTS happen with liquid cooling ? </a:t>
            </a:r>
          </a:p>
        </p:txBody>
      </p:sp>
      <p:sp>
        <p:nvSpPr>
          <p:cNvPr id="12" name="Action Button: Go Back or Previous 1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1E97142-F4B5-4315-A714-A7146F1DFE75}"/>
              </a:ext>
            </a:extLst>
          </p:cNvPr>
          <p:cNvSpPr/>
          <p:nvPr/>
        </p:nvSpPr>
        <p:spPr>
          <a:xfrm>
            <a:off x="10625559" y="243068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1480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1DEA1C-1B07-411C-959A-0F3F0A6E901F}"/>
              </a:ext>
            </a:extLst>
          </p:cNvPr>
          <p:cNvGraphicFramePr>
            <a:graphicFrameLocks noGrp="1"/>
          </p:cNvGraphicFramePr>
          <p:nvPr/>
        </p:nvGraphicFramePr>
        <p:xfrm>
          <a:off x="3805016" y="1375827"/>
          <a:ext cx="4272037" cy="37795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152805026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2789103158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Top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143100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Line 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Marking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78664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GRP1LINE1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Swirl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747778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GRP1LINE2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CONFIDENTIAL {Intel Brand and Brand Modifier}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20187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GRP1LINE3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N/A {SKU level/Naming}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8299006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GRP1LINE4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QDF4 {SPEC}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77429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GRP1LINE5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{FPO} {</a:t>
                      </a:r>
                      <a:r>
                        <a:rPr lang="en-MY" sz="1400" dirty="0" err="1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eX</a:t>
                      </a:r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69433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GRP1LINE6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 {PPIN+SPEC}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30973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GRP1LINE7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Package Carrier Mark (PCM)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989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GRP1LINE8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Pin1 Mark on 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857708"/>
                  </a:ext>
                </a:extLst>
              </a:tr>
              <a:tr h="4913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Mark/ VID </a:t>
                      </a:r>
                    </a:p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(on substrate)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Random number  (normally used for FACR)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720130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8488B94F-EDF0-4B1F-BDE0-5D02555E3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25606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64D45B5-9907-48CA-BCB2-44B31780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484" y="316386"/>
            <a:ext cx="11453336" cy="575733"/>
          </a:xfrm>
        </p:spPr>
        <p:txBody>
          <a:bodyPr/>
          <a:lstStyle/>
          <a:p>
            <a:r>
              <a:rPr lang="en-US" dirty="0"/>
              <a:t>Sapphire Rapids Processor Marking and Identification</a:t>
            </a:r>
            <a:endParaRPr lang="en-MY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985D721-702A-49FE-A6D5-DD2DAA8AE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393597" y="1839970"/>
            <a:ext cx="4564616" cy="344643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E2B6269-7908-4583-A657-A05E5BBBF4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5400000">
            <a:off x="7649358" y="1887280"/>
            <a:ext cx="4696919" cy="3479199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AEC1A65-5D5B-4302-8705-05B3570E635D}"/>
              </a:ext>
            </a:extLst>
          </p:cNvPr>
          <p:cNvCxnSpPr/>
          <p:nvPr/>
        </p:nvCxnSpPr>
        <p:spPr>
          <a:xfrm flipH="1">
            <a:off x="8439868" y="1007866"/>
            <a:ext cx="381965" cy="300942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C422F9C-7C94-4FB9-8A4B-2A0C860D33CF}"/>
              </a:ext>
            </a:extLst>
          </p:cNvPr>
          <p:cNvSpPr txBox="1"/>
          <p:nvPr/>
        </p:nvSpPr>
        <p:spPr>
          <a:xfrm>
            <a:off x="8821833" y="796973"/>
            <a:ext cx="1216424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Pin 1 Mark</a:t>
            </a:r>
            <a:endParaRPr kumimoji="0" lang="en-MY" sz="2000" b="0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D216D7-045C-43DC-BC77-93C226D20DCC}"/>
              </a:ext>
            </a:extLst>
          </p:cNvPr>
          <p:cNvCxnSpPr>
            <a:cxnSpLocks/>
            <a:endCxn id="44" idx="4"/>
          </p:cNvCxnSpPr>
          <p:nvPr/>
        </p:nvCxnSpPr>
        <p:spPr>
          <a:xfrm flipH="1" flipV="1">
            <a:off x="10412931" y="4012071"/>
            <a:ext cx="374674" cy="213693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D5E1E1-2D5C-40A0-816A-6F5D5ED4A328}"/>
              </a:ext>
            </a:extLst>
          </p:cNvPr>
          <p:cNvSpPr txBox="1"/>
          <p:nvPr/>
        </p:nvSpPr>
        <p:spPr>
          <a:xfrm>
            <a:off x="10654299" y="6167329"/>
            <a:ext cx="952901" cy="3077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2DID</a:t>
            </a:r>
            <a:endParaRPr kumimoji="0" lang="en-MY" sz="2000" b="0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EFEBC6-E005-4970-9150-9208E9B5C8EA}"/>
              </a:ext>
            </a:extLst>
          </p:cNvPr>
          <p:cNvSpPr/>
          <p:nvPr/>
        </p:nvSpPr>
        <p:spPr>
          <a:xfrm>
            <a:off x="10038257" y="3429000"/>
            <a:ext cx="749348" cy="583071"/>
          </a:xfrm>
          <a:prstGeom prst="ellipse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001B373-B0B1-4215-96BC-FCB07672FEB2}"/>
              </a:ext>
            </a:extLst>
          </p:cNvPr>
          <p:cNvGrpSpPr/>
          <p:nvPr/>
        </p:nvGrpSpPr>
        <p:grpSpPr>
          <a:xfrm>
            <a:off x="941487" y="4170627"/>
            <a:ext cx="3456941" cy="2087054"/>
            <a:chOff x="941487" y="4170627"/>
            <a:chExt cx="3456941" cy="2087054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EDAF49E-CEF7-4058-9A91-C196593A5813}"/>
                </a:ext>
              </a:extLst>
            </p:cNvPr>
            <p:cNvCxnSpPr/>
            <p:nvPr/>
          </p:nvCxnSpPr>
          <p:spPr>
            <a:xfrm flipH="1">
              <a:off x="941487" y="5101882"/>
              <a:ext cx="381965" cy="300942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33E6EC-CB25-44E2-97A4-2187D57DD655}"/>
                </a:ext>
              </a:extLst>
            </p:cNvPr>
            <p:cNvSpPr txBox="1"/>
            <p:nvPr/>
          </p:nvSpPr>
          <p:spPr>
            <a:xfrm>
              <a:off x="956046" y="4811578"/>
              <a:ext cx="121642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Pin 1 Mark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26DA93A-5B46-4EF8-866C-5C11F46A0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0181" y="5824804"/>
              <a:ext cx="458914" cy="317090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59721A-B81D-4C87-874D-893BD1F06F53}"/>
                </a:ext>
              </a:extLst>
            </p:cNvPr>
            <p:cNvSpPr txBox="1"/>
            <p:nvPr/>
          </p:nvSpPr>
          <p:spPr>
            <a:xfrm>
              <a:off x="3445527" y="5949904"/>
              <a:ext cx="9529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FF0000"/>
                  </a:solidFill>
                </a:rPr>
                <a:t>VID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D4ECA2C-8700-49D2-9052-447666DBB3E7}"/>
                </a:ext>
              </a:extLst>
            </p:cNvPr>
            <p:cNvSpPr/>
            <p:nvPr/>
          </p:nvSpPr>
          <p:spPr>
            <a:xfrm>
              <a:off x="2321505" y="5275775"/>
              <a:ext cx="749348" cy="583071"/>
            </a:xfrm>
            <a:prstGeom prst="ellipse">
              <a:avLst/>
            </a:prstGeom>
            <a:noFill/>
            <a:ln w="19050" cap="flat">
              <a:solidFill>
                <a:srgbClr val="FF0000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MY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D8FAF55-0987-40E6-88BA-19FB58550490}"/>
                </a:ext>
              </a:extLst>
            </p:cNvPr>
            <p:cNvSpPr txBox="1"/>
            <p:nvPr/>
          </p:nvSpPr>
          <p:spPr>
            <a:xfrm>
              <a:off x="2902478" y="4974363"/>
              <a:ext cx="9529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PCM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7995362-E498-4925-B9C3-5E10E57DB9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505" y="4170627"/>
              <a:ext cx="665535" cy="807773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685B13AF-A8B8-46A2-9426-D93E77DC078F}"/>
                </a:ext>
              </a:extLst>
            </p:cNvPr>
            <p:cNvSpPr txBox="1"/>
            <p:nvPr/>
          </p:nvSpPr>
          <p:spPr>
            <a:xfrm>
              <a:off x="2900591" y="4974348"/>
              <a:ext cx="952901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PCM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3518FAB-EF8A-4FC6-8827-50FE2E31DF79}"/>
              </a:ext>
            </a:extLst>
          </p:cNvPr>
          <p:cNvGrpSpPr/>
          <p:nvPr/>
        </p:nvGrpSpPr>
        <p:grpSpPr>
          <a:xfrm>
            <a:off x="803154" y="2346725"/>
            <a:ext cx="2191943" cy="2645653"/>
            <a:chOff x="803154" y="2346725"/>
            <a:chExt cx="2191943" cy="2645653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A6D0F908-BE30-4EC9-B8B7-B4544224B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03154" y="2346725"/>
              <a:ext cx="2110137" cy="2222104"/>
            </a:xfrm>
            <a:prstGeom prst="rect">
              <a:avLst/>
            </a:prstGeom>
            <a:ln w="38100">
              <a:solidFill>
                <a:srgbClr val="FF6600"/>
              </a:solidFill>
              <a:prstDash val="lgDashDot"/>
            </a:ln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B6A45D7-6B34-45EF-A375-B52368ED9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0773" y="4582807"/>
              <a:ext cx="334324" cy="409571"/>
            </a:xfrm>
            <a:prstGeom prst="straightConnector1">
              <a:avLst/>
            </a:prstGeom>
            <a:noFill/>
            <a:ln w="381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14ADE9D-1F72-46E5-B9C4-BADB9E1937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8792" y="3714368"/>
            <a:ext cx="312433" cy="14287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3245DA-664F-47E7-9818-7506BA67B8FC}"/>
              </a:ext>
            </a:extLst>
          </p:cNvPr>
          <p:cNvGraphicFramePr>
            <a:graphicFrameLocks noGrp="1"/>
          </p:cNvGraphicFramePr>
          <p:nvPr/>
        </p:nvGraphicFramePr>
        <p:xfrm>
          <a:off x="3805655" y="5231504"/>
          <a:ext cx="4272037" cy="609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879440638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519738633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Bottom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47753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2DID (2D Matrix</a:t>
                      </a:r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FPO+ Random number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666325"/>
                  </a:ext>
                </a:extLst>
              </a:tr>
            </a:tbl>
          </a:graphicData>
        </a:graphic>
      </p:graphicFrame>
      <p:sp>
        <p:nvSpPr>
          <p:cNvPr id="28" name="Oval 27">
            <a:extLst>
              <a:ext uri="{FF2B5EF4-FFF2-40B4-BE49-F238E27FC236}">
                <a16:creationId xmlns:a16="http://schemas.microsoft.com/office/drawing/2014/main" id="{995CB4B2-348F-43C5-8CA1-75211D4A340A}"/>
              </a:ext>
            </a:extLst>
          </p:cNvPr>
          <p:cNvSpPr/>
          <p:nvPr/>
        </p:nvSpPr>
        <p:spPr>
          <a:xfrm>
            <a:off x="9276257" y="3523525"/>
            <a:ext cx="749348" cy="583071"/>
          </a:xfrm>
          <a:prstGeom prst="ellipse">
            <a:avLst/>
          </a:prstGeom>
          <a:noFill/>
          <a:ln w="190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F6B36A-AE26-49A1-8484-3BDC974F9BB9}"/>
              </a:ext>
            </a:extLst>
          </p:cNvPr>
          <p:cNvCxnSpPr>
            <a:cxnSpLocks/>
          </p:cNvCxnSpPr>
          <p:nvPr/>
        </p:nvCxnSpPr>
        <p:spPr>
          <a:xfrm flipV="1">
            <a:off x="8801267" y="4087136"/>
            <a:ext cx="727436" cy="205475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E5FE09A-2C5E-4EA3-9CE6-2AF016B7D571}"/>
              </a:ext>
            </a:extLst>
          </p:cNvPr>
          <p:cNvSpPr txBox="1"/>
          <p:nvPr/>
        </p:nvSpPr>
        <p:spPr>
          <a:xfrm>
            <a:off x="4402089" y="5983349"/>
            <a:ext cx="476289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SN – not good meaning to keep once the FPO human readable is removed </a:t>
            </a:r>
            <a:endParaRPr kumimoji="0" lang="en-MY" sz="2000" b="0" i="0" u="none" strike="noStrike" cap="none" spc="0" normalizeH="0" baseline="0" dirty="0" err="1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4695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390387-C95C-45EE-A3CE-D7AA92CA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Whitley/Cedar Island Processor (Ice Lake &amp; Cooper Lake)</a:t>
            </a:r>
            <a:endParaRPr lang="en-MY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D4F1080-6601-42FC-BB30-0947F2DA19C7}"/>
              </a:ext>
            </a:extLst>
          </p:cNvPr>
          <p:cNvGraphicFramePr>
            <a:graphicFrameLocks noGrp="1"/>
          </p:cNvGraphicFramePr>
          <p:nvPr/>
        </p:nvGraphicFramePr>
        <p:xfrm>
          <a:off x="3808730" y="1691640"/>
          <a:ext cx="4272037" cy="34747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232752110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253089536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Top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8839705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Line 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Marking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069565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GRP1LINE1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Swirl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890160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GRP1LINE2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INTEL CONFIDENTIAL {Intel Brand and Brand Modifier}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033527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GRP1LINE3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N/A {SKU level/Naming}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122051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GRP1LINE4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SPEC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26330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GRP1LINE5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FPO  </a:t>
                      </a:r>
                      <a:r>
                        <a:rPr lang="en-MY" sz="1400" dirty="0" err="1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eX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830434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GRP1LINE6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 {PPIN+SPEC}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16829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GRP1LINE8 (on IHS)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Pin1 Mark on Lid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20720"/>
                  </a:ext>
                </a:extLst>
              </a:tr>
              <a:tr h="49137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 Mark/ VID </a:t>
                      </a:r>
                    </a:p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(on substrate)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Random number  (normally used for FACR)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592125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53950D3D-7681-4ECA-8B6B-B19586B13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24" y="1707247"/>
            <a:ext cx="2984442" cy="4063537"/>
          </a:xfrm>
          <a:prstGeom prst="rect">
            <a:avLst/>
          </a:prstGeom>
        </p:spPr>
      </p:pic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0E98E95-B3A0-46AE-B7BA-7331A8DA60A1}"/>
              </a:ext>
            </a:extLst>
          </p:cNvPr>
          <p:cNvGraphicFramePr>
            <a:graphicFrameLocks noGrp="1"/>
          </p:cNvGraphicFramePr>
          <p:nvPr/>
        </p:nvGraphicFramePr>
        <p:xfrm>
          <a:off x="3805655" y="5231504"/>
          <a:ext cx="4272037" cy="609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7842">
                  <a:extLst>
                    <a:ext uri="{9D8B030D-6E8A-4147-A177-3AD203B41FA5}">
                      <a16:colId xmlns:a16="http://schemas.microsoft.com/office/drawing/2014/main" val="2879440638"/>
                    </a:ext>
                  </a:extLst>
                </a:gridCol>
                <a:gridCol w="2444195">
                  <a:extLst>
                    <a:ext uri="{9D8B030D-6E8A-4147-A177-3AD203B41FA5}">
                      <a16:colId xmlns:a16="http://schemas.microsoft.com/office/drawing/2014/main" val="519738633"/>
                    </a:ext>
                  </a:extLst>
                </a:gridCol>
              </a:tblGrid>
              <a:tr h="219390">
                <a:tc gridSpan="2">
                  <a:txBody>
                    <a:bodyPr/>
                    <a:lstStyle/>
                    <a:p>
                      <a:pPr marL="0" marR="0" lvl="0" indent="0" algn="ctr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Bottom side Marking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47753"/>
                  </a:ext>
                </a:extLst>
              </a:tr>
              <a:tr h="25703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2DID (2D Matrix</a:t>
                      </a:r>
                      <a:r>
                        <a:rPr lang="en-MY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FPO+ SN (Random number)</a:t>
                      </a:r>
                      <a:endParaRPr lang="en-MY" sz="1400" dirty="0">
                        <a:effectLst/>
                        <a:latin typeface="Intel Clear" panose="020B0604020203020204" pitchFamily="34" charset="0"/>
                        <a:ea typeface="Intel Clear" panose="020B0604020203020204" pitchFamily="34" charset="0"/>
                        <a:cs typeface="Intel Clear" panose="020B0604020203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666325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B6064404-FD66-448C-A38A-240C83E17829}"/>
              </a:ext>
            </a:extLst>
          </p:cNvPr>
          <p:cNvSpPr txBox="1"/>
          <p:nvPr/>
        </p:nvSpPr>
        <p:spPr>
          <a:xfrm>
            <a:off x="433888" y="1161544"/>
            <a:ext cx="3447165" cy="4546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Top Side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23D5509-60EB-4FF0-8F8F-2BB47D0B07A2}"/>
              </a:ext>
            </a:extLst>
          </p:cNvPr>
          <p:cNvSpPr/>
          <p:nvPr/>
        </p:nvSpPr>
        <p:spPr>
          <a:xfrm>
            <a:off x="6112934" y="3777343"/>
            <a:ext cx="270933" cy="217441"/>
          </a:xfrm>
          <a:prstGeom prst="ellipse">
            <a:avLst/>
          </a:prstGeom>
          <a:noFill/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382061B-1650-4BA7-9891-99225766D9D2}"/>
              </a:ext>
            </a:extLst>
          </p:cNvPr>
          <p:cNvSpPr txBox="1"/>
          <p:nvPr/>
        </p:nvSpPr>
        <p:spPr>
          <a:xfrm>
            <a:off x="8531000" y="1228028"/>
            <a:ext cx="3447165" cy="4546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Bottom Side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019A0B-5528-4E48-869D-D0342B1F7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804743" y="2344732"/>
            <a:ext cx="4192808" cy="3059617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867616C-3E15-40D6-A0A4-92773F82350B}"/>
              </a:ext>
            </a:extLst>
          </p:cNvPr>
          <p:cNvGrpSpPr/>
          <p:nvPr/>
        </p:nvGrpSpPr>
        <p:grpSpPr>
          <a:xfrm>
            <a:off x="8531000" y="2563479"/>
            <a:ext cx="2748144" cy="3810656"/>
            <a:chOff x="8531000" y="2563479"/>
            <a:chExt cx="2748144" cy="381065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E2C1085-E390-4F2B-A7A8-277150A51C1F}"/>
                </a:ext>
              </a:extLst>
            </p:cNvPr>
            <p:cNvCxnSpPr/>
            <p:nvPr/>
          </p:nvCxnSpPr>
          <p:spPr>
            <a:xfrm rot="10800000" flipH="1">
              <a:off x="10797353" y="5934643"/>
              <a:ext cx="381965" cy="300942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4B40218-64CD-42C2-BDEF-47D2BE758C51}"/>
                </a:ext>
              </a:extLst>
            </p:cNvPr>
            <p:cNvCxnSpPr>
              <a:cxnSpLocks/>
            </p:cNvCxnSpPr>
            <p:nvPr/>
          </p:nvCxnSpPr>
          <p:spPr>
            <a:xfrm>
              <a:off x="9188463" y="2992586"/>
              <a:ext cx="214649" cy="394643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0871DBA-DDCB-40A8-B15A-0083831402D7}"/>
                </a:ext>
              </a:extLst>
            </p:cNvPr>
            <p:cNvSpPr txBox="1"/>
            <p:nvPr/>
          </p:nvSpPr>
          <p:spPr>
            <a:xfrm>
              <a:off x="8531000" y="4261325"/>
              <a:ext cx="755077" cy="30777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2DID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701D459-D48C-48EA-91EE-5790214146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8538" y="3816337"/>
              <a:ext cx="494574" cy="431717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26D40C7A-BBB1-4CDC-A3A7-350FED05CE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5789" y="3995397"/>
              <a:ext cx="411565" cy="387259"/>
            </a:xfrm>
            <a:prstGeom prst="straightConnector1">
              <a:avLst/>
            </a:prstGeom>
            <a:noFill/>
            <a:ln w="25400" cap="flat">
              <a:solidFill>
                <a:srgbClr val="FF0000"/>
              </a:solidFill>
              <a:prstDash val="solid"/>
              <a:miter lim="400000"/>
              <a:tailEnd type="stealth" w="lg" len="lg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3A49EE-D369-47AF-B141-F2913B512077}"/>
                </a:ext>
              </a:extLst>
            </p:cNvPr>
            <p:cNvSpPr txBox="1"/>
            <p:nvPr/>
          </p:nvSpPr>
          <p:spPr>
            <a:xfrm>
              <a:off x="9657858" y="6066358"/>
              <a:ext cx="1216424" cy="3077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"/>
                </a:rPr>
                <a:t>Pin 1 Mark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FCBDE36-BE4C-4DDD-BAB9-6D34210F498D}"/>
                </a:ext>
              </a:extLst>
            </p:cNvPr>
            <p:cNvSpPr txBox="1"/>
            <p:nvPr/>
          </p:nvSpPr>
          <p:spPr>
            <a:xfrm>
              <a:off x="8531000" y="2563479"/>
              <a:ext cx="1744224" cy="6155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Serial Number </a:t>
              </a:r>
            </a:p>
            <a:p>
              <a:pPr marL="0" marR="0" indent="0" algn="l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(SN)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4AE82D8-F192-4FAB-8EAA-A87B498A6DFC}"/>
                </a:ext>
              </a:extLst>
            </p:cNvPr>
            <p:cNvSpPr txBox="1"/>
            <p:nvPr/>
          </p:nvSpPr>
          <p:spPr>
            <a:xfrm>
              <a:off x="10524067" y="4310103"/>
              <a:ext cx="755077" cy="30777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 anchorCtr="0">
              <a:spAutoFit/>
            </a:bodyPr>
            <a:lstStyle/>
            <a:p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spc="0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highlight>
                    <a:srgbClr val="C0C0C0"/>
                  </a:highlight>
                  <a:uFillTx/>
                  <a:latin typeface="+mn-lt"/>
                  <a:ea typeface="+mn-ea"/>
                  <a:cs typeface="+mn-cs"/>
                  <a:sym typeface="Helvetica Neue"/>
                </a:rPr>
                <a:t>FPO</a:t>
              </a:r>
              <a:endParaRPr kumimoji="0" lang="en-MY" sz="2000" b="0" i="0" u="none" strike="noStrike" cap="none" spc="0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C0C0C0"/>
                </a:highlight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717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04E7373-61FD-470F-9CFE-DE6578FE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Purley</a:t>
            </a:r>
            <a:r>
              <a:rPr lang="en-US" dirty="0"/>
              <a:t> Processor (Cascade Lake)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2195" y="1528557"/>
            <a:ext cx="3598536" cy="4682537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cxnSpLocks/>
          </p:cNvCxnSpPr>
          <p:nvPr/>
        </p:nvCxnSpPr>
        <p:spPr>
          <a:xfrm flipH="1" flipV="1">
            <a:off x="2192110" y="4364514"/>
            <a:ext cx="430977" cy="704263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72733" y="5176125"/>
            <a:ext cx="3037888" cy="7019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467" dirty="0">
                <a:solidFill>
                  <a:srgbClr val="FF0000"/>
                </a:solidFill>
              </a:rPr>
              <a:t>2DID Matrix (PPIN + SSPEC)</a:t>
            </a:r>
          </a:p>
          <a:p>
            <a:pPr>
              <a:spcBef>
                <a:spcPts val="0"/>
              </a:spcBef>
            </a:pPr>
            <a:r>
              <a:rPr lang="en-US" sz="1467" dirty="0">
                <a:solidFill>
                  <a:srgbClr val="FF0000"/>
                </a:solidFill>
              </a:rPr>
              <a:t>Dimensions: 2.4mm x5.2mm – alternate traceability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74B3F6-10F5-437E-AD04-DE30167CF7B4}"/>
              </a:ext>
            </a:extLst>
          </p:cNvPr>
          <p:cNvSpPr txBox="1"/>
          <p:nvPr/>
        </p:nvSpPr>
        <p:spPr>
          <a:xfrm>
            <a:off x="1019402" y="985531"/>
            <a:ext cx="3447165" cy="4546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Top Side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2DB966-D539-4A49-9D5B-E91DF8673D29}"/>
              </a:ext>
            </a:extLst>
          </p:cNvPr>
          <p:cNvSpPr txBox="1"/>
          <p:nvPr/>
        </p:nvSpPr>
        <p:spPr>
          <a:xfrm>
            <a:off x="5303455" y="1009140"/>
            <a:ext cx="3561065" cy="51616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867" dirty="0">
                <a:solidFill>
                  <a:srgbClr val="003C71"/>
                </a:solidFill>
              </a:rPr>
              <a:t>Example of Marking on Package Bottom Side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082136-C0B9-44A5-BEFC-06B0ED1DA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>
            <a:off x="5187716" y="1508592"/>
            <a:ext cx="3561064" cy="4769283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B18B65BB-D199-41D6-AC3A-74725565AFC3}"/>
              </a:ext>
            </a:extLst>
          </p:cNvPr>
          <p:cNvSpPr/>
          <p:nvPr/>
        </p:nvSpPr>
        <p:spPr>
          <a:xfrm>
            <a:off x="6013769" y="2795513"/>
            <a:ext cx="1940380" cy="2107513"/>
          </a:xfrm>
          <a:prstGeom prst="ellipse">
            <a:avLst/>
          </a:prstGeom>
          <a:noFill/>
          <a:ln w="57150">
            <a:solidFill>
              <a:srgbClr val="66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0F4DF88-CAC1-4AD6-97C9-60703685F7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010204" y="1039993"/>
            <a:ext cx="2958051" cy="3139440"/>
          </a:xfrm>
          <a:prstGeom prst="ellipse">
            <a:avLst/>
          </a:prstGeom>
          <a:ln w="63500" cap="rnd">
            <a:solidFill>
              <a:srgbClr val="66FF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AB25A32-3AA2-434D-8E76-DC98515907EB}"/>
              </a:ext>
            </a:extLst>
          </p:cNvPr>
          <p:cNvSpPr txBox="1"/>
          <p:nvPr/>
        </p:nvSpPr>
        <p:spPr>
          <a:xfrm>
            <a:off x="9916099" y="526643"/>
            <a:ext cx="1318137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SN (00042)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9CD7533-5EC3-48F8-9E98-E79A595E2815}"/>
              </a:ext>
            </a:extLst>
          </p:cNvPr>
          <p:cNvCxnSpPr>
            <a:cxnSpLocks/>
          </p:cNvCxnSpPr>
          <p:nvPr/>
        </p:nvCxnSpPr>
        <p:spPr>
          <a:xfrm flipH="1">
            <a:off x="9843011" y="803578"/>
            <a:ext cx="290204" cy="832163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F1B37A8-200F-4A06-A5B8-5B8AB6F3C87A}"/>
              </a:ext>
            </a:extLst>
          </p:cNvPr>
          <p:cNvSpPr/>
          <p:nvPr/>
        </p:nvSpPr>
        <p:spPr>
          <a:xfrm>
            <a:off x="9069507" y="4262502"/>
            <a:ext cx="2668064" cy="16459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97331B-F1D8-4E9F-8729-06D1EFE805CA}"/>
              </a:ext>
            </a:extLst>
          </p:cNvPr>
          <p:cNvSpPr txBox="1"/>
          <p:nvPr/>
        </p:nvSpPr>
        <p:spPr>
          <a:xfrm>
            <a:off x="10846440" y="4326885"/>
            <a:ext cx="99899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sz="1400" dirty="0"/>
              <a:t>FPO</a:t>
            </a:r>
          </a:p>
          <a:p>
            <a:pPr algn="ctr">
              <a:spcBef>
                <a:spcPts val="0"/>
              </a:spcBef>
            </a:pPr>
            <a:r>
              <a:rPr lang="en-US" sz="1400" dirty="0"/>
              <a:t>(L928F212)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257C5AE-9B11-44A1-93B2-66D4368E2E7E}"/>
              </a:ext>
            </a:extLst>
          </p:cNvPr>
          <p:cNvCxnSpPr>
            <a:cxnSpLocks/>
          </p:cNvCxnSpPr>
          <p:nvPr/>
        </p:nvCxnSpPr>
        <p:spPr>
          <a:xfrm flipH="1" flipV="1">
            <a:off x="11234236" y="3584116"/>
            <a:ext cx="112637" cy="696495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407B59-10BD-45D4-ACB8-75C50261AA08}"/>
              </a:ext>
            </a:extLst>
          </p:cNvPr>
          <p:cNvCxnSpPr>
            <a:cxnSpLocks/>
          </p:cNvCxnSpPr>
          <p:nvPr/>
        </p:nvCxnSpPr>
        <p:spPr>
          <a:xfrm flipV="1">
            <a:off x="9529877" y="2707204"/>
            <a:ext cx="0" cy="1472229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90A5A30-0B46-4F84-BAE6-BB996079FA9E}"/>
              </a:ext>
            </a:extLst>
          </p:cNvPr>
          <p:cNvSpPr txBox="1"/>
          <p:nvPr/>
        </p:nvSpPr>
        <p:spPr>
          <a:xfrm>
            <a:off x="9069507" y="4160877"/>
            <a:ext cx="1455848" cy="8679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0"/>
              </a:spcBef>
            </a:pPr>
            <a:r>
              <a:rPr lang="en-US" sz="1400" dirty="0"/>
              <a:t>2DID Matrix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FPO + SN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(L928F21200042)</a:t>
            </a:r>
          </a:p>
          <a:p>
            <a:pPr>
              <a:spcBef>
                <a:spcPts val="0"/>
              </a:spcBef>
            </a:pPr>
            <a:endParaRPr 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E8320D-5D60-4FB4-8303-019807D918DD}"/>
              </a:ext>
            </a:extLst>
          </p:cNvPr>
          <p:cNvSpPr txBox="1"/>
          <p:nvPr/>
        </p:nvSpPr>
        <p:spPr>
          <a:xfrm>
            <a:off x="8858478" y="4937631"/>
            <a:ext cx="2143140" cy="55951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67" dirty="0">
                <a:solidFill>
                  <a:srgbClr val="003C71"/>
                </a:solidFill>
              </a:rPr>
              <a:t>(Traceability purpose  -- content is different to top side 2DIDs)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6CE5DF7-ABB5-44B6-B126-AD419726EC04}"/>
              </a:ext>
            </a:extLst>
          </p:cNvPr>
          <p:cNvCxnSpPr>
            <a:cxnSpLocks/>
          </p:cNvCxnSpPr>
          <p:nvPr/>
        </p:nvCxnSpPr>
        <p:spPr>
          <a:xfrm flipV="1">
            <a:off x="7943452" y="2905760"/>
            <a:ext cx="1066753" cy="577749"/>
          </a:xfrm>
          <a:prstGeom prst="straightConnector1">
            <a:avLst/>
          </a:prstGeom>
          <a:ln w="76200">
            <a:solidFill>
              <a:srgbClr val="66FF33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6C9B5CE-5D92-41EA-B659-A82D72C1F3EC}"/>
              </a:ext>
            </a:extLst>
          </p:cNvPr>
          <p:cNvSpPr txBox="1"/>
          <p:nvPr/>
        </p:nvSpPr>
        <p:spPr>
          <a:xfrm>
            <a:off x="387141" y="5897162"/>
            <a:ext cx="649179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Pin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687E6-D77F-4A58-9EC1-0FFEA6AC4EF0}"/>
              </a:ext>
            </a:extLst>
          </p:cNvPr>
          <p:cNvSpPr txBox="1"/>
          <p:nvPr/>
        </p:nvSpPr>
        <p:spPr>
          <a:xfrm>
            <a:off x="4661443" y="1600517"/>
            <a:ext cx="649179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33" dirty="0"/>
              <a:t>Pin 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DB5BA5-D329-4D0F-888E-FDE1F41D1387}"/>
              </a:ext>
            </a:extLst>
          </p:cNvPr>
          <p:cNvCxnSpPr>
            <a:cxnSpLocks/>
          </p:cNvCxnSpPr>
          <p:nvPr/>
        </p:nvCxnSpPr>
        <p:spPr>
          <a:xfrm flipV="1">
            <a:off x="3076575" y="1691839"/>
            <a:ext cx="1027228" cy="632261"/>
          </a:xfrm>
          <a:prstGeom prst="straightConnector1">
            <a:avLst/>
          </a:prstGeom>
          <a:ln w="28575">
            <a:solidFill>
              <a:srgbClr val="FF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BFAD059-C8E5-4BA2-999C-766D701BB74C}"/>
              </a:ext>
            </a:extLst>
          </p:cNvPr>
          <p:cNvSpPr txBox="1"/>
          <p:nvPr/>
        </p:nvSpPr>
        <p:spPr>
          <a:xfrm>
            <a:off x="1946813" y="2392955"/>
            <a:ext cx="1898189" cy="5315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67" dirty="0">
                <a:solidFill>
                  <a:srgbClr val="FF0000"/>
                </a:solidFill>
              </a:rPr>
              <a:t>Standard 2DID Matrix for traceability  (random numbers)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218F65-C660-4B58-83DE-6B4B3385B1DB}"/>
              </a:ext>
            </a:extLst>
          </p:cNvPr>
          <p:cNvSpPr/>
          <p:nvPr/>
        </p:nvSpPr>
        <p:spPr>
          <a:xfrm>
            <a:off x="9209314" y="2111829"/>
            <a:ext cx="633697" cy="595375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4803D6-743A-4631-B97C-B16CC62E9924}"/>
              </a:ext>
            </a:extLst>
          </p:cNvPr>
          <p:cNvSpPr/>
          <p:nvPr/>
        </p:nvSpPr>
        <p:spPr>
          <a:xfrm>
            <a:off x="9032333" y="3996840"/>
            <a:ext cx="1580521" cy="940791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Action Button: Go Back or Previous 37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864E403-115F-43BA-AC3A-C0953C1D90EC}"/>
              </a:ext>
            </a:extLst>
          </p:cNvPr>
          <p:cNvSpPr/>
          <p:nvPr/>
        </p:nvSpPr>
        <p:spPr>
          <a:xfrm>
            <a:off x="11204585" y="96627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3621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86AA8-7B65-40A1-A38A-0A0D1EB8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70" y="571500"/>
            <a:ext cx="5956752" cy="952499"/>
          </a:xfrm>
        </p:spPr>
        <p:txBody>
          <a:bodyPr/>
          <a:lstStyle/>
          <a:p>
            <a:r>
              <a:rPr lang="en-US" dirty="0"/>
              <a:t>FTT / Sys </a:t>
            </a:r>
            <a:r>
              <a:rPr lang="en-US" dirty="0" err="1"/>
              <a:t>Assm</a:t>
            </a:r>
            <a:r>
              <a:rPr lang="en-US" dirty="0"/>
              <a:t> Tool </a:t>
            </a:r>
            <a:br>
              <a:rPr lang="en-US" dirty="0"/>
            </a:br>
            <a:r>
              <a:rPr lang="en-US" sz="3600" dirty="0"/>
              <a:t>(Manual)</a:t>
            </a:r>
            <a:endParaRPr lang="en-MY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39B496-23F6-4E30-B61D-F4636006F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0" y="1674474"/>
            <a:ext cx="5001854" cy="273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12EA73-0215-4206-80EC-61D262B04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464" y="359674"/>
            <a:ext cx="4653023" cy="2791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E2CD0-2D67-4AAF-BDD1-CD878B838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087" y="3429000"/>
            <a:ext cx="4758400" cy="3069326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B7B124-7E86-4DBA-94D9-31DE11FDE808}"/>
              </a:ext>
            </a:extLst>
          </p:cNvPr>
          <p:cNvCxnSpPr>
            <a:cxnSpLocks/>
          </p:cNvCxnSpPr>
          <p:nvPr/>
        </p:nvCxnSpPr>
        <p:spPr>
          <a:xfrm>
            <a:off x="5382228" y="4943528"/>
            <a:ext cx="1801041" cy="1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BDE241-B2B1-4318-9CA7-A34614A3DA84}"/>
              </a:ext>
            </a:extLst>
          </p:cNvPr>
          <p:cNvSpPr txBox="1"/>
          <p:nvPr/>
        </p:nvSpPr>
        <p:spPr>
          <a:xfrm>
            <a:off x="451412" y="4561146"/>
            <a:ext cx="5428527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1-push to lock anti-tilt wires at 1-time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lang="en-US" dirty="0">
                <a:solidFill>
                  <a:schemeClr val="tx2"/>
                </a:solidFill>
              </a:rPr>
              <a:t>Provide a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guide rail for the torque driver bit, prevent bit hitting PEEK nuts and nuts tightening with angle. 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lang="en-US" dirty="0">
                <a:solidFill>
                  <a:schemeClr val="tx2"/>
                </a:solidFill>
              </a:rPr>
              <a:t>Need nuts sequencing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381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3676-C53D-4A37-AE4E-1AF68591E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FTT / Sys </a:t>
            </a:r>
            <a:r>
              <a:rPr lang="en-US" dirty="0" err="1"/>
              <a:t>Assm</a:t>
            </a:r>
            <a:r>
              <a:rPr lang="en-US" dirty="0"/>
              <a:t> Tool </a:t>
            </a:r>
            <a:br>
              <a:rPr lang="en-US" dirty="0"/>
            </a:br>
            <a:r>
              <a:rPr lang="en-US" sz="3600" dirty="0"/>
              <a:t>(Auto)</a:t>
            </a:r>
            <a:endParaRPr lang="en-MY" dirty="0"/>
          </a:p>
        </p:txBody>
      </p:sp>
      <p:sp>
        <p:nvSpPr>
          <p:cNvPr id="3" name="Action Button: Go Back or Previous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3022FC1-71A4-40F6-9E09-EC6220314914}"/>
              </a:ext>
            </a:extLst>
          </p:cNvPr>
          <p:cNvSpPr/>
          <p:nvPr/>
        </p:nvSpPr>
        <p:spPr>
          <a:xfrm>
            <a:off x="11065045" y="128180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0129C-A2C8-4BD4-B760-C2775E40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00" y="1047749"/>
            <a:ext cx="5060837" cy="51832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83F77B-7003-4B42-AA28-7597D894EAC6}"/>
              </a:ext>
            </a:extLst>
          </p:cNvPr>
          <p:cNvSpPr txBox="1"/>
          <p:nvPr/>
        </p:nvSpPr>
        <p:spPr>
          <a:xfrm>
            <a:off x="403587" y="2690336"/>
            <a:ext cx="5428527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1-push to lock anti-tilt wires at 1-time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lang="en-US" dirty="0">
                <a:solidFill>
                  <a:schemeClr val="tx2"/>
                </a:solidFill>
              </a:rPr>
              <a:t>Provide a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guide rail for the torque driver bit, prevent bit hitting PEEK nuts and nuts tightening with angle.   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Clutch to driver 4 nuts tighten at single torque. </a:t>
            </a:r>
          </a:p>
        </p:txBody>
      </p:sp>
    </p:spTree>
    <p:extLst>
      <p:ext uri="{BB962C8B-B14F-4D97-AF65-F5344CB8AC3E}">
        <p14:creationId xmlns:p14="http://schemas.microsoft.com/office/powerpoint/2010/main" val="151688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DE58-3D52-44E9-AA59-E1FAC5EF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Dust Cover, easy to install, easy to uninstall (</a:t>
            </a:r>
            <a:r>
              <a:rPr lang="zh-CN" altLang="en-US" dirty="0"/>
              <a:t>易装，易拆 </a:t>
            </a:r>
            <a:r>
              <a:rPr lang="en-MY" altLang="zh-CN" dirty="0"/>
              <a:t>– no ergo spec concerns</a:t>
            </a:r>
            <a:r>
              <a:rPr lang="zh-CN" altLang="en-US" dirty="0"/>
              <a:t>）</a:t>
            </a:r>
            <a:endParaRPr lang="en-MY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CF1541E-748C-40E2-A552-A32C34ADA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487" y="2565508"/>
            <a:ext cx="3177513" cy="27803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A52BBFD-62C9-4957-A30B-0241F715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098" y="2470318"/>
            <a:ext cx="5433353" cy="3424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60B099-8F6A-4E6C-AC04-F0CEFDB1B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70" y="1728427"/>
            <a:ext cx="2769968" cy="3801178"/>
          </a:xfrm>
          <a:prstGeom prst="rect">
            <a:avLst/>
          </a:prstGeom>
          <a:solidFill>
            <a:srgbClr val="000000">
              <a:shade val="95000"/>
            </a:srgbClr>
          </a:solidFill>
          <a:ln w="76200" cap="sq">
            <a:solidFill>
              <a:srgbClr val="26FA3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735FF6-DACB-4107-87C3-67CFF7819A07}"/>
              </a:ext>
            </a:extLst>
          </p:cNvPr>
          <p:cNvSpPr txBox="1"/>
          <p:nvPr/>
        </p:nvSpPr>
        <p:spPr>
          <a:xfrm>
            <a:off x="428729" y="5646037"/>
            <a:ext cx="2912609" cy="135421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DELL socket cover</a:t>
            </a:r>
          </a:p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(Available on eBay,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w/additional feature attached on bolster)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09B05A-20AD-4F0D-BAD5-CF3F6C8F1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403077" y="2138111"/>
            <a:ext cx="3776774" cy="2769968"/>
          </a:xfrm>
          <a:prstGeom prst="rect">
            <a:avLst/>
          </a:prstGeom>
          <a:solidFill>
            <a:srgbClr val="000000">
              <a:shade val="95000"/>
            </a:srgbClr>
          </a:solidFill>
          <a:ln w="76200" cap="sq">
            <a:solidFill>
              <a:srgbClr val="26FA3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195F7F5C-4917-49DE-BF2D-471F1CD9F5A9}"/>
              </a:ext>
            </a:extLst>
          </p:cNvPr>
          <p:cNvSpPr/>
          <p:nvPr/>
        </p:nvSpPr>
        <p:spPr>
          <a:xfrm>
            <a:off x="3854460" y="2118167"/>
            <a:ext cx="762722" cy="1251177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17F74C6-BC75-42BE-95BD-C3A32A2F1269}"/>
              </a:ext>
            </a:extLst>
          </p:cNvPr>
          <p:cNvSpPr/>
          <p:nvPr/>
        </p:nvSpPr>
        <p:spPr>
          <a:xfrm>
            <a:off x="2397890" y="1578226"/>
            <a:ext cx="1236562" cy="1049227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453C9-1C8A-42E9-B080-7AA211646E67}"/>
              </a:ext>
            </a:extLst>
          </p:cNvPr>
          <p:cNvSpPr txBox="1"/>
          <p:nvPr/>
        </p:nvSpPr>
        <p:spPr>
          <a:xfrm>
            <a:off x="8129659" y="5646037"/>
            <a:ext cx="3611146" cy="646331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HPE socket cover</a:t>
            </a:r>
          </a:p>
          <a:p>
            <a:pPr algn="ctr" defTabSz="2438338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rPr>
              <a:t>(FOXCONN)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DBF1E7-63F6-4036-A04E-9EBB150CB607}"/>
              </a:ext>
            </a:extLst>
          </p:cNvPr>
          <p:cNvSpPr/>
          <p:nvPr/>
        </p:nvSpPr>
        <p:spPr>
          <a:xfrm>
            <a:off x="4103267" y="5014025"/>
            <a:ext cx="908571" cy="663615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Action Button: Go Back or Previous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36C87561-4283-4B9B-B03E-8CA3DD9EEF4D}"/>
              </a:ext>
            </a:extLst>
          </p:cNvPr>
          <p:cNvSpPr/>
          <p:nvPr/>
        </p:nvSpPr>
        <p:spPr>
          <a:xfrm>
            <a:off x="11026601" y="1126601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7D7114-CDA0-4C74-A006-0EC4E5BFB0DC}"/>
              </a:ext>
            </a:extLst>
          </p:cNvPr>
          <p:cNvSpPr txBox="1"/>
          <p:nvPr/>
        </p:nvSpPr>
        <p:spPr>
          <a:xfrm>
            <a:off x="5130305" y="1620945"/>
            <a:ext cx="1245156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Anti tilt features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BCD4505-4E27-4378-B15A-882EFE7BBD95}"/>
              </a:ext>
            </a:extLst>
          </p:cNvPr>
          <p:cNvCxnSpPr>
            <a:cxnSpLocks/>
            <a:stCxn id="14" idx="1"/>
            <a:endCxn id="21" idx="7"/>
          </p:cNvCxnSpPr>
          <p:nvPr/>
        </p:nvCxnSpPr>
        <p:spPr>
          <a:xfrm flipH="1">
            <a:off x="4505484" y="1990277"/>
            <a:ext cx="624821" cy="311121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5AB4AF-F702-473C-B3C4-1224C431CFE0}"/>
              </a:ext>
            </a:extLst>
          </p:cNvPr>
          <p:cNvSpPr txBox="1"/>
          <p:nvPr/>
        </p:nvSpPr>
        <p:spPr>
          <a:xfrm>
            <a:off x="4831621" y="5969202"/>
            <a:ext cx="2402555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t>protection for metal debris ?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178CBF-E6C0-4EA9-871D-B4FE07811DC6}"/>
              </a:ext>
            </a:extLst>
          </p:cNvPr>
          <p:cNvCxnSpPr>
            <a:cxnSpLocks/>
          </p:cNvCxnSpPr>
          <p:nvPr/>
        </p:nvCxnSpPr>
        <p:spPr>
          <a:xfrm flipH="1" flipV="1">
            <a:off x="4557553" y="5646038"/>
            <a:ext cx="260341" cy="601246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53450B-C1B4-4072-A22E-3D7FE241BC4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752883" y="2359609"/>
            <a:ext cx="622578" cy="3169996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9990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DD20-D995-4F28-BE35-67B44E97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Huawei XH321 V5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Purley</a:t>
            </a:r>
            <a:r>
              <a:rPr lang="en-US" dirty="0"/>
              <a:t>)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DD4A4-4099-4B56-8076-87E47D611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151" y="1200707"/>
            <a:ext cx="4743497" cy="2525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A111E0-3754-4AA7-908E-F47EBE602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230" y="859411"/>
            <a:ext cx="3962400" cy="3909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100AE-46D1-4325-8672-4B8726775CF8}"/>
              </a:ext>
            </a:extLst>
          </p:cNvPr>
          <p:cNvSpPr txBox="1"/>
          <p:nvPr/>
        </p:nvSpPr>
        <p:spPr>
          <a:xfrm>
            <a:off x="7880254" y="4869391"/>
            <a:ext cx="3962400" cy="738664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Customer claimed their PHLM is giving 30% </a:t>
            </a:r>
            <a:r>
              <a:rPr lang="en-US" dirty="0">
                <a:solidFill>
                  <a:schemeClr val="tx2"/>
                </a:solidFill>
              </a:rPr>
              <a:t>in cost </a:t>
            </a: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saving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19499E-03BB-4121-BA6D-270B29519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315" y="3912343"/>
            <a:ext cx="7397915" cy="245923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41AC7BE-E60C-48E1-B391-1437704525EB}"/>
              </a:ext>
            </a:extLst>
          </p:cNvPr>
          <p:cNvSpPr/>
          <p:nvPr/>
        </p:nvSpPr>
        <p:spPr>
          <a:xfrm>
            <a:off x="3476878" y="4243802"/>
            <a:ext cx="423790" cy="756461"/>
          </a:xfrm>
          <a:prstGeom prst="ellipse">
            <a:avLst/>
          </a:prstGeom>
          <a:noFill/>
          <a:ln w="5715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73A056-0508-47D6-9B5F-245E2F8E1CED}"/>
              </a:ext>
            </a:extLst>
          </p:cNvPr>
          <p:cNvCxnSpPr>
            <a:cxnSpLocks/>
          </p:cNvCxnSpPr>
          <p:nvPr/>
        </p:nvCxnSpPr>
        <p:spPr>
          <a:xfrm>
            <a:off x="2314937" y="3229337"/>
            <a:ext cx="945193" cy="1181610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332880B-9657-4372-B72A-7147DE05AE1C}"/>
              </a:ext>
            </a:extLst>
          </p:cNvPr>
          <p:cNvSpPr txBox="1"/>
          <p:nvPr/>
        </p:nvSpPr>
        <p:spPr>
          <a:xfrm>
            <a:off x="169827" y="1738095"/>
            <a:ext cx="2308217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>
                <a:solidFill>
                  <a:schemeClr val="tx2"/>
                </a:solidFill>
              </a:rPr>
              <a:t>Phillips screw driver to tighten all 4 + 2 screws</a:t>
            </a:r>
            <a:endParaRPr kumimoji="0" lang="en-US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2954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1760-755B-445F-95B1-00A55CF6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ILM Concept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CC4CA-8231-44BA-9F54-2CCDE498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3637280"/>
            <a:ext cx="3276600" cy="257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5D51EE-6E27-41AE-B379-1B8178EE3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70" y="1747520"/>
            <a:ext cx="9083040" cy="1889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EDDD27-D4DE-43C1-A943-3E12C1041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818" y="3772351"/>
            <a:ext cx="3407582" cy="24409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F4516A-051B-4FEA-990E-089CAC733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778" y="3692103"/>
            <a:ext cx="3276600" cy="252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0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30F2FC-401D-43F3-ABB3-B948B1D75C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059" y="1567250"/>
            <a:ext cx="4280491" cy="3128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373D2C-0BE2-4F74-9472-4AAA3268AC8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9975" y="1210963"/>
            <a:ext cx="5201231" cy="384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5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422" y="1783240"/>
            <a:ext cx="4629380" cy="3576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6765" y="1453583"/>
            <a:ext cx="3707336" cy="2328408"/>
          </a:xfrm>
          <a:prstGeom prst="rect">
            <a:avLst/>
          </a:prstGeom>
        </p:spPr>
      </p:pic>
      <p:sp>
        <p:nvSpPr>
          <p:cNvPr id="8" name="Right Brace 7"/>
          <p:cNvSpPr/>
          <p:nvPr/>
        </p:nvSpPr>
        <p:spPr>
          <a:xfrm>
            <a:off x="5499100" y="1651000"/>
            <a:ext cx="203200" cy="3784600"/>
          </a:xfrm>
          <a:prstGeom prst="rightBrace">
            <a:avLst>
              <a:gd name="adj1" fmla="val 8333"/>
              <a:gd name="adj2" fmla="val 5000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0101" y="3900747"/>
            <a:ext cx="3543300" cy="219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7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CCBF-6158-48CF-A12A-FD62057C1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57" y="287934"/>
            <a:ext cx="11010816" cy="952499"/>
          </a:xfrm>
        </p:spPr>
        <p:txBody>
          <a:bodyPr/>
          <a:lstStyle/>
          <a:p>
            <a:r>
              <a:rPr lang="en-US" dirty="0"/>
              <a:t>Example (Dell):</a:t>
            </a:r>
            <a:br>
              <a:rPr lang="en-US" dirty="0"/>
            </a:br>
            <a:r>
              <a:rPr lang="en-US" dirty="0"/>
              <a:t>Power Edge T440, R740XD2 (</a:t>
            </a:r>
            <a:r>
              <a:rPr lang="en-US" dirty="0" err="1"/>
              <a:t>Purley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&amp; R7525 (EPYC SP3)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F25EB3-83E5-4CEF-95F2-2967C804F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65" y="2078388"/>
            <a:ext cx="7822532" cy="35102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4E05AA-8521-4293-AD7A-4A96020C6202}"/>
              </a:ext>
            </a:extLst>
          </p:cNvPr>
          <p:cNvSpPr txBox="1"/>
          <p:nvPr/>
        </p:nvSpPr>
        <p:spPr>
          <a:xfrm>
            <a:off x="291566" y="5661171"/>
            <a:ext cx="6305178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2000" dirty="0">
                <a:solidFill>
                  <a:schemeClr val="tx2"/>
                </a:solidFill>
                <a:hlinkClick r:id="rId3"/>
              </a:rPr>
              <a:t>https://www.dell.com/support/kbdoc/en-sg/000063913/dell-emc-poweredge-t440-how-to-remove-and-install-a-system-board-qrl-video</a:t>
            </a:r>
            <a:r>
              <a:rPr lang="en-MY" sz="2000" dirty="0">
                <a:solidFill>
                  <a:schemeClr val="tx2"/>
                </a:solidFill>
              </a:rPr>
              <a:t> 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endParaRPr kumimoji="0" lang="en-MY" sz="2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8140E-41B7-4239-BE3F-B1CE7F5F49CB}"/>
              </a:ext>
            </a:extLst>
          </p:cNvPr>
          <p:cNvSpPr txBox="1"/>
          <p:nvPr/>
        </p:nvSpPr>
        <p:spPr>
          <a:xfrm>
            <a:off x="6934200" y="5595169"/>
            <a:ext cx="383177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2000" dirty="0">
                <a:solidFill>
                  <a:schemeClr val="tx2"/>
                </a:solidFill>
                <a:hlinkClick r:id="rId4"/>
              </a:rPr>
              <a:t>https://cdn.cnetcontent.com/a1/49/a149014d-d35a-444f-8752-2dc0898e107f.pdf</a:t>
            </a:r>
            <a:r>
              <a:rPr lang="en-MY" sz="2000" dirty="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6CDE95-C727-45D7-9EB9-02FE60DF2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274" y="3357795"/>
            <a:ext cx="4354232" cy="2230872"/>
          </a:xfrm>
          <a:prstGeom prst="rect">
            <a:avLst/>
          </a:prstGeom>
          <a:ln w="38100">
            <a:solidFill>
              <a:srgbClr val="26FA3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84ADD6-EC75-4631-BE6B-4818369CB9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787" y="2325681"/>
            <a:ext cx="2814645" cy="3015691"/>
          </a:xfrm>
          <a:prstGeom prst="rect">
            <a:avLst/>
          </a:prstGeom>
          <a:ln w="38100">
            <a:solidFill>
              <a:srgbClr val="26FA3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C44384-67A7-467C-8043-1BC814B575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7154" y="163286"/>
            <a:ext cx="1790703" cy="225417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DA6236-748D-4E75-8138-EB3029311DFF}"/>
              </a:ext>
            </a:extLst>
          </p:cNvPr>
          <p:cNvSpPr/>
          <p:nvPr/>
        </p:nvSpPr>
        <p:spPr>
          <a:xfrm>
            <a:off x="9780812" y="1076946"/>
            <a:ext cx="98516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chemeClr val="tx2"/>
                </a:solidFill>
              </a:rPr>
              <a:t>EPYC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67B465-7C09-4E8A-9D6D-4E1B2C95E653}"/>
              </a:ext>
            </a:extLst>
          </p:cNvPr>
          <p:cNvSpPr/>
          <p:nvPr/>
        </p:nvSpPr>
        <p:spPr>
          <a:xfrm>
            <a:off x="8700518" y="2352386"/>
            <a:ext cx="2747009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1800" dirty="0">
                <a:solidFill>
                  <a:schemeClr val="accent1"/>
                </a:solidFill>
                <a:hlinkClick r:id="rId8"/>
              </a:rPr>
              <a:t>https://www.youtube.com/watch?v=wIx2GSRjIIE</a:t>
            </a:r>
            <a:r>
              <a:rPr lang="en-MY" sz="18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6E4C4-BB22-42B6-A260-76E967EDB473}"/>
              </a:ext>
            </a:extLst>
          </p:cNvPr>
          <p:cNvSpPr txBox="1"/>
          <p:nvPr/>
        </p:nvSpPr>
        <p:spPr>
          <a:xfrm>
            <a:off x="7097137" y="3258767"/>
            <a:ext cx="4540034" cy="147732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rgbClr val="FF0000"/>
                </a:solidFill>
              </a:rPr>
              <a:t>No label on heatsink – 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rgbClr val="FF0000"/>
                </a:solidFill>
              </a:rPr>
              <a:t>For Purley, probably due to the bolster design only required to tighten 2 nuts. </a:t>
            </a:r>
            <a:endParaRPr kumimoji="0" lang="en-MY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7439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513D-84C9-48DD-BC6F-048A8C77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HPE/</a:t>
            </a:r>
            <a:r>
              <a:rPr lang="en-US" dirty="0" err="1"/>
              <a:t>Inventec</a:t>
            </a:r>
            <a:r>
              <a:rPr lang="en-US" dirty="0"/>
              <a:t> CPU PnP Tool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8AAA8-B3DA-480B-AA69-B2D703C8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599" y="1978997"/>
            <a:ext cx="3462307" cy="25759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027698-E093-41AC-9ED4-2285ABE938D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20" y="1765972"/>
            <a:ext cx="3645583" cy="3001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596502-FC79-41A7-88A8-A34C7E914C2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238237" y="2099674"/>
            <a:ext cx="3885513" cy="2800848"/>
          </a:xfrm>
          <a:prstGeom prst="rect">
            <a:avLst/>
          </a:prstGeom>
        </p:spPr>
      </p:pic>
      <p:sp>
        <p:nvSpPr>
          <p:cNvPr id="6" name="Action Button: Go Back or Previous 5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D02A6EC-3F73-48BB-98CF-5C83DC07E028}"/>
              </a:ext>
            </a:extLst>
          </p:cNvPr>
          <p:cNvSpPr/>
          <p:nvPr/>
        </p:nvSpPr>
        <p:spPr>
          <a:xfrm>
            <a:off x="11026601" y="1126601"/>
            <a:ext cx="555585" cy="462988"/>
          </a:xfrm>
          <a:prstGeom prst="actionButtonBackPrevious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8449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E78E-DAC7-4869-BB60-C45F0800C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</a:t>
            </a:r>
            <a:br>
              <a:rPr lang="en-US" dirty="0"/>
            </a:br>
            <a:r>
              <a:rPr lang="en-US" dirty="0"/>
              <a:t>LGA4189 /Cedar Island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A1FC56-121C-4A97-AFFF-905333913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43" y="2149822"/>
            <a:ext cx="5334501" cy="38315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E6AA5E-212E-4240-B3DC-612762B7E9E4}"/>
              </a:ext>
            </a:extLst>
          </p:cNvPr>
          <p:cNvSpPr txBox="1"/>
          <p:nvPr/>
        </p:nvSpPr>
        <p:spPr>
          <a:xfrm>
            <a:off x="966493" y="5376244"/>
            <a:ext cx="4191000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1800" dirty="0">
                <a:solidFill>
                  <a:schemeClr val="tx2"/>
                </a:solidFill>
                <a:hlinkClick r:id="rId3"/>
              </a:rPr>
              <a:t>https://www.servethehome.com/installing-a-3rd-generation-intel-xeon-scalable-lga4189-cpu-and-cooler/3rd-gen-intel-xeon-scalable-heatsink-top/</a:t>
            </a:r>
            <a:r>
              <a:rPr lang="en-MY" sz="1800" dirty="0">
                <a:solidFill>
                  <a:schemeClr val="tx2"/>
                </a:solidFill>
              </a:rPr>
              <a:t> </a:t>
            </a:r>
            <a:endParaRPr kumimoji="0" lang="en-MY" sz="18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80FD40-3AF5-4665-8133-E9F017EB0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81" y="2740079"/>
            <a:ext cx="3990512" cy="2467188"/>
          </a:xfrm>
          <a:prstGeom prst="rect">
            <a:avLst/>
          </a:prstGeom>
          <a:ln w="57150">
            <a:solidFill>
              <a:srgbClr val="66FF33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11F16A-31A7-4A01-84E7-044A9DFD059B}"/>
              </a:ext>
            </a:extLst>
          </p:cNvPr>
          <p:cNvSpPr txBox="1"/>
          <p:nvPr/>
        </p:nvSpPr>
        <p:spPr>
          <a:xfrm>
            <a:off x="2915818" y="1678433"/>
            <a:ext cx="308221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Pin 1 label (triangle sign)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7A246D-8F18-48B0-ABA8-823D3021476E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818957" y="1863099"/>
            <a:ext cx="2096861" cy="1360217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3F256F-A958-4687-9D44-4D3747C36FD8}"/>
              </a:ext>
            </a:extLst>
          </p:cNvPr>
          <p:cNvCxnSpPr>
            <a:cxnSpLocks/>
          </p:cNvCxnSpPr>
          <p:nvPr/>
        </p:nvCxnSpPr>
        <p:spPr>
          <a:xfrm flipH="1">
            <a:off x="3154202" y="3665660"/>
            <a:ext cx="3458354" cy="535956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5A121C6-D8F4-4AFF-B4AA-2FBD2422F395}"/>
              </a:ext>
            </a:extLst>
          </p:cNvPr>
          <p:cNvSpPr/>
          <p:nvPr/>
        </p:nvSpPr>
        <p:spPr>
          <a:xfrm>
            <a:off x="775993" y="3864025"/>
            <a:ext cx="2286000" cy="675183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64803D-2344-4104-9469-080A627E28CB}"/>
              </a:ext>
            </a:extLst>
          </p:cNvPr>
          <p:cNvSpPr txBox="1"/>
          <p:nvPr/>
        </p:nvSpPr>
        <p:spPr>
          <a:xfrm>
            <a:off x="6612556" y="3563603"/>
            <a:ext cx="308221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Diagonal nuts sequence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8C45CD-C302-44DC-85AB-F568D76ED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798" y="362198"/>
            <a:ext cx="3765671" cy="273314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998096-09EC-4FF3-9002-4DC060E27E6B}"/>
              </a:ext>
            </a:extLst>
          </p:cNvPr>
          <p:cNvSpPr/>
          <p:nvPr/>
        </p:nvSpPr>
        <p:spPr>
          <a:xfrm>
            <a:off x="8537885" y="2468446"/>
            <a:ext cx="2181097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1800" dirty="0">
                <a:hlinkClick r:id="rId6"/>
              </a:rPr>
              <a:t>http://www.hojettech.com/</a:t>
            </a:r>
            <a:r>
              <a:rPr lang="en-MY" sz="1800">
                <a:hlinkClick r:id="rId6"/>
              </a:rPr>
              <a:t>pageId34/</a:t>
            </a:r>
            <a:r>
              <a:rPr lang="en-MY" sz="1800"/>
              <a:t> </a:t>
            </a:r>
            <a:endParaRPr lang="en-MY" sz="18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142CE0-942B-4450-9C15-A70C7D9FECDF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8153662" y="1524001"/>
            <a:ext cx="744971" cy="2039602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1A3F2947-FCA8-4164-9C2E-16871BC370E6}"/>
              </a:ext>
            </a:extLst>
          </p:cNvPr>
          <p:cNvSpPr/>
          <p:nvPr/>
        </p:nvSpPr>
        <p:spPr>
          <a:xfrm rot="1313835">
            <a:off x="7954835" y="926033"/>
            <a:ext cx="2286000" cy="675183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D0B639-9796-47BA-ADE3-66F8307D92F3}"/>
              </a:ext>
            </a:extLst>
          </p:cNvPr>
          <p:cNvSpPr txBox="1"/>
          <p:nvPr/>
        </p:nvSpPr>
        <p:spPr>
          <a:xfrm>
            <a:off x="5386019" y="5848940"/>
            <a:ext cx="2067219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1600" dirty="0">
                <a:solidFill>
                  <a:schemeClr val="tx2"/>
                </a:solidFill>
                <a:hlinkClick r:id="rId7"/>
              </a:rPr>
              <a:t>https://www.youtube.com/watch?v=GsYUKQyNGwM</a:t>
            </a:r>
            <a:r>
              <a:rPr lang="en-MY" sz="1600" dirty="0">
                <a:solidFill>
                  <a:schemeClr val="tx2"/>
                </a:solidFill>
              </a:rPr>
              <a:t> </a:t>
            </a:r>
            <a:endParaRPr kumimoji="0" lang="en-MY" sz="16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673414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9E61-98D4-4C80-A570-65410994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(Cisco):</a:t>
            </a:r>
            <a:br>
              <a:rPr lang="en-US" dirty="0"/>
            </a:br>
            <a:r>
              <a:rPr lang="en-US" dirty="0"/>
              <a:t>B200M5 (Purely) 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7E5D0-AE6B-488F-80EE-F9CB9B49B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53540"/>
            <a:ext cx="7764780" cy="3550920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F1DB18F7-9768-4E2B-BC0C-D215ED9A7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86" y="96915"/>
            <a:ext cx="554355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6ED897-82D1-42D3-8FAE-AF464A9A8A6A}"/>
              </a:ext>
            </a:extLst>
          </p:cNvPr>
          <p:cNvSpPr/>
          <p:nvPr/>
        </p:nvSpPr>
        <p:spPr>
          <a:xfrm>
            <a:off x="297303" y="5202496"/>
            <a:ext cx="7519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2000" dirty="0">
                <a:solidFill>
                  <a:srgbClr val="0563C1"/>
                </a:solidFill>
                <a:latin typeface="Calibri" panose="020F0502020204030204" pitchFamily="34" charset="0"/>
                <a:ea typeface="DengXian" panose="02010600030101010101" pitchFamily="2" charset="-122"/>
                <a:hlinkClick r:id="rId4"/>
              </a:rPr>
              <a:t>https://www.cisco.com/c/dam/en/us/products/collateral/servers-unified-computing/ucs-b-series-blade-servers/b200m5-specsheet.pdf</a:t>
            </a:r>
            <a:r>
              <a:rPr lang="en-MY" sz="2000" dirty="0">
                <a:solidFill>
                  <a:srgbClr val="0563C1"/>
                </a:solidFill>
                <a:latin typeface="Calibri" panose="020F0502020204030204" pitchFamily="34" charset="0"/>
                <a:ea typeface="DengXian" panose="02010600030101010101" pitchFamily="2" charset="-122"/>
              </a:rPr>
              <a:t> </a:t>
            </a:r>
            <a:endParaRPr lang="en-MY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61002-7E5F-4AE3-A5A4-111A56B3B3FD}"/>
              </a:ext>
            </a:extLst>
          </p:cNvPr>
          <p:cNvSpPr txBox="1"/>
          <p:nvPr/>
        </p:nvSpPr>
        <p:spPr>
          <a:xfrm>
            <a:off x="8470008" y="2988848"/>
            <a:ext cx="3082211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2 different labels (FRONT &amp; REAR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orientation)</a:t>
            </a:r>
          </a:p>
          <a:p>
            <a:pPr marL="457200" marR="0" indent="-4572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Using triangle sign as Pin 1 indicator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F48BDF3-90D2-4183-AB24-921E4BD220E1}"/>
              </a:ext>
            </a:extLst>
          </p:cNvPr>
          <p:cNvCxnSpPr>
            <a:cxnSpLocks/>
          </p:cNvCxnSpPr>
          <p:nvPr/>
        </p:nvCxnSpPr>
        <p:spPr>
          <a:xfrm flipH="1" flipV="1">
            <a:off x="6076778" y="3222681"/>
            <a:ext cx="2279822" cy="599149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0D82A08E-9B41-4829-AE50-CAE831C7E65E}"/>
              </a:ext>
            </a:extLst>
          </p:cNvPr>
          <p:cNvSpPr/>
          <p:nvPr/>
        </p:nvSpPr>
        <p:spPr>
          <a:xfrm>
            <a:off x="5521607" y="2709306"/>
            <a:ext cx="555171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625E4D-5F31-4228-A3E0-3D1ACE2E3229}"/>
              </a:ext>
            </a:extLst>
          </p:cNvPr>
          <p:cNvSpPr/>
          <p:nvPr/>
        </p:nvSpPr>
        <p:spPr>
          <a:xfrm>
            <a:off x="2689885" y="3429000"/>
            <a:ext cx="555171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817C0E3-84B5-4B6C-AA59-3701398A965D}"/>
              </a:ext>
            </a:extLst>
          </p:cNvPr>
          <p:cNvCxnSpPr>
            <a:cxnSpLocks/>
          </p:cNvCxnSpPr>
          <p:nvPr/>
        </p:nvCxnSpPr>
        <p:spPr>
          <a:xfrm flipH="1" flipV="1">
            <a:off x="3301760" y="3712028"/>
            <a:ext cx="5054840" cy="143727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C70E2A-1149-47AD-BAAB-53B10B182EB8}"/>
              </a:ext>
            </a:extLst>
          </p:cNvPr>
          <p:cNvCxnSpPr>
            <a:cxnSpLocks/>
          </p:cNvCxnSpPr>
          <p:nvPr/>
        </p:nvCxnSpPr>
        <p:spPr>
          <a:xfrm flipH="1">
            <a:off x="6542066" y="2422051"/>
            <a:ext cx="2145966" cy="560386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8463D8-F0E8-4205-AC7D-000C42EC730A}"/>
              </a:ext>
            </a:extLst>
          </p:cNvPr>
          <p:cNvSpPr txBox="1"/>
          <p:nvPr/>
        </p:nvSpPr>
        <p:spPr>
          <a:xfrm>
            <a:off x="8806143" y="2269074"/>
            <a:ext cx="252588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Clockwise sign for tightening nuts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A7DECF-C2DC-4955-BA93-FEB6256F2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561" y="4238125"/>
            <a:ext cx="2401627" cy="231307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8DA4122B-F017-4B0E-B4BA-DF8307983933}"/>
              </a:ext>
            </a:extLst>
          </p:cNvPr>
          <p:cNvSpPr txBox="1"/>
          <p:nvPr/>
        </p:nvSpPr>
        <p:spPr>
          <a:xfrm>
            <a:off x="3798866" y="6062642"/>
            <a:ext cx="5486400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sz="2000" dirty="0">
                <a:solidFill>
                  <a:schemeClr val="tx2"/>
                </a:solidFill>
                <a:hlinkClick r:id="rId6"/>
              </a:rPr>
              <a:t>https://www.ebay.com/itm/Cisco-Systems-UCSC-HS-C220M5-Heatsink-</a:t>
            </a:r>
            <a:r>
              <a:rPr lang="en-MY" sz="2000">
                <a:solidFill>
                  <a:schemeClr val="tx2"/>
                </a:solidFill>
                <a:hlinkClick r:id="rId6"/>
              </a:rPr>
              <a:t>/273943848392</a:t>
            </a:r>
            <a:r>
              <a:rPr lang="en-MY" sz="2000">
                <a:solidFill>
                  <a:schemeClr val="tx2"/>
                </a:solidFill>
              </a:rPr>
              <a:t> </a:t>
            </a:r>
            <a:endParaRPr kumimoji="0" lang="en-MY" sz="20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8393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608B6-BB5D-4A11-B9C9-BC9819F21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(HPE):</a:t>
            </a:r>
            <a:br>
              <a:rPr lang="en-US" dirty="0"/>
            </a:br>
            <a:r>
              <a:rPr lang="en-US" dirty="0"/>
              <a:t>DL360, DL580 &amp; Synergy 660 (</a:t>
            </a:r>
            <a:r>
              <a:rPr lang="en-US" dirty="0" err="1"/>
              <a:t>Purley</a:t>
            </a:r>
            <a:r>
              <a:rPr lang="en-US" dirty="0"/>
              <a:t>)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3598AC-A754-49EC-8CA0-49175595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3" y="1962149"/>
            <a:ext cx="6558466" cy="3633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04AF9-56B1-4C1E-970A-67FD6E19F57E}"/>
              </a:ext>
            </a:extLst>
          </p:cNvPr>
          <p:cNvSpPr txBox="1"/>
          <p:nvPr/>
        </p:nvSpPr>
        <p:spPr>
          <a:xfrm>
            <a:off x="446314" y="5547836"/>
            <a:ext cx="11010815" cy="110799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  <a:hlinkClick r:id="rId3"/>
              </a:rPr>
              <a:t>https://techlibrary.hpe.com/docs/synergy/660_Gen10/setup_install/GUID-CC673F5D-4456-4C60-883A-F242360251F0.html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  <a:hlinkClick r:id="rId4"/>
              </a:rPr>
              <a:t>https://intelligentservers.co.uk</a:t>
            </a:r>
            <a:r>
              <a:rPr lang="en-US" sz="1800">
                <a:solidFill>
                  <a:schemeClr val="tx2"/>
                </a:solidFill>
                <a:hlinkClick r:id="rId4"/>
              </a:rPr>
              <a:t>/hpe-dl580-gen10-intel-xeon-gold-6136-3-0ghz-12-core-150w-processor-kit-878135-b21-875724-001</a:t>
            </a:r>
            <a:r>
              <a:rPr lang="en-US" sz="1800">
                <a:solidFill>
                  <a:schemeClr val="tx2"/>
                </a:solidFill>
              </a:rPr>
              <a:t> </a:t>
            </a: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313E08-17A7-40E8-8912-4F3A1AD4D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9860" y="863629"/>
            <a:ext cx="2928462" cy="5355260"/>
          </a:xfrm>
          <a:prstGeom prst="rect">
            <a:avLst/>
          </a:prstGeom>
          <a:ln w="76200">
            <a:solidFill>
              <a:srgbClr val="26FA3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6B8C98-5E4B-4571-8341-2C93DDDAE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7306" y="1807418"/>
            <a:ext cx="4814716" cy="3633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6DFF93-066A-497A-848D-DF9CCDA243C0}"/>
              </a:ext>
            </a:extLst>
          </p:cNvPr>
          <p:cNvSpPr txBox="1"/>
          <p:nvPr/>
        </p:nvSpPr>
        <p:spPr>
          <a:xfrm>
            <a:off x="9122229" y="704067"/>
            <a:ext cx="192677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Orientation </a:t>
            </a:r>
            <a:endParaRPr kumimoji="0" lang="en-MY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5EA10B-075A-47CB-97CC-847D8580C148}"/>
              </a:ext>
            </a:extLst>
          </p:cNvPr>
          <p:cNvCxnSpPr>
            <a:cxnSpLocks/>
          </p:cNvCxnSpPr>
          <p:nvPr/>
        </p:nvCxnSpPr>
        <p:spPr>
          <a:xfrm flipH="1">
            <a:off x="9144001" y="1115003"/>
            <a:ext cx="490663" cy="679199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0339A31-21F7-4386-A50B-DD0469914299}"/>
              </a:ext>
            </a:extLst>
          </p:cNvPr>
          <p:cNvSpPr/>
          <p:nvPr/>
        </p:nvSpPr>
        <p:spPr>
          <a:xfrm>
            <a:off x="838201" y="2940299"/>
            <a:ext cx="598714" cy="1522844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E0304A-A807-4963-ABF7-6C01EC5D9F8E}"/>
              </a:ext>
            </a:extLst>
          </p:cNvPr>
          <p:cNvSpPr/>
          <p:nvPr/>
        </p:nvSpPr>
        <p:spPr>
          <a:xfrm>
            <a:off x="8088086" y="1698171"/>
            <a:ext cx="1186543" cy="543129"/>
          </a:xfrm>
          <a:prstGeom prst="ellipse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05291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B09A-C94F-4E0E-A92D-8C129FB34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(Lenovo):</a:t>
            </a:r>
            <a:br>
              <a:rPr lang="en-US" dirty="0"/>
            </a:br>
            <a:r>
              <a:rPr lang="en-US" dirty="0" err="1"/>
              <a:t>Thinksystem</a:t>
            </a:r>
            <a:r>
              <a:rPr lang="en-US" dirty="0"/>
              <a:t> (</a:t>
            </a:r>
            <a:r>
              <a:rPr lang="en-US" dirty="0" err="1"/>
              <a:t>Purley</a:t>
            </a:r>
            <a:r>
              <a:rPr lang="en-US" dirty="0"/>
              <a:t>)</a:t>
            </a:r>
            <a:br>
              <a:rPr lang="en-US" dirty="0"/>
            </a:b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9746C-7FF2-42CF-8E61-674664D302A8}"/>
              </a:ext>
            </a:extLst>
          </p:cNvPr>
          <p:cNvSpPr txBox="1"/>
          <p:nvPr/>
        </p:nvSpPr>
        <p:spPr>
          <a:xfrm>
            <a:off x="897939" y="5547836"/>
            <a:ext cx="9780945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MY" dirty="0">
                <a:solidFill>
                  <a:schemeClr val="tx2"/>
                </a:solidFill>
                <a:hlinkClick r:id="rId2"/>
              </a:rPr>
              <a:t>https://thinksystem.lenovofiles.com/help/index.jsp?topic=%2F7X07%2Fsetup_install_a_microprocessor.html</a:t>
            </a:r>
            <a:r>
              <a:rPr lang="en-MY" dirty="0">
                <a:solidFill>
                  <a:schemeClr val="tx2"/>
                </a:solidFill>
              </a:rPr>
              <a:t> </a:t>
            </a:r>
            <a:endParaRPr kumimoji="0" lang="en-MY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ECD933-8792-4458-8FC6-39C2AD4AA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4" y="2036360"/>
            <a:ext cx="8073287" cy="35777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2D6FC3-070F-40E2-8D0A-0F0E16CC6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286" y="1844212"/>
            <a:ext cx="5778260" cy="3064600"/>
          </a:xfrm>
          <a:prstGeom prst="rect">
            <a:avLst/>
          </a:prstGeom>
          <a:ln w="76200">
            <a:solidFill>
              <a:srgbClr val="26FA30"/>
            </a:solidFill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E8A64867-FA19-4E3B-92EC-FECCB6F80ADA}"/>
              </a:ext>
            </a:extLst>
          </p:cNvPr>
          <p:cNvSpPr/>
          <p:nvPr/>
        </p:nvSpPr>
        <p:spPr>
          <a:xfrm>
            <a:off x="6636012" y="1692728"/>
            <a:ext cx="555171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38141E-A828-4ACD-A10B-804D15D1538A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6913598" y="983040"/>
            <a:ext cx="1731077" cy="709688"/>
          </a:xfrm>
          <a:prstGeom prst="straightConnector1">
            <a:avLst/>
          </a:prstGeom>
          <a:noFill/>
          <a:ln w="25400" cap="flat">
            <a:solidFill>
              <a:srgbClr val="FF0000"/>
            </a:solidFill>
            <a:prstDash val="solid"/>
            <a:miter lim="400000"/>
            <a:tailEnd type="stealth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B67E9A7-684D-4274-A0CD-51B16F6BBBC7}"/>
              </a:ext>
            </a:extLst>
          </p:cNvPr>
          <p:cNvSpPr txBox="1"/>
          <p:nvPr/>
        </p:nvSpPr>
        <p:spPr>
          <a:xfrm>
            <a:off x="8608741" y="605748"/>
            <a:ext cx="2525886" cy="6155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R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Using triangle sign as Pin 1 indicator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12DAFB-0687-46B3-8C44-B5B596748171}"/>
              </a:ext>
            </a:extLst>
          </p:cNvPr>
          <p:cNvSpPr/>
          <p:nvPr/>
        </p:nvSpPr>
        <p:spPr>
          <a:xfrm>
            <a:off x="3080657" y="3093483"/>
            <a:ext cx="555171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B8BC9F-4137-4C61-B5D4-BA4AD6270B4E}"/>
              </a:ext>
            </a:extLst>
          </p:cNvPr>
          <p:cNvSpPr/>
          <p:nvPr/>
        </p:nvSpPr>
        <p:spPr>
          <a:xfrm>
            <a:off x="4912763" y="2962854"/>
            <a:ext cx="555171" cy="566057"/>
          </a:xfrm>
          <a:prstGeom prst="ellipse">
            <a:avLst/>
          </a:prstGeom>
          <a:noFill/>
          <a:ln w="28575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MY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4173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4B8A99-8161-4D52-8DFD-478F5C1B3170}">
  <ds:schemaRefs>
    <ds:schemaRef ds:uri="http://purl.org/dc/terms/"/>
    <ds:schemaRef ds:uri="b0a3e817-7ff1-4682-9cdc-9e68f1944ac6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0640968-E4BF-4B97-BC3C-5A8598CCB92C}"/>
</file>

<file path=customXml/itemProps3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17620</TotalTime>
  <Words>1553</Words>
  <Application>Microsoft Office PowerPoint</Application>
  <PresentationFormat>Widescreen</PresentationFormat>
  <Paragraphs>213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Helvetica Neue</vt:lpstr>
      <vt:lpstr>Helvetica Neue Medium</vt:lpstr>
      <vt:lpstr>Arial</vt:lpstr>
      <vt:lpstr>Arial Narrow</vt:lpstr>
      <vt:lpstr>Calibri</vt:lpstr>
      <vt:lpstr>Calibri Light</vt:lpstr>
      <vt:lpstr>Helvetica</vt:lpstr>
      <vt:lpstr>Intel Clear</vt:lpstr>
      <vt:lpstr>Intel Clear Light</vt:lpstr>
      <vt:lpstr>Wingdings</vt:lpstr>
      <vt:lpstr>21_BasicWhite</vt:lpstr>
      <vt:lpstr>Customer Survey Proposed Questionnaires (CQR)</vt:lpstr>
      <vt:lpstr>Package Form Factor and Packaging</vt:lpstr>
      <vt:lpstr>Socket PCBA / Rework</vt:lpstr>
      <vt:lpstr>LM, Socket cover, PnP tool, FTT</vt:lpstr>
      <vt:lpstr>Board/System Functionality Debug and fault isolation</vt:lpstr>
      <vt:lpstr>Back Up</vt:lpstr>
      <vt:lpstr>PowerPoint Presentation</vt:lpstr>
      <vt:lpstr>Example : EPYC</vt:lpstr>
      <vt:lpstr>PowerPoint Presentation</vt:lpstr>
      <vt:lpstr>Sapphire Rapids Processor Marking and Identification</vt:lpstr>
      <vt:lpstr>Whitley/Cedar Island Processor (Ice Lake &amp; Cooper Lake)</vt:lpstr>
      <vt:lpstr>Purley Processor (Cascade Lake)</vt:lpstr>
      <vt:lpstr>FTT / Sys Assm Tool  (Manual)</vt:lpstr>
      <vt:lpstr>FTT / Sys Assm Tool  (Auto)</vt:lpstr>
      <vt:lpstr>Dust Cover, easy to install, easy to uninstall (易装，易拆 – no ergo spec concerns）</vt:lpstr>
      <vt:lpstr>Example: Huawei XH321 V5 (Purley)</vt:lpstr>
      <vt:lpstr>ILM Concept</vt:lpstr>
      <vt:lpstr>PowerPoint Presentation</vt:lpstr>
      <vt:lpstr>PowerPoint Presentation</vt:lpstr>
      <vt:lpstr>Example (Dell): Power Edge T440, R740XD2 (Purley)  &amp; R7525 (EPYC SP3)</vt:lpstr>
      <vt:lpstr>HPE/Inventec CPU PnP Tool</vt:lpstr>
      <vt:lpstr>Example :  LGA4189 /Cedar Island</vt:lpstr>
      <vt:lpstr>Example (Cisco): B200M5 (Purely) </vt:lpstr>
      <vt:lpstr>Example (HPE): DL360, DL580 &amp; Synergy 660 (Purley)</vt:lpstr>
      <vt:lpstr>Example (Lenovo): Thinksystem (Purley)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Mak, Tzee Sing</cp:lastModifiedBy>
  <cp:revision>186</cp:revision>
  <dcterms:modified xsi:type="dcterms:W3CDTF">2021-04-06T16:39:35Z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