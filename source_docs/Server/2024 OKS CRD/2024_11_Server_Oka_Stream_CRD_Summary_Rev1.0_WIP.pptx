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256" r:id="rId5"/>
    <p:sldId id="346" r:id="rId6"/>
    <p:sldId id="402" r:id="rId7"/>
    <p:sldId id="272" r:id="rId8"/>
    <p:sldId id="347" r:id="rId9"/>
    <p:sldId id="404" r:id="rId10"/>
    <p:sldId id="405" r:id="rId11"/>
    <p:sldId id="406" r:id="rId12"/>
    <p:sldId id="355" r:id="rId13"/>
    <p:sldId id="407" r:id="rId14"/>
    <p:sldId id="358" r:id="rId15"/>
    <p:sldId id="408" r:id="rId16"/>
    <p:sldId id="409" r:id="rId17"/>
    <p:sldId id="410" r:id="rId18"/>
    <p:sldId id="363" r:id="rId19"/>
    <p:sldId id="411" r:id="rId20"/>
    <p:sldId id="412" r:id="rId21"/>
    <p:sldId id="367" r:id="rId22"/>
    <p:sldId id="413" r:id="rId23"/>
    <p:sldId id="381" r:id="rId24"/>
    <p:sldId id="414" r:id="rId25"/>
    <p:sldId id="384" r:id="rId26"/>
    <p:sldId id="416" r:id="rId27"/>
    <p:sldId id="417" r:id="rId28"/>
    <p:sldId id="388" r:id="rId29"/>
    <p:sldId id="418" r:id="rId30"/>
    <p:sldId id="392" r:id="rId31"/>
    <p:sldId id="422" r:id="rId32"/>
    <p:sldId id="423" r:id="rId33"/>
    <p:sldId id="424" r:id="rId34"/>
    <p:sldId id="397" r:id="rId35"/>
    <p:sldId id="425" r:id="rId36"/>
    <p:sldId id="426" r:id="rId37"/>
    <p:sldId id="427" r:id="rId38"/>
    <p:sldId id="292" r:id="rId39"/>
    <p:sldId id="352" r:id="rId40"/>
    <p:sldId id="415" r:id="rId41"/>
    <p:sldId id="419" r:id="rId42"/>
    <p:sldId id="420" r:id="rId43"/>
    <p:sldId id="421" r:id="rId44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5"/>
    <a:srgbClr val="E7EBF3"/>
    <a:srgbClr val="2872C5"/>
    <a:srgbClr val="525252"/>
    <a:srgbClr val="FFFFFF"/>
    <a:srgbClr val="00C7FD"/>
    <a:srgbClr val="004A86"/>
    <a:srgbClr val="FC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991B21-7C29-4D9F-A66D-51B48F35DDCC}" v="1" dt="2025-01-15T07:23:17.16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108"/>
      </p:cViewPr>
      <p:guideLst>
        <p:guide orient="horz" pos="4032"/>
        <p:guide pos="7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, Harry" userId="d07dd713-323b-41c6-b24d-c18be50fb4fc" providerId="ADAL" clId="{196D0870-A10A-40F5-A791-3C67912576F2}"/>
    <pc:docChg chg="undo redo custSel addSld delSld modSld sldOrd modMainMaster">
      <pc:chgData name="Yu, Harry" userId="d07dd713-323b-41c6-b24d-c18be50fb4fc" providerId="ADAL" clId="{196D0870-A10A-40F5-A791-3C67912576F2}" dt="2020-11-11T09:44:51.761" v="12878" actId="20577"/>
      <pc:docMkLst>
        <pc:docMk/>
      </pc:docMkLst>
      <pc:sldChg chg="addSp delSp modSp">
        <pc:chgData name="Yu, Harry" userId="d07dd713-323b-41c6-b24d-c18be50fb4fc" providerId="ADAL" clId="{196D0870-A10A-40F5-A791-3C67912576F2}" dt="2020-11-11T09:44:51.761" v="12878" actId="20577"/>
        <pc:sldMkLst>
          <pc:docMk/>
          <pc:sldMk cId="2086400740" sldId="256"/>
        </pc:sldMkLst>
        <pc:spChg chg="add del mod">
          <ac:chgData name="Yu, Harry" userId="d07dd713-323b-41c6-b24d-c18be50fb4fc" providerId="ADAL" clId="{196D0870-A10A-40F5-A791-3C67912576F2}" dt="2020-09-24T04:40:39.782" v="77" actId="478"/>
          <ac:spMkLst>
            <pc:docMk/>
            <pc:sldMk cId="2086400740" sldId="256"/>
            <ac:spMk id="3" creationId="{44022660-942C-4D19-BBDF-9AB35BDDDBE6}"/>
          </ac:spMkLst>
        </pc:spChg>
        <pc:spChg chg="del">
          <ac:chgData name="Yu, Harry" userId="d07dd713-323b-41c6-b24d-c18be50fb4fc" providerId="ADAL" clId="{196D0870-A10A-40F5-A791-3C67912576F2}" dt="2020-09-24T04:40:37.110" v="76" actId="478"/>
          <ac:spMkLst>
            <pc:docMk/>
            <pc:sldMk cId="2086400740" sldId="256"/>
            <ac:spMk id="4" creationId="{C5139A39-08BC-4F2F-94A3-F43AAEEFAEB4}"/>
          </ac:spMkLst>
        </pc:spChg>
        <pc:spChg chg="mod">
          <ac:chgData name="Yu, Harry" userId="d07dd713-323b-41c6-b24d-c18be50fb4fc" providerId="ADAL" clId="{196D0870-A10A-40F5-A791-3C67912576F2}" dt="2020-10-12T06:36:43.140" v="8803" actId="20577"/>
          <ac:spMkLst>
            <pc:docMk/>
            <pc:sldMk cId="2086400740" sldId="256"/>
            <ac:spMk id="5" creationId="{679F4BE2-8E4A-4003-B816-9E34781F7E88}"/>
          </ac:spMkLst>
        </pc:spChg>
        <pc:spChg chg="add del mod">
          <ac:chgData name="Yu, Harry" userId="d07dd713-323b-41c6-b24d-c18be50fb4fc" providerId="ADAL" clId="{196D0870-A10A-40F5-A791-3C67912576F2}" dt="2020-09-24T06:38:09.454" v="128" actId="478"/>
          <ac:spMkLst>
            <pc:docMk/>
            <pc:sldMk cId="2086400740" sldId="256"/>
            <ac:spMk id="6" creationId="{B3CBD8B5-2379-41F2-9E22-E2C808622D58}"/>
          </ac:spMkLst>
        </pc:spChg>
        <pc:spChg chg="add del mod">
          <ac:chgData name="Yu, Harry" userId="d07dd713-323b-41c6-b24d-c18be50fb4fc" providerId="ADAL" clId="{196D0870-A10A-40F5-A791-3C67912576F2}" dt="2020-09-24T06:37:58.072" v="117" actId="478"/>
          <ac:spMkLst>
            <pc:docMk/>
            <pc:sldMk cId="2086400740" sldId="256"/>
            <ac:spMk id="7" creationId="{0CD554E0-37CD-4393-8562-2A640063E19C}"/>
          </ac:spMkLst>
        </pc:spChg>
        <pc:spChg chg="add mod">
          <ac:chgData name="Yu, Harry" userId="d07dd713-323b-41c6-b24d-c18be50fb4fc" providerId="ADAL" clId="{196D0870-A10A-40F5-A791-3C67912576F2}" dt="2020-09-29T08:08:42.945" v="4443" actId="115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Yu, Harry" userId="d07dd713-323b-41c6-b24d-c18be50fb4fc" providerId="ADAL" clId="{196D0870-A10A-40F5-A791-3C67912576F2}" dt="2020-11-11T09:44:51.761" v="12878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del">
        <pc:chgData name="Yu, Harry" userId="d07dd713-323b-41c6-b24d-c18be50fb4fc" providerId="ADAL" clId="{196D0870-A10A-40F5-A791-3C67912576F2}" dt="2020-09-24T04:24:42.663" v="0" actId="2696"/>
        <pc:sldMkLst>
          <pc:docMk/>
          <pc:sldMk cId="2222585258" sldId="259"/>
        </pc:sldMkLst>
      </pc:sldChg>
      <pc:sldChg chg="del">
        <pc:chgData name="Yu, Harry" userId="d07dd713-323b-41c6-b24d-c18be50fb4fc" providerId="ADAL" clId="{196D0870-A10A-40F5-A791-3C67912576F2}" dt="2020-09-24T04:24:42.663" v="1" actId="2696"/>
        <pc:sldMkLst>
          <pc:docMk/>
          <pc:sldMk cId="2301136295" sldId="261"/>
        </pc:sldMkLst>
      </pc:sldChg>
      <pc:sldChg chg="del">
        <pc:chgData name="Yu, Harry" userId="d07dd713-323b-41c6-b24d-c18be50fb4fc" providerId="ADAL" clId="{196D0870-A10A-40F5-A791-3C67912576F2}" dt="2020-09-24T04:24:44.924" v="2" actId="2696"/>
        <pc:sldMkLst>
          <pc:docMk/>
          <pc:sldMk cId="3102934450" sldId="262"/>
        </pc:sldMkLst>
      </pc:sldChg>
      <pc:sldChg chg="del">
        <pc:chgData name="Yu, Harry" userId="d07dd713-323b-41c6-b24d-c18be50fb4fc" providerId="ADAL" clId="{196D0870-A10A-40F5-A791-3C67912576F2}" dt="2020-09-24T04:25:37.180" v="5" actId="2696"/>
        <pc:sldMkLst>
          <pc:docMk/>
          <pc:sldMk cId="1796647801" sldId="264"/>
        </pc:sldMkLst>
      </pc:sldChg>
      <pc:sldChg chg="del">
        <pc:chgData name="Yu, Harry" userId="d07dd713-323b-41c6-b24d-c18be50fb4fc" providerId="ADAL" clId="{196D0870-A10A-40F5-A791-3C67912576F2}" dt="2020-09-24T04:25:40.382" v="6" actId="2696"/>
        <pc:sldMkLst>
          <pc:docMk/>
          <pc:sldMk cId="2462848399" sldId="266"/>
        </pc:sldMkLst>
      </pc:sldChg>
      <pc:sldChg chg="del">
        <pc:chgData name="Yu, Harry" userId="d07dd713-323b-41c6-b24d-c18be50fb4fc" providerId="ADAL" clId="{196D0870-A10A-40F5-A791-3C67912576F2}" dt="2020-09-24T04:25:42.245" v="8" actId="2696"/>
        <pc:sldMkLst>
          <pc:docMk/>
          <pc:sldMk cId="1870387867" sldId="267"/>
        </pc:sldMkLst>
      </pc:sldChg>
      <pc:sldChg chg="del">
        <pc:chgData name="Yu, Harry" userId="d07dd713-323b-41c6-b24d-c18be50fb4fc" providerId="ADAL" clId="{196D0870-A10A-40F5-A791-3C67912576F2}" dt="2020-09-24T04:25:57.230" v="16" actId="2696"/>
        <pc:sldMkLst>
          <pc:docMk/>
          <pc:sldMk cId="3721864086" sldId="268"/>
        </pc:sldMkLst>
      </pc:sldChg>
      <pc:sldChg chg="del">
        <pc:chgData name="Yu, Harry" userId="d07dd713-323b-41c6-b24d-c18be50fb4fc" providerId="ADAL" clId="{196D0870-A10A-40F5-A791-3C67912576F2}" dt="2020-09-24T04:25:57.747" v="17" actId="2696"/>
        <pc:sldMkLst>
          <pc:docMk/>
          <pc:sldMk cId="3146036487" sldId="269"/>
        </pc:sldMkLst>
      </pc:sldChg>
      <pc:sldChg chg="del">
        <pc:chgData name="Yu, Harry" userId="d07dd713-323b-41c6-b24d-c18be50fb4fc" providerId="ADAL" clId="{196D0870-A10A-40F5-A791-3C67912576F2}" dt="2020-09-24T04:25:08.072" v="3" actId="2696"/>
        <pc:sldMkLst>
          <pc:docMk/>
          <pc:sldMk cId="1309855124" sldId="271"/>
        </pc:sldMkLst>
      </pc:sldChg>
      <pc:sldChg chg="addSp delSp modSp">
        <pc:chgData name="Yu, Harry" userId="d07dd713-323b-41c6-b24d-c18be50fb4fc" providerId="ADAL" clId="{196D0870-A10A-40F5-A791-3C67912576F2}" dt="2020-09-24T07:01:23.421" v="756" actId="20577"/>
        <pc:sldMkLst>
          <pc:docMk/>
          <pc:sldMk cId="3615015588" sldId="272"/>
        </pc:sldMkLst>
        <pc:spChg chg="add del mod">
          <ac:chgData name="Yu, Harry" userId="d07dd713-323b-41c6-b24d-c18be50fb4fc" providerId="ADAL" clId="{196D0870-A10A-40F5-A791-3C67912576F2}" dt="2020-09-24T07:01:03.826" v="736" actId="478"/>
          <ac:spMkLst>
            <pc:docMk/>
            <pc:sldMk cId="3615015588" sldId="272"/>
            <ac:spMk id="3" creationId="{0BA7D23A-07D4-47DB-9386-133612A2C85A}"/>
          </ac:spMkLst>
        </pc:spChg>
        <pc:spChg chg="mod">
          <ac:chgData name="Yu, Harry" userId="d07dd713-323b-41c6-b24d-c18be50fb4fc" providerId="ADAL" clId="{196D0870-A10A-40F5-A791-3C67912576F2}" dt="2020-09-24T07:01:23.421" v="756" actId="20577"/>
          <ac:spMkLst>
            <pc:docMk/>
            <pc:sldMk cId="3615015588" sldId="272"/>
            <ac:spMk id="4" creationId="{1567C550-8534-4752-A750-4145E9563059}"/>
          </ac:spMkLst>
        </pc:spChg>
        <pc:spChg chg="del">
          <ac:chgData name="Yu, Harry" userId="d07dd713-323b-41c6-b24d-c18be50fb4fc" providerId="ADAL" clId="{196D0870-A10A-40F5-A791-3C67912576F2}" dt="2020-09-24T07:01:00.167" v="735" actId="478"/>
          <ac:spMkLst>
            <pc:docMk/>
            <pc:sldMk cId="3615015588" sldId="272"/>
            <ac:spMk id="9" creationId="{E5293A40-AD51-4281-A953-0D5B5C5DF6B0}"/>
          </ac:spMkLst>
        </pc:spChg>
      </pc:sldChg>
      <pc:sldChg chg="del">
        <pc:chgData name="Yu, Harry" userId="d07dd713-323b-41c6-b24d-c18be50fb4fc" providerId="ADAL" clId="{196D0870-A10A-40F5-A791-3C67912576F2}" dt="2020-09-24T04:25:14.233" v="4" actId="2696"/>
        <pc:sldMkLst>
          <pc:docMk/>
          <pc:sldMk cId="343892357" sldId="273"/>
        </pc:sldMkLst>
      </pc:sldChg>
      <pc:sldChg chg="del">
        <pc:chgData name="Yu, Harry" userId="d07dd713-323b-41c6-b24d-c18be50fb4fc" providerId="ADAL" clId="{196D0870-A10A-40F5-A791-3C67912576F2}" dt="2020-09-24T04:25:41.505" v="7" actId="2696"/>
        <pc:sldMkLst>
          <pc:docMk/>
          <pc:sldMk cId="1629129991" sldId="293"/>
        </pc:sldMkLst>
      </pc:sldChg>
      <pc:sldChg chg="del">
        <pc:chgData name="Yu, Harry" userId="d07dd713-323b-41c6-b24d-c18be50fb4fc" providerId="ADAL" clId="{196D0870-A10A-40F5-A791-3C67912576F2}" dt="2020-09-24T04:25:42.746" v="9" actId="2696"/>
        <pc:sldMkLst>
          <pc:docMk/>
          <pc:sldMk cId="3378688598" sldId="294"/>
        </pc:sldMkLst>
      </pc:sldChg>
      <pc:sldChg chg="del">
        <pc:chgData name="Yu, Harry" userId="d07dd713-323b-41c6-b24d-c18be50fb4fc" providerId="ADAL" clId="{196D0870-A10A-40F5-A791-3C67912576F2}" dt="2020-09-24T04:25:44.212" v="10" actId="2696"/>
        <pc:sldMkLst>
          <pc:docMk/>
          <pc:sldMk cId="2536559925" sldId="310"/>
        </pc:sldMkLst>
      </pc:sldChg>
      <pc:sldChg chg="del">
        <pc:chgData name="Yu, Harry" userId="d07dd713-323b-41c6-b24d-c18be50fb4fc" providerId="ADAL" clId="{196D0870-A10A-40F5-A791-3C67912576F2}" dt="2020-09-24T04:25:49.773" v="12" actId="2696"/>
        <pc:sldMkLst>
          <pc:docMk/>
          <pc:sldMk cId="1203370729" sldId="311"/>
        </pc:sldMkLst>
      </pc:sldChg>
      <pc:sldChg chg="del">
        <pc:chgData name="Yu, Harry" userId="d07dd713-323b-41c6-b24d-c18be50fb4fc" providerId="ADAL" clId="{196D0870-A10A-40F5-A791-3C67912576F2}" dt="2020-09-24T04:25:47.357" v="11" actId="2696"/>
        <pc:sldMkLst>
          <pc:docMk/>
          <pc:sldMk cId="2620751609" sldId="312"/>
        </pc:sldMkLst>
      </pc:sldChg>
      <pc:sldChg chg="del">
        <pc:chgData name="Yu, Harry" userId="d07dd713-323b-41c6-b24d-c18be50fb4fc" providerId="ADAL" clId="{196D0870-A10A-40F5-A791-3C67912576F2}" dt="2020-09-24T04:25:50.630" v="13" actId="2696"/>
        <pc:sldMkLst>
          <pc:docMk/>
          <pc:sldMk cId="3133878703" sldId="313"/>
        </pc:sldMkLst>
      </pc:sldChg>
      <pc:sldChg chg="del">
        <pc:chgData name="Yu, Harry" userId="d07dd713-323b-41c6-b24d-c18be50fb4fc" providerId="ADAL" clId="{196D0870-A10A-40F5-A791-3C67912576F2}" dt="2020-09-24T04:25:51.734" v="14" actId="2696"/>
        <pc:sldMkLst>
          <pc:docMk/>
          <pc:sldMk cId="2881057640" sldId="314"/>
        </pc:sldMkLst>
      </pc:sldChg>
      <pc:sldChg chg="del">
        <pc:chgData name="Yu, Harry" userId="d07dd713-323b-41c6-b24d-c18be50fb4fc" providerId="ADAL" clId="{196D0870-A10A-40F5-A791-3C67912576F2}" dt="2020-09-24T04:25:56.559" v="15" actId="2696"/>
        <pc:sldMkLst>
          <pc:docMk/>
          <pc:sldMk cId="283679209" sldId="315"/>
        </pc:sldMkLst>
      </pc:sldChg>
      <pc:sldChg chg="del">
        <pc:chgData name="Yu, Harry" userId="d07dd713-323b-41c6-b24d-c18be50fb4fc" providerId="ADAL" clId="{196D0870-A10A-40F5-A791-3C67912576F2}" dt="2020-09-24T04:26:16.813" v="18" actId="2696"/>
        <pc:sldMkLst>
          <pc:docMk/>
          <pc:sldMk cId="4168994620" sldId="330"/>
        </pc:sldMkLst>
      </pc:sldChg>
      <pc:sldChg chg="del">
        <pc:chgData name="Yu, Harry" userId="d07dd713-323b-41c6-b24d-c18be50fb4fc" providerId="ADAL" clId="{196D0870-A10A-40F5-A791-3C67912576F2}" dt="2020-09-24T06:45:32.360" v="282" actId="2696"/>
        <pc:sldMkLst>
          <pc:docMk/>
          <pc:sldMk cId="1994892394" sldId="344"/>
        </pc:sldMkLst>
      </pc:sldChg>
      <pc:sldChg chg="addSp delSp modSp add ord">
        <pc:chgData name="Yu, Harry" userId="d07dd713-323b-41c6-b24d-c18be50fb4fc" providerId="ADAL" clId="{196D0870-A10A-40F5-A791-3C67912576F2}" dt="2020-09-24T06:46:51.688" v="314" actId="164"/>
        <pc:sldMkLst>
          <pc:docMk/>
          <pc:sldMk cId="2393367446" sldId="345"/>
        </pc:sldMkLst>
        <pc:spChg chg="mod">
          <ac:chgData name="Yu, Harry" userId="d07dd713-323b-41c6-b24d-c18be50fb4fc" providerId="ADAL" clId="{196D0870-A10A-40F5-A791-3C67912576F2}" dt="2020-09-24T06:46:19.404" v="313" actId="20577"/>
          <ac:spMkLst>
            <pc:docMk/>
            <pc:sldMk cId="2393367446" sldId="345"/>
            <ac:spMk id="2" creationId="{8A2F9035-2E54-4883-B353-04ABA460C743}"/>
          </ac:spMkLst>
        </pc:spChg>
        <pc:spChg chg="del">
          <ac:chgData name="Yu, Harry" userId="d07dd713-323b-41c6-b24d-c18be50fb4fc" providerId="ADAL" clId="{196D0870-A10A-40F5-A791-3C67912576F2}" dt="2020-09-24T06:45:22.326" v="281" actId="478"/>
          <ac:spMkLst>
            <pc:docMk/>
            <pc:sldMk cId="2393367446" sldId="345"/>
            <ac:spMk id="3" creationId="{D686A3E6-7413-4E2A-BFDD-57F2C980EF92}"/>
          </ac:spMkLst>
        </pc:spChg>
        <pc:spChg chg="del">
          <ac:chgData name="Yu, Harry" userId="d07dd713-323b-41c6-b24d-c18be50fb4fc" providerId="ADAL" clId="{196D0870-A10A-40F5-A791-3C67912576F2}" dt="2020-09-24T06:45:19.630" v="280" actId="478"/>
          <ac:spMkLst>
            <pc:docMk/>
            <pc:sldMk cId="2393367446" sldId="345"/>
            <ac:spMk id="4" creationId="{681A9CB2-9950-4536-97DE-A6F40F6D94D5}"/>
          </ac:spMkLst>
        </pc:spChg>
        <pc:spChg chg="add mod">
          <ac:chgData name="Yu, Harry" userId="d07dd713-323b-41c6-b24d-c18be50fb4fc" providerId="ADAL" clId="{196D0870-A10A-40F5-A791-3C67912576F2}" dt="2020-09-24T06:46:51.688" v="314" actId="164"/>
          <ac:spMkLst>
            <pc:docMk/>
            <pc:sldMk cId="2393367446" sldId="345"/>
            <ac:spMk id="7" creationId="{117AD1CA-9E40-4A83-B158-6161861785B4}"/>
          </ac:spMkLst>
        </pc:spChg>
        <pc:spChg chg="add mod">
          <ac:chgData name="Yu, Harry" userId="d07dd713-323b-41c6-b24d-c18be50fb4fc" providerId="ADAL" clId="{196D0870-A10A-40F5-A791-3C67912576F2}" dt="2020-09-24T06:46:51.688" v="314" actId="164"/>
          <ac:spMkLst>
            <pc:docMk/>
            <pc:sldMk cId="2393367446" sldId="345"/>
            <ac:spMk id="10" creationId="{2749D29A-B82C-4221-BE39-D0F88411B680}"/>
          </ac:spMkLst>
        </pc:spChg>
        <pc:spChg chg="add mod">
          <ac:chgData name="Yu, Harry" userId="d07dd713-323b-41c6-b24d-c18be50fb4fc" providerId="ADAL" clId="{196D0870-A10A-40F5-A791-3C67912576F2}" dt="2020-09-24T06:46:51.688" v="314" actId="164"/>
          <ac:spMkLst>
            <pc:docMk/>
            <pc:sldMk cId="2393367446" sldId="345"/>
            <ac:spMk id="14" creationId="{06982695-F2F8-46E3-A98A-7B5025ED4C2F}"/>
          </ac:spMkLst>
        </pc:spChg>
        <pc:grpChg chg="add mod">
          <ac:chgData name="Yu, Harry" userId="d07dd713-323b-41c6-b24d-c18be50fb4fc" providerId="ADAL" clId="{196D0870-A10A-40F5-A791-3C67912576F2}" dt="2020-09-24T06:46:51.688" v="314" actId="164"/>
          <ac:grpSpMkLst>
            <pc:docMk/>
            <pc:sldMk cId="2393367446" sldId="345"/>
            <ac:grpSpMk id="15" creationId="{406266C5-0975-40AE-B7EA-B35AA647EFBD}"/>
          </ac:grpSpMkLst>
        </pc:grpChg>
        <pc:picChg chg="add mod">
          <ac:chgData name="Yu, Harry" userId="d07dd713-323b-41c6-b24d-c18be50fb4fc" providerId="ADAL" clId="{196D0870-A10A-40F5-A791-3C67912576F2}" dt="2020-09-24T06:46:51.688" v="314" actId="164"/>
          <ac:picMkLst>
            <pc:docMk/>
            <pc:sldMk cId="2393367446" sldId="345"/>
            <ac:picMk id="5" creationId="{57F4FA19-8472-4A82-A54B-C1605218127E}"/>
          </ac:picMkLst>
        </pc:picChg>
        <pc:cxnChg chg="add mod">
          <ac:chgData name="Yu, Harry" userId="d07dd713-323b-41c6-b24d-c18be50fb4fc" providerId="ADAL" clId="{196D0870-A10A-40F5-A791-3C67912576F2}" dt="2020-09-24T06:46:51.688" v="314" actId="164"/>
          <ac:cxnSpMkLst>
            <pc:docMk/>
            <pc:sldMk cId="2393367446" sldId="345"/>
            <ac:cxnSpMk id="6" creationId="{58F69106-D292-407E-A7B9-C515C8437CF0}"/>
          </ac:cxnSpMkLst>
        </pc:cxnChg>
        <pc:cxnChg chg="add mod">
          <ac:chgData name="Yu, Harry" userId="d07dd713-323b-41c6-b24d-c18be50fb4fc" providerId="ADAL" clId="{196D0870-A10A-40F5-A791-3C67912576F2}" dt="2020-09-24T06:46:51.688" v="314" actId="164"/>
          <ac:cxnSpMkLst>
            <pc:docMk/>
            <pc:sldMk cId="2393367446" sldId="345"/>
            <ac:cxnSpMk id="8" creationId="{FB93E878-13D6-4C2A-856E-4E1228840DD8}"/>
          </ac:cxnSpMkLst>
        </pc:cxnChg>
        <pc:cxnChg chg="add mod">
          <ac:chgData name="Yu, Harry" userId="d07dd713-323b-41c6-b24d-c18be50fb4fc" providerId="ADAL" clId="{196D0870-A10A-40F5-A791-3C67912576F2}" dt="2020-09-24T06:46:51.688" v="314" actId="164"/>
          <ac:cxnSpMkLst>
            <pc:docMk/>
            <pc:sldMk cId="2393367446" sldId="345"/>
            <ac:cxnSpMk id="9" creationId="{1CFC6F87-4A16-42AE-B754-83982841936D}"/>
          </ac:cxnSpMkLst>
        </pc:cxnChg>
        <pc:cxnChg chg="add mod">
          <ac:chgData name="Yu, Harry" userId="d07dd713-323b-41c6-b24d-c18be50fb4fc" providerId="ADAL" clId="{196D0870-A10A-40F5-A791-3C67912576F2}" dt="2020-09-24T06:46:51.688" v="314" actId="164"/>
          <ac:cxnSpMkLst>
            <pc:docMk/>
            <pc:sldMk cId="2393367446" sldId="345"/>
            <ac:cxnSpMk id="11" creationId="{D6C88DCD-F20E-4AF5-A366-6C8BAAE1E43B}"/>
          </ac:cxnSpMkLst>
        </pc:cxnChg>
        <pc:cxnChg chg="add mod">
          <ac:chgData name="Yu, Harry" userId="d07dd713-323b-41c6-b24d-c18be50fb4fc" providerId="ADAL" clId="{196D0870-A10A-40F5-A791-3C67912576F2}" dt="2020-09-24T06:46:51.688" v="314" actId="164"/>
          <ac:cxnSpMkLst>
            <pc:docMk/>
            <pc:sldMk cId="2393367446" sldId="345"/>
            <ac:cxnSpMk id="12" creationId="{BBF56A05-17CF-4253-B856-E47C94C05471}"/>
          </ac:cxnSpMkLst>
        </pc:cxnChg>
        <pc:cxnChg chg="add mod">
          <ac:chgData name="Yu, Harry" userId="d07dd713-323b-41c6-b24d-c18be50fb4fc" providerId="ADAL" clId="{196D0870-A10A-40F5-A791-3C67912576F2}" dt="2020-09-24T06:46:51.688" v="314" actId="164"/>
          <ac:cxnSpMkLst>
            <pc:docMk/>
            <pc:sldMk cId="2393367446" sldId="345"/>
            <ac:cxnSpMk id="13" creationId="{E780ECD1-3821-42E4-9542-1DF1AE079146}"/>
          </ac:cxnSpMkLst>
        </pc:cxnChg>
      </pc:sldChg>
      <pc:sldChg chg="add del">
        <pc:chgData name="Yu, Harry" userId="d07dd713-323b-41c6-b24d-c18be50fb4fc" providerId="ADAL" clId="{196D0870-A10A-40F5-A791-3C67912576F2}" dt="2020-09-24T06:43:16.902" v="268" actId="2696"/>
        <pc:sldMkLst>
          <pc:docMk/>
          <pc:sldMk cId="2841955666" sldId="345"/>
        </pc:sldMkLst>
      </pc:sldChg>
      <pc:sldChg chg="addSp delSp modSp add">
        <pc:chgData name="Yu, Harry" userId="d07dd713-323b-41c6-b24d-c18be50fb4fc" providerId="ADAL" clId="{196D0870-A10A-40F5-A791-3C67912576F2}" dt="2020-10-20T05:50:54.323" v="10857" actId="20577"/>
        <pc:sldMkLst>
          <pc:docMk/>
          <pc:sldMk cId="1970846983" sldId="346"/>
        </pc:sldMkLst>
        <pc:spChg chg="mod">
          <ac:chgData name="Yu, Harry" userId="d07dd713-323b-41c6-b24d-c18be50fb4fc" providerId="ADAL" clId="{196D0870-A10A-40F5-A791-3C67912576F2}" dt="2020-09-24T06:54:02.624" v="331" actId="20577"/>
          <ac:spMkLst>
            <pc:docMk/>
            <pc:sldMk cId="1970846983" sldId="346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20T05:50:54.323" v="10857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196D0870-A10A-40F5-A791-3C67912576F2}" dt="2020-10-16T06:58:57.921" v="8900" actId="20577"/>
          <ac:spMkLst>
            <pc:docMk/>
            <pc:sldMk cId="1970846983" sldId="346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20T05:48:15.165" v="10554" actId="478"/>
          <ac:spMkLst>
            <pc:docMk/>
            <pc:sldMk cId="1970846983" sldId="346"/>
            <ac:spMk id="5" creationId="{6CDCDAA3-D9B8-498F-A109-7CA02D82C7B4}"/>
          </ac:spMkLst>
        </pc:spChg>
      </pc:sldChg>
      <pc:sldChg chg="addSp delSp modSp add ord">
        <pc:chgData name="Yu, Harry" userId="d07dd713-323b-41c6-b24d-c18be50fb4fc" providerId="ADAL" clId="{196D0870-A10A-40F5-A791-3C67912576F2}" dt="2020-11-11T09:40:09.733" v="12863" actId="20577"/>
        <pc:sldMkLst>
          <pc:docMk/>
          <pc:sldMk cId="1720989735" sldId="347"/>
        </pc:sldMkLst>
        <pc:spChg chg="add mod">
          <ac:chgData name="Yu, Harry" userId="d07dd713-323b-41c6-b24d-c18be50fb4fc" providerId="ADAL" clId="{196D0870-A10A-40F5-A791-3C67912576F2}" dt="2020-10-19T05:59:26.639" v="10373" actId="1035"/>
          <ac:spMkLst>
            <pc:docMk/>
            <pc:sldMk cId="1720989735" sldId="347"/>
            <ac:spMk id="2" creationId="{55BB7C54-D472-43C3-BAD5-8FBDED0C0004}"/>
          </ac:spMkLst>
        </pc:spChg>
        <pc:spChg chg="del mod">
          <ac:chgData name="Yu, Harry" userId="d07dd713-323b-41c6-b24d-c18be50fb4fc" providerId="ADAL" clId="{196D0870-A10A-40F5-A791-3C67912576F2}" dt="2020-09-24T07:04:08.601" v="805" actId="478"/>
          <ac:spMkLst>
            <pc:docMk/>
            <pc:sldMk cId="1720989735" sldId="347"/>
            <ac:spMk id="2" creationId="{E6A2D027-9112-41A8-BEF2-1AABCF902F7B}"/>
          </ac:spMkLst>
        </pc:spChg>
        <pc:spChg chg="add del">
          <ac:chgData name="Yu, Harry" userId="d07dd713-323b-41c6-b24d-c18be50fb4fc" providerId="ADAL" clId="{196D0870-A10A-40F5-A791-3C67912576F2}" dt="2020-09-24T07:07:53.221" v="843" actId="478"/>
          <ac:spMkLst>
            <pc:docMk/>
            <pc:sldMk cId="1720989735" sldId="347"/>
            <ac:spMk id="3" creationId="{ADC0AFF0-3459-4E9B-9304-72B3BBA0BBFA}"/>
          </ac:spMkLst>
        </pc:spChg>
        <pc:spChg chg="add del">
          <ac:chgData name="Yu, Harry" userId="d07dd713-323b-41c6-b24d-c18be50fb4fc" providerId="ADAL" clId="{196D0870-A10A-40F5-A791-3C67912576F2}" dt="2020-09-24T07:07:50.332" v="842" actId="478"/>
          <ac:spMkLst>
            <pc:docMk/>
            <pc:sldMk cId="1720989735" sldId="347"/>
            <ac:spMk id="4" creationId="{3891A0E1-9206-4187-B241-330866471481}"/>
          </ac:spMkLst>
        </pc:spChg>
        <pc:spChg chg="add del mod">
          <ac:chgData name="Yu, Harry" userId="d07dd713-323b-41c6-b24d-c18be50fb4fc" providerId="ADAL" clId="{196D0870-A10A-40F5-A791-3C67912576F2}" dt="2020-09-27T05:32:44.026" v="2222" actId="20577"/>
          <ac:spMkLst>
            <pc:docMk/>
            <pc:sldMk cId="1720989735" sldId="347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10-20T05:58:30.457" v="10861" actId="478"/>
          <ac:spMkLst>
            <pc:docMk/>
            <pc:sldMk cId="1720989735" sldId="347"/>
            <ac:spMk id="7" creationId="{978F45B7-A3CD-4A7C-81EB-E9BDAC99272C}"/>
          </ac:spMkLst>
        </pc:spChg>
        <pc:spChg chg="add mod">
          <ac:chgData name="Yu, Harry" userId="d07dd713-323b-41c6-b24d-c18be50fb4fc" providerId="ADAL" clId="{196D0870-A10A-40F5-A791-3C67912576F2}" dt="2020-09-27T05:10:43.390" v="1682" actId="1036"/>
          <ac:spMkLst>
            <pc:docMk/>
            <pc:sldMk cId="1720989735" sldId="347"/>
            <ac:spMk id="11" creationId="{3B0E5B35-F8D6-4092-AA4A-BCC690B2229D}"/>
          </ac:spMkLst>
        </pc:spChg>
        <pc:graphicFrameChg chg="add del">
          <ac:chgData name="Yu, Harry" userId="d07dd713-323b-41c6-b24d-c18be50fb4fc" providerId="ADAL" clId="{196D0870-A10A-40F5-A791-3C67912576F2}" dt="2020-09-24T07:07:17.745" v="811" actId="3680"/>
          <ac:graphicFrameMkLst>
            <pc:docMk/>
            <pc:sldMk cId="1720989735" sldId="347"/>
            <ac:graphicFrameMk id="7" creationId="{4F4245BB-5E77-4E53-950F-A7FA2AEA27D2}"/>
          </ac:graphicFrameMkLst>
        </pc:graphicFrameChg>
        <pc:graphicFrameChg chg="add mod modGraphic">
          <ac:chgData name="Yu, Harry" userId="d07dd713-323b-41c6-b24d-c18be50fb4fc" providerId="ADAL" clId="{196D0870-A10A-40F5-A791-3C67912576F2}" dt="2020-11-11T09:40:09.733" v="12863" actId="20577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0T06:01:40.418" v="10956" actId="108"/>
        <pc:sldMkLst>
          <pc:docMk/>
          <pc:sldMk cId="1047594624" sldId="348"/>
        </pc:sldMkLst>
        <pc:spChg chg="add mod">
          <ac:chgData name="Yu, Harry" userId="d07dd713-323b-41c6-b24d-c18be50fb4fc" providerId="ADAL" clId="{196D0870-A10A-40F5-A791-3C67912576F2}" dt="2020-10-20T06:01:40.418" v="10956" actId="108"/>
          <ac:spMkLst>
            <pc:docMk/>
            <pc:sldMk cId="1047594624" sldId="348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0:16.518" v="10374"/>
          <ac:spMkLst>
            <pc:docMk/>
            <pc:sldMk cId="1047594624" sldId="348"/>
            <ac:spMk id="5" creationId="{890758CC-83DF-4863-A9EA-FE890100E4C7}"/>
          </ac:spMkLst>
        </pc:spChg>
        <pc:spChg chg="mod">
          <ac:chgData name="Yu, Harry" userId="d07dd713-323b-41c6-b24d-c18be50fb4fc" providerId="ADAL" clId="{196D0870-A10A-40F5-A791-3C67912576F2}" dt="2020-09-27T05:33:02.945" v="2225" actId="20577"/>
          <ac:spMkLst>
            <pc:docMk/>
            <pc:sldMk cId="1047594624" sldId="348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09-24T08:26:07.766" v="1072" actId="478"/>
          <ac:spMkLst>
            <pc:docMk/>
            <pc:sldMk cId="1047594624" sldId="34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7T05:36:54.568" v="2255" actId="20577"/>
          <ac:graphicFrameMkLst>
            <pc:docMk/>
            <pc:sldMk cId="1047594624" sldId="34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28T23:11:34.048" v="12597" actId="20577"/>
        <pc:sldMkLst>
          <pc:docMk/>
          <pc:sldMk cId="1430307301" sldId="349"/>
        </pc:sldMkLst>
        <pc:spChg chg="mod">
          <ac:chgData name="Yu, Harry" userId="d07dd713-323b-41c6-b24d-c18be50fb4fc" providerId="ADAL" clId="{196D0870-A10A-40F5-A791-3C67912576F2}" dt="2020-09-27T04:59:34.235" v="1574" actId="313"/>
          <ac:spMkLst>
            <pc:docMk/>
            <pc:sldMk cId="1430307301" sldId="34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13.508" v="2226"/>
          <ac:spMkLst>
            <pc:docMk/>
            <pc:sldMk cId="1430307301" sldId="34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28T23:11:34.048" v="12597" actId="20577"/>
          <ac:graphicFrameMkLst>
            <pc:docMk/>
            <pc:sldMk cId="1430307301" sldId="34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9T06:02:00.155" v="10375"/>
        <pc:sldMkLst>
          <pc:docMk/>
          <pc:sldMk cId="2694536849" sldId="350"/>
        </pc:sldMkLst>
        <pc:spChg chg="mod">
          <ac:chgData name="Yu, Harry" userId="d07dd713-323b-41c6-b24d-c18be50fb4fc" providerId="ADAL" clId="{196D0870-A10A-40F5-A791-3C67912576F2}" dt="2020-09-27T05:14:29.488" v="1820" actId="20577"/>
          <ac:spMkLst>
            <pc:docMk/>
            <pc:sldMk cId="2694536849" sldId="350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2:00.155" v="10375"/>
          <ac:spMkLst>
            <pc:docMk/>
            <pc:sldMk cId="2694536849" sldId="350"/>
            <ac:spMk id="5" creationId="{349FBFA3-9E25-4376-9E07-B5BAF2407844}"/>
          </ac:spMkLst>
        </pc:spChg>
        <pc:spChg chg="mod">
          <ac:chgData name="Yu, Harry" userId="d07dd713-323b-41c6-b24d-c18be50fb4fc" providerId="ADAL" clId="{196D0870-A10A-40F5-A791-3C67912576F2}" dt="2020-09-27T05:33:19.327" v="2227"/>
          <ac:spMkLst>
            <pc:docMk/>
            <pc:sldMk cId="2694536849" sldId="35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5:36:41.592" v="2251" actId="20577"/>
          <ac:graphicFrameMkLst>
            <pc:docMk/>
            <pc:sldMk cId="2694536849" sldId="350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1T23:32:44.815" v="11002" actId="20577"/>
        <pc:sldMkLst>
          <pc:docMk/>
          <pc:sldMk cId="744400410" sldId="351"/>
        </pc:sldMkLst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2" creationId="{932E1C38-B22C-4609-A3FE-B5DC606ECF11}"/>
          </ac:spMkLst>
        </pc:spChg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5:32:27.963" v="2220" actId="20577"/>
          <ac:spMkLst>
            <pc:docMk/>
            <pc:sldMk cId="744400410" sldId="35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25.993" v="2228"/>
          <ac:spMkLst>
            <pc:docMk/>
            <pc:sldMk cId="744400410" sldId="351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6:13.941" v="10377"/>
          <ac:spMkLst>
            <pc:docMk/>
            <pc:sldMk cId="744400410" sldId="351"/>
            <ac:spMk id="7" creationId="{69CECD5C-2D0E-496B-90DD-6C34C6FF039F}"/>
          </ac:spMkLst>
        </pc:spChg>
        <pc:graphicFrameChg chg="mod modGraphic">
          <ac:chgData name="Yu, Harry" userId="d07dd713-323b-41c6-b24d-c18be50fb4fc" providerId="ADAL" clId="{196D0870-A10A-40F5-A791-3C67912576F2}" dt="2020-10-21T23:32:44.815" v="11002" actId="20577"/>
          <ac:graphicFrameMkLst>
            <pc:docMk/>
            <pc:sldMk cId="744400410" sldId="351"/>
            <ac:graphicFrameMk id="9" creationId="{A471383B-87D3-406F-AEC8-A1732EA53B37}"/>
          </ac:graphicFrameMkLst>
        </pc:graphicFrameChg>
      </pc:sldChg>
      <pc:sldChg chg="addSp delSp modSp add ord">
        <pc:chgData name="Yu, Harry" userId="d07dd713-323b-41c6-b24d-c18be50fb4fc" providerId="ADAL" clId="{196D0870-A10A-40F5-A791-3C67912576F2}" dt="2020-09-27T05:48:14.814" v="2543" actId="11529"/>
        <pc:sldMkLst>
          <pc:docMk/>
          <pc:sldMk cId="20239079" sldId="352"/>
        </pc:sldMkLst>
        <pc:spChg chg="mod">
          <ac:chgData name="Yu, Harry" userId="d07dd713-323b-41c6-b24d-c18be50fb4fc" providerId="ADAL" clId="{196D0870-A10A-40F5-A791-3C67912576F2}" dt="2020-09-27T05:38:11.114" v="2370" actId="20577"/>
          <ac:spMkLst>
            <pc:docMk/>
            <pc:sldMk cId="20239079" sldId="352"/>
            <ac:spMk id="2" creationId="{23388410-9A25-42FC-8E77-7289CC6C2B38}"/>
          </ac:spMkLst>
        </pc:spChg>
        <pc:spChg chg="del">
          <ac:chgData name="Yu, Harry" userId="d07dd713-323b-41c6-b24d-c18be50fb4fc" providerId="ADAL" clId="{196D0870-A10A-40F5-A791-3C67912576F2}" dt="2020-09-27T05:38:20.573" v="2372" actId="478"/>
          <ac:spMkLst>
            <pc:docMk/>
            <pc:sldMk cId="20239079" sldId="352"/>
            <ac:spMk id="3" creationId="{480B5FD8-FFCA-4667-875F-C60C107CD166}"/>
          </ac:spMkLst>
        </pc:spChg>
        <pc:spChg chg="del">
          <ac:chgData name="Yu, Harry" userId="d07dd713-323b-41c6-b24d-c18be50fb4fc" providerId="ADAL" clId="{196D0870-A10A-40F5-A791-3C67912576F2}" dt="2020-09-27T05:38:18.052" v="2371" actId="478"/>
          <ac:spMkLst>
            <pc:docMk/>
            <pc:sldMk cId="20239079" sldId="352"/>
            <ac:spMk id="4" creationId="{ECDADF0A-5653-4428-ACDF-37181255FD54}"/>
          </ac:spMkLst>
        </pc:spChg>
        <pc:spChg chg="add mod">
          <ac:chgData name="Yu, Harry" userId="d07dd713-323b-41c6-b24d-c18be50fb4fc" providerId="ADAL" clId="{196D0870-A10A-40F5-A791-3C67912576F2}" dt="2020-09-27T05:42:22.541" v="2418" actId="1076"/>
          <ac:spMkLst>
            <pc:docMk/>
            <pc:sldMk cId="20239079" sldId="352"/>
            <ac:spMk id="7" creationId="{89B33806-E7E1-4305-9F0C-68C42B8738B2}"/>
          </ac:spMkLst>
        </pc:spChg>
        <pc:spChg chg="add mod">
          <ac:chgData name="Yu, Harry" userId="d07dd713-323b-41c6-b24d-c18be50fb4fc" providerId="ADAL" clId="{196D0870-A10A-40F5-A791-3C67912576F2}" dt="2020-09-27T05:44:06.133" v="2450" actId="1076"/>
          <ac:spMkLst>
            <pc:docMk/>
            <pc:sldMk cId="20239079" sldId="352"/>
            <ac:spMk id="8" creationId="{F49B172A-BAE7-4B0D-8D1C-5E422BCB57BD}"/>
          </ac:spMkLst>
        </pc:spChg>
        <pc:spChg chg="add mod">
          <ac:chgData name="Yu, Harry" userId="d07dd713-323b-41c6-b24d-c18be50fb4fc" providerId="ADAL" clId="{196D0870-A10A-40F5-A791-3C67912576F2}" dt="2020-09-27T05:44:18.462" v="2456" actId="20577"/>
          <ac:spMkLst>
            <pc:docMk/>
            <pc:sldMk cId="20239079" sldId="352"/>
            <ac:spMk id="9" creationId="{4BACE75D-8113-4DA8-902B-05F2294CB0A6}"/>
          </ac:spMkLst>
        </pc:spChg>
        <pc:spChg chg="add mod">
          <ac:chgData name="Yu, Harry" userId="d07dd713-323b-41c6-b24d-c18be50fb4fc" providerId="ADAL" clId="{196D0870-A10A-40F5-A791-3C67912576F2}" dt="2020-09-27T05:47:35.165" v="2519" actId="20577"/>
          <ac:spMkLst>
            <pc:docMk/>
            <pc:sldMk cId="20239079" sldId="352"/>
            <ac:spMk id="14" creationId="{9EEC5408-EE95-44ED-ABD8-5361FB032E13}"/>
          </ac:spMkLst>
        </pc:spChg>
        <pc:spChg chg="add mod">
          <ac:chgData name="Yu, Harry" userId="d07dd713-323b-41c6-b24d-c18be50fb4fc" providerId="ADAL" clId="{196D0870-A10A-40F5-A791-3C67912576F2}" dt="2020-09-27T05:47:20.483" v="2509" actId="20577"/>
          <ac:spMkLst>
            <pc:docMk/>
            <pc:sldMk cId="20239079" sldId="352"/>
            <ac:spMk id="15" creationId="{7C695DD1-5FA4-4A7A-AE5F-1C161F59972B}"/>
          </ac:spMkLst>
        </pc:spChg>
        <pc:spChg chg="add mod">
          <ac:chgData name="Yu, Harry" userId="d07dd713-323b-41c6-b24d-c18be50fb4fc" providerId="ADAL" clId="{196D0870-A10A-40F5-A791-3C67912576F2}" dt="2020-09-27T05:47:04.716" v="2501" actId="20577"/>
          <ac:spMkLst>
            <pc:docMk/>
            <pc:sldMk cId="20239079" sldId="352"/>
            <ac:spMk id="16" creationId="{F2FF4A95-C1C6-4EB5-9316-9BAD4C5DBD0A}"/>
          </ac:spMkLst>
        </pc:spChg>
        <pc:spChg chg="add mod">
          <ac:chgData name="Yu, Harry" userId="d07dd713-323b-41c6-b24d-c18be50fb4fc" providerId="ADAL" clId="{196D0870-A10A-40F5-A791-3C67912576F2}" dt="2020-09-27T05:46:46.793" v="2487" actId="20577"/>
          <ac:spMkLst>
            <pc:docMk/>
            <pc:sldMk cId="20239079" sldId="352"/>
            <ac:spMk id="17" creationId="{5A901FF5-0172-44A8-B98F-0EF16A3F3A57}"/>
          </ac:spMkLst>
        </pc:spChg>
        <pc:spChg chg="add mod">
          <ac:chgData name="Yu, Harry" userId="d07dd713-323b-41c6-b24d-c18be50fb4fc" providerId="ADAL" clId="{196D0870-A10A-40F5-A791-3C67912576F2}" dt="2020-09-27T05:47:57.127" v="2542" actId="20577"/>
          <ac:spMkLst>
            <pc:docMk/>
            <pc:sldMk cId="20239079" sldId="352"/>
            <ac:spMk id="18" creationId="{C36AC84A-C510-4E6A-B2B3-4BB54B828F6C}"/>
          </ac:spMkLst>
        </pc:spChg>
        <pc:spChg chg="add mod">
          <ac:chgData name="Yu, Harry" userId="d07dd713-323b-41c6-b24d-c18be50fb4fc" providerId="ADAL" clId="{196D0870-A10A-40F5-A791-3C67912576F2}" dt="2020-09-27T05:48:14.814" v="2543" actId="11529"/>
          <ac:spMkLst>
            <pc:docMk/>
            <pc:sldMk cId="20239079" sldId="352"/>
            <ac:spMk id="19" creationId="{1D9E6DCE-B4F9-41D3-95D0-1438272A1A1D}"/>
          </ac:spMkLst>
        </pc:spChg>
        <pc:picChg chg="add mod">
          <ac:chgData name="Yu, Harry" userId="d07dd713-323b-41c6-b24d-c18be50fb4fc" providerId="ADAL" clId="{196D0870-A10A-40F5-A791-3C67912576F2}" dt="2020-09-27T05:41:39.427" v="2387" actId="1076"/>
          <ac:picMkLst>
            <pc:docMk/>
            <pc:sldMk cId="20239079" sldId="352"/>
            <ac:picMk id="5" creationId="{424E9EC2-BD73-4D02-8FEF-12EA2523B643}"/>
          </ac:picMkLst>
        </pc:picChg>
        <pc:picChg chg="add mod">
          <ac:chgData name="Yu, Harry" userId="d07dd713-323b-41c6-b24d-c18be50fb4fc" providerId="ADAL" clId="{196D0870-A10A-40F5-A791-3C67912576F2}" dt="2020-09-27T05:41:36.573" v="2386" actId="1076"/>
          <ac:picMkLst>
            <pc:docMk/>
            <pc:sldMk cId="20239079" sldId="352"/>
            <ac:picMk id="6" creationId="{EB5164E0-8FDC-418D-81D8-0A706B2B90A8}"/>
          </ac:picMkLst>
        </pc:picChg>
        <pc:picChg chg="add mod">
          <ac:chgData name="Yu, Harry" userId="d07dd713-323b-41c6-b24d-c18be50fb4fc" providerId="ADAL" clId="{196D0870-A10A-40F5-A791-3C67912576F2}" dt="2020-09-27T05:44:50" v="2460" actId="1076"/>
          <ac:picMkLst>
            <pc:docMk/>
            <pc:sldMk cId="20239079" sldId="352"/>
            <ac:picMk id="10" creationId="{5CA20B42-778F-4970-8599-D016E291C26C}"/>
          </ac:picMkLst>
        </pc:picChg>
        <pc:picChg chg="add mod">
          <ac:chgData name="Yu, Harry" userId="d07dd713-323b-41c6-b24d-c18be50fb4fc" providerId="ADAL" clId="{196D0870-A10A-40F5-A791-3C67912576F2}" dt="2020-09-27T05:45:29.919" v="2464" actId="1076"/>
          <ac:picMkLst>
            <pc:docMk/>
            <pc:sldMk cId="20239079" sldId="352"/>
            <ac:picMk id="11" creationId="{567E21AF-918F-4CF0-95BC-ED560320C4AC}"/>
          </ac:picMkLst>
        </pc:picChg>
        <pc:picChg chg="add mod">
          <ac:chgData name="Yu, Harry" userId="d07dd713-323b-41c6-b24d-c18be50fb4fc" providerId="ADAL" clId="{196D0870-A10A-40F5-A791-3C67912576F2}" dt="2020-09-27T05:45:58.252" v="2466" actId="1076"/>
          <ac:picMkLst>
            <pc:docMk/>
            <pc:sldMk cId="20239079" sldId="352"/>
            <ac:picMk id="12" creationId="{C4D6AAA9-6B44-4EF3-AA46-C3AAE0F4F5B6}"/>
          </ac:picMkLst>
        </pc:picChg>
        <pc:picChg chg="add mod">
          <ac:chgData name="Yu, Harry" userId="d07dd713-323b-41c6-b24d-c18be50fb4fc" providerId="ADAL" clId="{196D0870-A10A-40F5-A791-3C67912576F2}" dt="2020-09-27T05:46:21.477" v="2470" actId="1076"/>
          <ac:picMkLst>
            <pc:docMk/>
            <pc:sldMk cId="20239079" sldId="352"/>
            <ac:picMk id="13" creationId="{3B5ED610-CD2C-4A96-99CA-F67F48A5E9CD}"/>
          </ac:picMkLst>
        </pc:picChg>
      </pc:sldChg>
      <pc:sldChg chg="add del">
        <pc:chgData name="Yu, Harry" userId="d07dd713-323b-41c6-b24d-c18be50fb4fc" providerId="ADAL" clId="{196D0870-A10A-40F5-A791-3C67912576F2}" dt="2020-09-27T05:37:33.654" v="2260"/>
        <pc:sldMkLst>
          <pc:docMk/>
          <pc:sldMk cId="1655303575" sldId="352"/>
        </pc:sldMkLst>
      </pc:sldChg>
      <pc:sldChg chg="modSp">
        <pc:chgData name="Yu, Harry" userId="d07dd713-323b-41c6-b24d-c18be50fb4fc" providerId="ADAL" clId="{196D0870-A10A-40F5-A791-3C67912576F2}" dt="2020-09-27T05:49:36.078" v="2567" actId="20577"/>
        <pc:sldMkLst>
          <pc:docMk/>
          <pc:sldMk cId="1807581627" sldId="353"/>
        </pc:sldMkLst>
        <pc:spChg chg="mod">
          <ac:chgData name="Yu, Harry" userId="d07dd713-323b-41c6-b24d-c18be50fb4fc" providerId="ADAL" clId="{196D0870-A10A-40F5-A791-3C67912576F2}" dt="2020-09-27T05:49:36.078" v="2567" actId="20577"/>
          <ac:spMkLst>
            <pc:docMk/>
            <pc:sldMk cId="1807581627" sldId="353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7:36:35.156" v="2611" actId="478"/>
        <pc:sldMkLst>
          <pc:docMk/>
          <pc:sldMk cId="2793958940" sldId="354"/>
        </pc:sldMkLst>
        <pc:spChg chg="del">
          <ac:chgData name="Yu, Harry" userId="d07dd713-323b-41c6-b24d-c18be50fb4fc" providerId="ADAL" clId="{196D0870-A10A-40F5-A791-3C67912576F2}" dt="2020-09-27T05:49:47.397" v="2570" actId="478"/>
          <ac:spMkLst>
            <pc:docMk/>
            <pc:sldMk cId="2793958940" sldId="354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5:49:50.987" v="2571" actId="478"/>
          <ac:spMkLst>
            <pc:docMk/>
            <pc:sldMk cId="2793958940" sldId="354"/>
            <ac:spMk id="3" creationId="{F9EAAF39-1CE1-4776-9A95-5916AA9098BF}"/>
          </ac:spMkLst>
        </pc:spChg>
        <pc:spChg chg="del mod">
          <ac:chgData name="Yu, Harry" userId="d07dd713-323b-41c6-b24d-c18be50fb4fc" providerId="ADAL" clId="{196D0870-A10A-40F5-A791-3C67912576F2}" dt="2020-09-27T07:36:35.156" v="2611" actId="478"/>
          <ac:spMkLst>
            <pc:docMk/>
            <pc:sldMk cId="2793958940" sldId="354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7:36:04.034" v="2610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7:35:35.190" v="2609" actId="3064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7T07:38:47.160" v="2612"/>
        <pc:sldMkLst>
          <pc:docMk/>
          <pc:sldMk cId="2684987239" sldId="355"/>
        </pc:sldMkLst>
        <pc:spChg chg="mod">
          <ac:chgData name="Yu, Harry" userId="d07dd713-323b-41c6-b24d-c18be50fb4fc" providerId="ADAL" clId="{196D0870-A10A-40F5-A791-3C67912576F2}" dt="2020-09-27T07:38:47.160" v="2612"/>
          <ac:spMkLst>
            <pc:docMk/>
            <pc:sldMk cId="2684987239" sldId="355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8:47:39.356" v="2751" actId="20577"/>
        <pc:sldMkLst>
          <pc:docMk/>
          <pc:sldMk cId="1265383617" sldId="356"/>
        </pc:sldMkLst>
        <pc:spChg chg="del">
          <ac:chgData name="Yu, Harry" userId="d07dd713-323b-41c6-b24d-c18be50fb4fc" providerId="ADAL" clId="{196D0870-A10A-40F5-A791-3C67912576F2}" dt="2020-09-27T08:47:01.897" v="2741" actId="478"/>
          <ac:spMkLst>
            <pc:docMk/>
            <pc:sldMk cId="1265383617" sldId="356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8:47:05.936" v="2742" actId="478"/>
          <ac:spMkLst>
            <pc:docMk/>
            <pc:sldMk cId="1265383617" sldId="356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8:45:54.545" v="2738" actId="20577"/>
          <ac:spMkLst>
            <pc:docMk/>
            <pc:sldMk cId="1265383617" sldId="356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7:39.356" v="2751" actId="20577"/>
          <ac:spMkLst>
            <pc:docMk/>
            <pc:sldMk cId="1265383617" sldId="35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8:44:51.938" v="2643" actId="3064"/>
          <ac:graphicFrameMkLst>
            <pc:docMk/>
            <pc:sldMk cId="1265383617" sldId="35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6:19:53.583" v="6258" actId="313"/>
        <pc:sldMkLst>
          <pc:docMk/>
          <pc:sldMk cId="516112021" sldId="357"/>
        </pc:sldMkLst>
        <pc:spChg chg="del">
          <ac:chgData name="Yu, Harry" userId="d07dd713-323b-41c6-b24d-c18be50fb4fc" providerId="ADAL" clId="{196D0870-A10A-40F5-A791-3C67912576F2}" dt="2020-09-27T09:01:24.034" v="2763" actId="478"/>
          <ac:spMkLst>
            <pc:docMk/>
            <pc:sldMk cId="516112021" sldId="357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8:09.512" v="2753" actId="20577"/>
          <ac:spMkLst>
            <pc:docMk/>
            <pc:sldMk cId="516112021" sldId="35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3.583" v="6258" actId="313"/>
          <ac:graphicFrameMkLst>
            <pc:docMk/>
            <pc:sldMk cId="516112021" sldId="357"/>
            <ac:graphicFrameMk id="9" creationId="{A471383B-87D3-406F-AEC8-A1732EA53B37}"/>
          </ac:graphicFrameMkLst>
        </pc:graphicFrameChg>
        <pc:picChg chg="add mod">
          <ac:chgData name="Yu, Harry" userId="d07dd713-323b-41c6-b24d-c18be50fb4fc" providerId="ADAL" clId="{196D0870-A10A-40F5-A791-3C67912576F2}" dt="2020-09-27T09:02:34.465" v="2793" actId="1037"/>
          <ac:picMkLst>
            <pc:docMk/>
            <pc:sldMk cId="516112021" sldId="357"/>
            <ac:picMk id="5" creationId="{B213D99B-CE90-4C86-AE39-9CEF45453C3D}"/>
          </ac:picMkLst>
        </pc:picChg>
        <pc:picChg chg="add mod">
          <ac:chgData name="Yu, Harry" userId="d07dd713-323b-41c6-b24d-c18be50fb4fc" providerId="ADAL" clId="{196D0870-A10A-40F5-A791-3C67912576F2}" dt="2020-09-27T09:02:42.611" v="2827" actId="1036"/>
          <ac:picMkLst>
            <pc:docMk/>
            <pc:sldMk cId="516112021" sldId="357"/>
            <ac:picMk id="7" creationId="{02D977AE-468E-4209-81A5-69F59D4A07CA}"/>
          </ac:picMkLst>
        </pc:picChg>
        <pc:picChg chg="add mod">
          <ac:chgData name="Yu, Harry" userId="d07dd713-323b-41c6-b24d-c18be50fb4fc" providerId="ADAL" clId="{196D0870-A10A-40F5-A791-3C67912576F2}" dt="2020-09-27T09:03:24.195" v="2843" actId="1037"/>
          <ac:picMkLst>
            <pc:docMk/>
            <pc:sldMk cId="516112021" sldId="357"/>
            <ac:picMk id="8" creationId="{871F3B83-98B3-48D3-AFDC-67923918C6F5}"/>
          </ac:picMkLst>
        </pc:picChg>
      </pc:sldChg>
      <pc:sldChg chg="add del">
        <pc:chgData name="Yu, Harry" userId="d07dd713-323b-41c6-b24d-c18be50fb4fc" providerId="ADAL" clId="{196D0870-A10A-40F5-A791-3C67912576F2}" dt="2020-09-27T09:04:49.282" v="2879"/>
        <pc:sldMkLst>
          <pc:docMk/>
          <pc:sldMk cId="352703078" sldId="358"/>
        </pc:sldMkLst>
      </pc:sldChg>
      <pc:sldChg chg="modSp">
        <pc:chgData name="Yu, Harry" userId="d07dd713-323b-41c6-b24d-c18be50fb4fc" providerId="ADAL" clId="{196D0870-A10A-40F5-A791-3C67912576F2}" dt="2020-09-27T09:06:26.678" v="2889"/>
        <pc:sldMkLst>
          <pc:docMk/>
          <pc:sldMk cId="2573751591" sldId="358"/>
        </pc:sldMkLst>
        <pc:spChg chg="mod">
          <ac:chgData name="Yu, Harry" userId="d07dd713-323b-41c6-b24d-c18be50fb4fc" providerId="ADAL" clId="{196D0870-A10A-40F5-A791-3C67912576F2}" dt="2020-09-27T09:06:26.678" v="2889"/>
          <ac:spMkLst>
            <pc:docMk/>
            <pc:sldMk cId="2573751591" sldId="358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29T06:26:51.228" v="12624" actId="20577"/>
        <pc:sldMkLst>
          <pc:docMk/>
          <pc:sldMk cId="762571728" sldId="359"/>
        </pc:sldMkLst>
        <pc:spChg chg="add mod">
          <ac:chgData name="Yu, Harry" userId="d07dd713-323b-41c6-b24d-c18be50fb4fc" providerId="ADAL" clId="{196D0870-A10A-40F5-A791-3C67912576F2}" dt="2020-09-27T09:11:41.730" v="2926" actId="1076"/>
          <ac:spMkLst>
            <pc:docMk/>
            <pc:sldMk cId="762571728" sldId="359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09-27T09:35:23.628" v="3145" actId="20577"/>
          <ac:spMkLst>
            <pc:docMk/>
            <pc:sldMk cId="762571728" sldId="35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1.228" v="12624" actId="20577"/>
          <ac:spMkLst>
            <pc:docMk/>
            <pc:sldMk cId="762571728" sldId="35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4.219" v="6259" actId="313"/>
          <ac:graphicFrameMkLst>
            <pc:docMk/>
            <pc:sldMk cId="762571728" sldId="359"/>
            <ac:graphicFrameMk id="9" creationId="{A471383B-87D3-406F-AEC8-A1732EA53B37}"/>
          </ac:graphicFrameMkLst>
        </pc:graphicFrameChg>
      </pc:sldChg>
      <pc:sldChg chg="addSp modSp del">
        <pc:chgData name="Yu, Harry" userId="d07dd713-323b-41c6-b24d-c18be50fb4fc" providerId="ADAL" clId="{196D0870-A10A-40F5-A791-3C67912576F2}" dt="2020-10-29T06:26:45.551" v="12622" actId="2696"/>
        <pc:sldMkLst>
          <pc:docMk/>
          <pc:sldMk cId="602838902" sldId="360"/>
        </pc:sldMkLst>
        <pc:spChg chg="mod">
          <ac:chgData name="Yu, Harry" userId="d07dd713-323b-41c6-b24d-c18be50fb4fc" providerId="ADAL" clId="{196D0870-A10A-40F5-A791-3C67912576F2}" dt="2020-09-28T01:38:05.839" v="3453" actId="20577"/>
          <ac:spMkLst>
            <pc:docMk/>
            <pc:sldMk cId="602838902" sldId="360"/>
            <ac:spMk id="6" creationId="{0ED065AC-F3EF-42B0-A34B-DF7EED7FF8B9}"/>
          </ac:spMkLst>
        </pc:spChg>
        <pc:cxnChg chg="add mod">
          <ac:chgData name="Yu, Harry" userId="d07dd713-323b-41c6-b24d-c18be50fb4fc" providerId="ADAL" clId="{196D0870-A10A-40F5-A791-3C67912576F2}" dt="2020-10-28T23:30:16.790" v="12598" actId="11529"/>
          <ac:cxnSpMkLst>
            <pc:docMk/>
            <pc:sldMk cId="602838902" sldId="360"/>
            <ac:cxnSpMk id="3" creationId="{5BFA35B8-C0EE-4309-B5DF-6E1BBE76C8A6}"/>
          </ac:cxnSpMkLst>
        </pc:cxnChg>
      </pc:sldChg>
      <pc:sldChg chg="delSp modSp">
        <pc:chgData name="Yu, Harry" userId="d07dd713-323b-41c6-b24d-c18be50fb4fc" providerId="ADAL" clId="{196D0870-A10A-40F5-A791-3C67912576F2}" dt="2020-10-29T06:26:58.989" v="12628" actId="20577"/>
        <pc:sldMkLst>
          <pc:docMk/>
          <pc:sldMk cId="1738908870" sldId="361"/>
        </pc:sldMkLst>
        <pc:spChg chg="del">
          <ac:chgData name="Yu, Harry" userId="d07dd713-323b-41c6-b24d-c18be50fb4fc" providerId="ADAL" clId="{196D0870-A10A-40F5-A791-3C67912576F2}" dt="2020-09-28T01:09:00.185" v="3165" actId="478"/>
          <ac:spMkLst>
            <pc:docMk/>
            <pc:sldMk cId="1738908870" sldId="36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8.989" v="12628" actId="20577"/>
          <ac:spMkLst>
            <pc:docMk/>
            <pc:sldMk cId="1738908870" sldId="36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1:24:05.302" v="3314" actId="207"/>
          <ac:graphicFrameMkLst>
            <pc:docMk/>
            <pc:sldMk cId="1738908870" sldId="361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9T06:27:07.267" v="12632" actId="20577"/>
        <pc:sldMkLst>
          <pc:docMk/>
          <pc:sldMk cId="1803848135" sldId="362"/>
        </pc:sldMkLst>
        <pc:spChg chg="mod">
          <ac:chgData name="Yu, Harry" userId="d07dd713-323b-41c6-b24d-c18be50fb4fc" providerId="ADAL" clId="{196D0870-A10A-40F5-A791-3C67912576F2}" dt="2020-09-28T01:26:22.426" v="3319" actId="113"/>
          <ac:spMkLst>
            <pc:docMk/>
            <pc:sldMk cId="1803848135" sldId="362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10-12T06:35:13.227" v="8799" actId="20577"/>
          <ac:spMkLst>
            <pc:docMk/>
            <pc:sldMk cId="1803848135" sldId="362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7:07.267" v="12632" actId="20577"/>
          <ac:spMkLst>
            <pc:docMk/>
            <pc:sldMk cId="1803848135" sldId="362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7:34.070" v="10378"/>
          <ac:spMkLst>
            <pc:docMk/>
            <pc:sldMk cId="1803848135" sldId="362"/>
            <ac:spMk id="7" creationId="{2D505846-F083-4C9E-B976-EEED6C71670D}"/>
          </ac:spMkLst>
        </pc:spChg>
        <pc:graphicFrameChg chg="mod modGraphic">
          <ac:chgData name="Yu, Harry" userId="d07dd713-323b-41c6-b24d-c18be50fb4fc" providerId="ADAL" clId="{196D0870-A10A-40F5-A791-3C67912576F2}" dt="2020-09-28T01:33:20.850" v="3355" actId="207"/>
          <ac:graphicFrameMkLst>
            <pc:docMk/>
            <pc:sldMk cId="1803848135" sldId="362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196D0870-A10A-40F5-A791-3C67912576F2}" dt="2020-09-28T01:24:57.391" v="3315" actId="2696"/>
        <pc:sldMkLst>
          <pc:docMk/>
          <pc:sldMk cId="2631405045" sldId="362"/>
        </pc:sldMkLst>
      </pc:sldChg>
      <pc:sldChg chg="modSp">
        <pc:chgData name="Yu, Harry" userId="d07dd713-323b-41c6-b24d-c18be50fb4fc" providerId="ADAL" clId="{196D0870-A10A-40F5-A791-3C67912576F2}" dt="2020-09-28T01:36:19.709" v="3442"/>
        <pc:sldMkLst>
          <pc:docMk/>
          <pc:sldMk cId="830645897" sldId="363"/>
        </pc:sldMkLst>
        <pc:spChg chg="mod">
          <ac:chgData name="Yu, Harry" userId="d07dd713-323b-41c6-b24d-c18be50fb4fc" providerId="ADAL" clId="{196D0870-A10A-40F5-A791-3C67912576F2}" dt="2020-09-28T01:36:19.709" v="3442"/>
          <ac:spMkLst>
            <pc:docMk/>
            <pc:sldMk cId="830645897" sldId="363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19T06:39:46.194" v="10380"/>
        <pc:sldMkLst>
          <pc:docMk/>
          <pc:sldMk cId="2483991268" sldId="364"/>
        </pc:sldMkLst>
        <pc:spChg chg="mod">
          <ac:chgData name="Yu, Harry" userId="d07dd713-323b-41c6-b24d-c18be50fb4fc" providerId="ADAL" clId="{196D0870-A10A-40F5-A791-3C67912576F2}" dt="2020-09-30T07:36:27.431" v="5898" actId="20577"/>
          <ac:spMkLst>
            <pc:docMk/>
            <pc:sldMk cId="2483991268" sldId="364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39:46.194" v="10380"/>
          <ac:spMkLst>
            <pc:docMk/>
            <pc:sldMk cId="2483991268" sldId="364"/>
            <ac:spMk id="5" creationId="{3FB68C6B-3832-4135-B2C8-BC59823ECBE2}"/>
          </ac:spMkLst>
        </pc:spChg>
        <pc:spChg chg="mod">
          <ac:chgData name="Yu, Harry" userId="d07dd713-323b-41c6-b24d-c18be50fb4fc" providerId="ADAL" clId="{196D0870-A10A-40F5-A791-3C67912576F2}" dt="2020-09-28T04:01:54.974" v="4075" actId="20577"/>
          <ac:spMkLst>
            <pc:docMk/>
            <pc:sldMk cId="2483991268" sldId="36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03:17.166" v="4082" actId="207"/>
          <ac:graphicFrameMkLst>
            <pc:docMk/>
            <pc:sldMk cId="2483991268" sldId="364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2T03:55:14.464" v="11019" actId="1038"/>
        <pc:sldMkLst>
          <pc:docMk/>
          <pc:sldMk cId="4124176753" sldId="365"/>
        </pc:sldMkLst>
        <pc:spChg chg="add mod">
          <ac:chgData name="Yu, Harry" userId="d07dd713-323b-41c6-b24d-c18be50fb4fc" providerId="ADAL" clId="{196D0870-A10A-40F5-A791-3C67912576F2}" dt="2020-10-22T03:55:14.464" v="11019" actId="1038"/>
          <ac:spMkLst>
            <pc:docMk/>
            <pc:sldMk cId="4124176753" sldId="365"/>
            <ac:spMk id="2" creationId="{8E4E1CAD-729D-40A3-AA83-C93644CA1EF8}"/>
          </ac:spMkLst>
        </pc:spChg>
        <pc:spChg chg="add">
          <ac:chgData name="Yu, Harry" userId="d07dd713-323b-41c6-b24d-c18be50fb4fc" providerId="ADAL" clId="{196D0870-A10A-40F5-A791-3C67912576F2}" dt="2020-10-19T06:38:34.044" v="10379"/>
          <ac:spMkLst>
            <pc:docMk/>
            <pc:sldMk cId="4124176753" sldId="365"/>
            <ac:spMk id="5" creationId="{E64EDFB3-FFC1-4F3C-9668-8E0017D7B384}"/>
          </ac:spMkLst>
        </pc:spChg>
        <pc:spChg chg="mod">
          <ac:chgData name="Yu, Harry" userId="d07dd713-323b-41c6-b24d-c18be50fb4fc" providerId="ADAL" clId="{196D0870-A10A-40F5-A791-3C67912576F2}" dt="2020-09-28T04:01:59.941" v="4076" actId="20577"/>
          <ac:spMkLst>
            <pc:docMk/>
            <pc:sldMk cId="4124176753" sldId="365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22T03:55:01.625" v="11013" actId="1076"/>
          <ac:spMkLst>
            <pc:docMk/>
            <pc:sldMk cId="4124176753" sldId="36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2:41:32.375" v="3479" actId="207"/>
          <ac:graphicFrameMkLst>
            <pc:docMk/>
            <pc:sldMk cId="4124176753" sldId="365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7:36.966" v="4126" actId="20577"/>
        <pc:sldMkLst>
          <pc:docMk/>
          <pc:sldMk cId="1291149336" sldId="366"/>
        </pc:sldMkLst>
        <pc:spChg chg="mod">
          <ac:chgData name="Yu, Harry" userId="d07dd713-323b-41c6-b24d-c18be50fb4fc" providerId="ADAL" clId="{196D0870-A10A-40F5-A791-3C67912576F2}" dt="2020-09-28T04:01:49.441" v="4074" actId="20577"/>
          <ac:spMkLst>
            <pc:docMk/>
            <pc:sldMk cId="1291149336" sldId="36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17:36.966" v="4126" actId="20577"/>
          <ac:graphicFrameMkLst>
            <pc:docMk/>
            <pc:sldMk cId="1291149336" sldId="36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3:08.590" v="4115"/>
        <pc:sldMkLst>
          <pc:docMk/>
          <pc:sldMk cId="2886081286" sldId="367"/>
        </pc:sldMkLst>
        <pc:spChg chg="mod">
          <ac:chgData name="Yu, Harry" userId="d07dd713-323b-41c6-b24d-c18be50fb4fc" providerId="ADAL" clId="{196D0870-A10A-40F5-A791-3C67912576F2}" dt="2020-09-28T04:13:08.590" v="4115"/>
          <ac:spMkLst>
            <pc:docMk/>
            <pc:sldMk cId="2886081286" sldId="36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0T08:09:16.178" v="6957"/>
        <pc:sldMkLst>
          <pc:docMk/>
          <pc:sldMk cId="914646431" sldId="368"/>
        </pc:sldMkLst>
        <pc:spChg chg="mod">
          <ac:chgData name="Yu, Harry" userId="d07dd713-323b-41c6-b24d-c18be50fb4fc" providerId="ADAL" clId="{196D0870-A10A-40F5-A791-3C67912576F2}" dt="2020-10-10T08:09:16.178" v="695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09-28T04:21:21.179" v="4346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4:19:31.720" v="4136" actId="207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9:22:28.340" v="12713" actId="207"/>
        <pc:sldMkLst>
          <pc:docMk/>
          <pc:sldMk cId="3718417336" sldId="369"/>
        </pc:sldMkLst>
        <pc:spChg chg="mod">
          <ac:chgData name="Yu, Harry" userId="d07dd713-323b-41c6-b24d-c18be50fb4fc" providerId="ADAL" clId="{196D0870-A10A-40F5-A791-3C67912576F2}" dt="2020-10-10T08:09:20.780" v="6958"/>
          <ac:spMkLst>
            <pc:docMk/>
            <pc:sldMk cId="3718417336" sldId="369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09-29T08:42:09.983" v="5042" actId="478"/>
          <ac:spMkLst>
            <pc:docMk/>
            <pc:sldMk cId="3718417336" sldId="369"/>
            <ac:spMk id="7" creationId="{89E1BA4A-1027-431C-BD6B-ADB2E119615C}"/>
          </ac:spMkLst>
        </pc:spChg>
        <pc:spChg chg="del">
          <ac:chgData name="Yu, Harry" userId="d07dd713-323b-41c6-b24d-c18be50fb4fc" providerId="ADAL" clId="{196D0870-A10A-40F5-A791-3C67912576F2}" dt="2020-09-28T04:23:21.229" v="4347" actId="478"/>
          <ac:spMkLst>
            <pc:docMk/>
            <pc:sldMk cId="3718417336" sldId="369"/>
            <ac:spMk id="11" creationId="{3B0E5B35-F8D6-4092-AA4A-BCC690B2229D}"/>
          </ac:spMkLst>
        </pc:spChg>
        <pc:graphicFrameChg chg="add del mod">
          <ac:chgData name="Yu, Harry" userId="d07dd713-323b-41c6-b24d-c18be50fb4fc" providerId="ADAL" clId="{196D0870-A10A-40F5-A791-3C67912576F2}" dt="2020-09-28T04:25:45.968" v="4352" actId="478"/>
          <ac:graphicFrameMkLst>
            <pc:docMk/>
            <pc:sldMk cId="3718417336" sldId="369"/>
            <ac:graphicFrameMk id="2" creationId="{3DD01C5F-FA06-41C4-ABE4-DEE1A15982DD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29T09:22:28.340" v="12713" actId="207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1T23:53:24.129" v="11008" actId="20577"/>
        <pc:sldMkLst>
          <pc:docMk/>
          <pc:sldMk cId="332865271" sldId="370"/>
        </pc:sldMkLst>
        <pc:spChg chg="add del">
          <ac:chgData name="Yu, Harry" userId="d07dd713-323b-41c6-b24d-c18be50fb4fc" providerId="ADAL" clId="{196D0870-A10A-40F5-A791-3C67912576F2}" dt="2020-09-29T08:40:44.729" v="5040" actId="478"/>
          <ac:spMkLst>
            <pc:docMk/>
            <pc:sldMk cId="332865271" sldId="370"/>
            <ac:spMk id="4" creationId="{739ED610-7AC8-45CD-BCC6-B494109E5D9F}"/>
          </ac:spMkLst>
        </pc:spChg>
        <pc:spChg chg="add mod">
          <ac:chgData name="Yu, Harry" userId="d07dd713-323b-41c6-b24d-c18be50fb4fc" providerId="ADAL" clId="{196D0870-A10A-40F5-A791-3C67912576F2}" dt="2020-10-21T23:53:24.129" v="11008" actId="20577"/>
          <ac:spMkLst>
            <pc:docMk/>
            <pc:sldMk cId="332865271" sldId="370"/>
            <ac:spMk id="5" creationId="{CDE95802-C1DE-421A-A844-AD78F2D7EDA6}"/>
          </ac:spMkLst>
        </pc:spChg>
        <pc:spChg chg="mod">
          <ac:chgData name="Yu, Harry" userId="d07dd713-323b-41c6-b24d-c18be50fb4fc" providerId="ADAL" clId="{196D0870-A10A-40F5-A791-3C67912576F2}" dt="2020-10-10T08:09:25.690" v="6959"/>
          <ac:spMkLst>
            <pc:docMk/>
            <pc:sldMk cId="332865271" sldId="370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20T06:04:38.391" v="10961" actId="20577"/>
          <ac:spMkLst>
            <pc:docMk/>
            <pc:sldMk cId="332865271" sldId="370"/>
            <ac:spMk id="7" creationId="{B84CFCD8-C513-4102-B4C7-D143FD02E1EA}"/>
          </ac:spMkLst>
        </pc:spChg>
        <pc:spChg chg="add">
          <ac:chgData name="Yu, Harry" userId="d07dd713-323b-41c6-b24d-c18be50fb4fc" providerId="ADAL" clId="{196D0870-A10A-40F5-A791-3C67912576F2}" dt="2020-10-19T06:40:44.193" v="10381"/>
          <ac:spMkLst>
            <pc:docMk/>
            <pc:sldMk cId="332865271" sldId="370"/>
            <ac:spMk id="8" creationId="{2E568A9A-D1A7-4930-8FAF-022030669388}"/>
          </ac:spMkLst>
        </pc:spChg>
        <pc:graphicFrameChg chg="add del mod modGraphic">
          <ac:chgData name="Yu, Harry" userId="d07dd713-323b-41c6-b24d-c18be50fb4fc" providerId="ADAL" clId="{196D0870-A10A-40F5-A791-3C67912576F2}" dt="2020-10-20T06:06:12.831" v="10979" actId="207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delSp modSp">
        <pc:chgData name="Yu, Harry" userId="d07dd713-323b-41c6-b24d-c18be50fb4fc" providerId="ADAL" clId="{196D0870-A10A-40F5-A791-3C67912576F2}" dt="2020-10-10T08:09:31.715" v="6960"/>
        <pc:sldMkLst>
          <pc:docMk/>
          <pc:sldMk cId="1301221291" sldId="371"/>
        </pc:sldMkLst>
        <pc:spChg chg="del mod">
          <ac:chgData name="Yu, Harry" userId="d07dd713-323b-41c6-b24d-c18be50fb4fc" providerId="ADAL" clId="{196D0870-A10A-40F5-A791-3C67912576F2}" dt="2020-09-30T07:33:05.618" v="5878"/>
          <ac:spMkLst>
            <pc:docMk/>
            <pc:sldMk cId="1301221291" sldId="37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10T08:09:31.715" v="6960"/>
          <ac:spMkLst>
            <pc:docMk/>
            <pc:sldMk cId="1301221291" sldId="37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30T07:45:47.918" v="5977" actId="20577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36.575" v="6961"/>
        <pc:sldMkLst>
          <pc:docMk/>
          <pc:sldMk cId="777599342" sldId="372"/>
        </pc:sldMkLst>
        <pc:spChg chg="add mod">
          <ac:chgData name="Yu, Harry" userId="d07dd713-323b-41c6-b24d-c18be50fb4fc" providerId="ADAL" clId="{196D0870-A10A-40F5-A791-3C67912576F2}" dt="2020-10-10T06:44:04.903" v="6644" actId="1076"/>
          <ac:spMkLst>
            <pc:docMk/>
            <pc:sldMk cId="777599342" sldId="372"/>
            <ac:spMk id="5" creationId="{7F36F3DA-DB26-4EFF-A2D8-5FDFBFA93E48}"/>
          </ac:spMkLst>
        </pc:spChg>
        <pc:spChg chg="mod">
          <ac:chgData name="Yu, Harry" userId="d07dd713-323b-41c6-b24d-c18be50fb4fc" providerId="ADAL" clId="{196D0870-A10A-40F5-A791-3C67912576F2}" dt="2020-10-10T08:09:36.575" v="6961"/>
          <ac:spMkLst>
            <pc:docMk/>
            <pc:sldMk cId="777599342" sldId="372"/>
            <ac:spMk id="6" creationId="{0ED065AC-F3EF-42B0-A34B-DF7EED7FF8B9}"/>
          </ac:spMkLst>
        </pc:spChg>
        <pc:graphicFrameChg chg="add del mod modGraphic">
          <ac:chgData name="Yu, Harry" userId="d07dd713-323b-41c6-b24d-c18be50fb4fc" providerId="ADAL" clId="{196D0870-A10A-40F5-A791-3C67912576F2}" dt="2020-10-10T06:19:56.569" v="6262" actId="313"/>
          <ac:graphicFrameMkLst>
            <pc:docMk/>
            <pc:sldMk cId="777599342" sldId="372"/>
            <ac:graphicFrameMk id="4" creationId="{F9AFED7C-8782-438F-A74C-3F98A375AED2}"/>
          </ac:graphicFrameMkLst>
        </pc:graphicFrameChg>
        <pc:graphicFrameChg chg="del">
          <ac:chgData name="Yu, Harry" userId="d07dd713-323b-41c6-b24d-c18be50fb4fc" providerId="ADAL" clId="{196D0870-A10A-40F5-A791-3C67912576F2}" dt="2020-09-30T07:39:12.967" v="5901" actId="478"/>
          <ac:graphicFrameMkLst>
            <pc:docMk/>
            <pc:sldMk cId="777599342" sldId="37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09:46.182" v="6962"/>
        <pc:sldMkLst>
          <pc:docMk/>
          <pc:sldMk cId="1828527808" sldId="373"/>
        </pc:sldMkLst>
        <pc:spChg chg="mod">
          <ac:chgData name="Yu, Harry" userId="d07dd713-323b-41c6-b24d-c18be50fb4fc" providerId="ADAL" clId="{196D0870-A10A-40F5-A791-3C67912576F2}" dt="2020-10-10T08:09:46.182" v="6962"/>
          <ac:spMkLst>
            <pc:docMk/>
            <pc:sldMk cId="1828527808" sldId="37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28:10.044" v="6315" actId="1076"/>
          <ac:graphicFrameMkLst>
            <pc:docMk/>
            <pc:sldMk cId="1828527808" sldId="373"/>
            <ac:graphicFrameMk id="4" creationId="{F9AFED7C-8782-438F-A74C-3F98A375AED2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55.318" v="6963"/>
        <pc:sldMkLst>
          <pc:docMk/>
          <pc:sldMk cId="2145281802" sldId="374"/>
        </pc:sldMkLst>
        <pc:spChg chg="add mod">
          <ac:chgData name="Yu, Harry" userId="d07dd713-323b-41c6-b24d-c18be50fb4fc" providerId="ADAL" clId="{196D0870-A10A-40F5-A791-3C67912576F2}" dt="2020-10-10T06:30:58.329" v="6330" actId="1076"/>
          <ac:spMkLst>
            <pc:docMk/>
            <pc:sldMk cId="2145281802" sldId="374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09:55.318" v="6963"/>
          <ac:spMkLst>
            <pc:docMk/>
            <pc:sldMk cId="2145281802" sldId="374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0T06:33:29.228" v="6532" actId="1076"/>
          <ac:spMkLst>
            <pc:docMk/>
            <pc:sldMk cId="2145281802" sldId="374"/>
            <ac:spMk id="7" creationId="{0AC2C3EC-5105-4933-BD9F-28D5D48E4395}"/>
          </ac:spMkLst>
        </pc:spChg>
        <pc:graphicFrameChg chg="add del">
          <ac:chgData name="Yu, Harry" userId="d07dd713-323b-41c6-b24d-c18be50fb4fc" providerId="ADAL" clId="{196D0870-A10A-40F5-A791-3C67912576F2}" dt="2020-10-10T06:29:50.215" v="6322"/>
          <ac:graphicFrameMkLst>
            <pc:docMk/>
            <pc:sldMk cId="2145281802" sldId="374"/>
            <ac:graphicFrameMk id="2" creationId="{B25BA877-3A49-4F02-8D74-440135839463}"/>
          </ac:graphicFrameMkLst>
        </pc:graphicFrameChg>
        <pc:graphicFrameChg chg="del">
          <ac:chgData name="Yu, Harry" userId="d07dd713-323b-41c6-b24d-c18be50fb4fc" providerId="ADAL" clId="{196D0870-A10A-40F5-A791-3C67912576F2}" dt="2020-10-10T06:29:36.577" v="6320" actId="478"/>
          <ac:graphicFrameMkLst>
            <pc:docMk/>
            <pc:sldMk cId="2145281802" sldId="374"/>
            <ac:graphicFrameMk id="9" creationId="{A471383B-87D3-406F-AEC8-A1732EA53B37}"/>
          </ac:graphicFrameMkLst>
        </pc:graphicFrameChg>
      </pc:sldChg>
      <pc:sldChg chg="addSp delSp modSp add">
        <pc:chgData name="Yu, Harry" userId="d07dd713-323b-41c6-b24d-c18be50fb4fc" providerId="ADAL" clId="{196D0870-A10A-40F5-A791-3C67912576F2}" dt="2020-10-20T01:41:18.568" v="10533" actId="20577"/>
        <pc:sldMkLst>
          <pc:docMk/>
          <pc:sldMk cId="4193153865" sldId="375"/>
        </pc:sldMkLst>
        <pc:spChg chg="mod">
          <ac:chgData name="Yu, Harry" userId="d07dd713-323b-41c6-b24d-c18be50fb4fc" providerId="ADAL" clId="{196D0870-A10A-40F5-A791-3C67912576F2}" dt="2020-10-20T01:41:18.568" v="10533" actId="20577"/>
          <ac:spMkLst>
            <pc:docMk/>
            <pc:sldMk cId="4193153865" sldId="375"/>
            <ac:spMk id="2" creationId="{16893625-44AD-4340-A7BB-FDBA32164A9A}"/>
          </ac:spMkLst>
        </pc:spChg>
        <pc:spChg chg="del">
          <ac:chgData name="Yu, Harry" userId="d07dd713-323b-41c6-b24d-c18be50fb4fc" providerId="ADAL" clId="{196D0870-A10A-40F5-A791-3C67912576F2}" dt="2020-10-10T06:34:13.070" v="6590" actId="478"/>
          <ac:spMkLst>
            <pc:docMk/>
            <pc:sldMk cId="4193153865" sldId="375"/>
            <ac:spMk id="3" creationId="{1720C4A2-966A-4902-8DD1-6C969CC8A497}"/>
          </ac:spMkLst>
        </pc:spChg>
        <pc:spChg chg="del">
          <ac:chgData name="Yu, Harry" userId="d07dd713-323b-41c6-b24d-c18be50fb4fc" providerId="ADAL" clId="{196D0870-A10A-40F5-A791-3C67912576F2}" dt="2020-10-10T06:34:10.239" v="6589" actId="478"/>
          <ac:spMkLst>
            <pc:docMk/>
            <pc:sldMk cId="4193153865" sldId="375"/>
            <ac:spMk id="4" creationId="{2FCD32BE-60C7-4DD8-8909-BD40875DCB1A}"/>
          </ac:spMkLst>
        </pc:spChg>
        <pc:spChg chg="add">
          <ac:chgData name="Yu, Harry" userId="d07dd713-323b-41c6-b24d-c18be50fb4fc" providerId="ADAL" clId="{196D0870-A10A-40F5-A791-3C67912576F2}" dt="2020-10-10T06:42:51.606" v="6642"/>
          <ac:spMkLst>
            <pc:docMk/>
            <pc:sldMk cId="4193153865" sldId="375"/>
            <ac:spMk id="11" creationId="{AC2B9EA6-5B96-4ABC-9AF2-B6A0D320B885}"/>
          </ac:spMkLst>
        </pc:spChg>
        <pc:picChg chg="add mod">
          <ac:chgData name="Yu, Harry" userId="d07dd713-323b-41c6-b24d-c18be50fb4fc" providerId="ADAL" clId="{196D0870-A10A-40F5-A791-3C67912576F2}" dt="2020-10-10T06:41:09.359" v="6633" actId="1076"/>
          <ac:picMkLst>
            <pc:docMk/>
            <pc:sldMk cId="4193153865" sldId="375"/>
            <ac:picMk id="5" creationId="{402B4C07-621D-4C6B-A2BC-6CEA04D54E7E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6" creationId="{555E482A-3C8D-4D13-8567-77F0D7042613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7" creationId="{C898DDB6-F959-4458-8253-75389D4BAC5F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8" creationId="{51AEEDBF-C1DD-41EB-AFE9-E39CD0B64EE1}"/>
          </ac:picMkLst>
        </pc:picChg>
        <pc:picChg chg="add mod">
          <ac:chgData name="Yu, Harry" userId="d07dd713-323b-41c6-b24d-c18be50fb4fc" providerId="ADAL" clId="{196D0870-A10A-40F5-A791-3C67912576F2}" dt="2020-10-10T06:41:48.453" v="6637" actId="1076"/>
          <ac:picMkLst>
            <pc:docMk/>
            <pc:sldMk cId="4193153865" sldId="375"/>
            <ac:picMk id="9" creationId="{09B9063B-C7A1-4B9A-AFE9-2DA4DDD74F0B}"/>
          </ac:picMkLst>
        </pc:picChg>
        <pc:picChg chg="add mod">
          <ac:chgData name="Yu, Harry" userId="d07dd713-323b-41c6-b24d-c18be50fb4fc" providerId="ADAL" clId="{196D0870-A10A-40F5-A791-3C67912576F2}" dt="2020-10-10T06:42:31.856" v="6641" actId="1076"/>
          <ac:picMkLst>
            <pc:docMk/>
            <pc:sldMk cId="4193153865" sldId="375"/>
            <ac:picMk id="10" creationId="{E742A5ED-307A-4883-A832-D4AF89A33BFE}"/>
          </ac:picMkLst>
        </pc:picChg>
        <pc:cxnChg chg="add mod">
          <ac:chgData name="Yu, Harry" userId="d07dd713-323b-41c6-b24d-c18be50fb4fc" providerId="ADAL" clId="{196D0870-A10A-40F5-A791-3C67912576F2}" dt="2020-10-12T06:48:48.163" v="8852" actId="1076"/>
          <ac:cxnSpMkLst>
            <pc:docMk/>
            <pc:sldMk cId="4193153865" sldId="375"/>
            <ac:cxnSpMk id="4" creationId="{1175DACF-4C9C-44FB-9871-4241D996A7CD}"/>
          </ac:cxnSpMkLst>
        </pc:cxnChg>
        <pc:cxnChg chg="add mod">
          <ac:chgData name="Yu, Harry" userId="d07dd713-323b-41c6-b24d-c18be50fb4fc" providerId="ADAL" clId="{196D0870-A10A-40F5-A791-3C67912576F2}" dt="2020-10-12T06:49:22.552" v="8858" actId="14100"/>
          <ac:cxnSpMkLst>
            <pc:docMk/>
            <pc:sldMk cId="4193153865" sldId="375"/>
            <ac:cxnSpMk id="12" creationId="{A5106D8D-D286-4887-BFC1-AF39868A069A}"/>
          </ac:cxnSpMkLst>
        </pc:cxnChg>
        <pc:cxnChg chg="add mod">
          <ac:chgData name="Yu, Harry" userId="d07dd713-323b-41c6-b24d-c18be50fb4fc" providerId="ADAL" clId="{196D0870-A10A-40F5-A791-3C67912576F2}" dt="2020-10-12T06:49:00.178" v="8854" actId="14100"/>
          <ac:cxnSpMkLst>
            <pc:docMk/>
            <pc:sldMk cId="4193153865" sldId="375"/>
            <ac:cxnSpMk id="13" creationId="{DCE1A7EF-9237-45C6-9F11-BD3CA2CC20CA}"/>
          </ac:cxnSpMkLst>
        </pc:cxnChg>
        <pc:cxnChg chg="add mod">
          <ac:chgData name="Yu, Harry" userId="d07dd713-323b-41c6-b24d-c18be50fb4fc" providerId="ADAL" clId="{196D0870-A10A-40F5-A791-3C67912576F2}" dt="2020-10-12T06:48:42.039" v="8850" actId="14100"/>
          <ac:cxnSpMkLst>
            <pc:docMk/>
            <pc:sldMk cId="4193153865" sldId="375"/>
            <ac:cxnSpMk id="14" creationId="{DEAFD87D-25C2-40C4-B2F0-FEAF3B447BF7}"/>
          </ac:cxnSpMkLst>
        </pc:cxnChg>
        <pc:cxnChg chg="add mod">
          <ac:chgData name="Yu, Harry" userId="d07dd713-323b-41c6-b24d-c18be50fb4fc" providerId="ADAL" clId="{196D0870-A10A-40F5-A791-3C67912576F2}" dt="2020-10-12T06:48:32.258" v="8848" actId="1037"/>
          <ac:cxnSpMkLst>
            <pc:docMk/>
            <pc:sldMk cId="4193153865" sldId="375"/>
            <ac:cxnSpMk id="15" creationId="{9F5ACD1E-3458-4AC8-ABE0-1A977EA73E6B}"/>
          </ac:cxnSpMkLst>
        </pc:cxnChg>
      </pc:sldChg>
      <pc:sldChg chg="modSp">
        <pc:chgData name="Yu, Harry" userId="d07dd713-323b-41c6-b24d-c18be50fb4fc" providerId="ADAL" clId="{196D0870-A10A-40F5-A791-3C67912576F2}" dt="2020-10-10T08:10:02.652" v="6964"/>
        <pc:sldMkLst>
          <pc:docMk/>
          <pc:sldMk cId="1741195623" sldId="376"/>
        </pc:sldMkLst>
        <pc:spChg chg="mod">
          <ac:chgData name="Yu, Harry" userId="d07dd713-323b-41c6-b24d-c18be50fb4fc" providerId="ADAL" clId="{196D0870-A10A-40F5-A791-3C67912576F2}" dt="2020-10-10T08:10:02.652" v="6964"/>
          <ac:spMkLst>
            <pc:docMk/>
            <pc:sldMk cId="1741195623" sldId="37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49:54.915" v="6702" actId="20577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08.050" v="6965"/>
        <pc:sldMkLst>
          <pc:docMk/>
          <pc:sldMk cId="36743268" sldId="377"/>
        </pc:sldMkLst>
        <pc:spChg chg="mod">
          <ac:chgData name="Yu, Harry" userId="d07dd713-323b-41c6-b24d-c18be50fb4fc" providerId="ADAL" clId="{196D0870-A10A-40F5-A791-3C67912576F2}" dt="2020-10-10T08:10:08.050" v="6965"/>
          <ac:spMkLst>
            <pc:docMk/>
            <pc:sldMk cId="36743268" sldId="37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0:24.325" v="6737" actId="207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6:27:33.608" v="12633" actId="478"/>
        <pc:sldMkLst>
          <pc:docMk/>
          <pc:sldMk cId="3668215363" sldId="378"/>
        </pc:sldMkLst>
        <pc:spChg chg="add del mod">
          <ac:chgData name="Yu, Harry" userId="d07dd713-323b-41c6-b24d-c18be50fb4fc" providerId="ADAL" clId="{196D0870-A10A-40F5-A791-3C67912576F2}" dt="2020-10-29T00:02:26.684" v="12621"/>
          <ac:spMkLst>
            <pc:docMk/>
            <pc:sldMk cId="3668215363" sldId="378"/>
            <ac:spMk id="2" creationId="{13038D4B-F9A9-4A3B-82B5-BD94A0EE599C}"/>
          </ac:spMkLst>
        </pc:spChg>
        <pc:spChg chg="add del mod">
          <ac:chgData name="Yu, Harry" userId="d07dd713-323b-41c6-b24d-c18be50fb4fc" providerId="ADAL" clId="{196D0870-A10A-40F5-A791-3C67912576F2}" dt="2020-10-29T06:27:33.608" v="12633" actId="478"/>
          <ac:spMkLst>
            <pc:docMk/>
            <pc:sldMk cId="3668215363" sldId="378"/>
            <ac:spMk id="3" creationId="{83583214-A746-4B1F-8B16-4E020674A3FA}"/>
          </ac:spMkLst>
        </pc:spChg>
        <pc:spChg chg="mod">
          <ac:chgData name="Yu, Harry" userId="d07dd713-323b-41c6-b24d-c18be50fb4fc" providerId="ADAL" clId="{196D0870-A10A-40F5-A791-3C67912576F2}" dt="2020-10-10T08:10:14.367" v="6966"/>
          <ac:spMkLst>
            <pc:docMk/>
            <pc:sldMk cId="3668215363" sldId="37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6:45.332" v="6754" actId="3064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20.297" v="6967"/>
        <pc:sldMkLst>
          <pc:docMk/>
          <pc:sldMk cId="400289930" sldId="379"/>
        </pc:sldMkLst>
        <pc:spChg chg="mod">
          <ac:chgData name="Yu, Harry" userId="d07dd713-323b-41c6-b24d-c18be50fb4fc" providerId="ADAL" clId="{196D0870-A10A-40F5-A791-3C67912576F2}" dt="2020-10-10T07:59:52.906" v="6761"/>
          <ac:spMkLst>
            <pc:docMk/>
            <pc:sldMk cId="400289930" sldId="379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10:20.297" v="6967"/>
          <ac:spMkLst>
            <pc:docMk/>
            <pc:sldMk cId="400289930" sldId="379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10T08:01:11.473" v="6870" actId="20577"/>
          <ac:spMkLst>
            <pc:docMk/>
            <pc:sldMk cId="400289930" sldId="379"/>
            <ac:spMk id="7" creationId="{0AC2C3EC-5105-4933-BD9F-28D5D48E4395}"/>
          </ac:spMkLst>
        </pc:spChg>
      </pc:sldChg>
      <pc:sldChg chg="addSp modSp">
        <pc:chgData name="Yu, Harry" userId="d07dd713-323b-41c6-b24d-c18be50fb4fc" providerId="ADAL" clId="{196D0870-A10A-40F5-A791-3C67912576F2}" dt="2020-10-19T06:41:39.198" v="10382"/>
        <pc:sldMkLst>
          <pc:docMk/>
          <pc:sldMk cId="1634231022" sldId="380"/>
        </pc:sldMkLst>
        <pc:spChg chg="add mod">
          <ac:chgData name="Yu, Harry" userId="d07dd713-323b-41c6-b24d-c18be50fb4fc" providerId="ADAL" clId="{196D0870-A10A-40F5-A791-3C67912576F2}" dt="2020-10-10T08:08:34.438" v="6954" actId="20577"/>
          <ac:spMkLst>
            <pc:docMk/>
            <pc:sldMk cId="1634231022" sldId="380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1:39.198" v="10382"/>
          <ac:spMkLst>
            <pc:docMk/>
            <pc:sldMk cId="1634231022" sldId="380"/>
            <ac:spMk id="5" creationId="{80BD0569-8F10-4729-92AF-393D5AE934BA}"/>
          </ac:spMkLst>
        </pc:spChg>
        <pc:spChg chg="mod">
          <ac:chgData name="Yu, Harry" userId="d07dd713-323b-41c6-b24d-c18be50fb4fc" providerId="ADAL" clId="{196D0870-A10A-40F5-A791-3C67912576F2}" dt="2020-10-10T08:09:03.964" v="6956" actId="20577"/>
          <ac:spMkLst>
            <pc:docMk/>
            <pc:sldMk cId="1634231022" sldId="38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07:13.106" v="6897" actId="207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1:31.735" v="6973" actId="20577"/>
        <pc:sldMkLst>
          <pc:docMk/>
          <pc:sldMk cId="224488440" sldId="381"/>
        </pc:sldMkLst>
        <pc:spChg chg="mod">
          <ac:chgData name="Yu, Harry" userId="d07dd713-323b-41c6-b24d-c18be50fb4fc" providerId="ADAL" clId="{196D0870-A10A-40F5-A791-3C67912576F2}" dt="2020-10-10T08:11:31.735" v="6973" actId="20577"/>
          <ac:spMkLst>
            <pc:docMk/>
            <pc:sldMk cId="224488440" sldId="381"/>
            <ac:spMk id="4" creationId="{1567C550-8534-4752-A750-4145E9563059}"/>
          </ac:spMkLst>
        </pc:spChg>
      </pc:sldChg>
      <pc:sldChg chg="modSp del">
        <pc:chgData name="Yu, Harry" userId="d07dd713-323b-41c6-b24d-c18be50fb4fc" providerId="ADAL" clId="{196D0870-A10A-40F5-A791-3C67912576F2}" dt="2020-10-10T08:14:03.102" v="6983" actId="2696"/>
        <pc:sldMkLst>
          <pc:docMk/>
          <pc:sldMk cId="1486447241" sldId="382"/>
        </pc:sldMkLst>
        <pc:spChg chg="mod">
          <ac:chgData name="Yu, Harry" userId="d07dd713-323b-41c6-b24d-c18be50fb4fc" providerId="ADAL" clId="{196D0870-A10A-40F5-A791-3C67912576F2}" dt="2020-10-10T08:13:45.615" v="6982" actId="20577"/>
          <ac:spMkLst>
            <pc:docMk/>
            <pc:sldMk cId="1486447241" sldId="382"/>
            <ac:spMk id="6" creationId="{0ED065AC-F3EF-42B0-A34B-DF7EED7FF8B9}"/>
          </ac:spMkLst>
        </pc:spChg>
      </pc:sldChg>
      <pc:sldChg chg="addSp modSp">
        <pc:chgData name="Yu, Harry" userId="d07dd713-323b-41c6-b24d-c18be50fb4fc" providerId="ADAL" clId="{196D0870-A10A-40F5-A791-3C67912576F2}" dt="2020-10-19T06:42:58.520" v="10383"/>
        <pc:sldMkLst>
          <pc:docMk/>
          <pc:sldMk cId="3386074264" sldId="382"/>
        </pc:sldMkLst>
        <pc:spChg chg="mod">
          <ac:chgData name="Yu, Harry" userId="d07dd713-323b-41c6-b24d-c18be50fb4fc" providerId="ADAL" clId="{196D0870-A10A-40F5-A791-3C67912576F2}" dt="2020-10-10T08:22:11.591" v="7185" actId="20577"/>
          <ac:spMkLst>
            <pc:docMk/>
            <pc:sldMk cId="3386074264" sldId="382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2:58.520" v="10383"/>
          <ac:spMkLst>
            <pc:docMk/>
            <pc:sldMk cId="3386074264" sldId="382"/>
            <ac:spMk id="5" creationId="{48F09428-E486-4CF7-994E-BD21D4685C22}"/>
          </ac:spMkLst>
        </pc:spChg>
        <pc:spChg chg="mod">
          <ac:chgData name="Yu, Harry" userId="d07dd713-323b-41c6-b24d-c18be50fb4fc" providerId="ADAL" clId="{196D0870-A10A-40F5-A791-3C67912576F2}" dt="2020-10-10T08:14:31.642" v="6992" actId="20577"/>
          <ac:spMkLst>
            <pc:docMk/>
            <pc:sldMk cId="3386074264" sldId="38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0:29.182" v="7014" actId="207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27:56.530" v="7349" actId="20577"/>
        <pc:sldMkLst>
          <pc:docMk/>
          <pc:sldMk cId="1106017697" sldId="383"/>
        </pc:sldMkLst>
        <pc:spChg chg="mod">
          <ac:chgData name="Yu, Harry" userId="d07dd713-323b-41c6-b24d-c18be50fb4fc" providerId="ADAL" clId="{196D0870-A10A-40F5-A791-3C67912576F2}" dt="2020-10-10T08:27:56.530" v="7349" actId="20577"/>
          <ac:spMkLst>
            <pc:docMk/>
            <pc:sldMk cId="1106017697" sldId="383"/>
            <ac:spMk id="4" creationId="{0718C1A6-C379-4663-BDCB-A29217FAE378}"/>
          </ac:spMkLst>
        </pc:spChg>
        <pc:spChg chg="mod">
          <ac:chgData name="Yu, Harry" userId="d07dd713-323b-41c6-b24d-c18be50fb4fc" providerId="ADAL" clId="{196D0870-A10A-40F5-A791-3C67912576F2}" dt="2020-10-10T08:21:53.470" v="7181" actId="20577"/>
          <ac:spMkLst>
            <pc:docMk/>
            <pc:sldMk cId="1106017697" sldId="38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6:40.445" v="7202" actId="207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36:16.261" v="7350"/>
        <pc:sldMkLst>
          <pc:docMk/>
          <pc:sldMk cId="3968152520" sldId="384"/>
        </pc:sldMkLst>
        <pc:spChg chg="mod">
          <ac:chgData name="Yu, Harry" userId="d07dd713-323b-41c6-b24d-c18be50fb4fc" providerId="ADAL" clId="{196D0870-A10A-40F5-A791-3C67912576F2}" dt="2020-10-10T08:36:16.261" v="7350"/>
          <ac:spMkLst>
            <pc:docMk/>
            <pc:sldMk cId="3968152520" sldId="384"/>
            <ac:spMk id="4" creationId="{1567C550-8534-4752-A750-4145E9563059}"/>
          </ac:spMkLst>
        </pc:spChg>
      </pc:sldChg>
      <pc:sldChg chg="addSp delSp modSp">
        <pc:chgData name="Yu, Harry" userId="d07dd713-323b-41c6-b24d-c18be50fb4fc" providerId="ADAL" clId="{196D0870-A10A-40F5-A791-3C67912576F2}" dt="2020-11-11T09:43:58.461" v="12877" actId="20577"/>
        <pc:sldMkLst>
          <pc:docMk/>
          <pc:sldMk cId="4141823049" sldId="385"/>
        </pc:sldMkLst>
        <pc:spChg chg="del">
          <ac:chgData name="Yu, Harry" userId="d07dd713-323b-41c6-b24d-c18be50fb4fc" providerId="ADAL" clId="{196D0870-A10A-40F5-A791-3C67912576F2}" dt="2020-10-10T08:41:39.805" v="7388" actId="478"/>
          <ac:spMkLst>
            <pc:docMk/>
            <pc:sldMk cId="4141823049" sldId="385"/>
            <ac:spMk id="4" creationId="{0718C1A6-C379-4663-BDCB-A29217FAE378}"/>
          </ac:spMkLst>
        </pc:spChg>
        <pc:spChg chg="add mod">
          <ac:chgData name="Yu, Harry" userId="d07dd713-323b-41c6-b24d-c18be50fb4fc" providerId="ADAL" clId="{196D0870-A10A-40F5-A791-3C67912576F2}" dt="2020-10-10T08:58:34.674" v="7466" actId="20577"/>
          <ac:spMkLst>
            <pc:docMk/>
            <pc:sldMk cId="4141823049" sldId="385"/>
            <ac:spMk id="5" creationId="{0D4ACF82-F353-4B05-B918-35159214ED7B}"/>
          </ac:spMkLst>
        </pc:spChg>
        <pc:spChg chg="mod">
          <ac:chgData name="Yu, Harry" userId="d07dd713-323b-41c6-b24d-c18be50fb4fc" providerId="ADAL" clId="{196D0870-A10A-40F5-A791-3C67912576F2}" dt="2020-10-10T09:15:33.470" v="7778" actId="20577"/>
          <ac:spMkLst>
            <pc:docMk/>
            <pc:sldMk cId="4141823049" sldId="38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1-11T09:43:58.461" v="12877" actId="20577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5:49:30.521" v="10125" actId="478"/>
        <pc:sldMkLst>
          <pc:docMk/>
          <pc:sldMk cId="4009894245" sldId="386"/>
        </pc:sldMkLst>
        <pc:spChg chg="add mod">
          <ac:chgData name="Yu, Harry" userId="d07dd713-323b-41c6-b24d-c18be50fb4fc" providerId="ADAL" clId="{196D0870-A10A-40F5-A791-3C67912576F2}" dt="2020-10-19T05:49:21.037" v="10124" actId="404"/>
          <ac:spMkLst>
            <pc:docMk/>
            <pc:sldMk cId="4009894245" sldId="386"/>
            <ac:spMk id="4" creationId="{7CF37AFA-0567-4EFA-A2EF-A34EB555397C}"/>
          </ac:spMkLst>
        </pc:spChg>
        <pc:spChg chg="add del mod">
          <ac:chgData name="Yu, Harry" userId="d07dd713-323b-41c6-b24d-c18be50fb4fc" providerId="ADAL" clId="{196D0870-A10A-40F5-A791-3C67912576F2}" dt="2020-10-19T05:49:30.521" v="10125" actId="478"/>
          <ac:spMkLst>
            <pc:docMk/>
            <pc:sldMk cId="4009894245" sldId="386"/>
            <ac:spMk id="5" creationId="{129001FB-F3F7-48BB-AE7A-09E6665BDA45}"/>
          </ac:spMkLst>
        </pc:spChg>
        <pc:spChg chg="mod">
          <ac:chgData name="Yu, Harry" userId="d07dd713-323b-41c6-b24d-c18be50fb4fc" providerId="ADAL" clId="{196D0870-A10A-40F5-A791-3C67912576F2}" dt="2020-10-10T09:15:38.214" v="7779" actId="20577"/>
          <ac:spMkLst>
            <pc:docMk/>
            <pc:sldMk cId="4009894245" sldId="38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9:07:04.549" v="7509" actId="207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3:46.307" v="10384"/>
        <pc:sldMkLst>
          <pc:docMk/>
          <pc:sldMk cId="3675676484" sldId="387"/>
        </pc:sldMkLst>
        <pc:spChg chg="add">
          <ac:chgData name="Yu, Harry" userId="d07dd713-323b-41c6-b24d-c18be50fb4fc" providerId="ADAL" clId="{196D0870-A10A-40F5-A791-3C67912576F2}" dt="2020-10-19T06:43:46.307" v="10384"/>
          <ac:spMkLst>
            <pc:docMk/>
            <pc:sldMk cId="3675676484" sldId="387"/>
            <ac:spMk id="5" creationId="{CB048E8A-DE1E-46FD-9C13-99B8CDEAC8DA}"/>
          </ac:spMkLst>
        </pc:spChg>
        <pc:spChg chg="mod">
          <ac:chgData name="Yu, Harry" userId="d07dd713-323b-41c6-b24d-c18be50fb4fc" providerId="ADAL" clId="{196D0870-A10A-40F5-A791-3C67912576F2}" dt="2020-10-12T05:04:41.187" v="8059" actId="1076"/>
          <ac:spMkLst>
            <pc:docMk/>
            <pc:sldMk cId="3675676484" sldId="387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2T05:05:51.307" v="8108" actId="20577"/>
          <ac:spMkLst>
            <pc:docMk/>
            <pc:sldMk cId="3675676484" sldId="387"/>
            <ac:spMk id="7" creationId="{E979D3E5-B107-4EED-9369-B2A655B62703}"/>
          </ac:spMkLst>
        </pc:spChg>
        <pc:graphicFrameChg chg="add del">
          <ac:chgData name="Yu, Harry" userId="d07dd713-323b-41c6-b24d-c18be50fb4fc" providerId="ADAL" clId="{196D0870-A10A-40F5-A791-3C67912576F2}" dt="2020-10-12T03:17:52.688" v="7808" actId="3680"/>
          <ac:graphicFrameMkLst>
            <pc:docMk/>
            <pc:sldMk cId="3675676484" sldId="387"/>
            <ac:graphicFrameMk id="2" creationId="{E6DF603C-B816-4FB6-8886-CCF315E570C8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12T01:36:09.240" v="7804" actId="207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1:37:19.715" v="7805"/>
        <pc:sldMkLst>
          <pc:docMk/>
          <pc:sldMk cId="3933054710" sldId="388"/>
        </pc:sldMkLst>
        <pc:spChg chg="mod">
          <ac:chgData name="Yu, Harry" userId="d07dd713-323b-41c6-b24d-c18be50fb4fc" providerId="ADAL" clId="{196D0870-A10A-40F5-A791-3C67912576F2}" dt="2020-10-12T01:37:19.715" v="7805"/>
          <ac:spMkLst>
            <pc:docMk/>
            <pc:sldMk cId="3933054710" sldId="388"/>
            <ac:spMk id="4" creationId="{1567C550-8534-4752-A750-4145E9563059}"/>
          </ac:spMkLst>
        </pc:spChg>
      </pc:sldChg>
      <pc:sldChg chg="add del">
        <pc:chgData name="Yu, Harry" userId="d07dd713-323b-41c6-b24d-c18be50fb4fc" providerId="ADAL" clId="{196D0870-A10A-40F5-A791-3C67912576F2}" dt="2020-10-12T03:18:01.404" v="7810"/>
        <pc:sldMkLst>
          <pc:docMk/>
          <pc:sldMk cId="250960633" sldId="389"/>
        </pc:sldMkLst>
      </pc:sldChg>
      <pc:sldChg chg="addSp delSp modSp add ord">
        <pc:chgData name="Yu, Harry" userId="d07dd713-323b-41c6-b24d-c18be50fb4fc" providerId="ADAL" clId="{196D0870-A10A-40F5-A791-3C67912576F2}" dt="2020-10-12T05:02:32.027" v="8001"/>
        <pc:sldMkLst>
          <pc:docMk/>
          <pc:sldMk cId="4023221386" sldId="389"/>
        </pc:sldMkLst>
        <pc:spChg chg="mod">
          <ac:chgData name="Yu, Harry" userId="d07dd713-323b-41c6-b24d-c18be50fb4fc" providerId="ADAL" clId="{196D0870-A10A-40F5-A791-3C67912576F2}" dt="2020-10-12T05:02:32.027" v="8001"/>
          <ac:spMkLst>
            <pc:docMk/>
            <pc:sldMk cId="4023221386" sldId="389"/>
            <ac:spMk id="2" creationId="{FFC8ED2D-44AD-4566-888E-BED91AAFEFCD}"/>
          </ac:spMkLst>
        </pc:spChg>
        <pc:spChg chg="del">
          <ac:chgData name="Yu, Harry" userId="d07dd713-323b-41c6-b24d-c18be50fb4fc" providerId="ADAL" clId="{196D0870-A10A-40F5-A791-3C67912576F2}" dt="2020-10-12T03:18:15.232" v="7814" actId="478"/>
          <ac:spMkLst>
            <pc:docMk/>
            <pc:sldMk cId="4023221386" sldId="389"/>
            <ac:spMk id="3" creationId="{95503911-D4EE-4A70-82F7-B811E86F2BFF}"/>
          </ac:spMkLst>
        </pc:spChg>
        <pc:spChg chg="del">
          <ac:chgData name="Yu, Harry" userId="d07dd713-323b-41c6-b24d-c18be50fb4fc" providerId="ADAL" clId="{196D0870-A10A-40F5-A791-3C67912576F2}" dt="2020-10-12T03:18:12.388" v="7813" actId="478"/>
          <ac:spMkLst>
            <pc:docMk/>
            <pc:sldMk cId="4023221386" sldId="389"/>
            <ac:spMk id="4" creationId="{04610164-2380-4DB6-8F9B-6F6ABE37FDD2}"/>
          </ac:spMkLst>
        </pc:spChg>
        <pc:graphicFrameChg chg="add mod modGraphic">
          <ac:chgData name="Yu, Harry" userId="d07dd713-323b-41c6-b24d-c18be50fb4fc" providerId="ADAL" clId="{196D0870-A10A-40F5-A791-3C67912576F2}" dt="2020-10-12T05:01:15.577" v="7993" actId="20577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ord">
        <pc:chgData name="Yu, Harry" userId="d07dd713-323b-41c6-b24d-c18be50fb4fc" providerId="ADAL" clId="{196D0870-A10A-40F5-A791-3C67912576F2}" dt="2020-11-05T00:21:36.227" v="12720" actId="20577"/>
        <pc:sldMkLst>
          <pc:docMk/>
          <pc:sldMk cId="1891120556" sldId="390"/>
        </pc:sldMkLst>
        <pc:spChg chg="mod">
          <ac:chgData name="Yu, Harry" userId="d07dd713-323b-41c6-b24d-c18be50fb4fc" providerId="ADAL" clId="{196D0870-A10A-40F5-A791-3C67912576F2}" dt="2020-10-12T05:02:27.511" v="7999"/>
          <ac:spMkLst>
            <pc:docMk/>
            <pc:sldMk cId="1891120556" sldId="390"/>
            <ac:spMk id="2" creationId="{FFC8ED2D-44AD-4566-888E-BED91AAFEFCD}"/>
          </ac:spMkLst>
        </pc:spChg>
        <pc:graphicFrameChg chg="modGraphic">
          <ac:chgData name="Yu, Harry" userId="d07dd713-323b-41c6-b24d-c18be50fb4fc" providerId="ADAL" clId="{196D0870-A10A-40F5-A791-3C67912576F2}" dt="2020-11-05T00:21:36.227" v="12720" actId="20577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2:37.550" v="8003"/>
        <pc:sldMkLst>
          <pc:docMk/>
          <pc:sldMk cId="1220728675" sldId="391"/>
        </pc:sldMkLst>
        <pc:spChg chg="mod">
          <ac:chgData name="Yu, Harry" userId="d07dd713-323b-41c6-b24d-c18be50fb4fc" providerId="ADAL" clId="{196D0870-A10A-40F5-A791-3C67912576F2}" dt="2020-10-12T05:02:37.550" v="8003"/>
          <ac:spMkLst>
            <pc:docMk/>
            <pc:sldMk cId="1220728675" sldId="391"/>
            <ac:spMk id="2" creationId="{FFC8ED2D-44AD-4566-888E-BED91AAFEFCD}"/>
          </ac:spMkLst>
        </pc:spChg>
        <pc:graphicFrameChg chg="mod modGraphic">
          <ac:chgData name="Yu, Harry" userId="d07dd713-323b-41c6-b24d-c18be50fb4fc" providerId="ADAL" clId="{196D0870-A10A-40F5-A791-3C67912576F2}" dt="2020-10-12T05:02:14.158" v="7997" actId="20577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7:22.186" v="8109"/>
        <pc:sldMkLst>
          <pc:docMk/>
          <pc:sldMk cId="3818488837" sldId="392"/>
        </pc:sldMkLst>
        <pc:spChg chg="mod">
          <ac:chgData name="Yu, Harry" userId="d07dd713-323b-41c6-b24d-c18be50fb4fc" providerId="ADAL" clId="{196D0870-A10A-40F5-A791-3C67912576F2}" dt="2020-10-12T05:07:22.186" v="8109"/>
          <ac:spMkLst>
            <pc:docMk/>
            <pc:sldMk cId="3818488837" sldId="392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10-12T05:58:13.930" v="8226" actId="20577"/>
        <pc:sldMkLst>
          <pc:docMk/>
          <pc:sldMk cId="20146493" sldId="393"/>
        </pc:sldMkLst>
        <pc:spChg chg="mod">
          <ac:chgData name="Yu, Harry" userId="d07dd713-323b-41c6-b24d-c18be50fb4fc" providerId="ADAL" clId="{196D0870-A10A-40F5-A791-3C67912576F2}" dt="2020-10-12T05:58:13.930" v="8226" actId="20577"/>
          <ac:spMkLst>
            <pc:docMk/>
            <pc:sldMk cId="20146493" sldId="393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10-12T05:10:37.726" v="8117" actId="478"/>
          <ac:spMkLst>
            <pc:docMk/>
            <pc:sldMk cId="20146493" sldId="393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196D0870-A10A-40F5-A791-3C67912576F2}" dt="2020-10-12T05:17:06.086" v="8145" actId="20577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8:18.532" v="8227" actId="20577"/>
        <pc:sldMkLst>
          <pc:docMk/>
          <pc:sldMk cId="1885818837" sldId="394"/>
        </pc:sldMkLst>
        <pc:spChg chg="mod">
          <ac:chgData name="Yu, Harry" userId="d07dd713-323b-41c6-b24d-c18be50fb4fc" providerId="ADAL" clId="{196D0870-A10A-40F5-A791-3C67912576F2}" dt="2020-10-12T05:58:18.532" v="8227" actId="20577"/>
          <ac:spMkLst>
            <pc:docMk/>
            <pc:sldMk cId="1885818837" sldId="39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25:12.382" v="8188" actId="20577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196D0870-A10A-40F5-A791-3C67912576F2}" dt="2020-10-12T05:25:33.616" v="8189" actId="2696"/>
        <pc:sldMkLst>
          <pc:docMk/>
          <pc:sldMk cId="3452057254" sldId="395"/>
        </pc:sldMkLst>
      </pc:sldChg>
      <pc:sldChg chg="modSp">
        <pc:chgData name="Yu, Harry" userId="d07dd713-323b-41c6-b24d-c18be50fb4fc" providerId="ADAL" clId="{196D0870-A10A-40F5-A791-3C67912576F2}" dt="2020-10-12T05:58:23.930" v="8228" actId="20577"/>
        <pc:sldMkLst>
          <pc:docMk/>
          <pc:sldMk cId="3029800416" sldId="396"/>
        </pc:sldMkLst>
        <pc:spChg chg="mod">
          <ac:chgData name="Yu, Harry" userId="d07dd713-323b-41c6-b24d-c18be50fb4fc" providerId="ADAL" clId="{196D0870-A10A-40F5-A791-3C67912576F2}" dt="2020-10-12T05:58:23.930" v="8228" actId="20577"/>
          <ac:spMkLst>
            <pc:docMk/>
            <pc:sldMk cId="3029800416" sldId="39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57:36.589" v="8225" actId="207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9:48.910" v="8245" actId="20577"/>
        <pc:sldMkLst>
          <pc:docMk/>
          <pc:sldMk cId="2484212312" sldId="397"/>
        </pc:sldMkLst>
        <pc:spChg chg="mod">
          <ac:chgData name="Yu, Harry" userId="d07dd713-323b-41c6-b24d-c18be50fb4fc" providerId="ADAL" clId="{196D0870-A10A-40F5-A791-3C67912576F2}" dt="2020-10-12T05:59:48.910" v="8245" actId="20577"/>
          <ac:spMkLst>
            <pc:docMk/>
            <pc:sldMk cId="2484212312" sldId="39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2T06:15:47.545" v="8326" actId="20577"/>
        <pc:sldMkLst>
          <pc:docMk/>
          <pc:sldMk cId="4033781814" sldId="398"/>
        </pc:sldMkLst>
        <pc:spChg chg="mod">
          <ac:chgData name="Yu, Harry" userId="d07dd713-323b-41c6-b24d-c18be50fb4fc" providerId="ADAL" clId="{196D0870-A10A-40F5-A791-3C67912576F2}" dt="2020-10-12T06:15:47.545" v="8326" actId="20577"/>
          <ac:spMkLst>
            <pc:docMk/>
            <pc:sldMk cId="4033781814" sldId="39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06:11.335" v="8280" actId="20577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15:52.602" v="8327" actId="20577"/>
        <pc:sldMkLst>
          <pc:docMk/>
          <pc:sldMk cId="1399147271" sldId="399"/>
        </pc:sldMkLst>
        <pc:spChg chg="mod">
          <ac:chgData name="Yu, Harry" userId="d07dd713-323b-41c6-b24d-c18be50fb4fc" providerId="ADAL" clId="{196D0870-A10A-40F5-A791-3C67912576F2}" dt="2020-10-12T06:15:52.602" v="8327" actId="20577"/>
          <ac:spMkLst>
            <pc:docMk/>
            <pc:sldMk cId="1399147271" sldId="39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15:39.996" v="8325" actId="207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2T06:29:26.105" v="8781" actId="113"/>
        <pc:sldMkLst>
          <pc:docMk/>
          <pc:sldMk cId="2963989402" sldId="400"/>
        </pc:sldMkLst>
        <pc:spChg chg="add mod">
          <ac:chgData name="Yu, Harry" userId="d07dd713-323b-41c6-b24d-c18be50fb4fc" providerId="ADAL" clId="{196D0870-A10A-40F5-A791-3C67912576F2}" dt="2020-10-12T06:29:26.105" v="8781" actId="113"/>
          <ac:spMkLst>
            <pc:docMk/>
            <pc:sldMk cId="2963989402" sldId="400"/>
            <ac:spMk id="4" creationId="{06C3FB2C-3E91-4E40-84F6-2E3C27F2154B}"/>
          </ac:spMkLst>
        </pc:spChg>
        <pc:spChg chg="mod">
          <ac:chgData name="Yu, Harry" userId="d07dd713-323b-41c6-b24d-c18be50fb4fc" providerId="ADAL" clId="{196D0870-A10A-40F5-A791-3C67912576F2}" dt="2020-10-12T06:15:59.842" v="8330" actId="20577"/>
          <ac:spMkLst>
            <pc:docMk/>
            <pc:sldMk cId="2963989402" sldId="40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25:05.995" v="8399" actId="20577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33:44.378" v="8797" actId="207"/>
        <pc:sldMkLst>
          <pc:docMk/>
          <pc:sldMk cId="4220464762" sldId="401"/>
        </pc:sldMkLst>
        <pc:spChg chg="mod">
          <ac:chgData name="Yu, Harry" userId="d07dd713-323b-41c6-b24d-c18be50fb4fc" providerId="ADAL" clId="{196D0870-A10A-40F5-A791-3C67912576F2}" dt="2020-10-12T06:16:06.921" v="8333" actId="20577"/>
          <ac:spMkLst>
            <pc:docMk/>
            <pc:sldMk cId="4220464762" sldId="40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33:44.378" v="8797" actId="207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4:24.783" v="10387" actId="20577"/>
        <pc:sldMkLst>
          <pc:docMk/>
          <pc:sldMk cId="723533408" sldId="402"/>
        </pc:sldMkLst>
        <pc:spChg chg="mod">
          <ac:chgData name="Yu, Harry" userId="d07dd713-323b-41c6-b24d-c18be50fb4fc" providerId="ADAL" clId="{196D0870-A10A-40F5-A791-3C67912576F2}" dt="2020-10-19T05:11:59.819" v="9596"/>
          <ac:spMkLst>
            <pc:docMk/>
            <pc:sldMk cId="723533408" sldId="402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19T06:44:24.783" v="10387" actId="20577"/>
          <ac:spMkLst>
            <pc:docMk/>
            <pc:sldMk cId="723533408" sldId="402"/>
            <ac:spMk id="3" creationId="{96457946-1483-4C9A-8FE4-A2862E3EFF3F}"/>
          </ac:spMkLst>
        </pc:spChg>
        <pc:spChg chg="del">
          <ac:chgData name="Yu, Harry" userId="d07dd713-323b-41c6-b24d-c18be50fb4fc" providerId="ADAL" clId="{196D0870-A10A-40F5-A791-3C67912576F2}" dt="2020-10-16T06:59:15.673" v="8902" actId="478"/>
          <ac:spMkLst>
            <pc:docMk/>
            <pc:sldMk cId="723533408" sldId="402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16T06:59:23.494" v="8903" actId="478"/>
          <ac:spMkLst>
            <pc:docMk/>
            <pc:sldMk cId="723533408" sldId="402"/>
            <ac:spMk id="6" creationId="{D5A259F3-86D1-4963-9E0A-6C3E7516F7F8}"/>
          </ac:spMkLst>
        </pc:spChg>
      </pc:sldChg>
      <pc:sldChg chg="addSp delSp modSp add">
        <pc:chgData name="Yu, Harry" userId="d07dd713-323b-41c6-b24d-c18be50fb4fc" providerId="ADAL" clId="{196D0870-A10A-40F5-A791-3C67912576F2}" dt="2020-10-22T04:39:39.079" v="12519"/>
        <pc:sldMkLst>
          <pc:docMk/>
          <pc:sldMk cId="3004043700" sldId="403"/>
        </pc:sldMkLst>
        <pc:spChg chg="mod">
          <ac:chgData name="Yu, Harry" userId="d07dd713-323b-41c6-b24d-c18be50fb4fc" providerId="ADAL" clId="{196D0870-A10A-40F5-A791-3C67912576F2}" dt="2020-10-22T03:57:25.806" v="11175" actId="20577"/>
          <ac:spMkLst>
            <pc:docMk/>
            <pc:sldMk cId="3004043700" sldId="403"/>
            <ac:spMk id="2" creationId="{ED55F549-94FF-4DE8-832C-177E57CD6E9A}"/>
          </ac:spMkLst>
        </pc:spChg>
        <pc:spChg chg="mod">
          <ac:chgData name="Yu, Harry" userId="d07dd713-323b-41c6-b24d-c18be50fb4fc" providerId="ADAL" clId="{196D0870-A10A-40F5-A791-3C67912576F2}" dt="2020-10-22T04:34:59.274" v="12518" actId="20577"/>
          <ac:spMkLst>
            <pc:docMk/>
            <pc:sldMk cId="3004043700" sldId="403"/>
            <ac:spMk id="3" creationId="{C94C0357-C34C-461F-A62D-2F636771AEF4}"/>
          </ac:spMkLst>
        </pc:spChg>
        <pc:spChg chg="del">
          <ac:chgData name="Yu, Harry" userId="d07dd713-323b-41c6-b24d-c18be50fb4fc" providerId="ADAL" clId="{196D0870-A10A-40F5-A791-3C67912576F2}" dt="2020-10-22T03:57:21.014" v="11172" actId="478"/>
          <ac:spMkLst>
            <pc:docMk/>
            <pc:sldMk cId="3004043700" sldId="403"/>
            <ac:spMk id="4" creationId="{7CEE157C-C9A8-480B-B036-65306144D99B}"/>
          </ac:spMkLst>
        </pc:spChg>
        <pc:spChg chg="add">
          <ac:chgData name="Yu, Harry" userId="d07dd713-323b-41c6-b24d-c18be50fb4fc" providerId="ADAL" clId="{196D0870-A10A-40F5-A791-3C67912576F2}" dt="2020-10-22T04:39:39.079" v="12519"/>
          <ac:spMkLst>
            <pc:docMk/>
            <pc:sldMk cId="3004043700" sldId="403"/>
            <ac:spMk id="6" creationId="{129C9198-1C62-4DB1-85C2-DC41B8111A85}"/>
          </ac:spMkLst>
        </pc:spChg>
        <pc:picChg chg="add mod">
          <ac:chgData name="Yu, Harry" userId="d07dd713-323b-41c6-b24d-c18be50fb4fc" providerId="ADAL" clId="{196D0870-A10A-40F5-A791-3C67912576F2}" dt="2020-10-22T03:59:37.413" v="11183" actId="14100"/>
          <ac:picMkLst>
            <pc:docMk/>
            <pc:sldMk cId="3004043700" sldId="403"/>
            <ac:picMk id="1026" creationId="{9107FF16-6CB8-4839-90F3-C9651F23535F}"/>
          </ac:picMkLst>
        </pc:picChg>
      </pc:sldChg>
      <pc:sldMasterChg chg="modSp modSldLayout">
        <pc:chgData name="Yu, Harry" userId="d07dd713-323b-41c6-b24d-c18be50fb4fc" providerId="ADAL" clId="{196D0870-A10A-40F5-A791-3C67912576F2}" dt="2020-09-24T04:30:17.205" v="49"/>
        <pc:sldMasterMkLst>
          <pc:docMk/>
          <pc:sldMasterMk cId="0" sldId="2147483648"/>
        </pc:sldMasterMkLst>
        <pc:spChg chg="mod">
          <ac:chgData name="Yu, Harry" userId="d07dd713-323b-41c6-b24d-c18be50fb4fc" providerId="ADAL" clId="{196D0870-A10A-40F5-A791-3C67912576F2}" dt="2020-09-24T04:30:17.205" v="49"/>
          <ac:spMkLst>
            <pc:docMk/>
            <pc:sldMasterMk cId="0" sldId="2147483648"/>
            <ac:spMk id="2" creationId="{6D33D527-2918-4752-A9A7-0BDBA010BB39}"/>
          </ac:spMkLst>
        </pc:spChg>
        <pc:spChg chg="mod">
          <ac:chgData name="Yu, Harry" userId="d07dd713-323b-41c6-b24d-c18be50fb4fc" providerId="ADAL" clId="{196D0870-A10A-40F5-A791-3C67912576F2}" dt="2020-09-24T04:27:30.390" v="47" actId="1076"/>
          <ac:spMkLst>
            <pc:docMk/>
            <pc:sldMasterMk cId="0" sldId="2147483648"/>
            <ac:spMk id="11" creationId="{1C80E488-8534-4743-924A-62CA17A7A192}"/>
          </ac:spMkLst>
        </pc:sp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848009137" sldId="2147483723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848009137" sldId="2147483723"/>
              <ac:spMk id="14" creationId="{5C1E74A4-2107-4448-BA31-9630404A452B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3163764267" sldId="2147483744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3163764267" sldId="2147483744"/>
              <ac:spMk id="8" creationId="{52E60B70-5DF3-4398-B558-301661292DF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11115880" sldId="2147483746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11115880" sldId="2147483746"/>
              <ac:spMk id="13" creationId="{ED4D76E8-466A-4C06-9261-BDE1AA914749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069130286" sldId="2147483747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069130286" sldId="2147483747"/>
              <ac:spMk id="15" creationId="{68A864FA-3818-4931-B452-798F1E7F5A67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659977097" sldId="214748376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659977097" sldId="2147483761"/>
              <ac:spMk id="12" creationId="{EBD06FF7-C66A-4B8C-9693-1423A8337983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06316103" sldId="2147483768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06316103" sldId="2147483768"/>
              <ac:spMk id="15" creationId="{431659E3-0873-4033-A7E2-31DB4A07B08A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929401118" sldId="2147483769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929401118" sldId="2147483769"/>
              <ac:spMk id="19" creationId="{D5D8740F-FED9-4D14-9DF3-3BA84ADF820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721394469" sldId="214748377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721394469" sldId="2147483771"/>
              <ac:spMk id="23" creationId="{3C3544D4-6B59-4B11-BC0E-2FD48F693641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75472773" sldId="2147483772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75472773" sldId="2147483772"/>
              <ac:spMk id="22" creationId="{8D716FF7-59F9-414F-85CD-8E23360D2B4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4037652969" sldId="2147483780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4037652969" sldId="2147483780"/>
              <ac:spMk id="8" creationId="{41A778AB-F6EC-4101-87E6-DECF7944E661}"/>
            </ac:spMkLst>
          </pc:spChg>
        </pc:sldLayoutChg>
      </pc:sldMasterChg>
    </pc:docChg>
  </pc:docChgLst>
  <pc:docChgLst>
    <pc:chgData name="Yu, Harry" userId="d07dd713-323b-41c6-b24d-c18be50fb4fc" providerId="ADAL" clId="{23991B21-7C29-4D9F-A66D-51B48F35DDCC}"/>
    <pc:docChg chg="custSel modSld">
      <pc:chgData name="Yu, Harry" userId="d07dd713-323b-41c6-b24d-c18be50fb4fc" providerId="ADAL" clId="{23991B21-7C29-4D9F-A66D-51B48F35DDCC}" dt="2025-01-15T07:23:17.165" v="14"/>
      <pc:docMkLst>
        <pc:docMk/>
      </pc:docMkLst>
      <pc:sldChg chg="delSp mod">
        <pc:chgData name="Yu, Harry" userId="d07dd713-323b-41c6-b24d-c18be50fb4fc" providerId="ADAL" clId="{23991B21-7C29-4D9F-A66D-51B48F35DDCC}" dt="2025-01-15T07:22:05.562" v="11" actId="478"/>
        <pc:sldMkLst>
          <pc:docMk/>
          <pc:sldMk cId="3605481613" sldId="413"/>
        </pc:sldMkLst>
        <pc:spChg chg="del">
          <ac:chgData name="Yu, Harry" userId="d07dd713-323b-41c6-b24d-c18be50fb4fc" providerId="ADAL" clId="{23991B21-7C29-4D9F-A66D-51B48F35DDCC}" dt="2025-01-15T07:22:05.562" v="11" actId="478"/>
          <ac:spMkLst>
            <pc:docMk/>
            <pc:sldMk cId="3605481613" sldId="413"/>
            <ac:spMk id="2" creationId="{F94EEC29-9458-EE5C-B5F3-E56CDF8C8B39}"/>
          </ac:spMkLst>
        </pc:spChg>
      </pc:sldChg>
      <pc:sldChg chg="delSp mod">
        <pc:chgData name="Yu, Harry" userId="d07dd713-323b-41c6-b24d-c18be50fb4fc" providerId="ADAL" clId="{23991B21-7C29-4D9F-A66D-51B48F35DDCC}" dt="2025-01-15T07:22:10.697" v="12" actId="478"/>
        <pc:sldMkLst>
          <pc:docMk/>
          <pc:sldMk cId="32668638" sldId="414"/>
        </pc:sldMkLst>
        <pc:spChg chg="del">
          <ac:chgData name="Yu, Harry" userId="d07dd713-323b-41c6-b24d-c18be50fb4fc" providerId="ADAL" clId="{23991B21-7C29-4D9F-A66D-51B48F35DDCC}" dt="2025-01-15T07:22:10.697" v="12" actId="478"/>
          <ac:spMkLst>
            <pc:docMk/>
            <pc:sldMk cId="32668638" sldId="414"/>
            <ac:spMk id="2" creationId="{1AEA75D0-74A0-2D60-AA74-A70CBDB71F06}"/>
          </ac:spMkLst>
        </pc:spChg>
      </pc:sldChg>
      <pc:sldChg chg="delSp mod">
        <pc:chgData name="Yu, Harry" userId="d07dd713-323b-41c6-b24d-c18be50fb4fc" providerId="ADAL" clId="{23991B21-7C29-4D9F-A66D-51B48F35DDCC}" dt="2025-01-15T07:22:32.493" v="13" actId="21"/>
        <pc:sldMkLst>
          <pc:docMk/>
          <pc:sldMk cId="2711925556" sldId="416"/>
        </pc:sldMkLst>
        <pc:spChg chg="del">
          <ac:chgData name="Yu, Harry" userId="d07dd713-323b-41c6-b24d-c18be50fb4fc" providerId="ADAL" clId="{23991B21-7C29-4D9F-A66D-51B48F35DDCC}" dt="2025-01-15T07:22:32.493" v="13" actId="21"/>
          <ac:spMkLst>
            <pc:docMk/>
            <pc:sldMk cId="2711925556" sldId="416"/>
            <ac:spMk id="2" creationId="{D4ABF1A5-0EBD-F4E1-E818-0A2C3CF9BFA9}"/>
          </ac:spMkLst>
        </pc:spChg>
      </pc:sldChg>
      <pc:sldChg chg="modSp mod">
        <pc:chgData name="Yu, Harry" userId="d07dd713-323b-41c6-b24d-c18be50fb4fc" providerId="ADAL" clId="{23991B21-7C29-4D9F-A66D-51B48F35DDCC}" dt="2025-01-15T00:55:13.146" v="10" actId="20577"/>
        <pc:sldMkLst>
          <pc:docMk/>
          <pc:sldMk cId="3152915007" sldId="418"/>
        </pc:sldMkLst>
        <pc:graphicFrameChg chg="modGraphic">
          <ac:chgData name="Yu, Harry" userId="d07dd713-323b-41c6-b24d-c18be50fb4fc" providerId="ADAL" clId="{23991B21-7C29-4D9F-A66D-51B48F35DDCC}" dt="2025-01-15T00:55:13.146" v="10" actId="20577"/>
          <ac:graphicFrameMkLst>
            <pc:docMk/>
            <pc:sldMk cId="3152915007" sldId="418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23991B21-7C29-4D9F-A66D-51B48F35DDCC}" dt="2025-01-15T07:23:17.165" v="14"/>
        <pc:sldMkLst>
          <pc:docMk/>
          <pc:sldMk cId="3066927025" sldId="423"/>
        </pc:sldMkLst>
        <pc:spChg chg="add mod">
          <ac:chgData name="Yu, Harry" userId="d07dd713-323b-41c6-b24d-c18be50fb4fc" providerId="ADAL" clId="{23991B21-7C29-4D9F-A66D-51B48F35DDCC}" dt="2025-01-15T07:23:17.165" v="14"/>
          <ac:spMkLst>
            <pc:docMk/>
            <pc:sldMk cId="3066927025" sldId="423"/>
            <ac:spMk id="2" creationId="{D4ABF1A5-0EBD-F4E1-E818-0A2C3CF9BFA9}"/>
          </ac:spMkLst>
        </pc:spChg>
      </pc:sldChg>
    </pc:docChg>
  </pc:docChgLst>
  <pc:docChgLst>
    <pc:chgData name="Yu, Harry" userId="d07dd713-323b-41c6-b24d-c18be50fb4fc" providerId="ADAL" clId="{2BC13E7B-311A-4F85-BB89-261B97B2CF47}"/>
    <pc:docChg chg="undo custSel addSld delSld modSld">
      <pc:chgData name="Yu, Harry" userId="d07dd713-323b-41c6-b24d-c18be50fb4fc" providerId="ADAL" clId="{2BC13E7B-311A-4F85-BB89-261B97B2CF47}" dt="2024-11-29T08:34:11.109" v="10146"/>
      <pc:docMkLst>
        <pc:docMk/>
      </pc:docMkLst>
      <pc:sldChg chg="modSp mod">
        <pc:chgData name="Yu, Harry" userId="d07dd713-323b-41c6-b24d-c18be50fb4fc" providerId="ADAL" clId="{2BC13E7B-311A-4F85-BB89-261B97B2CF47}" dt="2024-11-12T07:27:44.522" v="46" actId="20577"/>
        <pc:sldMkLst>
          <pc:docMk/>
          <pc:sldMk cId="2086400740" sldId="256"/>
        </pc:sldMkLst>
        <pc:spChg chg="mod">
          <ac:chgData name="Yu, Harry" userId="d07dd713-323b-41c6-b24d-c18be50fb4fc" providerId="ADAL" clId="{2BC13E7B-311A-4F85-BB89-261B97B2CF47}" dt="2024-11-12T07:27:27.868" v="37" actId="404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Yu, Harry" userId="d07dd713-323b-41c6-b24d-c18be50fb4fc" providerId="ADAL" clId="{2BC13E7B-311A-4F85-BB89-261B97B2CF47}" dt="2024-11-12T07:27:44.522" v="46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Yu, Harry" userId="d07dd713-323b-41c6-b24d-c18be50fb4fc" providerId="ADAL" clId="{2BC13E7B-311A-4F85-BB89-261B97B2CF47}" dt="2024-11-12T07:33:18.162" v="79" actId="20577"/>
        <pc:sldMkLst>
          <pc:docMk/>
          <pc:sldMk cId="3615015588" sldId="272"/>
        </pc:sldMkLst>
        <pc:spChg chg="mod">
          <ac:chgData name="Yu, Harry" userId="d07dd713-323b-41c6-b24d-c18be50fb4fc" providerId="ADAL" clId="{2BC13E7B-311A-4F85-BB89-261B97B2CF47}" dt="2024-11-12T07:33:18.162" v="79" actId="20577"/>
          <ac:spMkLst>
            <pc:docMk/>
            <pc:sldMk cId="3615015588" sldId="272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12T07:28:34.646" v="47" actId="47"/>
        <pc:sldMkLst>
          <pc:docMk/>
          <pc:sldMk cId="2393367446" sldId="345"/>
        </pc:sldMkLst>
      </pc:sldChg>
      <pc:sldChg chg="addSp delSp modSp mod">
        <pc:chgData name="Yu, Harry" userId="d07dd713-323b-41c6-b24d-c18be50fb4fc" providerId="ADAL" clId="{2BC13E7B-311A-4F85-BB89-261B97B2CF47}" dt="2024-11-29T08:22:05.835" v="9817" actId="20577"/>
        <pc:sldMkLst>
          <pc:docMk/>
          <pc:sldMk cId="1970846983" sldId="346"/>
        </pc:sldMkLst>
        <pc:spChg chg="mod">
          <ac:chgData name="Yu, Harry" userId="d07dd713-323b-41c6-b24d-c18be50fb4fc" providerId="ADAL" clId="{2BC13E7B-311A-4F85-BB89-261B97B2CF47}" dt="2024-11-29T08:22:05.835" v="9817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2BC13E7B-311A-4F85-BB89-261B97B2CF47}" dt="2024-11-29T08:18:48.589" v="9679" actId="20577"/>
          <ac:spMkLst>
            <pc:docMk/>
            <pc:sldMk cId="1970846983" sldId="346"/>
            <ac:spMk id="4" creationId="{F40B3903-56DF-4903-AAAF-FFE7DC00ED5A}"/>
          </ac:spMkLst>
        </pc:spChg>
        <pc:spChg chg="add del mod">
          <ac:chgData name="Yu, Harry" userId="d07dd713-323b-41c6-b24d-c18be50fb4fc" providerId="ADAL" clId="{2BC13E7B-311A-4F85-BB89-261B97B2CF47}" dt="2024-11-29T08:18:26.005" v="9660" actId="478"/>
          <ac:spMkLst>
            <pc:docMk/>
            <pc:sldMk cId="1970846983" sldId="346"/>
            <ac:spMk id="5" creationId="{6E2ACF70-8C9C-B045-5AF7-24E5196C7773}"/>
          </ac:spMkLst>
        </pc:spChg>
      </pc:sldChg>
      <pc:sldChg chg="addSp delSp modSp mod">
        <pc:chgData name="Yu, Harry" userId="d07dd713-323b-41c6-b24d-c18be50fb4fc" providerId="ADAL" clId="{2BC13E7B-311A-4F85-BB89-261B97B2CF47}" dt="2024-11-29T07:40:37.546" v="8394" actId="478"/>
        <pc:sldMkLst>
          <pc:docMk/>
          <pc:sldMk cId="1720989735" sldId="347"/>
        </pc:sldMkLst>
        <pc:spChg chg="del">
          <ac:chgData name="Yu, Harry" userId="d07dd713-323b-41c6-b24d-c18be50fb4fc" providerId="ADAL" clId="{2BC13E7B-311A-4F85-BB89-261B97B2CF47}" dt="2024-11-12T07:33:34.797" v="80" actId="478"/>
          <ac:spMkLst>
            <pc:docMk/>
            <pc:sldMk cId="1720989735" sldId="347"/>
            <ac:spMk id="2" creationId="{55BB7C54-D472-43C3-BAD5-8FBDED0C0004}"/>
          </ac:spMkLst>
        </pc:spChg>
        <pc:spChg chg="mod">
          <ac:chgData name="Yu, Harry" userId="d07dd713-323b-41c6-b24d-c18be50fb4fc" providerId="ADAL" clId="{2BC13E7B-311A-4F85-BB89-261B97B2CF47}" dt="2024-11-14T08:59:52.893" v="1587" actId="20577"/>
          <ac:spMkLst>
            <pc:docMk/>
            <pc:sldMk cId="1720989735" sldId="347"/>
            <ac:spMk id="6" creationId="{0ED065AC-F3EF-42B0-A34B-DF7EED7FF8B9}"/>
          </ac:spMkLst>
        </pc:spChg>
        <pc:spChg chg="del mod">
          <ac:chgData name="Yu, Harry" userId="d07dd713-323b-41c6-b24d-c18be50fb4fc" providerId="ADAL" clId="{2BC13E7B-311A-4F85-BB89-261B97B2CF47}" dt="2024-11-29T07:40:37.546" v="8394" actId="478"/>
          <ac:spMkLst>
            <pc:docMk/>
            <pc:sldMk cId="1720989735" sldId="347"/>
            <ac:spMk id="11" creationId="{3B0E5B35-F8D6-4092-AA4A-BCC690B2229D}"/>
          </ac:spMkLst>
        </pc:spChg>
        <pc:graphicFrameChg chg="add mod">
          <ac:chgData name="Yu, Harry" userId="d07dd713-323b-41c6-b24d-c18be50fb4fc" providerId="ADAL" clId="{2BC13E7B-311A-4F85-BB89-261B97B2CF47}" dt="2024-11-12T07:41:09.727" v="196"/>
          <ac:graphicFrameMkLst>
            <pc:docMk/>
            <pc:sldMk cId="1720989735" sldId="347"/>
            <ac:graphicFrameMk id="3" creationId="{B84C55A4-E47A-5E28-971E-25A92EE8D236}"/>
          </ac:graphicFrameMkLst>
        </pc:graphicFrameChg>
        <pc:graphicFrameChg chg="add del mod">
          <ac:chgData name="Yu, Harry" userId="d07dd713-323b-41c6-b24d-c18be50fb4fc" providerId="ADAL" clId="{2BC13E7B-311A-4F85-BB89-261B97B2CF47}" dt="2024-11-12T07:41:27.710" v="201" actId="478"/>
          <ac:graphicFrameMkLst>
            <pc:docMk/>
            <pc:sldMk cId="1720989735" sldId="347"/>
            <ac:graphicFrameMk id="4" creationId="{53685C73-1788-B4CE-3E6E-B134FA177997}"/>
          </ac:graphicFrameMkLst>
        </pc:graphicFrameChg>
        <pc:graphicFrameChg chg="mod modGraphic">
          <ac:chgData name="Yu, Harry" userId="d07dd713-323b-41c6-b24d-c18be50fb4fc" providerId="ADAL" clId="{2BC13E7B-311A-4F85-BB89-261B97B2CF47}" dt="2024-11-14T08:13:45.535" v="794" actId="20577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2BC13E7B-311A-4F85-BB89-261B97B2CF47}" dt="2024-11-14T08:39:37.382" v="1010" actId="47"/>
        <pc:sldMkLst>
          <pc:docMk/>
          <pc:sldMk cId="1047594624" sldId="348"/>
        </pc:sldMkLst>
      </pc:sldChg>
      <pc:sldChg chg="del">
        <pc:chgData name="Yu, Harry" userId="d07dd713-323b-41c6-b24d-c18be50fb4fc" providerId="ADAL" clId="{2BC13E7B-311A-4F85-BB89-261B97B2CF47}" dt="2024-11-14T08:39:39.301" v="1011" actId="47"/>
        <pc:sldMkLst>
          <pc:docMk/>
          <pc:sldMk cId="1430307301" sldId="349"/>
        </pc:sldMkLst>
      </pc:sldChg>
      <pc:sldChg chg="del">
        <pc:chgData name="Yu, Harry" userId="d07dd713-323b-41c6-b24d-c18be50fb4fc" providerId="ADAL" clId="{2BC13E7B-311A-4F85-BB89-261B97B2CF47}" dt="2024-11-14T08:39:39.978" v="1012" actId="47"/>
        <pc:sldMkLst>
          <pc:docMk/>
          <pc:sldMk cId="2694536849" sldId="350"/>
        </pc:sldMkLst>
      </pc:sldChg>
      <pc:sldChg chg="del">
        <pc:chgData name="Yu, Harry" userId="d07dd713-323b-41c6-b24d-c18be50fb4fc" providerId="ADAL" clId="{2BC13E7B-311A-4F85-BB89-261B97B2CF47}" dt="2024-11-14T08:39:40.564" v="1013" actId="47"/>
        <pc:sldMkLst>
          <pc:docMk/>
          <pc:sldMk cId="744400410" sldId="351"/>
        </pc:sldMkLst>
      </pc:sldChg>
      <pc:sldChg chg="addSp delSp modSp mod">
        <pc:chgData name="Yu, Harry" userId="d07dd713-323b-41c6-b24d-c18be50fb4fc" providerId="ADAL" clId="{2BC13E7B-311A-4F85-BB89-261B97B2CF47}" dt="2024-11-29T07:47:33.200" v="8733"/>
        <pc:sldMkLst>
          <pc:docMk/>
          <pc:sldMk cId="20239079" sldId="352"/>
        </pc:sldMkLst>
        <pc:spChg chg="mod">
          <ac:chgData name="Yu, Harry" userId="d07dd713-323b-41c6-b24d-c18be50fb4fc" providerId="ADAL" clId="{2BC13E7B-311A-4F85-BB89-261B97B2CF47}" dt="2024-11-18T07:38:24.498" v="2270" actId="20577"/>
          <ac:spMkLst>
            <pc:docMk/>
            <pc:sldMk cId="20239079" sldId="352"/>
            <ac:spMk id="2" creationId="{23388410-9A25-42FC-8E77-7289CC6C2B38}"/>
          </ac:spMkLst>
        </pc:spChg>
        <pc:spChg chg="add mod">
          <ac:chgData name="Yu, Harry" userId="d07dd713-323b-41c6-b24d-c18be50fb4fc" providerId="ADAL" clId="{2BC13E7B-311A-4F85-BB89-261B97B2CF47}" dt="2024-11-29T07:47:33.200" v="8733"/>
          <ac:spMkLst>
            <pc:docMk/>
            <pc:sldMk cId="20239079" sldId="352"/>
            <ac:spMk id="4" creationId="{156B55F8-F800-D21B-6BB4-65E8837D1EDE}"/>
          </ac:spMkLst>
        </pc:spChg>
        <pc:spChg chg="del">
          <ac:chgData name="Yu, Harry" userId="d07dd713-323b-41c6-b24d-c18be50fb4fc" providerId="ADAL" clId="{2BC13E7B-311A-4F85-BB89-261B97B2CF47}" dt="2024-11-18T07:38:42.539" v="2274" actId="478"/>
          <ac:spMkLst>
            <pc:docMk/>
            <pc:sldMk cId="20239079" sldId="352"/>
            <ac:spMk id="7" creationId="{89B33806-E7E1-4305-9F0C-68C42B8738B2}"/>
          </ac:spMkLst>
        </pc:spChg>
        <pc:spChg chg="del">
          <ac:chgData name="Yu, Harry" userId="d07dd713-323b-41c6-b24d-c18be50fb4fc" providerId="ADAL" clId="{2BC13E7B-311A-4F85-BB89-261B97B2CF47}" dt="2024-11-18T07:38:49.118" v="2276" actId="478"/>
          <ac:spMkLst>
            <pc:docMk/>
            <pc:sldMk cId="20239079" sldId="352"/>
            <ac:spMk id="8" creationId="{F49B172A-BAE7-4B0D-8D1C-5E422BCB57BD}"/>
          </ac:spMkLst>
        </pc:spChg>
        <pc:spChg chg="mod">
          <ac:chgData name="Yu, Harry" userId="d07dd713-323b-41c6-b24d-c18be50fb4fc" providerId="ADAL" clId="{2BC13E7B-311A-4F85-BB89-261B97B2CF47}" dt="2024-11-18T07:39:33.579" v="2311" actId="1076"/>
          <ac:spMkLst>
            <pc:docMk/>
            <pc:sldMk cId="20239079" sldId="352"/>
            <ac:spMk id="9" creationId="{4BACE75D-8113-4DA8-902B-05F2294CB0A6}"/>
          </ac:spMkLst>
        </pc:spChg>
        <pc:spChg chg="del">
          <ac:chgData name="Yu, Harry" userId="d07dd713-323b-41c6-b24d-c18be50fb4fc" providerId="ADAL" clId="{2BC13E7B-311A-4F85-BB89-261B97B2CF47}" dt="2024-11-18T07:38:34.358" v="2272" actId="478"/>
          <ac:spMkLst>
            <pc:docMk/>
            <pc:sldMk cId="20239079" sldId="352"/>
            <ac:spMk id="14" creationId="{9EEC5408-EE95-44ED-ABD8-5361FB032E13}"/>
          </ac:spMkLst>
        </pc:spChg>
        <pc:spChg chg="del">
          <ac:chgData name="Yu, Harry" userId="d07dd713-323b-41c6-b24d-c18be50fb4fc" providerId="ADAL" clId="{2BC13E7B-311A-4F85-BB89-261B97B2CF47}" dt="2024-11-18T07:38:34.358" v="2272" actId="478"/>
          <ac:spMkLst>
            <pc:docMk/>
            <pc:sldMk cId="20239079" sldId="352"/>
            <ac:spMk id="15" creationId="{7C695DD1-5FA4-4A7A-AE5F-1C161F59972B}"/>
          </ac:spMkLst>
        </pc:spChg>
        <pc:spChg chg="del">
          <ac:chgData name="Yu, Harry" userId="d07dd713-323b-41c6-b24d-c18be50fb4fc" providerId="ADAL" clId="{2BC13E7B-311A-4F85-BB89-261B97B2CF47}" dt="2024-11-18T07:38:34.358" v="2272" actId="478"/>
          <ac:spMkLst>
            <pc:docMk/>
            <pc:sldMk cId="20239079" sldId="352"/>
            <ac:spMk id="16" creationId="{F2FF4A95-C1C6-4EB5-9316-9BAD4C5DBD0A}"/>
          </ac:spMkLst>
        </pc:spChg>
        <pc:spChg chg="del">
          <ac:chgData name="Yu, Harry" userId="d07dd713-323b-41c6-b24d-c18be50fb4fc" providerId="ADAL" clId="{2BC13E7B-311A-4F85-BB89-261B97B2CF47}" dt="2024-11-18T07:38:34.358" v="2272" actId="478"/>
          <ac:spMkLst>
            <pc:docMk/>
            <pc:sldMk cId="20239079" sldId="352"/>
            <ac:spMk id="17" creationId="{5A901FF5-0172-44A8-B98F-0EF16A3F3A57}"/>
          </ac:spMkLst>
        </pc:spChg>
        <pc:spChg chg="del">
          <ac:chgData name="Yu, Harry" userId="d07dd713-323b-41c6-b24d-c18be50fb4fc" providerId="ADAL" clId="{2BC13E7B-311A-4F85-BB89-261B97B2CF47}" dt="2024-11-18T07:38:42.539" v="2274" actId="478"/>
          <ac:spMkLst>
            <pc:docMk/>
            <pc:sldMk cId="20239079" sldId="352"/>
            <ac:spMk id="18" creationId="{C36AC84A-C510-4E6A-B2B3-4BB54B828F6C}"/>
          </ac:spMkLst>
        </pc:spChg>
        <pc:spChg chg="del">
          <ac:chgData name="Yu, Harry" userId="d07dd713-323b-41c6-b24d-c18be50fb4fc" providerId="ADAL" clId="{2BC13E7B-311A-4F85-BB89-261B97B2CF47}" dt="2024-11-18T07:38:29.318" v="2271" actId="478"/>
          <ac:spMkLst>
            <pc:docMk/>
            <pc:sldMk cId="20239079" sldId="352"/>
            <ac:spMk id="19" creationId="{1D9E6DCE-B4F9-41D3-95D0-1438272A1A1D}"/>
          </ac:spMkLst>
        </pc:spChg>
        <pc:picChg chg="add mod">
          <ac:chgData name="Yu, Harry" userId="d07dd713-323b-41c6-b24d-c18be50fb4fc" providerId="ADAL" clId="{2BC13E7B-311A-4F85-BB89-261B97B2CF47}" dt="2024-11-18T07:39:14.273" v="2282" actId="1076"/>
          <ac:picMkLst>
            <pc:docMk/>
            <pc:sldMk cId="20239079" sldId="352"/>
            <ac:picMk id="3" creationId="{16B19AA0-15FB-4936-8381-CC92D3A16E1A}"/>
          </ac:picMkLst>
        </pc:picChg>
        <pc:picChg chg="del">
          <ac:chgData name="Yu, Harry" userId="d07dd713-323b-41c6-b24d-c18be50fb4fc" providerId="ADAL" clId="{2BC13E7B-311A-4F85-BB89-261B97B2CF47}" dt="2024-11-18T07:38:36.594" v="2273" actId="478"/>
          <ac:picMkLst>
            <pc:docMk/>
            <pc:sldMk cId="20239079" sldId="352"/>
            <ac:picMk id="5" creationId="{424E9EC2-BD73-4D02-8FEF-12EA2523B643}"/>
          </ac:picMkLst>
        </pc:picChg>
        <pc:picChg chg="del">
          <ac:chgData name="Yu, Harry" userId="d07dd713-323b-41c6-b24d-c18be50fb4fc" providerId="ADAL" clId="{2BC13E7B-311A-4F85-BB89-261B97B2CF47}" dt="2024-11-18T07:38:44.798" v="2275" actId="478"/>
          <ac:picMkLst>
            <pc:docMk/>
            <pc:sldMk cId="20239079" sldId="352"/>
            <ac:picMk id="6" creationId="{EB5164E0-8FDC-418D-81D8-0A706B2B90A8}"/>
          </ac:picMkLst>
        </pc:picChg>
        <pc:picChg chg="del">
          <ac:chgData name="Yu, Harry" userId="d07dd713-323b-41c6-b24d-c18be50fb4fc" providerId="ADAL" clId="{2BC13E7B-311A-4F85-BB89-261B97B2CF47}" dt="2024-11-18T07:38:34.358" v="2272" actId="478"/>
          <ac:picMkLst>
            <pc:docMk/>
            <pc:sldMk cId="20239079" sldId="352"/>
            <ac:picMk id="10" creationId="{5CA20B42-778F-4970-8599-D016E291C26C}"/>
          </ac:picMkLst>
        </pc:picChg>
        <pc:picChg chg="del">
          <ac:chgData name="Yu, Harry" userId="d07dd713-323b-41c6-b24d-c18be50fb4fc" providerId="ADAL" clId="{2BC13E7B-311A-4F85-BB89-261B97B2CF47}" dt="2024-11-18T07:38:34.358" v="2272" actId="478"/>
          <ac:picMkLst>
            <pc:docMk/>
            <pc:sldMk cId="20239079" sldId="352"/>
            <ac:picMk id="11" creationId="{567E21AF-918F-4CF0-95BC-ED560320C4AC}"/>
          </ac:picMkLst>
        </pc:picChg>
        <pc:picChg chg="del">
          <ac:chgData name="Yu, Harry" userId="d07dd713-323b-41c6-b24d-c18be50fb4fc" providerId="ADAL" clId="{2BC13E7B-311A-4F85-BB89-261B97B2CF47}" dt="2024-11-18T07:38:34.358" v="2272" actId="478"/>
          <ac:picMkLst>
            <pc:docMk/>
            <pc:sldMk cId="20239079" sldId="352"/>
            <ac:picMk id="12" creationId="{C4D6AAA9-6B44-4EF3-AA46-C3AAE0F4F5B6}"/>
          </ac:picMkLst>
        </pc:picChg>
        <pc:picChg chg="del">
          <ac:chgData name="Yu, Harry" userId="d07dd713-323b-41c6-b24d-c18be50fb4fc" providerId="ADAL" clId="{2BC13E7B-311A-4F85-BB89-261B97B2CF47}" dt="2024-11-18T07:38:34.358" v="2272" actId="478"/>
          <ac:picMkLst>
            <pc:docMk/>
            <pc:sldMk cId="20239079" sldId="352"/>
            <ac:picMk id="13" creationId="{3B5ED610-CD2C-4A96-99CA-F67F48A5E9CD}"/>
          </ac:picMkLst>
        </pc:picChg>
      </pc:sldChg>
      <pc:sldChg chg="del">
        <pc:chgData name="Yu, Harry" userId="d07dd713-323b-41c6-b24d-c18be50fb4fc" providerId="ADAL" clId="{2BC13E7B-311A-4F85-BB89-261B97B2CF47}" dt="2024-11-14T08:39:41.001" v="1014" actId="47"/>
        <pc:sldMkLst>
          <pc:docMk/>
          <pc:sldMk cId="1807581627" sldId="353"/>
        </pc:sldMkLst>
      </pc:sldChg>
      <pc:sldChg chg="del">
        <pc:chgData name="Yu, Harry" userId="d07dd713-323b-41c6-b24d-c18be50fb4fc" providerId="ADAL" clId="{2BC13E7B-311A-4F85-BB89-261B97B2CF47}" dt="2024-11-14T08:39:48.107" v="1015" actId="47"/>
        <pc:sldMkLst>
          <pc:docMk/>
          <pc:sldMk cId="2793958940" sldId="354"/>
        </pc:sldMkLst>
      </pc:sldChg>
      <pc:sldChg chg="modSp mod">
        <pc:chgData name="Yu, Harry" userId="d07dd713-323b-41c6-b24d-c18be50fb4fc" providerId="ADAL" clId="{2BC13E7B-311A-4F85-BB89-261B97B2CF47}" dt="2024-11-14T09:01:07.707" v="1607" actId="20577"/>
        <pc:sldMkLst>
          <pc:docMk/>
          <pc:sldMk cId="2684987239" sldId="355"/>
        </pc:sldMkLst>
        <pc:spChg chg="mod">
          <ac:chgData name="Yu, Harry" userId="d07dd713-323b-41c6-b24d-c18be50fb4fc" providerId="ADAL" clId="{2BC13E7B-311A-4F85-BB89-261B97B2CF47}" dt="2024-11-14T09:01:07.707" v="1607" actId="20577"/>
          <ac:spMkLst>
            <pc:docMk/>
            <pc:sldMk cId="2684987239" sldId="355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14T09:01:37.198" v="1608" actId="47"/>
        <pc:sldMkLst>
          <pc:docMk/>
          <pc:sldMk cId="1265383617" sldId="356"/>
        </pc:sldMkLst>
      </pc:sldChg>
      <pc:sldChg chg="del">
        <pc:chgData name="Yu, Harry" userId="d07dd713-323b-41c6-b24d-c18be50fb4fc" providerId="ADAL" clId="{2BC13E7B-311A-4F85-BB89-261B97B2CF47}" dt="2024-11-14T09:01:37.576" v="1609" actId="47"/>
        <pc:sldMkLst>
          <pc:docMk/>
          <pc:sldMk cId="516112021" sldId="357"/>
        </pc:sldMkLst>
      </pc:sldChg>
      <pc:sldChg chg="modSp mod">
        <pc:chgData name="Yu, Harry" userId="d07dd713-323b-41c6-b24d-c18be50fb4fc" providerId="ADAL" clId="{2BC13E7B-311A-4F85-BB89-261B97B2CF47}" dt="2024-11-15T08:22:08.719" v="2049" actId="20577"/>
        <pc:sldMkLst>
          <pc:docMk/>
          <pc:sldMk cId="2573751591" sldId="358"/>
        </pc:sldMkLst>
        <pc:spChg chg="mod">
          <ac:chgData name="Yu, Harry" userId="d07dd713-323b-41c6-b24d-c18be50fb4fc" providerId="ADAL" clId="{2BC13E7B-311A-4F85-BB89-261B97B2CF47}" dt="2024-11-15T08:22:08.719" v="2049" actId="20577"/>
          <ac:spMkLst>
            <pc:docMk/>
            <pc:sldMk cId="2573751591" sldId="358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15T08:21:37.799" v="2033" actId="47"/>
        <pc:sldMkLst>
          <pc:docMk/>
          <pc:sldMk cId="762571728" sldId="359"/>
        </pc:sldMkLst>
      </pc:sldChg>
      <pc:sldChg chg="del">
        <pc:chgData name="Yu, Harry" userId="d07dd713-323b-41c6-b24d-c18be50fb4fc" providerId="ADAL" clId="{2BC13E7B-311A-4F85-BB89-261B97B2CF47}" dt="2024-11-15T08:21:38.101" v="2034" actId="47"/>
        <pc:sldMkLst>
          <pc:docMk/>
          <pc:sldMk cId="1738908870" sldId="361"/>
        </pc:sldMkLst>
      </pc:sldChg>
      <pc:sldChg chg="del">
        <pc:chgData name="Yu, Harry" userId="d07dd713-323b-41c6-b24d-c18be50fb4fc" providerId="ADAL" clId="{2BC13E7B-311A-4F85-BB89-261B97B2CF47}" dt="2024-11-15T08:21:38.734" v="2035" actId="47"/>
        <pc:sldMkLst>
          <pc:docMk/>
          <pc:sldMk cId="1803848135" sldId="362"/>
        </pc:sldMkLst>
      </pc:sldChg>
      <pc:sldChg chg="modSp mod">
        <pc:chgData name="Yu, Harry" userId="d07dd713-323b-41c6-b24d-c18be50fb4fc" providerId="ADAL" clId="{2BC13E7B-311A-4F85-BB89-261B97B2CF47}" dt="2024-11-18T09:23:01.483" v="3084" actId="20577"/>
        <pc:sldMkLst>
          <pc:docMk/>
          <pc:sldMk cId="830645897" sldId="363"/>
        </pc:sldMkLst>
        <pc:spChg chg="mod">
          <ac:chgData name="Yu, Harry" userId="d07dd713-323b-41c6-b24d-c18be50fb4fc" providerId="ADAL" clId="{2BC13E7B-311A-4F85-BB89-261B97B2CF47}" dt="2024-11-18T09:23:01.483" v="3084" actId="20577"/>
          <ac:spMkLst>
            <pc:docMk/>
            <pc:sldMk cId="830645897" sldId="363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18T09:09:20.217" v="2782" actId="47"/>
        <pc:sldMkLst>
          <pc:docMk/>
          <pc:sldMk cId="2483991268" sldId="364"/>
        </pc:sldMkLst>
      </pc:sldChg>
      <pc:sldChg chg="del">
        <pc:chgData name="Yu, Harry" userId="d07dd713-323b-41c6-b24d-c18be50fb4fc" providerId="ADAL" clId="{2BC13E7B-311A-4F85-BB89-261B97B2CF47}" dt="2024-11-18T09:09:19.374" v="2781" actId="47"/>
        <pc:sldMkLst>
          <pc:docMk/>
          <pc:sldMk cId="4124176753" sldId="365"/>
        </pc:sldMkLst>
      </pc:sldChg>
      <pc:sldChg chg="del">
        <pc:chgData name="Yu, Harry" userId="d07dd713-323b-41c6-b24d-c18be50fb4fc" providerId="ADAL" clId="{2BC13E7B-311A-4F85-BB89-261B97B2CF47}" dt="2024-11-18T09:09:21.547" v="2783" actId="47"/>
        <pc:sldMkLst>
          <pc:docMk/>
          <pc:sldMk cId="1291149336" sldId="366"/>
        </pc:sldMkLst>
      </pc:sldChg>
      <pc:sldChg chg="modSp mod">
        <pc:chgData name="Yu, Harry" userId="d07dd713-323b-41c6-b24d-c18be50fb4fc" providerId="ADAL" clId="{2BC13E7B-311A-4F85-BB89-261B97B2CF47}" dt="2024-11-19T08:26:22.909" v="3520" actId="20577"/>
        <pc:sldMkLst>
          <pc:docMk/>
          <pc:sldMk cId="2886081286" sldId="367"/>
        </pc:sldMkLst>
        <pc:spChg chg="mod">
          <ac:chgData name="Yu, Harry" userId="d07dd713-323b-41c6-b24d-c18be50fb4fc" providerId="ADAL" clId="{2BC13E7B-311A-4F85-BB89-261B97B2CF47}" dt="2024-11-19T08:26:22.909" v="3520" actId="20577"/>
          <ac:spMkLst>
            <pc:docMk/>
            <pc:sldMk cId="2886081286" sldId="367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914646431" sldId="368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3718417336" sldId="369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332865271" sldId="370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1301221291" sldId="371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777599342" sldId="372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1828527808" sldId="373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2145281802" sldId="374"/>
        </pc:sldMkLst>
      </pc:sldChg>
      <pc:sldChg chg="del">
        <pc:chgData name="Yu, Harry" userId="d07dd713-323b-41c6-b24d-c18be50fb4fc" providerId="ADAL" clId="{2BC13E7B-311A-4F85-BB89-261B97B2CF47}" dt="2024-11-18T07:38:01.311" v="2224" actId="47"/>
        <pc:sldMkLst>
          <pc:docMk/>
          <pc:sldMk cId="4193153865" sldId="375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1741195623" sldId="376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36743268" sldId="377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3668215363" sldId="378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400289930" sldId="379"/>
        </pc:sldMkLst>
      </pc:sldChg>
      <pc:sldChg chg="del">
        <pc:chgData name="Yu, Harry" userId="d07dd713-323b-41c6-b24d-c18be50fb4fc" providerId="ADAL" clId="{2BC13E7B-311A-4F85-BB89-261B97B2CF47}" dt="2024-11-19T08:26:39.386" v="3521" actId="47"/>
        <pc:sldMkLst>
          <pc:docMk/>
          <pc:sldMk cId="1634231022" sldId="380"/>
        </pc:sldMkLst>
      </pc:sldChg>
      <pc:sldChg chg="modSp mod">
        <pc:chgData name="Yu, Harry" userId="d07dd713-323b-41c6-b24d-c18be50fb4fc" providerId="ADAL" clId="{2BC13E7B-311A-4F85-BB89-261B97B2CF47}" dt="2024-11-19T08:53:53.040" v="4126" actId="20577"/>
        <pc:sldMkLst>
          <pc:docMk/>
          <pc:sldMk cId="224488440" sldId="381"/>
        </pc:sldMkLst>
        <pc:spChg chg="mod">
          <ac:chgData name="Yu, Harry" userId="d07dd713-323b-41c6-b24d-c18be50fb4fc" providerId="ADAL" clId="{2BC13E7B-311A-4F85-BB89-261B97B2CF47}" dt="2024-11-19T08:53:53.040" v="4126" actId="20577"/>
          <ac:spMkLst>
            <pc:docMk/>
            <pc:sldMk cId="224488440" sldId="381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19T08:53:58.366" v="4127" actId="47"/>
        <pc:sldMkLst>
          <pc:docMk/>
          <pc:sldMk cId="3386074264" sldId="382"/>
        </pc:sldMkLst>
      </pc:sldChg>
      <pc:sldChg chg="del">
        <pc:chgData name="Yu, Harry" userId="d07dd713-323b-41c6-b24d-c18be50fb4fc" providerId="ADAL" clId="{2BC13E7B-311A-4F85-BB89-261B97B2CF47}" dt="2024-11-19T08:53:58.823" v="4128" actId="47"/>
        <pc:sldMkLst>
          <pc:docMk/>
          <pc:sldMk cId="1106017697" sldId="383"/>
        </pc:sldMkLst>
      </pc:sldChg>
      <pc:sldChg chg="modSp mod">
        <pc:chgData name="Yu, Harry" userId="d07dd713-323b-41c6-b24d-c18be50fb4fc" providerId="ADAL" clId="{2BC13E7B-311A-4F85-BB89-261B97B2CF47}" dt="2024-11-19T09:16:35.640" v="4549" actId="20577"/>
        <pc:sldMkLst>
          <pc:docMk/>
          <pc:sldMk cId="3968152520" sldId="384"/>
        </pc:sldMkLst>
        <pc:spChg chg="mod">
          <ac:chgData name="Yu, Harry" userId="d07dd713-323b-41c6-b24d-c18be50fb4fc" providerId="ADAL" clId="{2BC13E7B-311A-4F85-BB89-261B97B2CF47}" dt="2024-11-19T09:16:35.640" v="4549" actId="20577"/>
          <ac:spMkLst>
            <pc:docMk/>
            <pc:sldMk cId="3968152520" sldId="384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19T09:16:09.427" v="4541" actId="47"/>
        <pc:sldMkLst>
          <pc:docMk/>
          <pc:sldMk cId="4141823049" sldId="385"/>
        </pc:sldMkLst>
      </pc:sldChg>
      <pc:sldChg chg="del">
        <pc:chgData name="Yu, Harry" userId="d07dd713-323b-41c6-b24d-c18be50fb4fc" providerId="ADAL" clId="{2BC13E7B-311A-4F85-BB89-261B97B2CF47}" dt="2024-11-19T09:16:10.357" v="4542" actId="47"/>
        <pc:sldMkLst>
          <pc:docMk/>
          <pc:sldMk cId="4009894245" sldId="386"/>
        </pc:sldMkLst>
      </pc:sldChg>
      <pc:sldChg chg="del">
        <pc:chgData name="Yu, Harry" userId="d07dd713-323b-41c6-b24d-c18be50fb4fc" providerId="ADAL" clId="{2BC13E7B-311A-4F85-BB89-261B97B2CF47}" dt="2024-11-19T09:16:11.084" v="4543" actId="47"/>
        <pc:sldMkLst>
          <pc:docMk/>
          <pc:sldMk cId="3675676484" sldId="387"/>
        </pc:sldMkLst>
      </pc:sldChg>
      <pc:sldChg chg="modSp mod">
        <pc:chgData name="Yu, Harry" userId="d07dd713-323b-41c6-b24d-c18be50fb4fc" providerId="ADAL" clId="{2BC13E7B-311A-4F85-BB89-261B97B2CF47}" dt="2024-11-27T09:04:01.267" v="5376"/>
        <pc:sldMkLst>
          <pc:docMk/>
          <pc:sldMk cId="3933054710" sldId="388"/>
        </pc:sldMkLst>
        <pc:spChg chg="mod">
          <ac:chgData name="Yu, Harry" userId="d07dd713-323b-41c6-b24d-c18be50fb4fc" providerId="ADAL" clId="{2BC13E7B-311A-4F85-BB89-261B97B2CF47}" dt="2024-11-27T09:04:01.267" v="5376"/>
          <ac:spMkLst>
            <pc:docMk/>
            <pc:sldMk cId="3933054710" sldId="388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27T09:04:06.078" v="5378" actId="47"/>
        <pc:sldMkLst>
          <pc:docMk/>
          <pc:sldMk cId="4023221386" sldId="389"/>
        </pc:sldMkLst>
      </pc:sldChg>
      <pc:sldChg chg="del">
        <pc:chgData name="Yu, Harry" userId="d07dd713-323b-41c6-b24d-c18be50fb4fc" providerId="ADAL" clId="{2BC13E7B-311A-4F85-BB89-261B97B2CF47}" dt="2024-11-27T09:04:05.244" v="5377" actId="47"/>
        <pc:sldMkLst>
          <pc:docMk/>
          <pc:sldMk cId="1891120556" sldId="390"/>
        </pc:sldMkLst>
      </pc:sldChg>
      <pc:sldChg chg="del">
        <pc:chgData name="Yu, Harry" userId="d07dd713-323b-41c6-b24d-c18be50fb4fc" providerId="ADAL" clId="{2BC13E7B-311A-4F85-BB89-261B97B2CF47}" dt="2024-11-27T09:04:06.756" v="5379" actId="47"/>
        <pc:sldMkLst>
          <pc:docMk/>
          <pc:sldMk cId="1220728675" sldId="391"/>
        </pc:sldMkLst>
      </pc:sldChg>
      <pc:sldChg chg="modSp mod">
        <pc:chgData name="Yu, Harry" userId="d07dd713-323b-41c6-b24d-c18be50fb4fc" providerId="ADAL" clId="{2BC13E7B-311A-4F85-BB89-261B97B2CF47}" dt="2024-11-27T09:33:38.312" v="5899"/>
        <pc:sldMkLst>
          <pc:docMk/>
          <pc:sldMk cId="3818488837" sldId="392"/>
        </pc:sldMkLst>
        <pc:spChg chg="mod">
          <ac:chgData name="Yu, Harry" userId="d07dd713-323b-41c6-b24d-c18be50fb4fc" providerId="ADAL" clId="{2BC13E7B-311A-4F85-BB89-261B97B2CF47}" dt="2024-11-27T09:33:38.312" v="5899"/>
          <ac:spMkLst>
            <pc:docMk/>
            <pc:sldMk cId="3818488837" sldId="392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27T09:33:51.435" v="5900" actId="47"/>
        <pc:sldMkLst>
          <pc:docMk/>
          <pc:sldMk cId="20146493" sldId="393"/>
        </pc:sldMkLst>
      </pc:sldChg>
      <pc:sldChg chg="del">
        <pc:chgData name="Yu, Harry" userId="d07dd713-323b-41c6-b24d-c18be50fb4fc" providerId="ADAL" clId="{2BC13E7B-311A-4F85-BB89-261B97B2CF47}" dt="2024-11-27T09:33:51.891" v="5901" actId="47"/>
        <pc:sldMkLst>
          <pc:docMk/>
          <pc:sldMk cId="1885818837" sldId="394"/>
        </pc:sldMkLst>
      </pc:sldChg>
      <pc:sldChg chg="del">
        <pc:chgData name="Yu, Harry" userId="d07dd713-323b-41c6-b24d-c18be50fb4fc" providerId="ADAL" clId="{2BC13E7B-311A-4F85-BB89-261B97B2CF47}" dt="2024-11-27T09:33:52.853" v="5902" actId="47"/>
        <pc:sldMkLst>
          <pc:docMk/>
          <pc:sldMk cId="3029800416" sldId="396"/>
        </pc:sldMkLst>
      </pc:sldChg>
      <pc:sldChg chg="modSp mod">
        <pc:chgData name="Yu, Harry" userId="d07dd713-323b-41c6-b24d-c18be50fb4fc" providerId="ADAL" clId="{2BC13E7B-311A-4F85-BB89-261B97B2CF47}" dt="2024-11-28T09:28:13.509" v="6812"/>
        <pc:sldMkLst>
          <pc:docMk/>
          <pc:sldMk cId="2484212312" sldId="397"/>
        </pc:sldMkLst>
        <pc:spChg chg="mod">
          <ac:chgData name="Yu, Harry" userId="d07dd713-323b-41c6-b24d-c18be50fb4fc" providerId="ADAL" clId="{2BC13E7B-311A-4F85-BB89-261B97B2CF47}" dt="2024-11-28T09:28:13.509" v="6812"/>
          <ac:spMkLst>
            <pc:docMk/>
            <pc:sldMk cId="2484212312" sldId="397"/>
            <ac:spMk id="4" creationId="{1567C550-8534-4752-A750-4145E9563059}"/>
          </ac:spMkLst>
        </pc:spChg>
      </pc:sldChg>
      <pc:sldChg chg="del">
        <pc:chgData name="Yu, Harry" userId="d07dd713-323b-41c6-b24d-c18be50fb4fc" providerId="ADAL" clId="{2BC13E7B-311A-4F85-BB89-261B97B2CF47}" dt="2024-11-28T09:28:19.159" v="6813" actId="47"/>
        <pc:sldMkLst>
          <pc:docMk/>
          <pc:sldMk cId="4033781814" sldId="398"/>
        </pc:sldMkLst>
      </pc:sldChg>
      <pc:sldChg chg="del">
        <pc:chgData name="Yu, Harry" userId="d07dd713-323b-41c6-b24d-c18be50fb4fc" providerId="ADAL" clId="{2BC13E7B-311A-4F85-BB89-261B97B2CF47}" dt="2024-11-28T09:28:19.902" v="6814" actId="47"/>
        <pc:sldMkLst>
          <pc:docMk/>
          <pc:sldMk cId="1399147271" sldId="399"/>
        </pc:sldMkLst>
      </pc:sldChg>
      <pc:sldChg chg="del">
        <pc:chgData name="Yu, Harry" userId="d07dd713-323b-41c6-b24d-c18be50fb4fc" providerId="ADAL" clId="{2BC13E7B-311A-4F85-BB89-261B97B2CF47}" dt="2024-11-28T09:28:20.357" v="6815" actId="47"/>
        <pc:sldMkLst>
          <pc:docMk/>
          <pc:sldMk cId="2963989402" sldId="400"/>
        </pc:sldMkLst>
      </pc:sldChg>
      <pc:sldChg chg="del">
        <pc:chgData name="Yu, Harry" userId="d07dd713-323b-41c6-b24d-c18be50fb4fc" providerId="ADAL" clId="{2BC13E7B-311A-4F85-BB89-261B97B2CF47}" dt="2024-11-28T09:28:20.970" v="6816" actId="47"/>
        <pc:sldMkLst>
          <pc:docMk/>
          <pc:sldMk cId="4220464762" sldId="401"/>
        </pc:sldMkLst>
      </pc:sldChg>
      <pc:sldChg chg="addSp delSp modSp mod">
        <pc:chgData name="Yu, Harry" userId="d07dd713-323b-41c6-b24d-c18be50fb4fc" providerId="ADAL" clId="{2BC13E7B-311A-4F85-BB89-261B97B2CF47}" dt="2024-11-29T08:33:36.768" v="10145" actId="5793"/>
        <pc:sldMkLst>
          <pc:docMk/>
          <pc:sldMk cId="723533408" sldId="402"/>
        </pc:sldMkLst>
        <pc:spChg chg="mod">
          <ac:chgData name="Yu, Harry" userId="d07dd713-323b-41c6-b24d-c18be50fb4fc" providerId="ADAL" clId="{2BC13E7B-311A-4F85-BB89-261B97B2CF47}" dt="2024-11-29T08:33:36.768" v="10145" actId="5793"/>
          <ac:spMkLst>
            <pc:docMk/>
            <pc:sldMk cId="723533408" sldId="402"/>
            <ac:spMk id="3" creationId="{96457946-1483-4C9A-8FE4-A2862E3EFF3F}"/>
          </ac:spMkLst>
        </pc:spChg>
        <pc:spChg chg="add del mod">
          <ac:chgData name="Yu, Harry" userId="d07dd713-323b-41c6-b24d-c18be50fb4fc" providerId="ADAL" clId="{2BC13E7B-311A-4F85-BB89-261B97B2CF47}" dt="2024-11-29T08:22:33.862" v="9818" actId="478"/>
          <ac:spMkLst>
            <pc:docMk/>
            <pc:sldMk cId="723533408" sldId="402"/>
            <ac:spMk id="4" creationId="{6DB6B44D-114F-7B68-9172-DAB51A2DEAAD}"/>
          </ac:spMkLst>
        </pc:spChg>
      </pc:sldChg>
      <pc:sldChg chg="del">
        <pc:chgData name="Yu, Harry" userId="d07dd713-323b-41c6-b24d-c18be50fb4fc" providerId="ADAL" clId="{2BC13E7B-311A-4F85-BB89-261B97B2CF47}" dt="2024-11-18T07:38:04.278" v="2225" actId="47"/>
        <pc:sldMkLst>
          <pc:docMk/>
          <pc:sldMk cId="3004043700" sldId="403"/>
        </pc:sldMkLst>
      </pc:sldChg>
      <pc:sldChg chg="modSp mod">
        <pc:chgData name="Yu, Harry" userId="d07dd713-323b-41c6-b24d-c18be50fb4fc" providerId="ADAL" clId="{2BC13E7B-311A-4F85-BB89-261B97B2CF47}" dt="2024-11-29T07:41:44.288" v="8468" actId="20577"/>
        <pc:sldMkLst>
          <pc:docMk/>
          <pc:sldMk cId="3174419222" sldId="404"/>
        </pc:sldMkLst>
        <pc:spChg chg="mod">
          <ac:chgData name="Yu, Harry" userId="d07dd713-323b-41c6-b24d-c18be50fb4fc" providerId="ADAL" clId="{2BC13E7B-311A-4F85-BB89-261B97B2CF47}" dt="2024-11-14T09:00:00.644" v="1591" actId="20577"/>
          <ac:spMkLst>
            <pc:docMk/>
            <pc:sldMk cId="3174419222" sldId="404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7:41:44.288" v="8468" actId="20577"/>
          <ac:spMkLst>
            <pc:docMk/>
            <pc:sldMk cId="3174419222" sldId="404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4T08:15:32.009" v="801" actId="20577"/>
          <ac:graphicFrameMkLst>
            <pc:docMk/>
            <pc:sldMk cId="3174419222" sldId="404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2BC13E7B-311A-4F85-BB89-261B97B2CF47}" dt="2024-11-29T08:24:27.592" v="9892" actId="11529"/>
        <pc:sldMkLst>
          <pc:docMk/>
          <pc:sldMk cId="1320021474" sldId="405"/>
        </pc:sldMkLst>
        <pc:spChg chg="add mod">
          <ac:chgData name="Yu, Harry" userId="d07dd713-323b-41c6-b24d-c18be50fb4fc" providerId="ADAL" clId="{2BC13E7B-311A-4F85-BB89-261B97B2CF47}" dt="2024-11-29T08:24:27.592" v="9892" actId="11529"/>
          <ac:spMkLst>
            <pc:docMk/>
            <pc:sldMk cId="1320021474" sldId="405"/>
            <ac:spMk id="2" creationId="{1EEF955C-B6F2-25FD-C21A-10BC97AAAB07}"/>
          </ac:spMkLst>
        </pc:spChg>
        <pc:spChg chg="mod">
          <ac:chgData name="Yu, Harry" userId="d07dd713-323b-41c6-b24d-c18be50fb4fc" providerId="ADAL" clId="{2BC13E7B-311A-4F85-BB89-261B97B2CF47}" dt="2024-11-14T09:00:06.564" v="1595" actId="20577"/>
          <ac:spMkLst>
            <pc:docMk/>
            <pc:sldMk cId="1320021474" sldId="405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7:43:05.511" v="8523" actId="20577"/>
          <ac:spMkLst>
            <pc:docMk/>
            <pc:sldMk cId="1320021474" sldId="40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4T08:39:08.536" v="1009" actId="20577"/>
          <ac:graphicFrameMkLst>
            <pc:docMk/>
            <pc:sldMk cId="1320021474" sldId="405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2BC13E7B-311A-4F85-BB89-261B97B2CF47}" dt="2024-11-29T08:26:30.877" v="9975"/>
        <pc:sldMkLst>
          <pc:docMk/>
          <pc:sldMk cId="3363305349" sldId="406"/>
        </pc:sldMkLst>
        <pc:spChg chg="add mod">
          <ac:chgData name="Yu, Harry" userId="d07dd713-323b-41c6-b24d-c18be50fb4fc" providerId="ADAL" clId="{2BC13E7B-311A-4F85-BB89-261B97B2CF47}" dt="2024-11-29T08:26:30.877" v="9975"/>
          <ac:spMkLst>
            <pc:docMk/>
            <pc:sldMk cId="3363305349" sldId="406"/>
            <ac:spMk id="2" creationId="{EBFEA1E6-05AB-5353-1DED-28BD151049B4}"/>
          </ac:spMkLst>
        </pc:spChg>
        <pc:spChg chg="mod">
          <ac:chgData name="Yu, Harry" userId="d07dd713-323b-41c6-b24d-c18be50fb4fc" providerId="ADAL" clId="{2BC13E7B-311A-4F85-BB89-261B97B2CF47}" dt="2024-11-14T09:00:13.400" v="1599" actId="20577"/>
          <ac:spMkLst>
            <pc:docMk/>
            <pc:sldMk cId="3363305349" sldId="406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7:45:24.176" v="8646" actId="20577"/>
          <ac:spMkLst>
            <pc:docMk/>
            <pc:sldMk cId="3363305349" sldId="406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4T08:59:41.314" v="1585" actId="20577"/>
          <ac:graphicFrameMkLst>
            <pc:docMk/>
            <pc:sldMk cId="3363305349" sldId="406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2BC13E7B-311A-4F85-BB89-261B97B2CF47}" dt="2024-11-29T07:46:29.005" v="8728" actId="20577"/>
        <pc:sldMkLst>
          <pc:docMk/>
          <pc:sldMk cId="3875309451" sldId="407"/>
        </pc:sldMkLst>
        <pc:spChg chg="mod">
          <ac:chgData name="Yu, Harry" userId="d07dd713-323b-41c6-b24d-c18be50fb4fc" providerId="ADAL" clId="{2BC13E7B-311A-4F85-BB89-261B97B2CF47}" dt="2024-11-15T08:23:06.560" v="2072" actId="20577"/>
          <ac:spMkLst>
            <pc:docMk/>
            <pc:sldMk cId="3875309451" sldId="407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7:46:29.005" v="8728" actId="20577"/>
          <ac:spMkLst>
            <pc:docMk/>
            <pc:sldMk cId="3875309451" sldId="407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5T08:21:22.779" v="2032" actId="20577"/>
          <ac:graphicFrameMkLst>
            <pc:docMk/>
            <pc:sldMk cId="3875309451" sldId="407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2BC13E7B-311A-4F85-BB89-261B97B2CF47}" dt="2024-11-29T08:27:38.168" v="9983"/>
        <pc:sldMkLst>
          <pc:docMk/>
          <pc:sldMk cId="3257902224" sldId="408"/>
        </pc:sldMkLst>
        <pc:spChg chg="add mod">
          <ac:chgData name="Yu, Harry" userId="d07dd713-323b-41c6-b24d-c18be50fb4fc" providerId="ADAL" clId="{2BC13E7B-311A-4F85-BB89-261B97B2CF47}" dt="2024-11-29T08:27:38.168" v="9983"/>
          <ac:spMkLst>
            <pc:docMk/>
            <pc:sldMk cId="3257902224" sldId="408"/>
            <ac:spMk id="2" creationId="{6F76E003-84F8-5506-878C-DF2896F6A2C0}"/>
          </ac:spMkLst>
        </pc:spChg>
        <pc:spChg chg="mod">
          <ac:chgData name="Yu, Harry" userId="d07dd713-323b-41c6-b24d-c18be50fb4fc" providerId="ADAL" clId="{2BC13E7B-311A-4F85-BB89-261B97B2CF47}" dt="2024-11-29T07:47:10.363" v="8732" actId="20577"/>
          <ac:spMkLst>
            <pc:docMk/>
            <pc:sldMk cId="3257902224" sldId="408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7:49:27.298" v="8808" actId="20577"/>
          <ac:spMkLst>
            <pc:docMk/>
            <pc:sldMk cId="3257902224" sldId="40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8T07:42:44.448" v="2409" actId="20577"/>
          <ac:graphicFrameMkLst>
            <pc:docMk/>
            <pc:sldMk cId="3257902224" sldId="408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2BC13E7B-311A-4F85-BB89-261B97B2CF47}" dt="2024-11-29T08:29:02.026" v="10011"/>
        <pc:sldMkLst>
          <pc:docMk/>
          <pc:sldMk cId="1148978561" sldId="409"/>
        </pc:sldMkLst>
        <pc:spChg chg="add mod">
          <ac:chgData name="Yu, Harry" userId="d07dd713-323b-41c6-b24d-c18be50fb4fc" providerId="ADAL" clId="{2BC13E7B-311A-4F85-BB89-261B97B2CF47}" dt="2024-11-29T08:28:03.753" v="9995" actId="1076"/>
          <ac:spMkLst>
            <pc:docMk/>
            <pc:sldMk cId="1148978561" sldId="409"/>
            <ac:spMk id="2" creationId="{A7881D18-5307-57B2-2151-11D822F1B33B}"/>
          </ac:spMkLst>
        </pc:spChg>
        <pc:spChg chg="add mod">
          <ac:chgData name="Yu, Harry" userId="d07dd713-323b-41c6-b24d-c18be50fb4fc" providerId="ADAL" clId="{2BC13E7B-311A-4F85-BB89-261B97B2CF47}" dt="2024-11-29T08:29:02.026" v="10011"/>
          <ac:spMkLst>
            <pc:docMk/>
            <pc:sldMk cId="1148978561" sldId="409"/>
            <ac:spMk id="3" creationId="{BD888DC6-4EFA-E5B7-D0F5-FA7462F58EB7}"/>
          </ac:spMkLst>
        </pc:spChg>
        <pc:spChg chg="mod">
          <ac:chgData name="Yu, Harry" userId="d07dd713-323b-41c6-b24d-c18be50fb4fc" providerId="ADAL" clId="{2BC13E7B-311A-4F85-BB89-261B97B2CF47}" dt="2024-11-29T07:49:35.861" v="8812" actId="20577"/>
          <ac:spMkLst>
            <pc:docMk/>
            <pc:sldMk cId="1148978561" sldId="409"/>
            <ac:spMk id="6" creationId="{0ED065AC-F3EF-42B0-A34B-DF7EED7FF8B9}"/>
          </ac:spMkLst>
        </pc:spChg>
        <pc:spChg chg="del">
          <ac:chgData name="Yu, Harry" userId="d07dd713-323b-41c6-b24d-c18be50fb4fc" providerId="ADAL" clId="{2BC13E7B-311A-4F85-BB89-261B97B2CF47}" dt="2024-11-29T07:50:14.125" v="8813" actId="478"/>
          <ac:spMkLst>
            <pc:docMk/>
            <pc:sldMk cId="1148978561" sldId="409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8T08:48:56.282" v="2533" actId="20577"/>
          <ac:graphicFrameMkLst>
            <pc:docMk/>
            <pc:sldMk cId="1148978561" sldId="409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2BC13E7B-311A-4F85-BB89-261B97B2CF47}" dt="2024-11-29T07:52:16.807" v="8908" actId="313"/>
        <pc:sldMkLst>
          <pc:docMk/>
          <pc:sldMk cId="1369796250" sldId="410"/>
        </pc:sldMkLst>
        <pc:spChg chg="mod">
          <ac:chgData name="Yu, Harry" userId="d07dd713-323b-41c6-b24d-c18be50fb4fc" providerId="ADAL" clId="{2BC13E7B-311A-4F85-BB89-261B97B2CF47}" dt="2024-11-29T07:50:22.723" v="8817" actId="20577"/>
          <ac:spMkLst>
            <pc:docMk/>
            <pc:sldMk cId="1369796250" sldId="410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7:52:16.807" v="8908" actId="313"/>
          <ac:spMkLst>
            <pc:docMk/>
            <pc:sldMk cId="1369796250" sldId="410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8T09:08:43.924" v="2780" actId="20577"/>
          <ac:graphicFrameMkLst>
            <pc:docMk/>
            <pc:sldMk cId="1369796250" sldId="410"/>
            <ac:graphicFrameMk id="9" creationId="{A471383B-87D3-406F-AEC8-A1732EA53B37}"/>
          </ac:graphicFrameMkLst>
        </pc:graphicFrameChg>
      </pc:sldChg>
      <pc:sldChg chg="modSp del mod">
        <pc:chgData name="Yu, Harry" userId="d07dd713-323b-41c6-b24d-c18be50fb4fc" providerId="ADAL" clId="{2BC13E7B-311A-4F85-BB89-261B97B2CF47}" dt="2024-11-18T08:49:33.023" v="2537" actId="47"/>
        <pc:sldMkLst>
          <pc:docMk/>
          <pc:sldMk cId="1670711486" sldId="410"/>
        </pc:sldMkLst>
        <pc:graphicFrameChg chg="modGraphic">
          <ac:chgData name="Yu, Harry" userId="d07dd713-323b-41c6-b24d-c18be50fb4fc" providerId="ADAL" clId="{2BC13E7B-311A-4F85-BB89-261B97B2CF47}" dt="2024-11-18T08:49:29.452" v="2536" actId="2166"/>
          <ac:graphicFrameMkLst>
            <pc:docMk/>
            <pc:sldMk cId="1670711486" sldId="410"/>
            <ac:graphicFrameMk id="9" creationId="{A471383B-87D3-406F-AEC8-A1732EA53B37}"/>
          </ac:graphicFrameMkLst>
        </pc:graphicFrameChg>
      </pc:sldChg>
      <pc:sldChg chg="modSp del mod">
        <pc:chgData name="Yu, Harry" userId="d07dd713-323b-41c6-b24d-c18be50fb4fc" providerId="ADAL" clId="{2BC13E7B-311A-4F85-BB89-261B97B2CF47}" dt="2024-11-18T09:11:00.551" v="2801" actId="47"/>
        <pc:sldMkLst>
          <pc:docMk/>
          <pc:sldMk cId="822985124" sldId="411"/>
        </pc:sldMkLst>
        <pc:spChg chg="mod">
          <ac:chgData name="Yu, Harry" userId="d07dd713-323b-41c6-b24d-c18be50fb4fc" providerId="ADAL" clId="{2BC13E7B-311A-4F85-BB89-261B97B2CF47}" dt="2024-11-18T09:09:46.942" v="2799" actId="20577"/>
          <ac:spMkLst>
            <pc:docMk/>
            <pc:sldMk cId="822985124" sldId="411"/>
            <ac:spMk id="6" creationId="{0ED065AC-F3EF-42B0-A34B-DF7EED7FF8B9}"/>
          </ac:spMkLst>
        </pc:spChg>
        <pc:graphicFrameChg chg="modGraphic">
          <ac:chgData name="Yu, Harry" userId="d07dd713-323b-41c6-b24d-c18be50fb4fc" providerId="ADAL" clId="{2BC13E7B-311A-4F85-BB89-261B97B2CF47}" dt="2024-11-18T09:09:55.019" v="2800" actId="6549"/>
          <ac:graphicFrameMkLst>
            <pc:docMk/>
            <pc:sldMk cId="822985124" sldId="411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2BC13E7B-311A-4F85-BB89-261B97B2CF47}" dt="2024-11-29T07:54:35.635" v="8962" actId="478"/>
        <pc:sldMkLst>
          <pc:docMk/>
          <pc:sldMk cId="1126224186" sldId="411"/>
        </pc:sldMkLst>
        <pc:spChg chg="mod">
          <ac:chgData name="Yu, Harry" userId="d07dd713-323b-41c6-b24d-c18be50fb4fc" providerId="ADAL" clId="{2BC13E7B-311A-4F85-BB89-261B97B2CF47}" dt="2024-11-19T08:25:25.086" v="3498" actId="20577"/>
          <ac:spMkLst>
            <pc:docMk/>
            <pc:sldMk cId="1126224186" sldId="411"/>
            <ac:spMk id="6" creationId="{0ED065AC-F3EF-42B0-A34B-DF7EED7FF8B9}"/>
          </ac:spMkLst>
        </pc:spChg>
        <pc:spChg chg="del">
          <ac:chgData name="Yu, Harry" userId="d07dd713-323b-41c6-b24d-c18be50fb4fc" providerId="ADAL" clId="{2BC13E7B-311A-4F85-BB89-261B97B2CF47}" dt="2024-11-29T07:54:35.635" v="8962" actId="478"/>
          <ac:spMkLst>
            <pc:docMk/>
            <pc:sldMk cId="1126224186" sldId="411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8T09:22:43.024" v="3071" actId="20577"/>
          <ac:graphicFrameMkLst>
            <pc:docMk/>
            <pc:sldMk cId="1126224186" sldId="411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2BC13E7B-311A-4F85-BB89-261B97B2CF47}" dt="2024-11-29T08:30:16.459" v="10022"/>
        <pc:sldMkLst>
          <pc:docMk/>
          <pc:sldMk cId="2141226090" sldId="412"/>
        </pc:sldMkLst>
        <pc:spChg chg="add mod">
          <ac:chgData name="Yu, Harry" userId="d07dd713-323b-41c6-b24d-c18be50fb4fc" providerId="ADAL" clId="{2BC13E7B-311A-4F85-BB89-261B97B2CF47}" dt="2024-11-29T08:30:16.459" v="10022"/>
          <ac:spMkLst>
            <pc:docMk/>
            <pc:sldMk cId="2141226090" sldId="412"/>
            <ac:spMk id="2" creationId="{F4090FFC-595F-62B8-C020-B1FCCCF52D54}"/>
          </ac:spMkLst>
        </pc:spChg>
        <pc:spChg chg="mod">
          <ac:chgData name="Yu, Harry" userId="d07dd713-323b-41c6-b24d-c18be50fb4fc" providerId="ADAL" clId="{2BC13E7B-311A-4F85-BB89-261B97B2CF47}" dt="2024-11-19T08:25:32.636" v="3502" actId="20577"/>
          <ac:spMkLst>
            <pc:docMk/>
            <pc:sldMk cId="2141226090" sldId="412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8:29:23.305" v="10014" actId="20577"/>
          <ac:spMkLst>
            <pc:docMk/>
            <pc:sldMk cId="2141226090" sldId="412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9T08:14:13.987" v="3494"/>
          <ac:graphicFrameMkLst>
            <pc:docMk/>
            <pc:sldMk cId="2141226090" sldId="412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2BC13E7B-311A-4F85-BB89-261B97B2CF47}" dt="2024-11-29T07:56:49.807" v="9073" actId="478"/>
        <pc:sldMkLst>
          <pc:docMk/>
          <pc:sldMk cId="3605481613" sldId="413"/>
        </pc:sldMkLst>
        <pc:spChg chg="mod">
          <ac:chgData name="Yu, Harry" userId="d07dd713-323b-41c6-b24d-c18be50fb4fc" providerId="ADAL" clId="{2BC13E7B-311A-4F85-BB89-261B97B2CF47}" dt="2024-11-19T08:54:14.460" v="4132" actId="20577"/>
          <ac:spMkLst>
            <pc:docMk/>
            <pc:sldMk cId="3605481613" sldId="413"/>
            <ac:spMk id="6" creationId="{0ED065AC-F3EF-42B0-A34B-DF7EED7FF8B9}"/>
          </ac:spMkLst>
        </pc:spChg>
        <pc:spChg chg="del">
          <ac:chgData name="Yu, Harry" userId="d07dd713-323b-41c6-b24d-c18be50fb4fc" providerId="ADAL" clId="{2BC13E7B-311A-4F85-BB89-261B97B2CF47}" dt="2024-11-29T07:56:49.807" v="9073" actId="478"/>
          <ac:spMkLst>
            <pc:docMk/>
            <pc:sldMk cId="3605481613" sldId="413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9T08:52:52.271" v="4090" actId="20577"/>
          <ac:graphicFrameMkLst>
            <pc:docMk/>
            <pc:sldMk cId="3605481613" sldId="413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2BC13E7B-311A-4F85-BB89-261B97B2CF47}" dt="2024-11-29T07:59:33.760" v="9146" actId="20577"/>
        <pc:sldMkLst>
          <pc:docMk/>
          <pc:sldMk cId="32668638" sldId="414"/>
        </pc:sldMkLst>
        <pc:spChg chg="mod">
          <ac:chgData name="Yu, Harry" userId="d07dd713-323b-41c6-b24d-c18be50fb4fc" providerId="ADAL" clId="{2BC13E7B-311A-4F85-BB89-261B97B2CF47}" dt="2024-11-19T09:16:19.736" v="4547" actId="20577"/>
          <ac:spMkLst>
            <pc:docMk/>
            <pc:sldMk cId="32668638" sldId="414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7:59:33.760" v="9146" actId="20577"/>
          <ac:spMkLst>
            <pc:docMk/>
            <pc:sldMk cId="32668638" sldId="414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19T09:14:57.807" v="4463" actId="20577"/>
          <ac:graphicFrameMkLst>
            <pc:docMk/>
            <pc:sldMk cId="32668638" sldId="414"/>
            <ac:graphicFrameMk id="9" creationId="{A471383B-87D3-406F-AEC8-A1732EA53B37}"/>
          </ac:graphicFrameMkLst>
        </pc:graphicFrameChg>
      </pc:sldChg>
      <pc:sldChg chg="addSp delSp modSp new mod">
        <pc:chgData name="Yu, Harry" userId="d07dd713-323b-41c6-b24d-c18be50fb4fc" providerId="ADAL" clId="{2BC13E7B-311A-4F85-BB89-261B97B2CF47}" dt="2024-11-19T09:00:41.255" v="4220" actId="11529"/>
        <pc:sldMkLst>
          <pc:docMk/>
          <pc:sldMk cId="2623878073" sldId="415"/>
        </pc:sldMkLst>
        <pc:spChg chg="mod">
          <ac:chgData name="Yu, Harry" userId="d07dd713-323b-41c6-b24d-c18be50fb4fc" providerId="ADAL" clId="{2BC13E7B-311A-4F85-BB89-261B97B2CF47}" dt="2024-11-19T08:59:36.410" v="4217" actId="20577"/>
          <ac:spMkLst>
            <pc:docMk/>
            <pc:sldMk cId="2623878073" sldId="415"/>
            <ac:spMk id="2" creationId="{6BF1FAB6-F3EE-93CE-7D50-74A8E4B37E65}"/>
          </ac:spMkLst>
        </pc:spChg>
        <pc:spChg chg="del">
          <ac:chgData name="Yu, Harry" userId="d07dd713-323b-41c6-b24d-c18be50fb4fc" providerId="ADAL" clId="{2BC13E7B-311A-4F85-BB89-261B97B2CF47}" dt="2024-11-19T08:59:31.613" v="4211" actId="478"/>
          <ac:spMkLst>
            <pc:docMk/>
            <pc:sldMk cId="2623878073" sldId="415"/>
            <ac:spMk id="3" creationId="{73188C04-FEE9-6159-F806-758F7F917385}"/>
          </ac:spMkLst>
        </pc:spChg>
        <pc:spChg chg="del">
          <ac:chgData name="Yu, Harry" userId="d07dd713-323b-41c6-b24d-c18be50fb4fc" providerId="ADAL" clId="{2BC13E7B-311A-4F85-BB89-261B97B2CF47}" dt="2024-11-19T08:59:31.613" v="4211" actId="478"/>
          <ac:spMkLst>
            <pc:docMk/>
            <pc:sldMk cId="2623878073" sldId="415"/>
            <ac:spMk id="4" creationId="{828FC7BD-8535-A2DC-E9A1-BA25B31804F2}"/>
          </ac:spMkLst>
        </pc:spChg>
        <pc:spChg chg="add mod">
          <ac:chgData name="Yu, Harry" userId="d07dd713-323b-41c6-b24d-c18be50fb4fc" providerId="ADAL" clId="{2BC13E7B-311A-4F85-BB89-261B97B2CF47}" dt="2024-11-19T09:00:41.255" v="4220" actId="11529"/>
          <ac:spMkLst>
            <pc:docMk/>
            <pc:sldMk cId="2623878073" sldId="415"/>
            <ac:spMk id="6" creationId="{9D659C46-4DC8-0C55-97B3-195B65A925C6}"/>
          </ac:spMkLst>
        </pc:spChg>
        <pc:picChg chg="add mod">
          <ac:chgData name="Yu, Harry" userId="d07dd713-323b-41c6-b24d-c18be50fb4fc" providerId="ADAL" clId="{2BC13E7B-311A-4F85-BB89-261B97B2CF47}" dt="2024-11-19T08:59:57.141" v="4219" actId="1076"/>
          <ac:picMkLst>
            <pc:docMk/>
            <pc:sldMk cId="2623878073" sldId="415"/>
            <ac:picMk id="5" creationId="{58D885E4-E1E0-4530-B4B9-14D51DD1AEC0}"/>
          </ac:picMkLst>
        </pc:picChg>
      </pc:sldChg>
      <pc:sldChg chg="modSp mod">
        <pc:chgData name="Yu, Harry" userId="d07dd713-323b-41c6-b24d-c18be50fb4fc" providerId="ADAL" clId="{2BC13E7B-311A-4F85-BB89-261B97B2CF47}" dt="2024-11-29T08:02:42.844" v="9403" actId="1035"/>
        <pc:sldMkLst>
          <pc:docMk/>
          <pc:sldMk cId="2711925556" sldId="416"/>
        </pc:sldMkLst>
        <pc:spChg chg="mod">
          <ac:chgData name="Yu, Harry" userId="d07dd713-323b-41c6-b24d-c18be50fb4fc" providerId="ADAL" clId="{2BC13E7B-311A-4F85-BB89-261B97B2CF47}" dt="2024-11-27T08:45:04.008" v="5216" actId="20577"/>
          <ac:spMkLst>
            <pc:docMk/>
            <pc:sldMk cId="2711925556" sldId="416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8:02:42.844" v="9403" actId="1035"/>
          <ac:spMkLst>
            <pc:docMk/>
            <pc:sldMk cId="2711925556" sldId="416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29T08:02:42.844" v="9403" actId="1035"/>
          <ac:graphicFrameMkLst>
            <pc:docMk/>
            <pc:sldMk cId="2711925556" sldId="416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2BC13E7B-311A-4F85-BB89-261B97B2CF47}" dt="2024-11-29T08:03:09.534" v="9404" actId="478"/>
        <pc:sldMkLst>
          <pc:docMk/>
          <pc:sldMk cId="2591788846" sldId="417"/>
        </pc:sldMkLst>
        <pc:spChg chg="mod">
          <ac:chgData name="Yu, Harry" userId="d07dd713-323b-41c6-b24d-c18be50fb4fc" providerId="ADAL" clId="{2BC13E7B-311A-4F85-BB89-261B97B2CF47}" dt="2024-11-27T09:03:49.973" v="5375" actId="20577"/>
          <ac:spMkLst>
            <pc:docMk/>
            <pc:sldMk cId="2591788846" sldId="417"/>
            <ac:spMk id="6" creationId="{0ED065AC-F3EF-42B0-A34B-DF7EED7FF8B9}"/>
          </ac:spMkLst>
        </pc:spChg>
        <pc:spChg chg="del">
          <ac:chgData name="Yu, Harry" userId="d07dd713-323b-41c6-b24d-c18be50fb4fc" providerId="ADAL" clId="{2BC13E7B-311A-4F85-BB89-261B97B2CF47}" dt="2024-11-29T08:03:09.534" v="9404" actId="478"/>
          <ac:spMkLst>
            <pc:docMk/>
            <pc:sldMk cId="2591788846" sldId="417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27T09:02:59.480" v="5373" actId="20577"/>
          <ac:graphicFrameMkLst>
            <pc:docMk/>
            <pc:sldMk cId="2591788846" sldId="417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2BC13E7B-311A-4F85-BB89-261B97B2CF47}" dt="2024-11-29T08:03:40.020" v="9405" actId="478"/>
        <pc:sldMkLst>
          <pc:docMk/>
          <pc:sldMk cId="3152915007" sldId="418"/>
        </pc:sldMkLst>
        <pc:spChg chg="mod">
          <ac:chgData name="Yu, Harry" userId="d07dd713-323b-41c6-b24d-c18be50fb4fc" providerId="ADAL" clId="{2BC13E7B-311A-4F85-BB89-261B97B2CF47}" dt="2024-11-27T09:04:40.937" v="5383" actId="20577"/>
          <ac:spMkLst>
            <pc:docMk/>
            <pc:sldMk cId="3152915007" sldId="418"/>
            <ac:spMk id="6" creationId="{0ED065AC-F3EF-42B0-A34B-DF7EED7FF8B9}"/>
          </ac:spMkLst>
        </pc:spChg>
        <pc:spChg chg="del">
          <ac:chgData name="Yu, Harry" userId="d07dd713-323b-41c6-b24d-c18be50fb4fc" providerId="ADAL" clId="{2BC13E7B-311A-4F85-BB89-261B97B2CF47}" dt="2024-11-29T08:03:40.020" v="9405" actId="478"/>
          <ac:spMkLst>
            <pc:docMk/>
            <pc:sldMk cId="3152915007" sldId="41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27T09:32:09.451" v="5898" actId="20577"/>
          <ac:graphicFrameMkLst>
            <pc:docMk/>
            <pc:sldMk cId="3152915007" sldId="418"/>
            <ac:graphicFrameMk id="9" creationId="{A471383B-87D3-406F-AEC8-A1732EA53B37}"/>
          </ac:graphicFrameMkLst>
        </pc:graphicFrameChg>
      </pc:sldChg>
      <pc:sldChg chg="addSp delSp modSp new mod">
        <pc:chgData name="Yu, Harry" userId="d07dd713-323b-41c6-b24d-c18be50fb4fc" providerId="ADAL" clId="{2BC13E7B-311A-4F85-BB89-261B97B2CF47}" dt="2024-11-27T09:21:33.010" v="5676" actId="20577"/>
        <pc:sldMkLst>
          <pc:docMk/>
          <pc:sldMk cId="1539326792" sldId="419"/>
        </pc:sldMkLst>
        <pc:spChg chg="mod">
          <ac:chgData name="Yu, Harry" userId="d07dd713-323b-41c6-b24d-c18be50fb4fc" providerId="ADAL" clId="{2BC13E7B-311A-4F85-BB89-261B97B2CF47}" dt="2024-11-27T09:21:33.010" v="5676" actId="20577"/>
          <ac:spMkLst>
            <pc:docMk/>
            <pc:sldMk cId="1539326792" sldId="419"/>
            <ac:spMk id="2" creationId="{2D601D10-19C8-CFBC-FE87-DFBA24F41DEA}"/>
          </ac:spMkLst>
        </pc:spChg>
        <pc:spChg chg="del">
          <ac:chgData name="Yu, Harry" userId="d07dd713-323b-41c6-b24d-c18be50fb4fc" providerId="ADAL" clId="{2BC13E7B-311A-4F85-BB89-261B97B2CF47}" dt="2024-11-27T09:11:17.526" v="5421" actId="478"/>
          <ac:spMkLst>
            <pc:docMk/>
            <pc:sldMk cId="1539326792" sldId="419"/>
            <ac:spMk id="3" creationId="{FEDC4F8B-30D7-BB02-742C-89E08760D0C7}"/>
          </ac:spMkLst>
        </pc:spChg>
        <pc:spChg chg="del">
          <ac:chgData name="Yu, Harry" userId="d07dd713-323b-41c6-b24d-c18be50fb4fc" providerId="ADAL" clId="{2BC13E7B-311A-4F85-BB89-261B97B2CF47}" dt="2024-11-27T09:11:17.526" v="5421" actId="478"/>
          <ac:spMkLst>
            <pc:docMk/>
            <pc:sldMk cId="1539326792" sldId="419"/>
            <ac:spMk id="4" creationId="{048A07C5-1AF7-E841-8883-93711A5FAC04}"/>
          </ac:spMkLst>
        </pc:spChg>
        <pc:spChg chg="add mod">
          <ac:chgData name="Yu, Harry" userId="d07dd713-323b-41c6-b24d-c18be50fb4fc" providerId="ADAL" clId="{2BC13E7B-311A-4F85-BB89-261B97B2CF47}" dt="2024-11-27T09:12:32.027" v="5469"/>
          <ac:spMkLst>
            <pc:docMk/>
            <pc:sldMk cId="1539326792" sldId="419"/>
            <ac:spMk id="6" creationId="{28902DC4-8DCB-5C4C-0FB6-5779B3416BDA}"/>
          </ac:spMkLst>
        </pc:spChg>
        <pc:picChg chg="add mod">
          <ac:chgData name="Yu, Harry" userId="d07dd713-323b-41c6-b24d-c18be50fb4fc" providerId="ADAL" clId="{2BC13E7B-311A-4F85-BB89-261B97B2CF47}" dt="2024-11-27T09:12:13.341" v="5468" actId="1076"/>
          <ac:picMkLst>
            <pc:docMk/>
            <pc:sldMk cId="1539326792" sldId="419"/>
            <ac:picMk id="5" creationId="{43C57C1F-33C0-4B92-ACFE-BC9421B848BD}"/>
          </ac:picMkLst>
        </pc:picChg>
      </pc:sldChg>
      <pc:sldChg chg="addSp delSp modSp mod">
        <pc:chgData name="Yu, Harry" userId="d07dd713-323b-41c6-b24d-c18be50fb4fc" providerId="ADAL" clId="{2BC13E7B-311A-4F85-BB89-261B97B2CF47}" dt="2024-11-27T09:29:33.413" v="5802"/>
        <pc:sldMkLst>
          <pc:docMk/>
          <pc:sldMk cId="1235966949" sldId="420"/>
        </pc:sldMkLst>
        <pc:spChg chg="mod">
          <ac:chgData name="Yu, Harry" userId="d07dd713-323b-41c6-b24d-c18be50fb4fc" providerId="ADAL" clId="{2BC13E7B-311A-4F85-BB89-261B97B2CF47}" dt="2024-11-27T09:21:40.921" v="5681" actId="20577"/>
          <ac:spMkLst>
            <pc:docMk/>
            <pc:sldMk cId="1235966949" sldId="420"/>
            <ac:spMk id="2" creationId="{2D601D10-19C8-CFBC-FE87-DFBA24F41DEA}"/>
          </ac:spMkLst>
        </pc:spChg>
        <pc:picChg chg="add mod">
          <ac:chgData name="Yu, Harry" userId="d07dd713-323b-41c6-b24d-c18be50fb4fc" providerId="ADAL" clId="{2BC13E7B-311A-4F85-BB89-261B97B2CF47}" dt="2024-11-27T09:29:21.930" v="5800" actId="1076"/>
          <ac:picMkLst>
            <pc:docMk/>
            <pc:sldMk cId="1235966949" sldId="420"/>
            <ac:picMk id="3" creationId="{00000000-0008-0000-0100-000003000000}"/>
          </ac:picMkLst>
        </pc:picChg>
        <pc:picChg chg="add mod">
          <ac:chgData name="Yu, Harry" userId="d07dd713-323b-41c6-b24d-c18be50fb4fc" providerId="ADAL" clId="{2BC13E7B-311A-4F85-BB89-261B97B2CF47}" dt="2024-11-27T09:29:33.413" v="5802"/>
          <ac:picMkLst>
            <pc:docMk/>
            <pc:sldMk cId="1235966949" sldId="420"/>
            <ac:picMk id="4" creationId="{636A7C4F-6697-6598-B993-C231B221B857}"/>
          </ac:picMkLst>
        </pc:picChg>
        <pc:picChg chg="del">
          <ac:chgData name="Yu, Harry" userId="d07dd713-323b-41c6-b24d-c18be50fb4fc" providerId="ADAL" clId="{2BC13E7B-311A-4F85-BB89-261B97B2CF47}" dt="2024-11-27T09:20:29.209" v="5645" actId="478"/>
          <ac:picMkLst>
            <pc:docMk/>
            <pc:sldMk cId="1235966949" sldId="420"/>
            <ac:picMk id="5" creationId="{43C57C1F-33C0-4B92-ACFE-BC9421B848BD}"/>
          </ac:picMkLst>
        </pc:picChg>
      </pc:sldChg>
      <pc:sldChg chg="addSp delSp modSp mod">
        <pc:chgData name="Yu, Harry" userId="d07dd713-323b-41c6-b24d-c18be50fb4fc" providerId="ADAL" clId="{2BC13E7B-311A-4F85-BB89-261B97B2CF47}" dt="2024-11-27T09:30:32.687" v="5823" actId="1038"/>
        <pc:sldMkLst>
          <pc:docMk/>
          <pc:sldMk cId="2036044702" sldId="421"/>
        </pc:sldMkLst>
        <pc:spChg chg="mod">
          <ac:chgData name="Yu, Harry" userId="d07dd713-323b-41c6-b24d-c18be50fb4fc" providerId="ADAL" clId="{2BC13E7B-311A-4F85-BB89-261B97B2CF47}" dt="2024-11-27T09:29:47.669" v="5813" actId="20577"/>
          <ac:spMkLst>
            <pc:docMk/>
            <pc:sldMk cId="2036044702" sldId="421"/>
            <ac:spMk id="2" creationId="{2D601D10-19C8-CFBC-FE87-DFBA24F41DEA}"/>
          </ac:spMkLst>
        </pc:spChg>
        <pc:picChg chg="del">
          <ac:chgData name="Yu, Harry" userId="d07dd713-323b-41c6-b24d-c18be50fb4fc" providerId="ADAL" clId="{2BC13E7B-311A-4F85-BB89-261B97B2CF47}" dt="2024-11-27T09:29:42.759" v="5803" actId="478"/>
          <ac:picMkLst>
            <pc:docMk/>
            <pc:sldMk cId="2036044702" sldId="421"/>
            <ac:picMk id="3" creationId="{00000000-0008-0000-0100-000003000000}"/>
          </ac:picMkLst>
        </pc:picChg>
        <pc:picChg chg="add mod">
          <ac:chgData name="Yu, Harry" userId="d07dd713-323b-41c6-b24d-c18be50fb4fc" providerId="ADAL" clId="{2BC13E7B-311A-4F85-BB89-261B97B2CF47}" dt="2024-11-27T09:30:32.687" v="5823" actId="1038"/>
          <ac:picMkLst>
            <pc:docMk/>
            <pc:sldMk cId="2036044702" sldId="421"/>
            <ac:picMk id="4" creationId="{636A7C4F-6697-6598-B993-C231B221B857}"/>
          </ac:picMkLst>
        </pc:picChg>
      </pc:sldChg>
      <pc:sldChg chg="addSp modSp mod">
        <pc:chgData name="Yu, Harry" userId="d07dd713-323b-41c6-b24d-c18be50fb4fc" providerId="ADAL" clId="{2BC13E7B-311A-4F85-BB89-261B97B2CF47}" dt="2024-11-29T08:32:11.749" v="10032"/>
        <pc:sldMkLst>
          <pc:docMk/>
          <pc:sldMk cId="2989845789" sldId="422"/>
        </pc:sldMkLst>
        <pc:spChg chg="add mod">
          <ac:chgData name="Yu, Harry" userId="d07dd713-323b-41c6-b24d-c18be50fb4fc" providerId="ADAL" clId="{2BC13E7B-311A-4F85-BB89-261B97B2CF47}" dt="2024-11-29T08:32:11.749" v="10032"/>
          <ac:spMkLst>
            <pc:docMk/>
            <pc:sldMk cId="2989845789" sldId="422"/>
            <ac:spMk id="2" creationId="{0BB8E0F1-9517-2015-3B1B-E10391CDB099}"/>
          </ac:spMkLst>
        </pc:spChg>
        <pc:spChg chg="mod">
          <ac:chgData name="Yu, Harry" userId="d07dd713-323b-41c6-b24d-c18be50fb4fc" providerId="ADAL" clId="{2BC13E7B-311A-4F85-BB89-261B97B2CF47}" dt="2024-11-29T08:05:16.705" v="9542" actId="20577"/>
          <ac:spMkLst>
            <pc:docMk/>
            <pc:sldMk cId="2989845789" sldId="422"/>
            <ac:spMk id="6" creationId="{0ED065AC-F3EF-42B0-A34B-DF7EED7FF8B9}"/>
          </ac:spMkLst>
        </pc:spChg>
        <pc:spChg chg="mod">
          <ac:chgData name="Yu, Harry" userId="d07dd713-323b-41c6-b24d-c18be50fb4fc" providerId="ADAL" clId="{2BC13E7B-311A-4F85-BB89-261B97B2CF47}" dt="2024-11-29T08:05:04.547" v="9538" actId="20577"/>
          <ac:spMkLst>
            <pc:docMk/>
            <pc:sldMk cId="2989845789" sldId="422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28T08:55:23.510" v="6186" actId="20577"/>
          <ac:graphicFrameMkLst>
            <pc:docMk/>
            <pc:sldMk cId="2989845789" sldId="422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2BC13E7B-311A-4F85-BB89-261B97B2CF47}" dt="2024-11-29T08:05:46.058" v="9553" actId="478"/>
        <pc:sldMkLst>
          <pc:docMk/>
          <pc:sldMk cId="3066927025" sldId="423"/>
        </pc:sldMkLst>
        <pc:spChg chg="mod">
          <ac:chgData name="Yu, Harry" userId="d07dd713-323b-41c6-b24d-c18be50fb4fc" providerId="ADAL" clId="{2BC13E7B-311A-4F85-BB89-261B97B2CF47}" dt="2024-11-29T08:05:24.196" v="9548" actId="20577"/>
          <ac:spMkLst>
            <pc:docMk/>
            <pc:sldMk cId="3066927025" sldId="423"/>
            <ac:spMk id="6" creationId="{0ED065AC-F3EF-42B0-A34B-DF7EED7FF8B9}"/>
          </ac:spMkLst>
        </pc:spChg>
        <pc:spChg chg="del">
          <ac:chgData name="Yu, Harry" userId="d07dd713-323b-41c6-b24d-c18be50fb4fc" providerId="ADAL" clId="{2BC13E7B-311A-4F85-BB89-261B97B2CF47}" dt="2024-11-29T08:05:46.058" v="9553" actId="478"/>
          <ac:spMkLst>
            <pc:docMk/>
            <pc:sldMk cId="3066927025" sldId="423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28T09:16:18.280" v="6465" actId="20577"/>
          <ac:graphicFrameMkLst>
            <pc:docMk/>
            <pc:sldMk cId="3066927025" sldId="423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2BC13E7B-311A-4F85-BB89-261B97B2CF47}" dt="2024-11-29T08:06:55.403" v="9651" actId="478"/>
        <pc:sldMkLst>
          <pc:docMk/>
          <pc:sldMk cId="1586522761" sldId="424"/>
        </pc:sldMkLst>
        <pc:spChg chg="mod">
          <ac:chgData name="Yu, Harry" userId="d07dd713-323b-41c6-b24d-c18be50fb4fc" providerId="ADAL" clId="{2BC13E7B-311A-4F85-BB89-261B97B2CF47}" dt="2024-11-29T08:05:30.819" v="9552" actId="20577"/>
          <ac:spMkLst>
            <pc:docMk/>
            <pc:sldMk cId="1586522761" sldId="424"/>
            <ac:spMk id="6" creationId="{0ED065AC-F3EF-42B0-A34B-DF7EED7FF8B9}"/>
          </ac:spMkLst>
        </pc:spChg>
        <pc:spChg chg="del mod">
          <ac:chgData name="Yu, Harry" userId="d07dd713-323b-41c6-b24d-c18be50fb4fc" providerId="ADAL" clId="{2BC13E7B-311A-4F85-BB89-261B97B2CF47}" dt="2024-11-29T08:06:55.403" v="9651" actId="478"/>
          <ac:spMkLst>
            <pc:docMk/>
            <pc:sldMk cId="1586522761" sldId="424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28T09:26:29.847" v="6811" actId="20577"/>
          <ac:graphicFrameMkLst>
            <pc:docMk/>
            <pc:sldMk cId="1586522761" sldId="424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2BC13E7B-311A-4F85-BB89-261B97B2CF47}" dt="2024-11-29T08:34:11.109" v="10146"/>
        <pc:sldMkLst>
          <pc:docMk/>
          <pc:sldMk cId="372472889" sldId="425"/>
        </pc:sldMkLst>
        <pc:spChg chg="add mod">
          <ac:chgData name="Yu, Harry" userId="d07dd713-323b-41c6-b24d-c18be50fb4fc" providerId="ADAL" clId="{2BC13E7B-311A-4F85-BB89-261B97B2CF47}" dt="2024-11-29T08:34:11.109" v="10146"/>
          <ac:spMkLst>
            <pc:docMk/>
            <pc:sldMk cId="372472889" sldId="425"/>
            <ac:spMk id="2" creationId="{E6624486-7DBD-98A2-90AA-108857602966}"/>
          </ac:spMkLst>
        </pc:spChg>
        <pc:spChg chg="mod">
          <ac:chgData name="Yu, Harry" userId="d07dd713-323b-41c6-b24d-c18be50fb4fc" providerId="ADAL" clId="{2BC13E7B-311A-4F85-BB89-261B97B2CF47}" dt="2024-11-29T08:07:11.679" v="9655" actId="20577"/>
          <ac:spMkLst>
            <pc:docMk/>
            <pc:sldMk cId="372472889" sldId="425"/>
            <ac:spMk id="6" creationId="{0ED065AC-F3EF-42B0-A34B-DF7EED7FF8B9}"/>
          </ac:spMkLst>
        </pc:spChg>
        <pc:spChg chg="del mod">
          <ac:chgData name="Yu, Harry" userId="d07dd713-323b-41c6-b24d-c18be50fb4fc" providerId="ADAL" clId="{2BC13E7B-311A-4F85-BB89-261B97B2CF47}" dt="2024-11-29T06:49:46.017" v="7230" actId="478"/>
          <ac:spMkLst>
            <pc:docMk/>
            <pc:sldMk cId="372472889" sldId="42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2BC13E7B-311A-4F85-BB89-261B97B2CF47}" dt="2024-11-29T06:56:42.509" v="7607" actId="20577"/>
          <ac:graphicFrameMkLst>
            <pc:docMk/>
            <pc:sldMk cId="372472889" sldId="425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2BC13E7B-311A-4F85-BB89-261B97B2CF47}" dt="2024-11-29T06:58:28.953" v="7608"/>
        <pc:sldMkLst>
          <pc:docMk/>
          <pc:sldMk cId="201127399" sldId="426"/>
        </pc:sldMkLst>
        <pc:spChg chg="mod">
          <ac:chgData name="Yu, Harry" userId="d07dd713-323b-41c6-b24d-c18be50fb4fc" providerId="ADAL" clId="{2BC13E7B-311A-4F85-BB89-261B97B2CF47}" dt="2024-11-29T06:58:28.953" v="7608"/>
          <ac:spMkLst>
            <pc:docMk/>
            <pc:sldMk cId="201127399" sldId="426"/>
            <ac:spMk id="4" creationId="{1567C550-8534-4752-A750-4145E9563059}"/>
          </ac:spMkLst>
        </pc:spChg>
      </pc:sldChg>
      <pc:sldChg chg="addSp delSp modSp del mod">
        <pc:chgData name="Yu, Harry" userId="d07dd713-323b-41c6-b24d-c18be50fb4fc" providerId="ADAL" clId="{2BC13E7B-311A-4F85-BB89-261B97B2CF47}" dt="2024-11-29T06:48:32.957" v="7127" actId="47"/>
        <pc:sldMkLst>
          <pc:docMk/>
          <pc:sldMk cId="3915798382" sldId="426"/>
        </pc:sldMkLst>
        <pc:spChg chg="mod">
          <ac:chgData name="Yu, Harry" userId="d07dd713-323b-41c6-b24d-c18be50fb4fc" providerId="ADAL" clId="{2BC13E7B-311A-4F85-BB89-261B97B2CF47}" dt="2024-11-29T06:41:39.242" v="7071" actId="20577"/>
          <ac:spMkLst>
            <pc:docMk/>
            <pc:sldMk cId="3915798382" sldId="426"/>
            <ac:spMk id="2" creationId="{2D601D10-19C8-CFBC-FE87-DFBA24F41DEA}"/>
          </ac:spMkLst>
        </pc:spChg>
        <pc:picChg chg="add mod">
          <ac:chgData name="Yu, Harry" userId="d07dd713-323b-41c6-b24d-c18be50fb4fc" providerId="ADAL" clId="{2BC13E7B-311A-4F85-BB89-261B97B2CF47}" dt="2024-11-29T06:43:10.099" v="7075" actId="1076"/>
          <ac:picMkLst>
            <pc:docMk/>
            <pc:sldMk cId="3915798382" sldId="426"/>
            <ac:picMk id="3" creationId="{C9CE3E32-A6A2-CDC8-E869-057C95DFCBFD}"/>
          </ac:picMkLst>
        </pc:picChg>
        <pc:picChg chg="del">
          <ac:chgData name="Yu, Harry" userId="d07dd713-323b-41c6-b24d-c18be50fb4fc" providerId="ADAL" clId="{2BC13E7B-311A-4F85-BB89-261B97B2CF47}" dt="2024-11-29T06:41:18.326" v="7026" actId="478"/>
          <ac:picMkLst>
            <pc:docMk/>
            <pc:sldMk cId="3915798382" sldId="426"/>
            <ac:picMk id="4" creationId="{636A7C4F-6697-6598-B993-C231B221B857}"/>
          </ac:picMkLst>
        </pc:picChg>
      </pc:sldChg>
      <pc:sldChg chg="modSp mod">
        <pc:chgData name="Yu, Harry" userId="d07dd713-323b-41c6-b24d-c18be50fb4fc" providerId="ADAL" clId="{2BC13E7B-311A-4F85-BB89-261B97B2CF47}" dt="2024-11-29T08:17:45.118" v="9659" actId="20577"/>
        <pc:sldMkLst>
          <pc:docMk/>
          <pc:sldMk cId="2078058115" sldId="427"/>
        </pc:sldMkLst>
        <pc:spChg chg="mod">
          <ac:chgData name="Yu, Harry" userId="d07dd713-323b-41c6-b24d-c18be50fb4fc" providerId="ADAL" clId="{2BC13E7B-311A-4F85-BB89-261B97B2CF47}" dt="2024-11-29T08:17:45.118" v="9659" actId="20577"/>
          <ac:spMkLst>
            <pc:docMk/>
            <pc:sldMk cId="2078058115" sldId="42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2BC13E7B-311A-4F85-BB89-261B97B2CF47}" dt="2024-11-29T07:16:11.036" v="8393" actId="1036"/>
          <ac:graphicFrameMkLst>
            <pc:docMk/>
            <pc:sldMk cId="2078058115" sldId="427"/>
            <ac:graphicFrameMk id="9" creationId="{A471383B-87D3-406F-AEC8-A1732EA53B37}"/>
          </ac:graphicFrameMkLst>
        </pc:graphicFrameChg>
      </pc:sldChg>
    </pc:docChg>
  </pc:docChgLst>
  <pc:docChgLst>
    <pc:chgData name="Dewitt, Jesse" userId="1fbf07d7-057c-4b54-9be6-a530430e3956" providerId="ADAL" clId="{830C0CFB-D560-40F0-BE57-64B21742FD90}"/>
    <pc:docChg chg="undo redo custSel modSld">
      <pc:chgData name="Dewitt, Jesse" userId="1fbf07d7-057c-4b54-9be6-a530430e3956" providerId="ADAL" clId="{830C0CFB-D560-40F0-BE57-64B21742FD90}" dt="2024-12-11T18:14:49.723" v="34" actId="1076"/>
      <pc:docMkLst>
        <pc:docMk/>
      </pc:docMkLst>
      <pc:sldChg chg="modSp mod">
        <pc:chgData name="Dewitt, Jesse" userId="1fbf07d7-057c-4b54-9be6-a530430e3956" providerId="ADAL" clId="{830C0CFB-D560-40F0-BE57-64B21742FD90}" dt="2024-12-11T18:08:56.999" v="11" actId="20577"/>
        <pc:sldMkLst>
          <pc:docMk/>
          <pc:sldMk cId="3174419222" sldId="404"/>
        </pc:sldMkLst>
        <pc:spChg chg="mod">
          <ac:chgData name="Dewitt, Jesse" userId="1fbf07d7-057c-4b54-9be6-a530430e3956" providerId="ADAL" clId="{830C0CFB-D560-40F0-BE57-64B21742FD90}" dt="2024-12-11T18:08:56.999" v="11" actId="20577"/>
          <ac:spMkLst>
            <pc:docMk/>
            <pc:sldMk cId="3174419222" sldId="404"/>
            <ac:spMk id="11" creationId="{3B0E5B35-F8D6-4092-AA4A-BCC690B2229D}"/>
          </ac:spMkLst>
        </pc:spChg>
      </pc:sldChg>
      <pc:sldChg chg="modSp mod">
        <pc:chgData name="Dewitt, Jesse" userId="1fbf07d7-057c-4b54-9be6-a530430e3956" providerId="ADAL" clId="{830C0CFB-D560-40F0-BE57-64B21742FD90}" dt="2024-12-11T18:10:06.227" v="18" actId="20577"/>
        <pc:sldMkLst>
          <pc:docMk/>
          <pc:sldMk cId="1320021474" sldId="405"/>
        </pc:sldMkLst>
        <pc:spChg chg="mod">
          <ac:chgData name="Dewitt, Jesse" userId="1fbf07d7-057c-4b54-9be6-a530430e3956" providerId="ADAL" clId="{830C0CFB-D560-40F0-BE57-64B21742FD90}" dt="2024-12-11T18:10:06.227" v="18" actId="20577"/>
          <ac:spMkLst>
            <pc:docMk/>
            <pc:sldMk cId="1320021474" sldId="405"/>
            <ac:spMk id="11" creationId="{3B0E5B35-F8D6-4092-AA4A-BCC690B2229D}"/>
          </ac:spMkLst>
        </pc:spChg>
      </pc:sldChg>
      <pc:sldChg chg="modSp mod">
        <pc:chgData name="Dewitt, Jesse" userId="1fbf07d7-057c-4b54-9be6-a530430e3956" providerId="ADAL" clId="{830C0CFB-D560-40F0-BE57-64B21742FD90}" dt="2024-12-11T18:12:10.100" v="28" actId="20577"/>
        <pc:sldMkLst>
          <pc:docMk/>
          <pc:sldMk cId="3363305349" sldId="406"/>
        </pc:sldMkLst>
        <pc:spChg chg="mod">
          <ac:chgData name="Dewitt, Jesse" userId="1fbf07d7-057c-4b54-9be6-a530430e3956" providerId="ADAL" clId="{830C0CFB-D560-40F0-BE57-64B21742FD90}" dt="2024-12-11T18:12:10.100" v="28" actId="20577"/>
          <ac:spMkLst>
            <pc:docMk/>
            <pc:sldMk cId="3363305349" sldId="406"/>
            <ac:spMk id="11" creationId="{3B0E5B35-F8D6-4092-AA4A-BCC690B2229D}"/>
          </ac:spMkLst>
        </pc:spChg>
      </pc:sldChg>
      <pc:sldChg chg="modSp mod">
        <pc:chgData name="Dewitt, Jesse" userId="1fbf07d7-057c-4b54-9be6-a530430e3956" providerId="ADAL" clId="{830C0CFB-D560-40F0-BE57-64B21742FD90}" dt="2024-12-11T18:12:18.721" v="29" actId="1076"/>
        <pc:sldMkLst>
          <pc:docMk/>
          <pc:sldMk cId="3875309451" sldId="407"/>
        </pc:sldMkLst>
        <pc:spChg chg="mod">
          <ac:chgData name="Dewitt, Jesse" userId="1fbf07d7-057c-4b54-9be6-a530430e3956" providerId="ADAL" clId="{830C0CFB-D560-40F0-BE57-64B21742FD90}" dt="2024-12-11T18:12:18.721" v="29" actId="1076"/>
          <ac:spMkLst>
            <pc:docMk/>
            <pc:sldMk cId="3875309451" sldId="407"/>
            <ac:spMk id="11" creationId="{3B0E5B35-F8D6-4092-AA4A-BCC690B2229D}"/>
          </ac:spMkLst>
        </pc:spChg>
      </pc:sldChg>
      <pc:sldChg chg="modSp mod">
        <pc:chgData name="Dewitt, Jesse" userId="1fbf07d7-057c-4b54-9be6-a530430e3956" providerId="ADAL" clId="{830C0CFB-D560-40F0-BE57-64B21742FD90}" dt="2024-12-11T18:12:41.190" v="32" actId="20577"/>
        <pc:sldMkLst>
          <pc:docMk/>
          <pc:sldMk cId="1148978561" sldId="409"/>
        </pc:sldMkLst>
        <pc:spChg chg="mod">
          <ac:chgData name="Dewitt, Jesse" userId="1fbf07d7-057c-4b54-9be6-a530430e3956" providerId="ADAL" clId="{830C0CFB-D560-40F0-BE57-64B21742FD90}" dt="2024-12-11T18:12:41.190" v="32" actId="20577"/>
          <ac:spMkLst>
            <pc:docMk/>
            <pc:sldMk cId="1148978561" sldId="409"/>
            <ac:spMk id="2" creationId="{A7881D18-5307-57B2-2151-11D822F1B33B}"/>
          </ac:spMkLst>
        </pc:spChg>
      </pc:sldChg>
      <pc:sldChg chg="modSp mod">
        <pc:chgData name="Dewitt, Jesse" userId="1fbf07d7-057c-4b54-9be6-a530430e3956" providerId="ADAL" clId="{830C0CFB-D560-40F0-BE57-64B21742FD90}" dt="2024-12-11T18:14:49.723" v="34" actId="1076"/>
        <pc:sldMkLst>
          <pc:docMk/>
          <pc:sldMk cId="2711925556" sldId="416"/>
        </pc:sldMkLst>
        <pc:spChg chg="mod">
          <ac:chgData name="Dewitt, Jesse" userId="1fbf07d7-057c-4b54-9be6-a530430e3956" providerId="ADAL" clId="{830C0CFB-D560-40F0-BE57-64B21742FD90}" dt="2024-12-11T18:14:43.956" v="33" actId="1076"/>
          <ac:spMkLst>
            <pc:docMk/>
            <pc:sldMk cId="2711925556" sldId="416"/>
            <ac:spMk id="6" creationId="{0ED065AC-F3EF-42B0-A34B-DF7EED7FF8B9}"/>
          </ac:spMkLst>
        </pc:spChg>
        <pc:graphicFrameChg chg="mod">
          <ac:chgData name="Dewitt, Jesse" userId="1fbf07d7-057c-4b54-9be6-a530430e3956" providerId="ADAL" clId="{830C0CFB-D560-40F0-BE57-64B21742FD90}" dt="2024-12-11T18:14:49.723" v="34" actId="1076"/>
          <ac:graphicFrameMkLst>
            <pc:docMk/>
            <pc:sldMk cId="2711925556" sldId="416"/>
            <ac:graphicFrameMk id="9" creationId="{A471383B-87D3-406F-AEC8-A1732EA53B37}"/>
          </ac:graphicFrameMkLst>
        </pc:graphicFrameChg>
      </pc:sldChg>
    </pc:docChg>
  </pc:docChgLst>
  <pc:docChgLst>
    <pc:chgData name="Yu, Harry" userId="d07dd713-323b-41c6-b24d-c18be50fb4fc" providerId="ADAL" clId="{266F935C-5085-4AC1-B752-593EA20107C2}"/>
    <pc:docChg chg="modSld">
      <pc:chgData name="Yu, Harry" userId="d07dd713-323b-41c6-b24d-c18be50fb4fc" providerId="ADAL" clId="{266F935C-5085-4AC1-B752-593EA20107C2}" dt="2024-12-18T01:09:58.216" v="6"/>
      <pc:docMkLst>
        <pc:docMk/>
      </pc:docMkLst>
      <pc:sldChg chg="addSp modSp mod">
        <pc:chgData name="Yu, Harry" userId="d07dd713-323b-41c6-b24d-c18be50fb4fc" providerId="ADAL" clId="{266F935C-5085-4AC1-B752-593EA20107C2}" dt="2024-12-18T01:09:36.109" v="4" actId="207"/>
        <pc:sldMkLst>
          <pc:docMk/>
          <pc:sldMk cId="3605481613" sldId="413"/>
        </pc:sldMkLst>
        <pc:spChg chg="add mod">
          <ac:chgData name="Yu, Harry" userId="d07dd713-323b-41c6-b24d-c18be50fb4fc" providerId="ADAL" clId="{266F935C-5085-4AC1-B752-593EA20107C2}" dt="2024-12-18T01:09:36.109" v="4" actId="207"/>
          <ac:spMkLst>
            <pc:docMk/>
            <pc:sldMk cId="3605481613" sldId="413"/>
            <ac:spMk id="2" creationId="{F94EEC29-9458-EE5C-B5F3-E56CDF8C8B39}"/>
          </ac:spMkLst>
        </pc:spChg>
      </pc:sldChg>
      <pc:sldChg chg="addSp modSp">
        <pc:chgData name="Yu, Harry" userId="d07dd713-323b-41c6-b24d-c18be50fb4fc" providerId="ADAL" clId="{266F935C-5085-4AC1-B752-593EA20107C2}" dt="2024-12-18T01:09:46.080" v="5"/>
        <pc:sldMkLst>
          <pc:docMk/>
          <pc:sldMk cId="32668638" sldId="414"/>
        </pc:sldMkLst>
        <pc:spChg chg="add mod">
          <ac:chgData name="Yu, Harry" userId="d07dd713-323b-41c6-b24d-c18be50fb4fc" providerId="ADAL" clId="{266F935C-5085-4AC1-B752-593EA20107C2}" dt="2024-12-18T01:09:46.080" v="5"/>
          <ac:spMkLst>
            <pc:docMk/>
            <pc:sldMk cId="32668638" sldId="414"/>
            <ac:spMk id="2" creationId="{1AEA75D0-74A0-2D60-AA74-A70CBDB71F06}"/>
          </ac:spMkLst>
        </pc:spChg>
      </pc:sldChg>
      <pc:sldChg chg="addSp modSp mod">
        <pc:chgData name="Yu, Harry" userId="d07dd713-323b-41c6-b24d-c18be50fb4fc" providerId="ADAL" clId="{266F935C-5085-4AC1-B752-593EA20107C2}" dt="2024-12-18T01:09:58.216" v="6"/>
        <pc:sldMkLst>
          <pc:docMk/>
          <pc:sldMk cId="2711925556" sldId="416"/>
        </pc:sldMkLst>
        <pc:spChg chg="add mod">
          <ac:chgData name="Yu, Harry" userId="d07dd713-323b-41c6-b24d-c18be50fb4fc" providerId="ADAL" clId="{266F935C-5085-4AC1-B752-593EA20107C2}" dt="2024-12-18T01:09:58.216" v="6"/>
          <ac:spMkLst>
            <pc:docMk/>
            <pc:sldMk cId="2711925556" sldId="416"/>
            <ac:spMk id="2" creationId="{D4ABF1A5-0EBD-F4E1-E818-0A2C3CF9BFA9}"/>
          </ac:spMkLst>
        </pc:spChg>
        <pc:graphicFrameChg chg="modGraphic">
          <ac:chgData name="Yu, Harry" userId="d07dd713-323b-41c6-b24d-c18be50fb4fc" providerId="ADAL" clId="{266F935C-5085-4AC1-B752-593EA20107C2}" dt="2024-12-18T00:55:19.089" v="1" actId="20577"/>
          <ac:graphicFrameMkLst>
            <pc:docMk/>
            <pc:sldMk cId="2711925556" sldId="416"/>
            <ac:graphicFrameMk id="9" creationId="{A471383B-87D3-406F-AEC8-A1732EA53B3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</a:rPr>
              <a:t>CQR |</a:t>
            </a:r>
            <a:r>
              <a:rPr lang="en-US" sz="1000" b="0">
                <a:solidFill>
                  <a:schemeClr val="bg1"/>
                </a:solidFill>
              </a:rPr>
              <a:t> Customer Quality &amp; Reliability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-9144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4835881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2"/>
                </a:solidFill>
              </a:rPr>
              <a:t>Intel Confidential | For Internal Use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 userDrawn="1"/>
        </p:nvSpPr>
        <p:spPr>
          <a:xfrm>
            <a:off x="483010" y="6562504"/>
            <a:ext cx="231986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>
                <a:solidFill>
                  <a:schemeClr val="bg2"/>
                </a:solidFill>
              </a:rPr>
              <a:t>CQR | </a:t>
            </a:r>
            <a:r>
              <a:rPr lang="en-US" sz="1000" b="0">
                <a:solidFill>
                  <a:schemeClr val="bg2"/>
                </a:solidFill>
              </a:rPr>
              <a:t> Customer Quality &amp; Reliability</a:t>
            </a:r>
            <a:endParaRPr lang="en-US" sz="1000" b="1">
              <a:solidFill>
                <a:schemeClr val="bg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slide" Target="slide8.xml"/><Relationship Id="rId7" Type="http://schemas.openxmlformats.org/officeDocument/2006/relationships/slide" Target="slide2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7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slide" Target="slide3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476" y="3621855"/>
            <a:ext cx="9909428" cy="1091827"/>
          </a:xfrm>
        </p:spPr>
        <p:txBody>
          <a:bodyPr anchor="b" anchorCtr="0"/>
          <a:lstStyle/>
          <a:p>
            <a:r>
              <a:rPr lang="en-US" sz="4800"/>
              <a:t>2024 Oka Stream CRD Summary Report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08349" y="4778609"/>
            <a:ext cx="9695388" cy="326776"/>
          </a:xfrm>
        </p:spPr>
        <p:txBody>
          <a:bodyPr/>
          <a:lstStyle/>
          <a:p>
            <a:r>
              <a:rPr lang="en-US"/>
              <a:t>Rev1.0, CQ&amp;R CMEE Team, 2024 Q4</a:t>
            </a:r>
          </a:p>
        </p:txBody>
      </p:sp>
      <p:sp>
        <p:nvSpPr>
          <p:cNvPr id="8" name="Octagon 7">
            <a:extLst>
              <a:ext uri="{FF2B5EF4-FFF2-40B4-BE49-F238E27FC236}">
                <a16:creationId xmlns:a16="http://schemas.microsoft.com/office/drawing/2014/main" id="{6042841E-0D98-468A-8176-AB4F17BB07E7}"/>
              </a:ext>
            </a:extLst>
          </p:cNvPr>
          <p:cNvSpPr/>
          <p:nvPr/>
        </p:nvSpPr>
        <p:spPr>
          <a:xfrm>
            <a:off x="9619488" y="445573"/>
            <a:ext cx="2103120" cy="2120424"/>
          </a:xfrm>
          <a:prstGeom prst="octagon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Stop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Customers confidential information </a:t>
            </a:r>
            <a:r>
              <a:rPr lang="en-US" sz="1200" u="sng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under NDA</a:t>
            </a:r>
            <a:r>
              <a:rPr lang="en-US" sz="120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, Intel internal use only</a:t>
            </a: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642615"/>
            <a:ext cx="11010900" cy="360578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Data Collected From 7 OEM/ODM Customers/Sites</a:t>
            </a:r>
          </a:p>
          <a:p>
            <a:pPr lvl="1"/>
            <a:r>
              <a:rPr lang="en-US" err="1"/>
              <a:t>Bytedance</a:t>
            </a:r>
            <a:endParaRPr lang="en-US"/>
          </a:p>
          <a:p>
            <a:pPr lvl="1"/>
            <a:r>
              <a:rPr lang="en-US"/>
              <a:t>Foxconn Tianjin</a:t>
            </a:r>
          </a:p>
          <a:p>
            <a:pPr lvl="1"/>
            <a:r>
              <a:rPr lang="en-US"/>
              <a:t>IEIT (Inspur)</a:t>
            </a:r>
          </a:p>
          <a:p>
            <a:pPr lvl="1"/>
            <a:r>
              <a:rPr lang="en-US"/>
              <a:t>Inventec TW</a:t>
            </a:r>
          </a:p>
          <a:p>
            <a:pPr lvl="1"/>
            <a:r>
              <a:rPr lang="en-US"/>
              <a:t>Lenovo/LCFC</a:t>
            </a:r>
          </a:p>
          <a:p>
            <a:pPr lvl="1"/>
            <a:r>
              <a:rPr lang="en-US"/>
              <a:t>Quanta TW</a:t>
            </a:r>
          </a:p>
          <a:p>
            <a:pPr lvl="1"/>
            <a:r>
              <a:rPr lang="en-US" err="1"/>
              <a:t>xFusion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B3903-56DF-4903-AAAF-FFE7DC00ED5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Share Findings From CMEE Server Industry Data Collection (Oka Stream Platform Customer Survey)</a:t>
            </a:r>
          </a:p>
        </p:txBody>
      </p:sp>
    </p:spTree>
    <p:extLst>
      <p:ext uri="{BB962C8B-B14F-4D97-AF65-F5344CB8AC3E}">
        <p14:creationId xmlns:p14="http://schemas.microsoft.com/office/powerpoint/2010/main" val="19708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Highlight</a:t>
            </a:r>
            <a:r>
              <a:rPr lang="en-US" altLang="zh-CN"/>
              <a:t>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253765"/>
            <a:ext cx="11010900" cy="4994635"/>
          </a:xfrm>
        </p:spPr>
        <p:txBody>
          <a:bodyPr>
            <a:normAutofit/>
          </a:bodyPr>
          <a:lstStyle/>
          <a:p>
            <a:pPr marL="288925" indent="-288925"/>
            <a:r>
              <a:rPr lang="en-US"/>
              <a:t>Customer common stencil thickness is 5~6mil </a:t>
            </a:r>
            <a:r>
              <a:rPr lang="en-US">
                <a:sym typeface="Wingdings" panose="05000000000000000000" pitchFamily="2" charset="2"/>
                <a:hlinkClick r:id="rId2" action="ppaction://hlinksldjump"/>
              </a:rPr>
              <a:t></a:t>
            </a:r>
            <a:endParaRPr lang="en-US">
              <a:sym typeface="Wingdings" panose="05000000000000000000" pitchFamily="2" charset="2"/>
            </a:endParaRPr>
          </a:p>
          <a:p>
            <a:pPr marL="288925" indent="-288925"/>
            <a:r>
              <a:rPr lang="en-US">
                <a:sym typeface="Wingdings" panose="05000000000000000000" pitchFamily="2" charset="2"/>
              </a:rPr>
              <a:t>Alpha, </a:t>
            </a:r>
            <a:r>
              <a:rPr lang="en-US" err="1">
                <a:sym typeface="Wingdings" panose="05000000000000000000" pitchFamily="2" charset="2"/>
              </a:rPr>
              <a:t>Eunow</a:t>
            </a:r>
            <a:r>
              <a:rPr lang="en-US">
                <a:sym typeface="Wingdings" panose="05000000000000000000" pitchFamily="2" charset="2"/>
              </a:rPr>
              <a:t> and </a:t>
            </a:r>
            <a:r>
              <a:rPr lang="en-US" err="1">
                <a:sym typeface="Wingdings" panose="05000000000000000000" pitchFamily="2" charset="2"/>
              </a:rPr>
              <a:t>Shenmao</a:t>
            </a:r>
            <a:r>
              <a:rPr lang="en-US">
                <a:sym typeface="Wingdings" panose="05000000000000000000" pitchFamily="2" charset="2"/>
              </a:rPr>
              <a:t> are commonly used paste </a:t>
            </a:r>
            <a:r>
              <a:rPr lang="en-US">
                <a:sym typeface="Wingdings" panose="05000000000000000000" pitchFamily="2" charset="2"/>
                <a:hlinkClick r:id="rId3" action="ppaction://hlinksldjump"/>
              </a:rPr>
              <a:t></a:t>
            </a:r>
            <a:endParaRPr lang="en-US">
              <a:sym typeface="Wingdings" panose="05000000000000000000" pitchFamily="2" charset="2"/>
            </a:endParaRPr>
          </a:p>
          <a:p>
            <a:pPr marL="288925" indent="-288925"/>
            <a:r>
              <a:rPr lang="en-US">
                <a:sym typeface="Wingdings" panose="05000000000000000000" pitchFamily="2" charset="2"/>
              </a:rPr>
              <a:t>Ersa and Heller are mainstream reflow oven </a:t>
            </a:r>
            <a:r>
              <a:rPr lang="en-US">
                <a:sym typeface="Wingdings" panose="05000000000000000000" pitchFamily="2" charset="2"/>
                <a:hlinkClick r:id="rId4" action="ppaction://hlinksldjump"/>
              </a:rPr>
              <a:t></a:t>
            </a:r>
            <a:endParaRPr lang="en-US">
              <a:sym typeface="Wingdings" panose="05000000000000000000" pitchFamily="2" charset="2"/>
            </a:endParaRPr>
          </a:p>
          <a:p>
            <a:pPr marL="288925" indent="-288925"/>
            <a:r>
              <a:rPr lang="en-US">
                <a:sym typeface="Wingdings" panose="05000000000000000000" pitchFamily="2" charset="2"/>
              </a:rPr>
              <a:t>Highest peak reflow temperature can up to 250~255C </a:t>
            </a:r>
            <a:r>
              <a:rPr lang="en-US">
                <a:sym typeface="Wingdings" panose="05000000000000000000" pitchFamily="2" charset="2"/>
                <a:hlinkClick r:id="rId5" action="ppaction://hlinksldjump"/>
              </a:rPr>
              <a:t></a:t>
            </a:r>
            <a:endParaRPr lang="en-US">
              <a:sym typeface="Wingdings" panose="05000000000000000000" pitchFamily="2" charset="2"/>
            </a:endParaRPr>
          </a:p>
          <a:p>
            <a:pPr marL="288925" indent="-288925"/>
            <a:r>
              <a:rPr lang="en-US">
                <a:sym typeface="Wingdings" panose="05000000000000000000" pitchFamily="2" charset="2"/>
              </a:rPr>
              <a:t>4 customers have N2 rework capability </a:t>
            </a:r>
            <a:r>
              <a:rPr lang="en-US">
                <a:sym typeface="Wingdings" panose="05000000000000000000" pitchFamily="2" charset="2"/>
                <a:hlinkClick r:id="rId6" action="ppaction://hlinksldjump"/>
              </a:rPr>
              <a:t></a:t>
            </a:r>
            <a:endParaRPr lang="en-US">
              <a:sym typeface="Wingdings" panose="05000000000000000000" pitchFamily="2" charset="2"/>
            </a:endParaRPr>
          </a:p>
          <a:p>
            <a:pPr marL="288925" indent="-288925"/>
            <a:r>
              <a:rPr lang="en-US">
                <a:sym typeface="Wingdings" panose="05000000000000000000" pitchFamily="2" charset="2"/>
              </a:rPr>
              <a:t>450ue still the most commonly spec customer can meet </a:t>
            </a:r>
            <a:r>
              <a:rPr lang="en-US">
                <a:sym typeface="Wingdings" panose="05000000000000000000" pitchFamily="2" charset="2"/>
                <a:hlinkClick r:id="rId7" action="ppaction://hlinksldjump"/>
              </a:rPr>
              <a:t></a:t>
            </a:r>
            <a:endParaRPr lang="en-US">
              <a:sym typeface="Wingdings" panose="05000000000000000000" pitchFamily="2" charset="2"/>
            </a:endParaRPr>
          </a:p>
          <a:p>
            <a:pPr marL="288925" indent="-288925"/>
            <a:r>
              <a:rPr lang="en-US">
                <a:sym typeface="Wingdings" panose="05000000000000000000" pitchFamily="2" charset="2"/>
              </a:rPr>
              <a:t>Most customers direct copy Intel reference board design land pattern </a:t>
            </a:r>
            <a:r>
              <a:rPr lang="en-US">
                <a:sym typeface="Wingdings" panose="05000000000000000000" pitchFamily="2" charset="2"/>
                <a:hlinkClick r:id="rId8" action="ppaction://hlinksldjump"/>
              </a:rPr>
              <a:t></a:t>
            </a:r>
            <a:endParaRPr lang="en-US">
              <a:sym typeface="Wingdings" panose="05000000000000000000" pitchFamily="2" charset="2"/>
            </a:endParaRPr>
          </a:p>
          <a:p>
            <a:pPr marL="288925" indent="-288925"/>
            <a:endParaRPr lang="en-US">
              <a:sym typeface="Wingdings" panose="05000000000000000000" pitchFamily="2" charset="2"/>
            </a:endParaRPr>
          </a:p>
          <a:p>
            <a:pPr marL="288925" indent="-288925"/>
            <a:endParaRPr lang="en-US" altLang="zh-CN">
              <a:sym typeface="Wingdings" panose="05000000000000000000" pitchFamily="2" charset="2"/>
            </a:endParaRPr>
          </a:p>
          <a:p>
            <a:pPr marL="288925" indent="-288925"/>
            <a:endParaRPr lang="en-US" altLang="zh-CN">
              <a:sym typeface="Wingdings" panose="05000000000000000000" pitchFamily="2" charset="2"/>
            </a:endParaRPr>
          </a:p>
          <a:p>
            <a:pPr marL="288925" indent="-288925"/>
            <a:endParaRPr lang="en-US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35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Solder Paste Print</a:t>
            </a:r>
          </a:p>
        </p:txBody>
      </p:sp>
    </p:spTree>
    <p:extLst>
      <p:ext uri="{BB962C8B-B14F-4D97-AF65-F5344CB8AC3E}">
        <p14:creationId xmlns:p14="http://schemas.microsoft.com/office/powerpoint/2010/main" val="361501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Solder Paste Printing (1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76569"/>
              </p:ext>
            </p:extLst>
          </p:nvPr>
        </p:nvGraphicFramePr>
        <p:xfrm>
          <a:off x="571370" y="1392555"/>
          <a:ext cx="10767190" cy="29921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Paste Print Machine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Squeegee Speed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Squeegee Pressure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Stencil Separation Speed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GKG K870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65 mm/sec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10 +/-3kg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3 ~10mm/s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GKG Pmax-6</a:t>
                      </a:r>
                    </a:p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DEK 03IX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 +/-10mm/sec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12 +/-2kg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0.5mm/s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GKG Pmax-8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80 +/-30mm/sec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13 +/-2kg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0 ~3mm/s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Fuji GPX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20~60 mm/sec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80 ~ 160N (8.2~16.3kg)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0.05 ~ 0.6mm/s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Fuji GPX-CII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45mm/sec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150N (15.3kg)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0.2mm/s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Solder Paste Printing (2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908700"/>
              </p:ext>
            </p:extLst>
          </p:nvPr>
        </p:nvGraphicFramePr>
        <p:xfrm>
          <a:off x="571370" y="1392555"/>
          <a:ext cx="10767190" cy="30784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Under Screen Cleaning Frequency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Stencil Cleaning Frequency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Cleaning Process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PCB Support Type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Every 1 PCB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Every 2 hours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Ultrasonic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Vacuum &amp; block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Every 2 PCB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Every 12 hours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Spraying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Support block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Every 1 PCB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Every 8 hours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Cleaning paper: Wet wipe &amp; Dry clean &amp; Dry wipe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Support pin, Support block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Every 1 ~ 3PCB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Dedicate support block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Every 1 PCB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Every 12 hours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Ultrasonic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Dedicate support block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Every 1 PCB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Every work order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Ultrasonic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Support pallet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545511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Most customer do unde</a:t>
            </a:r>
            <a:r>
              <a:rPr lang="en-US" sz="2800" b="1">
                <a:solidFill>
                  <a:schemeClr val="accent1"/>
                </a:solidFill>
              </a:rPr>
              <a:t>r stencil clean after 1~2 prints</a:t>
            </a:r>
            <a:endParaRPr kumimoji="0" lang="en-US" sz="2800" b="1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7441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Solder Paste Printing (3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293468"/>
              </p:ext>
            </p:extLst>
          </p:nvPr>
        </p:nvGraphicFramePr>
        <p:xfrm>
          <a:off x="571370" y="1392555"/>
          <a:ext cx="10767190" cy="3388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use the same pallet for paste print, PnP and reflow?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Maximum board handling capability (length x width)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Stencil Technology + coating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Stencil Thickness Used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870 x 610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Laser cut</a:t>
                      </a:r>
                    </a:p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with electro polish + nano coat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5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No, pallet only for reflow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850 x 610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FG + laser cut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with electro polish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850 x 610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Electroform, laser cut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with electro polish + nano coat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4 ~ 6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21” x 24” (533.4 x 609.6 mm)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FG, laser cut with electro polish + nano coat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5.91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FG, laser cut + nano coat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610 x 610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laser cut</a:t>
                      </a:r>
                    </a:p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with electro polish + nano coat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6 mils (skt), 4 mils (BGA)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800 x 800(?)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laser cut</a:t>
                      </a:r>
                    </a:p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with electro polish + nano coat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0.12 mm (~4.7 mils)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545511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Common </a:t>
            </a:r>
            <a:r>
              <a:rPr lang="en-US" sz="2800" b="1">
                <a:solidFill>
                  <a:schemeClr val="accent1"/>
                </a:solidFill>
              </a:rPr>
              <a:t>s</a:t>
            </a: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tencil thickness 5~6 mils</a:t>
            </a:r>
          </a:p>
        </p:txBody>
      </p:sp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EEF955C-B6F2-25FD-C21A-10BC97AAAB07}"/>
              </a:ext>
            </a:extLst>
          </p:cNvPr>
          <p:cNvSpPr/>
          <p:nvPr/>
        </p:nvSpPr>
        <p:spPr>
          <a:xfrm>
            <a:off x="11092126" y="473413"/>
            <a:ext cx="246434" cy="246434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2002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Solder Paste Printing (4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451"/>
              </p:ext>
            </p:extLst>
          </p:nvPr>
        </p:nvGraphicFramePr>
        <p:xfrm>
          <a:off x="571370" y="1392555"/>
          <a:ext cx="10767190" cy="3484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Is a step stencil used?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PCB surface finish &amp; thickness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What type of PCB is used?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Solder Paste used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base is 0.12mm, with step down  to 0.1mm, or step up to 0.15mm、0.18mm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OSP, 118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Murata, 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Eunow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, 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Tongfang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OSP, 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62 mils, 98 mils, 118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Type 12 (?)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Alpha OM338PT, </a:t>
                      </a:r>
                      <a:r>
                        <a:rPr lang="en-US" sz="1000" b="0" i="0" u="none" strike="noStrike" cap="none" spc="0" baseline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PF606-P, 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base 4mils, step up 1-2mils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ENIG &amp; OSP, 1.0~3.8 mm (39 mils ~ 150 mils)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, Alpha, 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Eunow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OSP, 100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Generally, it is about at least 0.5mm greater than or equal to the area where the part is located.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OSP, 62 ~ 118 mils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Most OSP, some ENIG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PF606-P26,</a:t>
                      </a:r>
                    </a:p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Socket will be step 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Type 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492751"/>
            <a:ext cx="1076719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Customer capable of using step stencil; </a:t>
            </a:r>
            <a:r>
              <a:rPr kumimoji="0" lang="en-US" sz="2800" b="1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ShenMao</a:t>
            </a: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, </a:t>
            </a:r>
            <a:r>
              <a:rPr kumimoji="0" lang="en-US" sz="2800" b="1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Eunow</a:t>
            </a: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and Alpha are commonly used pastes</a:t>
            </a:r>
          </a:p>
        </p:txBody>
      </p:sp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BFEA1E6-05AB-5353-1DED-28BD151049B4}"/>
              </a:ext>
            </a:extLst>
          </p:cNvPr>
          <p:cNvSpPr/>
          <p:nvPr/>
        </p:nvSpPr>
        <p:spPr>
          <a:xfrm>
            <a:off x="11092126" y="473413"/>
            <a:ext cx="246434" cy="246434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6330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and Placement (PnP) </a:t>
            </a:r>
          </a:p>
        </p:txBody>
      </p:sp>
    </p:spTree>
    <p:extLst>
      <p:ext uri="{BB962C8B-B14F-4D97-AF65-F5344CB8AC3E}">
        <p14:creationId xmlns:p14="http://schemas.microsoft.com/office/powerpoint/2010/main" val="268498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and placement 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379654"/>
              </p:ext>
            </p:extLst>
          </p:nvPr>
        </p:nvGraphicFramePr>
        <p:xfrm>
          <a:off x="571370" y="1392555"/>
          <a:ext cx="10767186" cy="39420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453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794531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179453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94531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1794531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794531">
                  <a:extLst>
                    <a:ext uri="{9D8B030D-6E8A-4147-A177-3AD203B41FA5}">
                      <a16:colId xmlns:a16="http://schemas.microsoft.com/office/drawing/2014/main" val="4056216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PnP Machine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Nozzle size (LGA socket &amp; Intel component)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Max component size capability (x, y)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Max component weight capability (grams)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Min pitch/ball recognition capability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Fuji NXT M6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20G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200 x 150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260 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0.3 mm pitch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Panasonic NPM-W2</a:t>
                      </a:r>
                    </a:p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USI FUZION 2-14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20x20mm(NPM 3451)</a:t>
                      </a:r>
                    </a:p>
                    <a:p>
                      <a:pPr algn="ctr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16.5x16.5mm(FUZION H065)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150 x 150mm (FUZION)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connector: 100(L) x 90mm(W) (NPM)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300g (NPM)</a:t>
                      </a:r>
                    </a:p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200g (FUZION)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0.094/0.118mm(0.94mil camera)(FUZION)</a:t>
                      </a:r>
                    </a:p>
                    <a:p>
                      <a:pPr algn="ctr" fontAlgn="b"/>
                      <a:r>
                        <a:rPr lang="it-IT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0.234/0.292mm(2.3mil camera) (FUZION)</a:t>
                      </a:r>
                    </a:p>
                    <a:p>
                      <a:pPr algn="ctr" fontAlgn="b"/>
                      <a:r>
                        <a:rPr lang="it-IT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0.5/0.5(BGA) 0.25(CSP)mm (NPM)</a:t>
                      </a:r>
                      <a:endParaRPr lang="en-US" sz="1000" b="0" i="0" u="none" strike="noStrike" cap="none" spc="0" baseline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Panasonic NPM-W2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L 120 × W 90 mm  or L 150 × W 25 mm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168 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0.4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10~20 mm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74 x 74 mm(140 x 32) normal</a:t>
                      </a:r>
                    </a:p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150 x 150mm (option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160 g / 80 g  option / normal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0.4 mm pitch / 10000 balls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24 mm(outside) / 21.5 mm (inside)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200 x 110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160 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0.1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Fuji AIMAX3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135 x 135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250 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Min 0.8 mm in mess production. Machine capable smaller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695897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>
                <a:solidFill>
                  <a:schemeClr val="accent1"/>
                </a:solidFill>
              </a:rPr>
              <a:t>Main PnP machines are Fuji and Panasonic</a:t>
            </a:r>
            <a:endParaRPr kumimoji="0" lang="en-US" sz="2800" b="1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7530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Reflow</a:t>
            </a:r>
          </a:p>
        </p:txBody>
      </p:sp>
    </p:spTree>
    <p:extLst>
      <p:ext uri="{BB962C8B-B14F-4D97-AF65-F5344CB8AC3E}">
        <p14:creationId xmlns:p14="http://schemas.microsoft.com/office/powerpoint/2010/main" val="257375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Reflow (1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965511"/>
              </p:ext>
            </p:extLst>
          </p:nvPr>
        </p:nvGraphicFramePr>
        <p:xfrm>
          <a:off x="571370" y="1392555"/>
          <a:ext cx="10767190" cy="29921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Reflow Oven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Reflow support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Use N2?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O2 PPM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Ersa HOTFLOW 3/26XL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1000 PPM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Ersa HOTFLOW 3/26XL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 1000 PPM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Heller 1809exl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Ersa HOTFLOW 3/26XL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500 PPM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Heller 1809exl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 1000 PPM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Heller 1809exl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 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  <a:hlinkClick r:id="rId2" action="ppaction://hlinksldjump"/>
                        </a:rPr>
                        <a:t>picture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Kurtz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ersa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&lt; 2000 PPM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Heller 1809exl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aluminum pallet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&lt; 3000 PPM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545511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>
                <a:solidFill>
                  <a:schemeClr val="accent1"/>
                </a:solidFill>
              </a:rPr>
              <a:t>Ersa and Heller are mainstream reflow oven</a:t>
            </a:r>
            <a:endParaRPr kumimoji="0" lang="en-US" sz="2800" b="1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" name="Action Button: Go Home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F76E003-84F8-5506-878C-DF2896F6A2C0}"/>
              </a:ext>
            </a:extLst>
          </p:cNvPr>
          <p:cNvSpPr/>
          <p:nvPr/>
        </p:nvSpPr>
        <p:spPr>
          <a:xfrm>
            <a:off x="11092126" y="473413"/>
            <a:ext cx="246434" cy="246434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5790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Reflow (2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028815"/>
              </p:ext>
            </p:extLst>
          </p:nvPr>
        </p:nvGraphicFramePr>
        <p:xfrm>
          <a:off x="571370" y="1392555"/>
          <a:ext cx="10767192" cy="2966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453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3732174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Belt Speed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Ramp Rate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Cooling Rate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Peak Temp Range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Time above Liquidus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95 cm/min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2.5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4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230-250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45-90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20-200 cm/min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0-2.5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1.5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235~255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30-180 cm/min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1-3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1-3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230-250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60-90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78 cm/min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3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2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237-255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65-115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80 cm/min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3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2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230-250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60-90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1~3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1~3 °C/s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235-250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60-90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7881D18-5307-57B2-2151-11D822F1B33B}"/>
              </a:ext>
            </a:extLst>
          </p:cNvPr>
          <p:cNvSpPr txBox="1"/>
          <p:nvPr/>
        </p:nvSpPr>
        <p:spPr>
          <a:xfrm>
            <a:off x="571370" y="5545511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Highest peak reflow temperature can be up to 250~255C</a:t>
            </a:r>
          </a:p>
        </p:txBody>
      </p:sp>
      <p:sp>
        <p:nvSpPr>
          <p:cNvPr id="3" name="Action Button: Go Home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D888DC6-4EFA-E5B7-D0F5-FA7462F58EB7}"/>
              </a:ext>
            </a:extLst>
          </p:cNvPr>
          <p:cNvSpPr/>
          <p:nvPr/>
        </p:nvSpPr>
        <p:spPr>
          <a:xfrm>
            <a:off x="11092126" y="473413"/>
            <a:ext cx="246434" cy="246434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4897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Reflow (3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726958"/>
              </p:ext>
            </p:extLst>
          </p:nvPr>
        </p:nvGraphicFramePr>
        <p:xfrm>
          <a:off x="571370" y="1392555"/>
          <a:ext cx="10767192" cy="33629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453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597243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Soak Temp Range and Time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What is the delta T across the component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What is the number of heating and cooling zones used?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Maximum board handling capability (length x width)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SMT Yield Target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5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 ramp, 4 heating/reflow, 4 cooling zones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1068mm x 610mm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1000 DPM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Soak Time (145-175℃): 60-120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senonds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5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13 heating/reflow, 4 cooling zones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680mm x 610mm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10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 ramp, 4 heating/reflow,4 cooling zones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850mm x 610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99.5% (whole process FPY)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55-125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10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4 ramp, 5 heating, 4 reflow, 4 cooling zones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534mm x 610mm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90-120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&lt; 10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4 heating &amp; cooling zones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500mm x 600mm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90-120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&lt; 10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 ramp, 4 heating/reflow,4 cooling zones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540mm x 600mm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98.5% (whole process FPY)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800mm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545511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600+ mm is the max board width customer can handle </a:t>
            </a:r>
          </a:p>
        </p:txBody>
      </p:sp>
    </p:spTree>
    <p:extLst>
      <p:ext uri="{BB962C8B-B14F-4D97-AF65-F5344CB8AC3E}">
        <p14:creationId xmlns:p14="http://schemas.microsoft.com/office/powerpoint/2010/main" val="136979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Rework and Others</a:t>
            </a:r>
          </a:p>
        </p:txBody>
      </p:sp>
    </p:spTree>
    <p:extLst>
      <p:ext uri="{BB962C8B-B14F-4D97-AF65-F5344CB8AC3E}">
        <p14:creationId xmlns:p14="http://schemas.microsoft.com/office/powerpoint/2010/main" val="83064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Rework and Others (1 Of 2)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067079"/>
              </p:ext>
            </p:extLst>
          </p:nvPr>
        </p:nvGraphicFramePr>
        <p:xfrm>
          <a:off x="571370" y="1392555"/>
          <a:ext cx="10767192" cy="3261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453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597243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Rework Machine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Peak Temp Range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Time above Liquidus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Soak Temp Range and Time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What size of spot heater do you have/use?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VJ Summit 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Lxi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230-250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125mm x 125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235-250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120mm x 120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230-250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60-90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76mm x 76mm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235-250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60-150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60-150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480mm x 480mm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235-250°C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60-120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150-200°C/60-120S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According to part specifications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235-250 °C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60-90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90-120 seconds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70mm x 70mm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50mm x 50mm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22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Rework and Others (2 Of 2)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611201"/>
              </p:ext>
            </p:extLst>
          </p:nvPr>
        </p:nvGraphicFramePr>
        <p:xfrm>
          <a:off x="571370" y="1392555"/>
          <a:ext cx="10767192" cy="3444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453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597243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Rework Paste/Flux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Rework use N2?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Rework Yield Target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Do you have MSL-6 handling BKMs?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What are your FA capabilities? (</a:t>
                      </a:r>
                      <a:r>
                        <a:rPr lang="en-US" sz="1200" b="1" err="1"/>
                        <a:t>DnP</a:t>
                      </a:r>
                      <a:r>
                        <a:rPr lang="en-US" sz="1200" b="1"/>
                        <a:t>, XS, etc.). XS size restrictions?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Murata, 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Eunow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O2 &lt; 1000 PPM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99%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XS size &lt; 150mm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99.9%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Both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DnP</a:t>
                      </a: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, XS, shadow moiré, push-pull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95%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99.9%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  <a:endParaRPr kumimoji="0" 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sym typeface="Intel Clear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  <a:endParaRPr kumimoji="0" 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sym typeface="Intel Clear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545511"/>
            <a:ext cx="1076719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4 customers have N2 rework capability, 3 customers didn’t provide answer</a:t>
            </a:r>
          </a:p>
        </p:txBody>
      </p:sp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4090FFC-595F-62B8-C020-B1FCCCF52D54}"/>
              </a:ext>
            </a:extLst>
          </p:cNvPr>
          <p:cNvSpPr/>
          <p:nvPr/>
        </p:nvSpPr>
        <p:spPr>
          <a:xfrm>
            <a:off x="11092126" y="473413"/>
            <a:ext cx="246434" cy="246434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4122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Automation</a:t>
            </a:r>
          </a:p>
        </p:txBody>
      </p:sp>
    </p:spTree>
    <p:extLst>
      <p:ext uri="{BB962C8B-B14F-4D97-AF65-F5344CB8AC3E}">
        <p14:creationId xmlns:p14="http://schemas.microsoft.com/office/powerpoint/2010/main" val="288608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Automation 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53186"/>
              </p:ext>
            </p:extLst>
          </p:nvPr>
        </p:nvGraphicFramePr>
        <p:xfrm>
          <a:off x="571370" y="1392555"/>
          <a:ext cx="10767192" cy="40436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453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597243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use automation in your assembly process?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have Full or partial automation during the server assembly process. If partial, which part of the assembly process is automated?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Does the automated test or assembly occur in-line or off-line?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If automation is used, what type of equipment/machines are used?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What is used to pick &amp; place Intel's product or retention components (piece parts) ?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Except cable assembly, all others are automated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 line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Robotic arm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vacuum nozzle for socket, gripper for piece parts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Only auto screw for bolster plate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 line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Auto screw machine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Manual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Auto screw, PCBA pick and place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 line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Self design automation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Gripper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 line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Test – full, Assembly - partial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 line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Gripper and nozzle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Test – full, Assembly - partial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In line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Auto inspection, auto screw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48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Assembly Process</a:t>
            </a:r>
          </a:p>
        </p:txBody>
      </p:sp>
    </p:spTree>
    <p:extLst>
      <p:ext uri="{BB962C8B-B14F-4D97-AF65-F5344CB8AC3E}">
        <p14:creationId xmlns:p14="http://schemas.microsoft.com/office/powerpoint/2010/main" val="22448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Assembly 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43393"/>
              </p:ext>
            </p:extLst>
          </p:nvPr>
        </p:nvGraphicFramePr>
        <p:xfrm>
          <a:off x="571370" y="1392555"/>
          <a:ext cx="10767192" cy="34696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453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1597243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use a fixture for the assembly of the PHM components? If yes, what kind of fixture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follow the MAS for the PHM assembly and torque sequence?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What torque is used for the HS assembly?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What RPM is used for heatsink nut torque driver?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Do you have a lighting requirement for the assembly line?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use PHM assembly fixture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 in-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lbf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specification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follow 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  <a:hlinkClick r:id="rId2" action="ppaction://hlinksldjump"/>
                        </a:rPr>
                        <a:t>GB5700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 in-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lbf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800 rpm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860~1200 lux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 ~ 10 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kgf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-cm (6.9 ~ 8.7 in-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lbf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1000 rpm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750 lux for assembly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1200 lux for inspection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8 in-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lbf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1000 rpm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800 lux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For LGA4677, we use 8.5 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kgf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-cm (7.4 in-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lbf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specification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600 lux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3~6 </a:t>
                      </a:r>
                      <a:r>
                        <a:rPr kumimoji="0" lang="en-US" sz="1000" b="0" i="0" u="none" strike="noStrike" kern="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kgf</a:t>
                      </a: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(6.6~13.2 </a:t>
                      </a:r>
                      <a:r>
                        <a:rPr kumimoji="0" lang="en-US" sz="1000" b="0" i="0" u="none" strike="noStrike" kern="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lbf</a:t>
                      </a: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545511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8 in-</a:t>
            </a:r>
            <a:r>
              <a:rPr kumimoji="0" lang="en-US" sz="2800" b="1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lbf</a:t>
            </a: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</a:t>
            </a:r>
            <a:r>
              <a:rPr lang="en-US" sz="2800" b="1">
                <a:solidFill>
                  <a:schemeClr val="accent1"/>
                </a:solidFill>
              </a:rPr>
              <a:t>torque </a:t>
            </a: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is most common used for HS assembly</a:t>
            </a:r>
          </a:p>
        </p:txBody>
      </p:sp>
    </p:spTree>
    <p:extLst>
      <p:ext uri="{BB962C8B-B14F-4D97-AF65-F5344CB8AC3E}">
        <p14:creationId xmlns:p14="http://schemas.microsoft.com/office/powerpoint/2010/main" val="3266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Others for System Integration</a:t>
            </a:r>
          </a:p>
        </p:txBody>
      </p:sp>
    </p:spTree>
    <p:extLst>
      <p:ext uri="{BB962C8B-B14F-4D97-AF65-F5344CB8AC3E}">
        <p14:creationId xmlns:p14="http://schemas.microsoft.com/office/powerpoint/2010/main" val="396815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428857"/>
            <a:ext cx="11010816" cy="952499"/>
          </a:xfrm>
        </p:spPr>
        <p:txBody>
          <a:bodyPr/>
          <a:lstStyle/>
          <a:p>
            <a:r>
              <a:rPr lang="en-US"/>
              <a:t>Others for System Integration (1 Of 2)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389299"/>
              </p:ext>
            </p:extLst>
          </p:nvPr>
        </p:nvGraphicFramePr>
        <p:xfrm>
          <a:off x="552815" y="1137720"/>
          <a:ext cx="10767192" cy="37947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9179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What area of improvement would you like to see?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What heatsink design is used?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Do you have experience with RMHS (remote module heatsink) or ganged heatsinks (2 attached HS)?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Intel reference design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installed by mechanical arm to ensure flatness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Own designed heatsink, liquid cooling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Hope to improve socket dust cover to be easy install/remove by hand, and reduce bend contact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Use own designed heatsink with optimization, reduced assembly complexity and chance to cause bent contact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Have experience on ganged heatsinks (2 attached HS)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Hope to improve the flatness of CPU bracket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Intel reference design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EVAC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 , the PHM module is  designed  by  Quanta  ME team  , it  will  install  on CPU and connect with others via cooper pipes, but  module is all in one type 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Hope to improve socket dust cover to be easy install/remove by hand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Air cooling and cold plate cooling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Yes, RMHS (remote module heatsink)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143438"/>
            <a:ext cx="1076719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>
                <a:solidFill>
                  <a:schemeClr val="accent1"/>
                </a:solidFill>
              </a:rPr>
              <a:t>2 customers hope to improve dust cover design, 1 customer want to improve CPU bracket flatness;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>
                <a:solidFill>
                  <a:schemeClr val="accent1"/>
                </a:solidFill>
              </a:rPr>
              <a:t>4/7 customers have experience on RMHS or ganged HS</a:t>
            </a:r>
          </a:p>
        </p:txBody>
      </p:sp>
    </p:spTree>
    <p:extLst>
      <p:ext uri="{BB962C8B-B14F-4D97-AF65-F5344CB8AC3E}">
        <p14:creationId xmlns:p14="http://schemas.microsoft.com/office/powerpoint/2010/main" val="271192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Others for System Integration (2 Of 2)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41669"/>
              </p:ext>
            </p:extLst>
          </p:nvPr>
        </p:nvGraphicFramePr>
        <p:xfrm>
          <a:off x="571370" y="1392555"/>
          <a:ext cx="10767192" cy="30784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9179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What TIM material is used?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use the Intel designed socket cap removal tool?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Are different products assembled on the same assembly line?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Thermal grease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Thermal grease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No, we use our own designed tool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PTIM,  thermal grease, thermal pad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Thermal pad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Thermal pad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No, we use our own designed tool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For mass production, the product line will be fixed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Thermal grease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78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Manufacturing Test Process</a:t>
            </a:r>
          </a:p>
        </p:txBody>
      </p:sp>
    </p:spTree>
    <p:extLst>
      <p:ext uri="{BB962C8B-B14F-4D97-AF65-F5344CB8AC3E}">
        <p14:creationId xmlns:p14="http://schemas.microsoft.com/office/powerpoint/2010/main" val="393305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Manufacturing Test Process 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012946"/>
              </p:ext>
            </p:extLst>
          </p:nvPr>
        </p:nvGraphicFramePr>
        <p:xfrm>
          <a:off x="571370" y="1392555"/>
          <a:ext cx="10767192" cy="34899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9179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9179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Are ICT testers used? If yes, please provide ICT tester model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How many times is assembly test done before thermal solution attach?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How are boards transported between all assembly and test process steps?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Teradyne test station LX/LH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4 (AOI,AXI,ICT,FBT)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Lay flat in a tray.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Keysight 3070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3 (MDA, ICT, BSI), for reworked board, total 6 times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Line conveyor and </a:t>
                      </a: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AGV (Automated Guided Vehicle)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Teradyne TSLX/TSLX2 or flying probe SPEA 4060S2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 (ICT)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Lay flat in a tray, move by cart. 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  <a:hlinkClick r:id="rId2" action="ppaction://hlinksldjump"/>
                        </a:rPr>
                        <a:t>picture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Agilent 3070, Teradyne, and TRI 5001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 (ICT)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Using a cart, place the motherboard vertically on the cart (or horizontally in a tray)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Keysight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When the PCB need to be repaired, we use  carts to transfer, other we use conveyor. 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  <a:hlinkClick r:id="rId3" action="ppaction://hlinksldjump"/>
                        </a:rPr>
                        <a:t>picture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 (repair board 4 times)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Cart or tray, lay flat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91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Board Strain Monitoring</a:t>
            </a:r>
          </a:p>
        </p:txBody>
      </p:sp>
    </p:spTree>
    <p:extLst>
      <p:ext uri="{BB962C8B-B14F-4D97-AF65-F5344CB8AC3E}">
        <p14:creationId xmlns:p14="http://schemas.microsoft.com/office/powerpoint/2010/main" val="381848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Board Strain Monitoring (1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0986"/>
              </p:ext>
            </p:extLst>
          </p:nvPr>
        </p:nvGraphicFramePr>
        <p:xfrm>
          <a:off x="571370" y="1392555"/>
          <a:ext cx="10767190" cy="41910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When do you monitor board strain through board assembly, test, and handling steps?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What board strain guidance do you use?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What is the lowest BFI strain that you have been able to meet through board assembly, test, handling steps prior to  thermal-solution attach?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How many total process steps (assembly, test, handling) do you monitor board strain on?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For every project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Intel BFI guidance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450ue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1. ICT test; 2. De-panel; 3. Functional test; 4. Thermal module assembly; 5. System assembly;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For every project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customer request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450ue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Same as above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For every project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450ue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1. ICT test; 2. De-panel; 3. Functional test; 4. Thermal module assembly</a:t>
                      </a:r>
                      <a:endParaRPr lang="en-US" sz="1000" b="0" i="0" u="none" strike="noStrike" cap="none" spc="0" baseline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For every project, every fixture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Lenovo spec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450ue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ICT test; 2. De-panel; 3. Functional test; 4. Thermal module assembly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For every project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CPU vendor guidance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&lt; 250ue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 ICT test; 3. Functional test; 4. Thermal module assembly; 5. System assembly; - no de-panel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5778971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450ue still the most commonly spec customer can meet</a:t>
            </a:r>
          </a:p>
        </p:txBody>
      </p:sp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BB8E0F1-9517-2015-3B1B-E10391CDB099}"/>
              </a:ext>
            </a:extLst>
          </p:cNvPr>
          <p:cNvSpPr/>
          <p:nvPr/>
        </p:nvSpPr>
        <p:spPr>
          <a:xfrm>
            <a:off x="11092126" y="473413"/>
            <a:ext cx="246434" cy="246434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8984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Board Strain Monitoring (2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22340"/>
              </p:ext>
            </p:extLst>
          </p:nvPr>
        </p:nvGraphicFramePr>
        <p:xfrm>
          <a:off x="571369" y="1392555"/>
          <a:ext cx="10767188" cy="4023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91797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91797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91797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91797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collect any solder joint FA (Failure Analysis) after board assembly, test, and handling steps?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05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If yes, what type of tools are used?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If yes, when?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If yes, what is the purpose?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DnP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, XS, X-Ray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For every project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as a pre-step for board or system-level reliability testing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DnP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, XS, X-Ray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customer’s test matrix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1.  as a pre-step for board- or system-level reliability testing (e.g. TC or shock)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2.  as a board or system assembly time=0 solder joint quality control check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DnP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, XS, X-Ray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For every project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customer’s request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DnP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, XS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Introduce new project</a:t>
                      </a:r>
                    </a:p>
                    <a:p>
                      <a:pPr marL="228600" marR="0" lvl="0" indent="-22860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When introduce new material, for example: Skt, DIMM, new PCB material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1.  as a pre-step for board- or system-level reliability testing (e.g. TC or shock)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2.  as a board or system assembly time=0 solder joint quality control check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DnP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, XS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For every project and every stage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Same as above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D4ABF1A5-0EBD-F4E1-E818-0A2C3CF9BFA9}"/>
              </a:ext>
            </a:extLst>
          </p:cNvPr>
          <p:cNvSpPr/>
          <p:nvPr/>
        </p:nvSpPr>
        <p:spPr>
          <a:xfrm>
            <a:off x="142875" y="161925"/>
            <a:ext cx="219075" cy="228600"/>
          </a:xfrm>
          <a:prstGeom prst="ellipse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6692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Board Strain Monitoring (3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761378"/>
              </p:ext>
            </p:extLst>
          </p:nvPr>
        </p:nvGraphicFramePr>
        <p:xfrm>
          <a:off x="571369" y="1392555"/>
          <a:ext cx="10767188" cy="35204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91797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91797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91797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91797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What is the largest BGA package and socket that you can currently manufacture through board assembly, test, and handling steps?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anticipate any challenges controlling board strain as packages grow larger, more rectangular, etc.?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Would you be willing to share BFI strain data that you have collected on an Intel product?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125 x 125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test fixture design and handling will have lower margin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150 x 150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test fixture design and handling will have lower margin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Yes. We can share one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135 x 135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Yes, 1. solder joint quality (open/short), 2. Lower flatness, 3 hard to rework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200 x 125 mm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the CPU bracket flatness is hard to control, which will impact strain gauge test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70 x 73 mm (in HVM)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No, it’s customer’s confidential file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52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Socket Land Pattern</a:t>
            </a:r>
          </a:p>
        </p:txBody>
      </p:sp>
    </p:spTree>
    <p:extLst>
      <p:ext uri="{BB962C8B-B14F-4D97-AF65-F5344CB8AC3E}">
        <p14:creationId xmlns:p14="http://schemas.microsoft.com/office/powerpoint/2010/main" val="248421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Socket Land Pattern(1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557661"/>
              </p:ext>
            </p:extLst>
          </p:nvPr>
        </p:nvGraphicFramePr>
        <p:xfrm>
          <a:off x="571370" y="1146125"/>
          <a:ext cx="10767190" cy="50444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use Intel’s reference board design archive or the land pattern guidance document to create your CPU socket library symbol?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build your socket symbol with </a:t>
                      </a:r>
                      <a:r>
                        <a:rPr lang="en-US" sz="1200" b="1" err="1"/>
                        <a:t>soldermask</a:t>
                      </a:r>
                      <a:r>
                        <a:rPr lang="en-US" sz="1200" b="1"/>
                        <a:t> compensation (</a:t>
                      </a:r>
                      <a:r>
                        <a:rPr lang="en-US" sz="1200" b="1" err="1"/>
                        <a:t>soldermask</a:t>
                      </a:r>
                      <a:r>
                        <a:rPr lang="en-US" sz="1200" b="1"/>
                        <a:t> opening larger than metal defined pads), non-compensated (</a:t>
                      </a:r>
                      <a:r>
                        <a:rPr lang="en-US" sz="1200" b="1" err="1"/>
                        <a:t>soldermask</a:t>
                      </a:r>
                      <a:r>
                        <a:rPr lang="en-US" sz="1200" b="1"/>
                        <a:t> the same size as metal defined pads), or a combination of both?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How does the usability of the collateral provided by Intel for the physical symbol for server sockets compare to other suppliers of similar sockets?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How are motherboard mounting hole locations determined?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A combination of both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Depend on structure model/drawing to decide mounting hole location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Used &amp; copied Intel’s reference board design with library symbol for socket land pattern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Non-compensated (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soldermask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the same size as metal defined pads)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Based on the current experience of PR and MDP projects, Intel directly provides library/symbol usage and design guidance documents, which is better for design and development.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Used &amp; copied Intel’s reference board design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Direct copy from Intel reference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brd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to create own symbol file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Non-compensated (</a:t>
                      </a:r>
                      <a:r>
                        <a:rPr 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soldermask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the same size as metal defined pads)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Intel’s symbol file is better than competitors’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Direct copy from Intel reference </a:t>
                      </a:r>
                      <a:r>
                        <a:rPr lang="en-US" sz="1000" b="0" i="0" u="none" strike="noStrike" cap="none" spc="0" baseline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brd</a:t>
                      </a:r>
                      <a:endParaRPr lang="en-US" sz="1000" b="0" i="0" u="none" strike="noStrike" cap="none" spc="0" baseline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the Intel recommendation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A combination of both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Copy reference board design for socket land pattern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Copy reference board and improve based own experience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Intel provides more detail information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Skt mounting hole copy Intel, others depend on board stress simulation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6624486-7DBD-98A2-90AA-108857602966}"/>
              </a:ext>
            </a:extLst>
          </p:cNvPr>
          <p:cNvSpPr/>
          <p:nvPr/>
        </p:nvSpPr>
        <p:spPr>
          <a:xfrm>
            <a:off x="11092126" y="473413"/>
            <a:ext cx="246434" cy="246434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247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Board Reference Design</a:t>
            </a:r>
          </a:p>
        </p:txBody>
      </p:sp>
    </p:spTree>
    <p:extLst>
      <p:ext uri="{BB962C8B-B14F-4D97-AF65-F5344CB8AC3E}">
        <p14:creationId xmlns:p14="http://schemas.microsoft.com/office/powerpoint/2010/main" val="20112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Board Reference Design(1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11410"/>
              </p:ext>
            </p:extLst>
          </p:nvPr>
        </p:nvGraphicFramePr>
        <p:xfrm>
          <a:off x="571370" y="1360130"/>
          <a:ext cx="11010816" cy="4861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52704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752704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752704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752704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follow Intel’s reference design closely under Intel components (i.e., under the socket)? 1. Via Type and size</a:t>
                      </a:r>
                    </a:p>
                    <a:p>
                      <a:pPr algn="ctr"/>
                      <a:r>
                        <a:rPr lang="en-US" sz="1200" b="1"/>
                        <a:t>2. Routing and power shapes</a:t>
                      </a:r>
                    </a:p>
                    <a:p>
                      <a:pPr algn="ctr"/>
                      <a:r>
                        <a:rPr lang="en-US" sz="1200" b="1"/>
                        <a:t>3. routing configuration </a:t>
                      </a:r>
                    </a:p>
                    <a:p>
                      <a:pPr algn="ctr"/>
                      <a:r>
                        <a:rPr lang="en-US" sz="1200" b="1"/>
                        <a:t>4. </a:t>
                      </a:r>
                      <a:r>
                        <a:rPr lang="en-US" sz="1200" b="1" err="1"/>
                        <a:t>dielectic</a:t>
                      </a:r>
                      <a:r>
                        <a:rPr lang="en-US" sz="1200" b="1"/>
                        <a:t> thickness around high speed signal layers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 you utilize the PCB materials validated by Intel’s reference design for boards using Intel components?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Is there additional information about manufacturing related aspects of the reference board in areas under Intel components that is needed?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Bytedance</a:t>
                      </a:r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/H3C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We reserve 4 kinds PCB material, and select from them based on SI performance, cost, availability etc.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Hope MAS can be provided earlier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Foxconn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IEIT L6 (Inspur)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Used &amp; copied Intel’s reference board design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Utilize the PCB materials validated by Intel’s reference design.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For board design, used &amp; copied Intel’s reference board design first, requires Intel to provide the official PDG.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able to share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Lenovo/LCFC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Refer to CRB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Utilize the PCB materials validated by Intel’s reference design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Can Intel provide VIPPO</a:t>
                      </a:r>
                      <a:r>
                        <a:rPr lang="zh-TW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</a:t>
                      </a:r>
                      <a:r>
                        <a:rPr lang="en-US" altLang="zh-TW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or</a:t>
                      </a:r>
                      <a:r>
                        <a:rPr lang="zh-TW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</a:t>
                      </a:r>
                      <a:r>
                        <a:rPr lang="en-US" altLang="zh-TW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SKIPVIA methodology and back drill depth?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36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Quanta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xFusion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Refer to Intel reference design, and perform in depth SI/PI optimization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Depends, we have our own certified PCB material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For big package, the process window is small, hope Intel can provide gen to gen changes of DFM rules, CTE requirements, board thickness, layer to layer alignment requirements etc.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36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05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8410-9A25-42FC-8E77-7289CC6C2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Reflow Pallet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CE75D-8113-4DA8-902B-05F2294CB0A6}"/>
              </a:ext>
            </a:extLst>
          </p:cNvPr>
          <p:cNvSpPr txBox="1"/>
          <p:nvPr/>
        </p:nvSpPr>
        <p:spPr>
          <a:xfrm>
            <a:off x="1378012" y="5709197"/>
            <a:ext cx="2271605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>
                <a:solidFill>
                  <a:schemeClr val="tx2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LCFC Reflow Pallet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chemeClr val="tx2"/>
              </a:solidFill>
              <a:effectLst/>
              <a:uFillTx/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  <a:sym typeface="Helvetica Neue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B19AA0-15FB-4936-8381-CC92D3A1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70" y="1523999"/>
            <a:ext cx="3884891" cy="4057300"/>
          </a:xfrm>
          <a:prstGeom prst="rect">
            <a:avLst/>
          </a:prstGeom>
        </p:spPr>
      </p:pic>
      <p:sp>
        <p:nvSpPr>
          <p:cNvPr id="4" name="Action Button: Go Home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56B55F8-F800-D21B-6BB4-65E8837D1EDE}"/>
              </a:ext>
            </a:extLst>
          </p:cNvPr>
          <p:cNvSpPr/>
          <p:nvPr/>
        </p:nvSpPr>
        <p:spPr>
          <a:xfrm>
            <a:off x="11001375" y="571500"/>
            <a:ext cx="390525" cy="390525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23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FAB6-F3EE-93CE-7D50-74A8E4B3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GB5700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D885E4-E1E0-4530-B4B9-14D51DD1A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190" y="1504949"/>
            <a:ext cx="7647619" cy="4761905"/>
          </a:xfrm>
          <a:prstGeom prst="rect">
            <a:avLst/>
          </a:prstGeom>
        </p:spPr>
      </p:pic>
      <p:sp>
        <p:nvSpPr>
          <p:cNvPr id="6" name="Action Button: Go Home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D659C46-4DC8-0C55-97B3-195B65A925C6}"/>
              </a:ext>
            </a:extLst>
          </p:cNvPr>
          <p:cNvSpPr/>
          <p:nvPr/>
        </p:nvSpPr>
        <p:spPr>
          <a:xfrm>
            <a:off x="11001375" y="571500"/>
            <a:ext cx="390525" cy="390525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2387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1D10-19C8-CFBC-FE87-DFBA24F4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ByteDance ODM Board Transportation</a:t>
            </a: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43C57C1F-33C0-4B92-ACFE-BC9421B84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18" y="1430697"/>
            <a:ext cx="10578364" cy="4970103"/>
          </a:xfrm>
          <a:prstGeom prst="rect">
            <a:avLst/>
          </a:prstGeom>
        </p:spPr>
      </p:pic>
      <p:sp>
        <p:nvSpPr>
          <p:cNvPr id="6" name="Action Button: Go Home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8902DC4-8DCB-5C4C-0FB6-5779B3416BDA}"/>
              </a:ext>
            </a:extLst>
          </p:cNvPr>
          <p:cNvSpPr/>
          <p:nvPr/>
        </p:nvSpPr>
        <p:spPr>
          <a:xfrm>
            <a:off x="11001375" y="571500"/>
            <a:ext cx="390525" cy="390525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3932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1D10-19C8-CFBC-FE87-DFBA24F4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IEIT Board Transportation</a:t>
            </a:r>
          </a:p>
        </p:txBody>
      </p:sp>
      <p:sp>
        <p:nvSpPr>
          <p:cNvPr id="6" name="Action Button: Go Hom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8902DC4-8DCB-5C4C-0FB6-5779B3416BDA}"/>
              </a:ext>
            </a:extLst>
          </p:cNvPr>
          <p:cNvSpPr/>
          <p:nvPr/>
        </p:nvSpPr>
        <p:spPr>
          <a:xfrm>
            <a:off x="11001375" y="571500"/>
            <a:ext cx="390525" cy="390525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000000-0008-0000-01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842" y="1303397"/>
            <a:ext cx="4756315" cy="499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6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1D10-19C8-CFBC-FE87-DFBA24F4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Quanta Board Transportation</a:t>
            </a:r>
          </a:p>
        </p:txBody>
      </p:sp>
      <p:sp>
        <p:nvSpPr>
          <p:cNvPr id="6" name="Action Button: Go Hom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8902DC4-8DCB-5C4C-0FB6-5779B3416BDA}"/>
              </a:ext>
            </a:extLst>
          </p:cNvPr>
          <p:cNvSpPr/>
          <p:nvPr/>
        </p:nvSpPr>
        <p:spPr>
          <a:xfrm>
            <a:off x="11001375" y="571500"/>
            <a:ext cx="390525" cy="390525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A7C4F-6697-6598-B993-C231B221B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285726" y="104641"/>
            <a:ext cx="5715798" cy="762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4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c4463d611c42fa325f5ca3c445a3aa7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a72e8be0cb631526d533f4f6f1b05f42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9D87801D-7E97-43BB-A1FA-2A575CE3F0DD}">
  <ds:schemaRefs>
    <ds:schemaRef ds:uri="5e37b643-6edd-4e99-882c-9f9c6c52fc16"/>
    <ds:schemaRef ds:uri="a7bc6c04-a6f3-4b85-abcc-278c78dc556b"/>
    <ds:schemaRef ds:uri="b0a3e817-7ff1-4682-9cdc-9e68f1944a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B8A99-8161-4D52-8DFD-478F5C1B3170}">
  <ds:schemaRefs>
    <ds:schemaRef ds:uri="http://schemas.microsoft.com/office/2006/documentManagement/types"/>
    <ds:schemaRef ds:uri="http://purl.org/dc/dcmitype/"/>
    <ds:schemaRef ds:uri="http://purl.org/dc/elements/1.1/"/>
    <ds:schemaRef ds:uri="a7bc6c04-a6f3-4b85-abcc-278c78dc556b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5e37b643-6edd-4e99-882c-9f9c6c52fc16"/>
    <ds:schemaRef ds:uri="b0a3e817-7ff1-4682-9cdc-9e68f1944ac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4093</Words>
  <Application>Microsoft Office PowerPoint</Application>
  <PresentationFormat>Widescreen</PresentationFormat>
  <Paragraphs>887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Wingdings</vt:lpstr>
      <vt:lpstr>21_BasicWhite</vt:lpstr>
      <vt:lpstr>2024 Oka Stream CRD Summary Report</vt:lpstr>
      <vt:lpstr>Objectives</vt:lpstr>
      <vt:lpstr>Highlights</vt:lpstr>
      <vt:lpstr>Solder Paste Print</vt:lpstr>
      <vt:lpstr>Solder Paste Printing (1 Of 4)</vt:lpstr>
      <vt:lpstr>Solder Paste Printing (2 Of 4)</vt:lpstr>
      <vt:lpstr>Solder Paste Printing (3 Of 4)</vt:lpstr>
      <vt:lpstr>Solder Paste Printing (4 Of 4)</vt:lpstr>
      <vt:lpstr>Pick and Placement (PnP) </vt:lpstr>
      <vt:lpstr>Pick and placement (1 Of 1)</vt:lpstr>
      <vt:lpstr>Reflow</vt:lpstr>
      <vt:lpstr>Reflow (1 Of 3)</vt:lpstr>
      <vt:lpstr>Reflow (2 Of 3)</vt:lpstr>
      <vt:lpstr>Reflow (3 Of 3)</vt:lpstr>
      <vt:lpstr>Rework and Others</vt:lpstr>
      <vt:lpstr>Rework and Others (1 Of 2)</vt:lpstr>
      <vt:lpstr>Rework and Others (2 Of 2)</vt:lpstr>
      <vt:lpstr>Automation</vt:lpstr>
      <vt:lpstr>Automation (1 Of 1)</vt:lpstr>
      <vt:lpstr>Assembly Process</vt:lpstr>
      <vt:lpstr>Assembly (1 Of 1)</vt:lpstr>
      <vt:lpstr>Others for System Integration</vt:lpstr>
      <vt:lpstr>Others for System Integration (1 Of 2)</vt:lpstr>
      <vt:lpstr>Others for System Integration (2 Of 2)</vt:lpstr>
      <vt:lpstr>Manufacturing Test Process</vt:lpstr>
      <vt:lpstr>Manufacturing Test Process (1 Of 1)</vt:lpstr>
      <vt:lpstr>Board Strain Monitoring</vt:lpstr>
      <vt:lpstr>Board Strain Monitoring (1 Of 3)</vt:lpstr>
      <vt:lpstr>Board Strain Monitoring (2 Of 3)</vt:lpstr>
      <vt:lpstr>Board Strain Monitoring (3 Of 3)</vt:lpstr>
      <vt:lpstr>Socket Land Pattern</vt:lpstr>
      <vt:lpstr>Socket Land Pattern(1 Of 1)</vt:lpstr>
      <vt:lpstr>Board Reference Design</vt:lpstr>
      <vt:lpstr>Board Reference Design(1 Of 1)</vt:lpstr>
      <vt:lpstr>PowerPoint Presentation</vt:lpstr>
      <vt:lpstr>Reflow Pallet</vt:lpstr>
      <vt:lpstr>GB5700</vt:lpstr>
      <vt:lpstr>ByteDance ODM Board Transportation</vt:lpstr>
      <vt:lpstr>IEIT Board Transportation</vt:lpstr>
      <vt:lpstr>Quanta Board Transportation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Yu, Harry</cp:lastModifiedBy>
  <cp:revision>1</cp:revision>
  <dcterms:modified xsi:type="dcterms:W3CDTF">2025-01-15T07:23:26Z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  <property fmtid="{D5CDD505-2E9C-101B-9397-08002B2CF9AE}" pid="9" name="MediaServiceImageTags">
    <vt:lpwstr/>
  </property>
</Properties>
</file>