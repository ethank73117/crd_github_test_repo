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charts/chart1.xml" ContentType="application/vnd.openxmlformats-officedocument.drawingml.char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14"/>
  </p:notesMasterIdLst>
  <p:handoutMasterIdLst>
    <p:handoutMasterId r:id="rId15"/>
  </p:handoutMasterIdLst>
  <p:sldIdLst>
    <p:sldId id="263" r:id="rId5"/>
    <p:sldId id="336" r:id="rId6"/>
    <p:sldId id="338" r:id="rId7"/>
    <p:sldId id="274" r:id="rId8"/>
    <p:sldId id="286" r:id="rId9"/>
    <p:sldId id="343" r:id="rId10"/>
    <p:sldId id="275" r:id="rId11"/>
    <p:sldId id="276" r:id="rId12"/>
    <p:sldId id="278" r:id="rId13"/>
  </p:sldIdLst>
  <p:sldSz cx="12192000" cy="6858000"/>
  <p:notesSz cx="6858000" cy="9144000"/>
  <p:defaultTex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1pPr>
    <a:lvl2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2pPr>
    <a:lvl3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3pPr>
    <a:lvl4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4pPr>
    <a:lvl5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5pPr>
    <a:lvl6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6pPr>
    <a:lvl7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7pPr>
    <a:lvl8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8pPr>
    <a:lvl9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032" userDrawn="1">
          <p15:clr>
            <a:srgbClr val="A4A3A4"/>
          </p15:clr>
        </p15:guide>
        <p15:guide id="2" pos="7392"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ewitt, Jesse" initials="DJ" lastIdx="2" clrIdx="0">
    <p:extLst>
      <p:ext uri="{19B8F6BF-5375-455C-9EA6-DF929625EA0E}">
        <p15:presenceInfo xmlns:p15="http://schemas.microsoft.com/office/powerpoint/2012/main" userId="S::jesse.dewitt@intel.com::1fbf07d7-057c-4b54-9be6-a530430e395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C7FD"/>
    <a:srgbClr val="2872C5"/>
    <a:srgbClr val="525252"/>
    <a:srgbClr val="FFFFFF"/>
    <a:srgbClr val="0068B5"/>
    <a:srgbClr val="004A86"/>
    <a:srgbClr val="FC64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538" autoAdjust="0"/>
    <p:restoredTop sz="92460" autoAdjust="0"/>
  </p:normalViewPr>
  <p:slideViewPr>
    <p:cSldViewPr snapToGrid="0" snapToObjects="1">
      <p:cViewPr varScale="1">
        <p:scale>
          <a:sx n="75" d="100"/>
          <a:sy n="75" d="100"/>
        </p:scale>
        <p:origin x="1411" y="58"/>
      </p:cViewPr>
      <p:guideLst>
        <p:guide orient="horz" pos="4032"/>
        <p:guide pos="7392"/>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24360"/>
    </p:cViewPr>
  </p:sorterViewPr>
  <p:notesViewPr>
    <p:cSldViewPr snapToGrid="0" snapToObjects="1">
      <p:cViewPr varScale="1">
        <p:scale>
          <a:sx n="59" d="100"/>
          <a:sy n="59" d="100"/>
        </p:scale>
        <p:origin x="1603"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0000000000000001E-3"/>
          <c:y val="5.0000000000000001E-3"/>
          <c:w val="0.99"/>
          <c:h val="0.85003499999999999"/>
        </c:manualLayout>
      </c:layout>
      <c:pieChart>
        <c:varyColors val="0"/>
        <c:dLbls>
          <c:showLegendKey val="0"/>
          <c:showVal val="0"/>
          <c:showCatName val="0"/>
          <c:showSerName val="0"/>
          <c:showPercent val="0"/>
          <c:showBubbleSize val="0"/>
          <c:showLeaderLines val="0"/>
        </c:dLbls>
        <c:firstSliceAng val="0"/>
      </c:pieChart>
      <c:spPr>
        <a:noFill/>
        <a:ln w="12700" cap="flat">
          <a:noFill/>
          <a:miter lim="400000"/>
        </a:ln>
        <a:effectLst/>
      </c:spPr>
    </c:plotArea>
    <c:legend>
      <c:legendPos val="b"/>
      <c:layout>
        <c:manualLayout>
          <c:xMode val="edge"/>
          <c:yMode val="edge"/>
          <c:x val="4.1227E-2"/>
          <c:y val="0.95121999999999995"/>
          <c:w val="0.91754599999999997"/>
          <c:h val="4.8779599999999999E-2"/>
        </c:manualLayout>
      </c:layout>
      <c:overlay val="1"/>
      <c:spPr>
        <a:noFill/>
        <a:ln w="12700" cap="flat">
          <a:noFill/>
          <a:miter lim="400000"/>
        </a:ln>
        <a:effectLst/>
      </c:spPr>
      <c:txPr>
        <a:bodyPr rot="0"/>
        <a:lstStyle/>
        <a:p>
          <a:pPr>
            <a:defRPr sz="1800" b="0" i="0" u="none" strike="noStrike">
              <a:solidFill>
                <a:srgbClr val="000000"/>
              </a:solidFill>
              <a:latin typeface="Intel Clear"/>
            </a:defRPr>
          </a:pPr>
          <a:endParaRPr lang="en-US"/>
        </a:p>
      </c:txPr>
    </c:legend>
    <c:plotVisOnly val="1"/>
    <c:dispBlanksAs val="gap"/>
    <c:showDLblsOverMax val="1"/>
  </c:chart>
  <c:spPr>
    <a:noFill/>
    <a:ln>
      <a:noFill/>
    </a:ln>
    <a:effectLst/>
  </c:sp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3A553E8-0470-1349-956C-3CB18694582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A67CBD2-00E1-E94C-B4F0-37C39C209DC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10B726A-C477-6444-83BF-F1538D69AD12}" type="datetimeFigureOut">
              <a:rPr lang="en-US" smtClean="0"/>
              <a:t>11/30/2020</a:t>
            </a:fld>
            <a:endParaRPr lang="en-US"/>
          </a:p>
        </p:txBody>
      </p:sp>
      <p:sp>
        <p:nvSpPr>
          <p:cNvPr id="4" name="Footer Placeholder 3">
            <a:extLst>
              <a:ext uri="{FF2B5EF4-FFF2-40B4-BE49-F238E27FC236}">
                <a16:creationId xmlns:a16="http://schemas.microsoft.com/office/drawing/2014/main" id="{447C31E5-3BC8-F849-AC60-6FCBD80D554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101290B-DD02-C147-B1CC-37C02F331DB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DDCDB93-7126-8142-8B95-E87AEC48376D}" type="slidenum">
              <a:rPr lang="en-US" smtClean="0"/>
              <a:t>‹#›</a:t>
            </a:fld>
            <a:endParaRPr lang="en-US"/>
          </a:p>
        </p:txBody>
      </p:sp>
    </p:spTree>
    <p:extLst>
      <p:ext uri="{BB962C8B-B14F-4D97-AF65-F5344CB8AC3E}">
        <p14:creationId xmlns:p14="http://schemas.microsoft.com/office/powerpoint/2010/main" val="205622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55" name="Shape 1055"/>
          <p:cNvSpPr>
            <a:spLocks noGrp="1" noRot="1" noChangeAspect="1"/>
          </p:cNvSpPr>
          <p:nvPr>
            <p:ph type="sldImg"/>
          </p:nvPr>
        </p:nvSpPr>
        <p:spPr>
          <a:xfrm>
            <a:off x="381000" y="685800"/>
            <a:ext cx="6096000" cy="3429000"/>
          </a:xfrm>
          <a:prstGeom prst="rect">
            <a:avLst/>
          </a:prstGeom>
        </p:spPr>
        <p:txBody>
          <a:bodyPr/>
          <a:lstStyle/>
          <a:p>
            <a:endParaRPr/>
          </a:p>
        </p:txBody>
      </p:sp>
      <p:sp>
        <p:nvSpPr>
          <p:cNvPr id="1056" name="Shape 1056"/>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228600" latinLnBrk="0">
      <a:lnSpc>
        <a:spcPct val="117999"/>
      </a:lnSpc>
      <a:defRPr sz="1100">
        <a:latin typeface="+mn-lt"/>
        <a:ea typeface="+mn-ea"/>
        <a:cs typeface="+mn-cs"/>
        <a:sym typeface="Helvetica Neue"/>
      </a:defRPr>
    </a:lvl1pPr>
    <a:lvl2pPr indent="114300" defTabSz="228600" latinLnBrk="0">
      <a:lnSpc>
        <a:spcPct val="117999"/>
      </a:lnSpc>
      <a:defRPr sz="1100">
        <a:latin typeface="+mn-lt"/>
        <a:ea typeface="+mn-ea"/>
        <a:cs typeface="+mn-cs"/>
        <a:sym typeface="Helvetica Neue"/>
      </a:defRPr>
    </a:lvl2pPr>
    <a:lvl3pPr indent="228600" defTabSz="228600" latinLnBrk="0">
      <a:lnSpc>
        <a:spcPct val="117999"/>
      </a:lnSpc>
      <a:defRPr sz="1100">
        <a:latin typeface="+mn-lt"/>
        <a:ea typeface="+mn-ea"/>
        <a:cs typeface="+mn-cs"/>
        <a:sym typeface="Helvetica Neue"/>
      </a:defRPr>
    </a:lvl3pPr>
    <a:lvl4pPr indent="342900" defTabSz="228600" latinLnBrk="0">
      <a:lnSpc>
        <a:spcPct val="117999"/>
      </a:lnSpc>
      <a:defRPr sz="1100">
        <a:latin typeface="+mn-lt"/>
        <a:ea typeface="+mn-ea"/>
        <a:cs typeface="+mn-cs"/>
        <a:sym typeface="Helvetica Neue"/>
      </a:defRPr>
    </a:lvl4pPr>
    <a:lvl5pPr indent="457200" defTabSz="228600" latinLnBrk="0">
      <a:lnSpc>
        <a:spcPct val="117999"/>
      </a:lnSpc>
      <a:defRPr sz="1100">
        <a:latin typeface="+mn-lt"/>
        <a:ea typeface="+mn-ea"/>
        <a:cs typeface="+mn-cs"/>
        <a:sym typeface="Helvetica Neue"/>
      </a:defRPr>
    </a:lvl5pPr>
    <a:lvl6pPr indent="571500" defTabSz="228600" latinLnBrk="0">
      <a:lnSpc>
        <a:spcPct val="117999"/>
      </a:lnSpc>
      <a:defRPr sz="1100">
        <a:latin typeface="+mn-lt"/>
        <a:ea typeface="+mn-ea"/>
        <a:cs typeface="+mn-cs"/>
        <a:sym typeface="Helvetica Neue"/>
      </a:defRPr>
    </a:lvl6pPr>
    <a:lvl7pPr indent="685800" defTabSz="228600" latinLnBrk="0">
      <a:lnSpc>
        <a:spcPct val="117999"/>
      </a:lnSpc>
      <a:defRPr sz="1100">
        <a:latin typeface="+mn-lt"/>
        <a:ea typeface="+mn-ea"/>
        <a:cs typeface="+mn-cs"/>
        <a:sym typeface="Helvetica Neue"/>
      </a:defRPr>
    </a:lvl7pPr>
    <a:lvl8pPr indent="800100" defTabSz="228600" latinLnBrk="0">
      <a:lnSpc>
        <a:spcPct val="117999"/>
      </a:lnSpc>
      <a:defRPr sz="1100">
        <a:latin typeface="+mn-lt"/>
        <a:ea typeface="+mn-ea"/>
        <a:cs typeface="+mn-cs"/>
        <a:sym typeface="Helvetica Neue"/>
      </a:defRPr>
    </a:lvl8pPr>
    <a:lvl9pPr indent="914400" defTabSz="228600" latinLnBrk="0">
      <a:lnSpc>
        <a:spcPct val="117999"/>
      </a:lnSpc>
      <a:defRPr sz="11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0536545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AP platform, 12 socket server</a:t>
            </a:r>
          </a:p>
          <a:p>
            <a:r>
              <a:rPr lang="en-US" dirty="0"/>
              <a:t>Limited</a:t>
            </a:r>
          </a:p>
        </p:txBody>
      </p:sp>
    </p:spTree>
    <p:extLst>
      <p:ext uri="{BB962C8B-B14F-4D97-AF65-F5344CB8AC3E}">
        <p14:creationId xmlns:p14="http://schemas.microsoft.com/office/powerpoint/2010/main" val="20229148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228600" rtl="0" eaLnBrk="1" fontAlgn="auto" latinLnBrk="0" hangingPunct="1">
              <a:lnSpc>
                <a:spcPct val="117999"/>
              </a:lnSpc>
              <a:spcBef>
                <a:spcPts val="0"/>
              </a:spcBef>
              <a:spcAft>
                <a:spcPts val="0"/>
              </a:spcAft>
              <a:buClrTx/>
              <a:buSzTx/>
              <a:buFontTx/>
              <a:buNone/>
              <a:tabLst/>
              <a:defRPr/>
            </a:pPr>
            <a:r>
              <a:rPr lang="en-US" sz="1100" dirty="0">
                <a:solidFill>
                  <a:schemeClr val="tx1"/>
                </a:solidFill>
              </a:rPr>
              <a:t>*Intel recommends to use Summit LXI for Socket E due to rework challenge </a:t>
            </a:r>
          </a:p>
          <a:p>
            <a:pPr marL="0" marR="0" lvl="0" indent="0" algn="l" defTabSz="228600" rtl="0" eaLnBrk="1" fontAlgn="auto" latinLnBrk="0" hangingPunct="1">
              <a:lnSpc>
                <a:spcPct val="117999"/>
              </a:lnSpc>
              <a:spcBef>
                <a:spcPts val="0"/>
              </a:spcBef>
              <a:spcAft>
                <a:spcPts val="0"/>
              </a:spcAft>
              <a:buClrTx/>
              <a:buSzTx/>
              <a:buFontTx/>
              <a:buNone/>
              <a:tabLst/>
              <a:defRPr/>
            </a:pPr>
            <a:r>
              <a:rPr lang="en-US" sz="1100" dirty="0">
                <a:solidFill>
                  <a:schemeClr val="tx1"/>
                </a:solidFill>
              </a:rPr>
              <a:t>Intel would like to understand what financial impacts might be incurred if additional updates are required for handling future products</a:t>
            </a:r>
          </a:p>
        </p:txBody>
      </p:sp>
    </p:spTree>
    <p:extLst>
      <p:ext uri="{BB962C8B-B14F-4D97-AF65-F5344CB8AC3E}">
        <p14:creationId xmlns:p14="http://schemas.microsoft.com/office/powerpoint/2010/main" val="35533775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228600" eaLnBrk="1" fontAlgn="auto" latinLnBrk="0" hangingPunct="1">
              <a:lnSpc>
                <a:spcPct val="117999"/>
              </a:lnSpc>
              <a:spcBef>
                <a:spcPts val="0"/>
              </a:spcBef>
              <a:spcAft>
                <a:spcPts val="0"/>
              </a:spcAft>
              <a:buClrTx/>
              <a:buSzTx/>
              <a:buFontTx/>
              <a:buNone/>
              <a:tabLst/>
              <a:defRPr/>
            </a:pPr>
            <a:r>
              <a:rPr lang="en-US" i="0" dirty="0"/>
              <a:t>Speak to MV proposal if customer would like to perform with Intel</a:t>
            </a:r>
          </a:p>
          <a:p>
            <a:pPr marL="0" marR="0" lvl="0" indent="0" defTabSz="228600" eaLnBrk="1" fontAlgn="auto" latinLnBrk="0" hangingPunct="1">
              <a:lnSpc>
                <a:spcPct val="117999"/>
              </a:lnSpc>
              <a:spcBef>
                <a:spcPts val="0"/>
              </a:spcBef>
              <a:spcAft>
                <a:spcPts val="0"/>
              </a:spcAft>
              <a:buClrTx/>
              <a:buSzTx/>
              <a:buFontTx/>
              <a:buNone/>
              <a:tabLst/>
              <a:defRPr/>
            </a:pPr>
            <a:endParaRPr lang="en-US" i="1" dirty="0"/>
          </a:p>
          <a:p>
            <a:pPr marL="0" marR="0" lvl="0" indent="0" defTabSz="228600" eaLnBrk="1" fontAlgn="auto" latinLnBrk="0" hangingPunct="1">
              <a:lnSpc>
                <a:spcPct val="117999"/>
              </a:lnSpc>
              <a:spcBef>
                <a:spcPts val="0"/>
              </a:spcBef>
              <a:spcAft>
                <a:spcPts val="0"/>
              </a:spcAft>
              <a:buClrTx/>
              <a:buSzTx/>
              <a:buFontTx/>
              <a:buNone/>
              <a:tabLst/>
              <a:defRPr/>
            </a:pPr>
            <a:r>
              <a:rPr lang="en-US" i="1" dirty="0"/>
              <a:t>If ODM does not have the equipment currently for Socket E/BR</a:t>
            </a:r>
          </a:p>
          <a:p>
            <a:pPr marL="0" marR="0" lvl="0" indent="0" defTabSz="228600" eaLnBrk="1" fontAlgn="auto" latinLnBrk="0" hangingPunct="1">
              <a:lnSpc>
                <a:spcPct val="117999"/>
              </a:lnSpc>
              <a:spcBef>
                <a:spcPts val="0"/>
              </a:spcBef>
              <a:spcAft>
                <a:spcPts val="0"/>
              </a:spcAft>
              <a:buClrTx/>
              <a:buSzTx/>
              <a:buFontTx/>
              <a:buNone/>
              <a:tabLst/>
              <a:defRPr/>
            </a:pPr>
            <a:r>
              <a:rPr lang="en-US" sz="1100" dirty="0">
                <a:solidFill>
                  <a:schemeClr val="tx1"/>
                </a:solidFill>
              </a:rPr>
              <a:t>Any help needed with choosing the correct equipment/tools?</a:t>
            </a:r>
          </a:p>
          <a:p>
            <a:pPr marL="0" marR="0" lvl="0" indent="0" defTabSz="228600" eaLnBrk="1" fontAlgn="auto" latinLnBrk="0" hangingPunct="1">
              <a:lnSpc>
                <a:spcPct val="117999"/>
              </a:lnSpc>
              <a:spcBef>
                <a:spcPts val="0"/>
              </a:spcBef>
              <a:spcAft>
                <a:spcPts val="0"/>
              </a:spcAft>
              <a:buClrTx/>
              <a:buSzTx/>
              <a:buFontTx/>
              <a:buNone/>
              <a:tabLst/>
              <a:defRPr/>
            </a:pPr>
            <a:endParaRPr lang="en-US" sz="1100" dirty="0">
              <a:solidFill>
                <a:schemeClr val="tx1"/>
              </a:solidFill>
            </a:endParaRPr>
          </a:p>
          <a:p>
            <a:pPr marL="0" marR="0" lvl="0" indent="0" defTabSz="228600" eaLnBrk="1" fontAlgn="auto" latinLnBrk="0" hangingPunct="1">
              <a:lnSpc>
                <a:spcPct val="117999"/>
              </a:lnSpc>
              <a:spcBef>
                <a:spcPts val="0"/>
              </a:spcBef>
              <a:spcAft>
                <a:spcPts val="0"/>
              </a:spcAft>
              <a:buClrTx/>
              <a:buSzTx/>
              <a:buFontTx/>
              <a:buNone/>
              <a:tabLst/>
              <a:defRPr/>
            </a:pPr>
            <a:endParaRPr lang="en-US" i="1" dirty="0"/>
          </a:p>
        </p:txBody>
      </p:sp>
    </p:spTree>
    <p:extLst>
      <p:ext uri="{BB962C8B-B14F-4D97-AF65-F5344CB8AC3E}">
        <p14:creationId xmlns:p14="http://schemas.microsoft.com/office/powerpoint/2010/main" val="7277938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dirty="0"/>
          </a:p>
        </p:txBody>
      </p:sp>
    </p:spTree>
    <p:extLst>
      <p:ext uri="{BB962C8B-B14F-4D97-AF65-F5344CB8AC3E}">
        <p14:creationId xmlns:p14="http://schemas.microsoft.com/office/powerpoint/2010/main" val="20697160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extLst>
      <p:ext uri="{BB962C8B-B14F-4D97-AF65-F5344CB8AC3E}">
        <p14:creationId xmlns:p14="http://schemas.microsoft.com/office/powerpoint/2010/main" val="24078019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Blue A">
    <p:bg>
      <p:bgPr>
        <a:solidFill>
          <a:srgbClr val="184A86"/>
        </a:solidFill>
        <a:effectLst/>
      </p:bgPr>
    </p:bg>
    <p:spTree>
      <p:nvGrpSpPr>
        <p:cNvPr id="1" name=""/>
        <p:cNvGrpSpPr/>
        <p:nvPr/>
      </p:nvGrpSpPr>
      <p:grpSpPr>
        <a:xfrm>
          <a:off x="0" y="0"/>
          <a:ext cx="0" cy="0"/>
          <a:chOff x="0" y="0"/>
          <a:chExt cx="0" cy="0"/>
        </a:xfrm>
      </p:grpSpPr>
      <p:sp>
        <p:nvSpPr>
          <p:cNvPr id="74" name="Rectangle"/>
          <p:cNvSpPr/>
          <p:nvPr/>
        </p:nvSpPr>
        <p:spPr>
          <a:xfrm>
            <a:off x="1469360" y="0"/>
            <a:ext cx="3430768" cy="53931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0" name="Square"/>
          <p:cNvSpPr/>
          <p:nvPr/>
        </p:nvSpPr>
        <p:spPr>
          <a:xfrm>
            <a:off x="861107" y="5390896"/>
            <a:ext cx="607299" cy="607299"/>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81" name="Rectangle"/>
          <p:cNvSpPr/>
          <p:nvPr/>
        </p:nvSpPr>
        <p:spPr>
          <a:xfrm>
            <a:off x="576067" y="5108797"/>
            <a:ext cx="286654" cy="282073"/>
          </a:xfrm>
          <a:prstGeom prst="rect">
            <a:avLst/>
          </a:prstGeom>
          <a:solidFill>
            <a:srgbClr val="00C7FD"/>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82" name="Square"/>
          <p:cNvSpPr/>
          <p:nvPr/>
        </p:nvSpPr>
        <p:spPr>
          <a:xfrm>
            <a:off x="861107" y="4952474"/>
            <a:ext cx="157461" cy="1574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31" name="Title Text">
            <a:extLst>
              <a:ext uri="{FF2B5EF4-FFF2-40B4-BE49-F238E27FC236}">
                <a16:creationId xmlns:a16="http://schemas.microsoft.com/office/drawing/2014/main" id="{89FD31ED-4225-F549-987B-028F84979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7500">
                <a:solidFill>
                  <a:schemeClr val="bg1"/>
                </a:solidFill>
              </a:defRPr>
            </a:lvl1pPr>
          </a:lstStyle>
          <a:p>
            <a:r>
              <a:rPr lang="en-US"/>
              <a:t>75 </a:t>
            </a:r>
            <a:r>
              <a:rPr lang="en-US" err="1"/>
              <a:t>pt</a:t>
            </a:r>
            <a:r>
              <a:rPr lang="en-US"/>
              <a:t> Intel Clear Light</a:t>
            </a:r>
            <a:endParaRPr/>
          </a:p>
        </p:txBody>
      </p:sp>
      <p:sp>
        <p:nvSpPr>
          <p:cNvPr id="17" name="Text Placeholder 2">
            <a:extLst>
              <a:ext uri="{FF2B5EF4-FFF2-40B4-BE49-F238E27FC236}">
                <a16:creationId xmlns:a16="http://schemas.microsoft.com/office/drawing/2014/main" id="{75379059-B28C-483A-9CD1-B3EB81874AEC}"/>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rgbClr val="00C7FD"/>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18" name="Text Placeholder 6">
            <a:extLst>
              <a:ext uri="{FF2B5EF4-FFF2-40B4-BE49-F238E27FC236}">
                <a16:creationId xmlns:a16="http://schemas.microsoft.com/office/drawing/2014/main" id="{BEFC1083-9176-4B55-B8AB-9F31A213ED26}"/>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grpSp>
        <p:nvGrpSpPr>
          <p:cNvPr id="9" name="Group 8">
            <a:extLst>
              <a:ext uri="{FF2B5EF4-FFF2-40B4-BE49-F238E27FC236}">
                <a16:creationId xmlns:a16="http://schemas.microsoft.com/office/drawing/2014/main" id="{698DF977-78B3-4C00-9E43-1223CD667932}"/>
              </a:ext>
            </a:extLst>
          </p:cNvPr>
          <p:cNvGrpSpPr/>
          <p:nvPr userDrawn="1"/>
        </p:nvGrpSpPr>
        <p:grpSpPr>
          <a:xfrm>
            <a:off x="1468406" y="5995719"/>
            <a:ext cx="1059754" cy="396801"/>
            <a:chOff x="1314450" y="6391094"/>
            <a:chExt cx="1123377" cy="420623"/>
          </a:xfrm>
        </p:grpSpPr>
        <p:sp>
          <p:nvSpPr>
            <p:cNvPr id="5" name="Freeform: Shape 4">
              <a:extLst>
                <a:ext uri="{FF2B5EF4-FFF2-40B4-BE49-F238E27FC236}">
                  <a16:creationId xmlns:a16="http://schemas.microsoft.com/office/drawing/2014/main" id="{78F73C8D-05B1-4270-85FA-B1FD37A25A06}"/>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a:p>
          </p:txBody>
        </p:sp>
        <p:sp>
          <p:nvSpPr>
            <p:cNvPr id="6" name="Freeform: Shape 5">
              <a:extLst>
                <a:ext uri="{FF2B5EF4-FFF2-40B4-BE49-F238E27FC236}">
                  <a16:creationId xmlns:a16="http://schemas.microsoft.com/office/drawing/2014/main" id="{FC6580CA-6E37-4F04-8FAD-D6491FEE8CE6}"/>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1C614C49-972F-498A-9654-844CECF9AF64}"/>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922EBBE0-933B-4A65-BAAC-DC5972E3F9A4}"/>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6796845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Blue B">
    <p:bg>
      <p:bgPr>
        <a:solidFill>
          <a:srgbClr val="184A86"/>
        </a:solidFill>
        <a:effectLst/>
      </p:bgPr>
    </p:bg>
    <p:spTree>
      <p:nvGrpSpPr>
        <p:cNvPr id="1" name=""/>
        <p:cNvGrpSpPr/>
        <p:nvPr/>
      </p:nvGrpSpPr>
      <p:grpSpPr>
        <a:xfrm>
          <a:off x="0" y="0"/>
          <a:ext cx="0" cy="0"/>
          <a:chOff x="0" y="0"/>
          <a:chExt cx="0" cy="0"/>
        </a:xfrm>
      </p:grpSpPr>
      <p:sp>
        <p:nvSpPr>
          <p:cNvPr id="74" name="Rectangle"/>
          <p:cNvSpPr/>
          <p:nvPr/>
        </p:nvSpPr>
        <p:spPr>
          <a:xfrm>
            <a:off x="1469360" y="0"/>
            <a:ext cx="3430768" cy="53931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6" name="Text Placeholder 2">
            <a:extLst>
              <a:ext uri="{FF2B5EF4-FFF2-40B4-BE49-F238E27FC236}">
                <a16:creationId xmlns:a16="http://schemas.microsoft.com/office/drawing/2014/main" id="{6E706504-BEDA-1441-8BC1-243269FBBCB8}"/>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rgbClr val="00C7FD"/>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31" name="Title Text">
            <a:extLst>
              <a:ext uri="{FF2B5EF4-FFF2-40B4-BE49-F238E27FC236}">
                <a16:creationId xmlns:a16="http://schemas.microsoft.com/office/drawing/2014/main" id="{89FD31ED-4225-F549-987B-028F84979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7500">
                <a:solidFill>
                  <a:schemeClr val="bg1"/>
                </a:solidFill>
              </a:defRPr>
            </a:lvl1pPr>
          </a:lstStyle>
          <a:p>
            <a:r>
              <a:rPr lang="en-US"/>
              <a:t>75 </a:t>
            </a:r>
            <a:r>
              <a:rPr lang="en-US" err="1"/>
              <a:t>pt</a:t>
            </a:r>
            <a:r>
              <a:rPr lang="en-US"/>
              <a:t> Intel Clear Light</a:t>
            </a:r>
            <a:endParaRPr/>
          </a:p>
        </p:txBody>
      </p:sp>
      <p:sp>
        <p:nvSpPr>
          <p:cNvPr id="21" name="Text Placeholder 6">
            <a:extLst>
              <a:ext uri="{FF2B5EF4-FFF2-40B4-BE49-F238E27FC236}">
                <a16:creationId xmlns:a16="http://schemas.microsoft.com/office/drawing/2014/main" id="{71E0DDC0-B435-4D0B-837E-0E27121099BC}"/>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sp>
        <p:nvSpPr>
          <p:cNvPr id="10" name="Square">
            <a:extLst>
              <a:ext uri="{FF2B5EF4-FFF2-40B4-BE49-F238E27FC236}">
                <a16:creationId xmlns:a16="http://schemas.microsoft.com/office/drawing/2014/main" id="{5F1BD0FC-D3B7-4D2E-989A-64ED187DAF99}"/>
              </a:ext>
            </a:extLst>
          </p:cNvPr>
          <p:cNvSpPr/>
          <p:nvPr userDrawn="1"/>
        </p:nvSpPr>
        <p:spPr>
          <a:xfrm>
            <a:off x="861107" y="5390896"/>
            <a:ext cx="607299" cy="607299"/>
          </a:xfrm>
          <a:prstGeom prst="rect">
            <a:avLst/>
          </a:prstGeom>
          <a:solidFill>
            <a:schemeClr val="accent4"/>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1" name="Rectangle">
            <a:extLst>
              <a:ext uri="{FF2B5EF4-FFF2-40B4-BE49-F238E27FC236}">
                <a16:creationId xmlns:a16="http://schemas.microsoft.com/office/drawing/2014/main" id="{3D2DE0DF-793A-4E90-BB4C-004CD646F4EF}"/>
              </a:ext>
            </a:extLst>
          </p:cNvPr>
          <p:cNvSpPr/>
          <p:nvPr userDrawn="1"/>
        </p:nvSpPr>
        <p:spPr>
          <a:xfrm>
            <a:off x="576067" y="5108797"/>
            <a:ext cx="286654" cy="282073"/>
          </a:xfrm>
          <a:prstGeom prst="rect">
            <a:avLst/>
          </a:prstGeom>
          <a:solidFill>
            <a:schemeClr val="accent3"/>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C39C59F8-1EBA-44B6-940C-E67247F76722}"/>
              </a:ext>
            </a:extLst>
          </p:cNvPr>
          <p:cNvSpPr/>
          <p:nvPr userDrawn="1"/>
        </p:nvSpPr>
        <p:spPr>
          <a:xfrm>
            <a:off x="861107" y="4952474"/>
            <a:ext cx="157461" cy="157461"/>
          </a:xfrm>
          <a:prstGeom prst="rect">
            <a:avLst/>
          </a:prstGeom>
          <a:solidFill>
            <a:schemeClr val="accent4"/>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grpSp>
        <p:nvGrpSpPr>
          <p:cNvPr id="14" name="Group 13">
            <a:extLst>
              <a:ext uri="{FF2B5EF4-FFF2-40B4-BE49-F238E27FC236}">
                <a16:creationId xmlns:a16="http://schemas.microsoft.com/office/drawing/2014/main" id="{25251DAF-788D-46D0-84B3-34DFEE6262F3}"/>
              </a:ext>
            </a:extLst>
          </p:cNvPr>
          <p:cNvGrpSpPr/>
          <p:nvPr userDrawn="1"/>
        </p:nvGrpSpPr>
        <p:grpSpPr>
          <a:xfrm>
            <a:off x="1468406" y="5995719"/>
            <a:ext cx="1059754" cy="396801"/>
            <a:chOff x="1314450" y="6391094"/>
            <a:chExt cx="1123377" cy="420623"/>
          </a:xfrm>
        </p:grpSpPr>
        <p:sp>
          <p:nvSpPr>
            <p:cNvPr id="15" name="Freeform: Shape 14">
              <a:extLst>
                <a:ext uri="{FF2B5EF4-FFF2-40B4-BE49-F238E27FC236}">
                  <a16:creationId xmlns:a16="http://schemas.microsoft.com/office/drawing/2014/main" id="{A050DF4B-855E-41F4-9B0B-9B0BA01FB4FE}"/>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D5E76890-19E8-4E79-B88A-5E246700E0DB}"/>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1094D935-4B06-467E-ACD3-E78CD1B86EE3}"/>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C3E1BDA4-68F2-4FA3-BD91-CBC85BF15A79}"/>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885001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White">
    <p:spTree>
      <p:nvGrpSpPr>
        <p:cNvPr id="1" name=""/>
        <p:cNvGrpSpPr/>
        <p:nvPr/>
      </p:nvGrpSpPr>
      <p:grpSpPr>
        <a:xfrm>
          <a:off x="0" y="0"/>
          <a:ext cx="0" cy="0"/>
          <a:chOff x="0" y="0"/>
          <a:chExt cx="0" cy="0"/>
        </a:xfrm>
      </p:grpSpPr>
      <p:sp>
        <p:nvSpPr>
          <p:cNvPr id="137" name="Rectangle"/>
          <p:cNvSpPr/>
          <p:nvPr/>
        </p:nvSpPr>
        <p:spPr>
          <a:xfrm>
            <a:off x="1466513" y="-28456"/>
            <a:ext cx="3430768" cy="5421617"/>
          </a:xfrm>
          <a:prstGeom prst="rect">
            <a:avLst/>
          </a:prstGeom>
          <a:solidFill>
            <a:srgbClr val="E7E7E7">
              <a:alpha val="39000"/>
            </a:srgbClr>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22" name="Title Text">
            <a:extLst>
              <a:ext uri="{FF2B5EF4-FFF2-40B4-BE49-F238E27FC236}">
                <a16:creationId xmlns:a16="http://schemas.microsoft.com/office/drawing/2014/main" id="{82EC668F-6093-6548-B182-47568630A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7500">
                <a:solidFill>
                  <a:srgbClr val="525252"/>
                </a:solidFill>
              </a:defRPr>
            </a:lvl1pPr>
          </a:lstStyle>
          <a:p>
            <a:r>
              <a:rPr lang="en-US"/>
              <a:t>75 </a:t>
            </a:r>
            <a:r>
              <a:rPr lang="en-US" err="1"/>
              <a:t>pt</a:t>
            </a:r>
            <a:r>
              <a:rPr lang="en-US"/>
              <a:t> Intel Clear</a:t>
            </a:r>
            <a:endParaRPr/>
          </a:p>
        </p:txBody>
      </p:sp>
      <p:sp>
        <p:nvSpPr>
          <p:cNvPr id="15" name="Text Placeholder 2">
            <a:extLst>
              <a:ext uri="{FF2B5EF4-FFF2-40B4-BE49-F238E27FC236}">
                <a16:creationId xmlns:a16="http://schemas.microsoft.com/office/drawing/2014/main" id="{F87CC838-4D6E-4C99-A3F1-81F2913C62B3}"/>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chemeClr val="accent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18" name="Text Placeholder 6">
            <a:extLst>
              <a:ext uri="{FF2B5EF4-FFF2-40B4-BE49-F238E27FC236}">
                <a16:creationId xmlns:a16="http://schemas.microsoft.com/office/drawing/2014/main" id="{00C3E650-A810-40D9-81A8-D3E73C9326E4}"/>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2"/>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sp>
        <p:nvSpPr>
          <p:cNvPr id="10" name="Square">
            <a:extLst>
              <a:ext uri="{FF2B5EF4-FFF2-40B4-BE49-F238E27FC236}">
                <a16:creationId xmlns:a16="http://schemas.microsoft.com/office/drawing/2014/main" id="{99F366F8-DC49-4E0B-B131-1FB92CC518E3}"/>
              </a:ext>
            </a:extLst>
          </p:cNvPr>
          <p:cNvSpPr/>
          <p:nvPr userDrawn="1"/>
        </p:nvSpPr>
        <p:spPr>
          <a:xfrm>
            <a:off x="861107" y="5390896"/>
            <a:ext cx="607299" cy="607299"/>
          </a:xfrm>
          <a:prstGeom prst="rect">
            <a:avLst/>
          </a:prstGeom>
          <a:solidFill>
            <a:srgbClr val="2872C5"/>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1" name="Rectangle">
            <a:extLst>
              <a:ext uri="{FF2B5EF4-FFF2-40B4-BE49-F238E27FC236}">
                <a16:creationId xmlns:a16="http://schemas.microsoft.com/office/drawing/2014/main" id="{10443275-64C7-4249-92B8-990C3BB41279}"/>
              </a:ext>
            </a:extLst>
          </p:cNvPr>
          <p:cNvSpPr/>
          <p:nvPr userDrawn="1"/>
        </p:nvSpPr>
        <p:spPr>
          <a:xfrm>
            <a:off x="576067" y="5108797"/>
            <a:ext cx="286654" cy="282073"/>
          </a:xfrm>
          <a:prstGeom prst="rect">
            <a:avLst/>
          </a:prstGeom>
          <a:solidFill>
            <a:srgbClr val="00C7FD"/>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85908D9A-1608-44B4-A0A3-FC9E665728CA}"/>
              </a:ext>
            </a:extLst>
          </p:cNvPr>
          <p:cNvSpPr/>
          <p:nvPr userDrawn="1"/>
        </p:nvSpPr>
        <p:spPr>
          <a:xfrm>
            <a:off x="861107" y="4952474"/>
            <a:ext cx="157461" cy="157461"/>
          </a:xfrm>
          <a:prstGeom prst="rect">
            <a:avLst/>
          </a:prstGeom>
          <a:solidFill>
            <a:srgbClr val="2872C5"/>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3" name="Graphic 2">
            <a:extLst>
              <a:ext uri="{FF2B5EF4-FFF2-40B4-BE49-F238E27FC236}">
                <a16:creationId xmlns:a16="http://schemas.microsoft.com/office/drawing/2014/main" id="{2952F383-4862-4271-B541-5612120030D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66513" y="5992753"/>
            <a:ext cx="1031758" cy="384723"/>
          </a:xfrm>
          <a:prstGeom prst="rect">
            <a:avLst/>
          </a:prstGeom>
        </p:spPr>
      </p:pic>
    </p:spTree>
    <p:extLst>
      <p:ext uri="{BB962C8B-B14F-4D97-AF65-F5344CB8AC3E}">
        <p14:creationId xmlns:p14="http://schemas.microsoft.com/office/powerpoint/2010/main" val="3672375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Tree>
    <p:extLst>
      <p:ext uri="{BB962C8B-B14F-4D97-AF65-F5344CB8AC3E}">
        <p14:creationId xmlns:p14="http://schemas.microsoft.com/office/powerpoint/2010/main" val="25547957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mp; Content">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EBA0C540-99BD-45E3-99D2-78C2032EBE57}"/>
              </a:ext>
            </a:extLst>
          </p:cNvPr>
          <p:cNvSpPr>
            <a:spLocks noGrp="1"/>
          </p:cNvSpPr>
          <p:nvPr>
            <p:ph sz="quarter" idx="28"/>
          </p:nvPr>
        </p:nvSpPr>
        <p:spPr>
          <a:xfrm>
            <a:off x="571370" y="1673454"/>
            <a:ext cx="11010900" cy="45749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83255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ub &amp; Content">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EBA0C540-99BD-45E3-99D2-78C2032EBE57}"/>
              </a:ext>
            </a:extLst>
          </p:cNvPr>
          <p:cNvSpPr>
            <a:spLocks noGrp="1"/>
          </p:cNvSpPr>
          <p:nvPr>
            <p:ph sz="quarter" idx="28"/>
          </p:nvPr>
        </p:nvSpPr>
        <p:spPr>
          <a:xfrm>
            <a:off x="571370" y="2139953"/>
            <a:ext cx="11010900" cy="41084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3">
            <a:extLst>
              <a:ext uri="{FF2B5EF4-FFF2-40B4-BE49-F238E27FC236}">
                <a16:creationId xmlns:a16="http://schemas.microsoft.com/office/drawing/2014/main" id="{D980C114-FE9A-4B63-B509-F59F1A2C55A5}"/>
              </a:ext>
            </a:extLst>
          </p:cNvPr>
          <p:cNvSpPr>
            <a:spLocks noGrp="1"/>
          </p:cNvSpPr>
          <p:nvPr>
            <p:ph type="body" sz="quarter" idx="29"/>
          </p:nvPr>
        </p:nvSpPr>
        <p:spPr>
          <a:xfrm>
            <a:off x="571370" y="1612901"/>
            <a:ext cx="11022013"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906991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ub &amp; 2 Content Columns">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EBEEA47F-E66C-C546-A539-293E792A32CD}"/>
              </a:ext>
            </a:extLst>
          </p:cNvPr>
          <p:cNvSpPr txBox="1">
            <a:spLocks noGrp="1"/>
          </p:cNvSpPr>
          <p:nvPr>
            <p:ph type="title" hasCustomPrompt="1"/>
          </p:nvPr>
        </p:nvSpPr>
        <p:spPr>
          <a:xfrm>
            <a:off x="571500" y="571501"/>
            <a:ext cx="11010901" cy="95250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F495712A-D685-7146-A64F-2AEC13EF76F9}"/>
              </a:ext>
            </a:extLst>
          </p:cNvPr>
          <p:cNvSpPr>
            <a:spLocks noGrp="1"/>
          </p:cNvSpPr>
          <p:nvPr>
            <p:ph sz="quarter" idx="27"/>
          </p:nvPr>
        </p:nvSpPr>
        <p:spPr>
          <a:xfrm>
            <a:off x="571500" y="2139951"/>
            <a:ext cx="5288525"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2">
            <a:extLst>
              <a:ext uri="{FF2B5EF4-FFF2-40B4-BE49-F238E27FC236}">
                <a16:creationId xmlns:a16="http://schemas.microsoft.com/office/drawing/2014/main" id="{A8FE6631-4BAF-4E4B-B6F0-F9ED72A3155E}"/>
              </a:ext>
            </a:extLst>
          </p:cNvPr>
          <p:cNvSpPr>
            <a:spLocks noGrp="1"/>
          </p:cNvSpPr>
          <p:nvPr>
            <p:ph sz="quarter" idx="28"/>
          </p:nvPr>
        </p:nvSpPr>
        <p:spPr>
          <a:xfrm>
            <a:off x="6289113" y="2139951"/>
            <a:ext cx="5288525"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3">
            <a:extLst>
              <a:ext uri="{FF2B5EF4-FFF2-40B4-BE49-F238E27FC236}">
                <a16:creationId xmlns:a16="http://schemas.microsoft.com/office/drawing/2014/main" id="{D4EEAA39-7062-4DCE-91B8-83056F818FA8}"/>
              </a:ext>
            </a:extLst>
          </p:cNvPr>
          <p:cNvSpPr>
            <a:spLocks noGrp="1"/>
          </p:cNvSpPr>
          <p:nvPr>
            <p:ph type="body" sz="quarter" idx="29"/>
          </p:nvPr>
        </p:nvSpPr>
        <p:spPr>
          <a:xfrm>
            <a:off x="571500" y="1612901"/>
            <a:ext cx="11022013"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011918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mp; 2 Content Columns">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EBEEA47F-E66C-C546-A539-293E792A32CD}"/>
              </a:ext>
            </a:extLst>
          </p:cNvPr>
          <p:cNvSpPr txBox="1">
            <a:spLocks noGrp="1"/>
          </p:cNvSpPr>
          <p:nvPr>
            <p:ph type="title" hasCustomPrompt="1"/>
          </p:nvPr>
        </p:nvSpPr>
        <p:spPr>
          <a:xfrm>
            <a:off x="571500" y="571501"/>
            <a:ext cx="11010901" cy="95250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F495712A-D685-7146-A64F-2AEC13EF76F9}"/>
              </a:ext>
            </a:extLst>
          </p:cNvPr>
          <p:cNvSpPr>
            <a:spLocks noGrp="1"/>
          </p:cNvSpPr>
          <p:nvPr>
            <p:ph sz="quarter" idx="27"/>
          </p:nvPr>
        </p:nvSpPr>
        <p:spPr>
          <a:xfrm>
            <a:off x="571500" y="1673402"/>
            <a:ext cx="5288525" cy="45848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2">
            <a:extLst>
              <a:ext uri="{FF2B5EF4-FFF2-40B4-BE49-F238E27FC236}">
                <a16:creationId xmlns:a16="http://schemas.microsoft.com/office/drawing/2014/main" id="{A8FE6631-4BAF-4E4B-B6F0-F9ED72A3155E}"/>
              </a:ext>
            </a:extLst>
          </p:cNvPr>
          <p:cNvSpPr>
            <a:spLocks noGrp="1"/>
          </p:cNvSpPr>
          <p:nvPr>
            <p:ph sz="quarter" idx="28"/>
          </p:nvPr>
        </p:nvSpPr>
        <p:spPr>
          <a:xfrm>
            <a:off x="6289113" y="1673402"/>
            <a:ext cx="5288525" cy="45848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93236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 Content &amp; 2 Pictures">
    <p:spTree>
      <p:nvGrpSpPr>
        <p:cNvPr id="1" name=""/>
        <p:cNvGrpSpPr/>
        <p:nvPr/>
      </p:nvGrpSpPr>
      <p:grpSpPr>
        <a:xfrm>
          <a:off x="0" y="0"/>
          <a:ext cx="0" cy="0"/>
          <a:chOff x="0" y="0"/>
          <a:chExt cx="0" cy="0"/>
        </a:xfrm>
      </p:grpSpPr>
      <p:sp>
        <p:nvSpPr>
          <p:cNvPr id="23" name="Title Text">
            <a:extLst>
              <a:ext uri="{FF2B5EF4-FFF2-40B4-BE49-F238E27FC236}">
                <a16:creationId xmlns:a16="http://schemas.microsoft.com/office/drawing/2014/main" id="{FAEAC0A3-8438-1245-A28C-64BC26BFB231}"/>
              </a:ext>
            </a:extLst>
          </p:cNvPr>
          <p:cNvSpPr txBox="1">
            <a:spLocks noGrp="1"/>
          </p:cNvSpPr>
          <p:nvPr>
            <p:ph type="title" hasCustomPrompt="1"/>
          </p:nvPr>
        </p:nvSpPr>
        <p:spPr>
          <a:xfrm>
            <a:off x="571500" y="567227"/>
            <a:ext cx="5755707" cy="945888"/>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25" name="Body Level One…">
            <a:extLst>
              <a:ext uri="{FF2B5EF4-FFF2-40B4-BE49-F238E27FC236}">
                <a16:creationId xmlns:a16="http://schemas.microsoft.com/office/drawing/2014/main" id="{6903F994-74B2-4D40-AA5F-7F3D24A00171}"/>
              </a:ext>
            </a:extLst>
          </p:cNvPr>
          <p:cNvSpPr txBox="1">
            <a:spLocks noGrp="1"/>
          </p:cNvSpPr>
          <p:nvPr>
            <p:ph idx="27" hasCustomPrompt="1"/>
          </p:nvPr>
        </p:nvSpPr>
        <p:spPr>
          <a:xfrm>
            <a:off x="6609331" y="2978828"/>
            <a:ext cx="4668837" cy="34534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numCol="1">
            <a:normAutofit/>
          </a:bodyPr>
          <a:lstStyle>
            <a:lvl1pPr marL="0" marR="0" indent="0" algn="l" defTabSz="609600" eaLnBrk="1" fontAlgn="auto" latinLnBrk="0" hangingPunct="1">
              <a:lnSpc>
                <a:spcPts val="2450"/>
              </a:lnSpc>
              <a:spcBef>
                <a:spcPts val="0"/>
              </a:spcBef>
              <a:spcAft>
                <a:spcPts val="0"/>
              </a:spcAft>
              <a:buClrTx/>
              <a:buSzTx/>
              <a:buFont typeface="Arial" panose="020B0604020202020204" pitchFamily="34" charset="0"/>
              <a:buNone/>
              <a:tabLst/>
              <a:defRPr sz="1600">
                <a:solidFill>
                  <a:schemeClr val="tx2"/>
                </a:solidFill>
              </a:defRPr>
            </a:lvl1pPr>
          </a:lstStyle>
          <a:p>
            <a:r>
              <a:rPr lang="en-US"/>
              <a:t>Image Caption 16pt gray text</a:t>
            </a:r>
          </a:p>
        </p:txBody>
      </p:sp>
      <p:sp>
        <p:nvSpPr>
          <p:cNvPr id="26" name="Body Level One…">
            <a:extLst>
              <a:ext uri="{FF2B5EF4-FFF2-40B4-BE49-F238E27FC236}">
                <a16:creationId xmlns:a16="http://schemas.microsoft.com/office/drawing/2014/main" id="{BF74888E-798E-B543-94EF-279F3EA6E46B}"/>
              </a:ext>
            </a:extLst>
          </p:cNvPr>
          <p:cNvSpPr txBox="1">
            <a:spLocks noGrp="1"/>
          </p:cNvSpPr>
          <p:nvPr>
            <p:ph idx="28" hasCustomPrompt="1"/>
          </p:nvPr>
        </p:nvSpPr>
        <p:spPr>
          <a:xfrm>
            <a:off x="6609331" y="5929172"/>
            <a:ext cx="4668837" cy="34534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numCol="1">
            <a:normAutofit/>
          </a:bodyPr>
          <a:lstStyle>
            <a:lvl1pPr marL="0" marR="0" indent="0" algn="l" defTabSz="609600" eaLnBrk="1" fontAlgn="auto" latinLnBrk="0" hangingPunct="1">
              <a:lnSpc>
                <a:spcPts val="2450"/>
              </a:lnSpc>
              <a:spcBef>
                <a:spcPts val="0"/>
              </a:spcBef>
              <a:spcAft>
                <a:spcPts val="0"/>
              </a:spcAft>
              <a:buClrTx/>
              <a:buSzTx/>
              <a:buFont typeface="Arial" panose="020B0604020202020204" pitchFamily="34" charset="0"/>
              <a:buNone/>
              <a:tabLst/>
              <a:defRPr sz="1600">
                <a:solidFill>
                  <a:schemeClr val="tx2"/>
                </a:solidFill>
              </a:defRPr>
            </a:lvl1pPr>
          </a:lstStyle>
          <a:p>
            <a:r>
              <a:rPr lang="en-US"/>
              <a:t>Image Caption 16pt gray text</a:t>
            </a:r>
          </a:p>
        </p:txBody>
      </p:sp>
      <p:sp>
        <p:nvSpPr>
          <p:cNvPr id="5" name="Picture Placeholder 4">
            <a:extLst>
              <a:ext uri="{FF2B5EF4-FFF2-40B4-BE49-F238E27FC236}">
                <a16:creationId xmlns:a16="http://schemas.microsoft.com/office/drawing/2014/main" id="{BB3C6455-4913-47BC-8232-AB0BABBA08C3}"/>
              </a:ext>
            </a:extLst>
          </p:cNvPr>
          <p:cNvSpPr>
            <a:spLocks noGrp="1"/>
          </p:cNvSpPr>
          <p:nvPr>
            <p:ph type="pic" sz="quarter" idx="30"/>
          </p:nvPr>
        </p:nvSpPr>
        <p:spPr>
          <a:xfrm>
            <a:off x="6609331" y="571500"/>
            <a:ext cx="4668837" cy="2381250"/>
          </a:xfrm>
        </p:spPr>
        <p:txBody>
          <a:bodyPr/>
          <a:lstStyle/>
          <a:p>
            <a:endParaRPr lang="en-US"/>
          </a:p>
        </p:txBody>
      </p:sp>
      <p:sp>
        <p:nvSpPr>
          <p:cNvPr id="20" name="Picture Placeholder 4">
            <a:extLst>
              <a:ext uri="{FF2B5EF4-FFF2-40B4-BE49-F238E27FC236}">
                <a16:creationId xmlns:a16="http://schemas.microsoft.com/office/drawing/2014/main" id="{5CA48836-DAA2-4E4F-A22A-2F5682E12CEF}"/>
              </a:ext>
            </a:extLst>
          </p:cNvPr>
          <p:cNvSpPr>
            <a:spLocks noGrp="1"/>
          </p:cNvSpPr>
          <p:nvPr>
            <p:ph type="pic" sz="quarter" idx="31"/>
          </p:nvPr>
        </p:nvSpPr>
        <p:spPr>
          <a:xfrm>
            <a:off x="6609331" y="3537061"/>
            <a:ext cx="4668837" cy="2381250"/>
          </a:xfrm>
        </p:spPr>
        <p:txBody>
          <a:bodyPr/>
          <a:lstStyle/>
          <a:p>
            <a:endParaRPr lang="en-US"/>
          </a:p>
        </p:txBody>
      </p:sp>
      <p:sp>
        <p:nvSpPr>
          <p:cNvPr id="14" name="Content Placeholder 2">
            <a:extLst>
              <a:ext uri="{FF2B5EF4-FFF2-40B4-BE49-F238E27FC236}">
                <a16:creationId xmlns:a16="http://schemas.microsoft.com/office/drawing/2014/main" id="{DC0D3278-E8A7-4B14-A5ED-BE235CEC6F80}"/>
              </a:ext>
            </a:extLst>
          </p:cNvPr>
          <p:cNvSpPr>
            <a:spLocks noGrp="1"/>
          </p:cNvSpPr>
          <p:nvPr>
            <p:ph sz="quarter" idx="32"/>
          </p:nvPr>
        </p:nvSpPr>
        <p:spPr>
          <a:xfrm>
            <a:off x="571500" y="2139952"/>
            <a:ext cx="5768944"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3">
            <a:extLst>
              <a:ext uri="{FF2B5EF4-FFF2-40B4-BE49-F238E27FC236}">
                <a16:creationId xmlns:a16="http://schemas.microsoft.com/office/drawing/2014/main" id="{403FD6E6-528D-49D5-BBAB-B26572C15F20}"/>
              </a:ext>
            </a:extLst>
          </p:cNvPr>
          <p:cNvSpPr>
            <a:spLocks noGrp="1"/>
          </p:cNvSpPr>
          <p:nvPr>
            <p:ph type="body" sz="quarter" idx="29"/>
          </p:nvPr>
        </p:nvSpPr>
        <p:spPr>
          <a:xfrm>
            <a:off x="571500" y="1612901"/>
            <a:ext cx="5768944"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610512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 Content &amp; Pictur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B3C6455-4913-47BC-8232-AB0BABBA08C3}"/>
              </a:ext>
            </a:extLst>
          </p:cNvPr>
          <p:cNvSpPr>
            <a:spLocks noGrp="1"/>
          </p:cNvSpPr>
          <p:nvPr>
            <p:ph type="pic" sz="quarter" idx="30"/>
          </p:nvPr>
        </p:nvSpPr>
        <p:spPr>
          <a:xfrm>
            <a:off x="6615046" y="0"/>
            <a:ext cx="5129422" cy="6416167"/>
          </a:xfrm>
        </p:spPr>
        <p:txBody>
          <a:bodyPr/>
          <a:lstStyle/>
          <a:p>
            <a:endParaRPr lang="en-US"/>
          </a:p>
        </p:txBody>
      </p:sp>
      <p:sp>
        <p:nvSpPr>
          <p:cNvPr id="23" name="Title Text">
            <a:extLst>
              <a:ext uri="{FF2B5EF4-FFF2-40B4-BE49-F238E27FC236}">
                <a16:creationId xmlns:a16="http://schemas.microsoft.com/office/drawing/2014/main" id="{FAEAC0A3-8438-1245-A28C-64BC26BFB231}"/>
              </a:ext>
            </a:extLst>
          </p:cNvPr>
          <p:cNvSpPr txBox="1">
            <a:spLocks noGrp="1"/>
          </p:cNvSpPr>
          <p:nvPr>
            <p:ph type="title" hasCustomPrompt="1"/>
          </p:nvPr>
        </p:nvSpPr>
        <p:spPr>
          <a:xfrm>
            <a:off x="571500" y="567227"/>
            <a:ext cx="5747107" cy="945888"/>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11" name="Content Placeholder 2">
            <a:extLst>
              <a:ext uri="{FF2B5EF4-FFF2-40B4-BE49-F238E27FC236}">
                <a16:creationId xmlns:a16="http://schemas.microsoft.com/office/drawing/2014/main" id="{7B7FB3F6-9C71-45A0-8236-12671533CA22}"/>
              </a:ext>
            </a:extLst>
          </p:cNvPr>
          <p:cNvSpPr>
            <a:spLocks noGrp="1"/>
          </p:cNvSpPr>
          <p:nvPr>
            <p:ph sz="quarter" idx="32"/>
          </p:nvPr>
        </p:nvSpPr>
        <p:spPr>
          <a:xfrm>
            <a:off x="571500" y="2139952"/>
            <a:ext cx="5768944"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3">
            <a:extLst>
              <a:ext uri="{FF2B5EF4-FFF2-40B4-BE49-F238E27FC236}">
                <a16:creationId xmlns:a16="http://schemas.microsoft.com/office/drawing/2014/main" id="{B1C73349-1E00-4922-970C-187F97CE0620}"/>
              </a:ext>
            </a:extLst>
          </p:cNvPr>
          <p:cNvSpPr>
            <a:spLocks noGrp="1"/>
          </p:cNvSpPr>
          <p:nvPr>
            <p:ph type="body" sz="quarter" idx="29"/>
          </p:nvPr>
        </p:nvSpPr>
        <p:spPr>
          <a:xfrm>
            <a:off x="571500" y="1612901"/>
            <a:ext cx="5768944"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3057877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mp; Full Page Pictur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AAD9210-5064-4050-9368-9292054D59F4}"/>
              </a:ext>
            </a:extLst>
          </p:cNvPr>
          <p:cNvSpPr>
            <a:spLocks noGrp="1"/>
          </p:cNvSpPr>
          <p:nvPr>
            <p:ph type="pic" sz="quarter" idx="10"/>
          </p:nvPr>
        </p:nvSpPr>
        <p:spPr>
          <a:xfrm>
            <a:off x="-11286" y="0"/>
            <a:ext cx="11744325" cy="6401797"/>
          </a:xfrm>
          <a:noFill/>
        </p:spPr>
        <p:txBody>
          <a:bodyPr/>
          <a:lstStyle/>
          <a:p>
            <a:endParaRPr lang="en-US"/>
          </a:p>
        </p:txBody>
      </p:sp>
      <p:sp>
        <p:nvSpPr>
          <p:cNvPr id="11" name="Title Text">
            <a:extLst>
              <a:ext uri="{FF2B5EF4-FFF2-40B4-BE49-F238E27FC236}">
                <a16:creationId xmlns:a16="http://schemas.microsoft.com/office/drawing/2014/main" id="{14AFAB66-6BED-5D47-B26F-D9C8808F3A18}"/>
              </a:ext>
            </a:extLst>
          </p:cNvPr>
          <p:cNvSpPr txBox="1">
            <a:spLocks noGrp="1"/>
          </p:cNvSpPr>
          <p:nvPr>
            <p:ph type="title" hasCustomPrompt="1"/>
          </p:nvPr>
        </p:nvSpPr>
        <p:spPr>
          <a:xfrm>
            <a:off x="571500" y="571500"/>
            <a:ext cx="11010899" cy="87630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rmAutofit/>
          </a:bodyPr>
          <a:lstStyle>
            <a:lvl1pPr>
              <a:defRPr sz="4000">
                <a:solidFill>
                  <a:schemeClr val="tx2"/>
                </a:solidFill>
              </a:defRPr>
            </a:lvl1pPr>
          </a:lstStyle>
          <a:p>
            <a:r>
              <a:rPr lang="en-US"/>
              <a:t>Full page Image, Delete Title if Necessary</a:t>
            </a:r>
          </a:p>
        </p:txBody>
      </p:sp>
    </p:spTree>
    <p:extLst>
      <p:ext uri="{BB962C8B-B14F-4D97-AF65-F5344CB8AC3E}">
        <p14:creationId xmlns:p14="http://schemas.microsoft.com/office/powerpoint/2010/main" val="498565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mp; Quote">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145FA424-6F4D-7644-8964-49FF4943202D}"/>
              </a:ext>
            </a:extLst>
          </p:cNvPr>
          <p:cNvSpPr txBox="1">
            <a:spLocks noGrp="1"/>
          </p:cNvSpPr>
          <p:nvPr>
            <p:ph type="title" hasCustomPrompt="1"/>
          </p:nvPr>
        </p:nvSpPr>
        <p:spPr>
          <a:xfrm>
            <a:off x="571501" y="571501"/>
            <a:ext cx="11022060" cy="873744"/>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rmAutofit/>
          </a:bodyPr>
          <a:lstStyle>
            <a:lvl1pPr>
              <a:defRPr sz="4000">
                <a:solidFill>
                  <a:srgbClr val="525252"/>
                </a:solidFill>
              </a:defRPr>
            </a:lvl1pPr>
          </a:lstStyle>
          <a:p>
            <a:r>
              <a:rPr lang="en-US"/>
              <a:t>40pt Intel Clear Light Text Goes Here</a:t>
            </a:r>
          </a:p>
        </p:txBody>
      </p:sp>
      <p:sp>
        <p:nvSpPr>
          <p:cNvPr id="3" name="Text Placeholder 2">
            <a:extLst>
              <a:ext uri="{FF2B5EF4-FFF2-40B4-BE49-F238E27FC236}">
                <a16:creationId xmlns:a16="http://schemas.microsoft.com/office/drawing/2014/main" id="{EBF36A7C-A787-47EC-ACD5-77F3FD6AFB8D}"/>
              </a:ext>
            </a:extLst>
          </p:cNvPr>
          <p:cNvSpPr>
            <a:spLocks noGrp="1"/>
          </p:cNvSpPr>
          <p:nvPr>
            <p:ph type="body" sz="quarter" idx="10"/>
          </p:nvPr>
        </p:nvSpPr>
        <p:spPr>
          <a:xfrm>
            <a:off x="571500" y="1592529"/>
            <a:ext cx="11010900" cy="3727184"/>
          </a:xfrm>
        </p:spPr>
        <p:txBody>
          <a:bodyPr>
            <a:normAutofit/>
          </a:bodyPr>
          <a:lstStyle>
            <a:lvl1pPr marL="0" indent="0">
              <a:buNone/>
              <a:defRPr sz="6000">
                <a:solidFill>
                  <a:schemeClr val="accent1"/>
                </a:solidFill>
              </a:defRPr>
            </a:lvl1pPr>
          </a:lstStyle>
          <a:p>
            <a:pPr lvl="0"/>
            <a:endParaRPr lang="en-US"/>
          </a:p>
        </p:txBody>
      </p:sp>
      <p:sp>
        <p:nvSpPr>
          <p:cNvPr id="9" name="Text Placeholder 3">
            <a:extLst>
              <a:ext uri="{FF2B5EF4-FFF2-40B4-BE49-F238E27FC236}">
                <a16:creationId xmlns:a16="http://schemas.microsoft.com/office/drawing/2014/main" id="{4E196E31-7238-4049-821C-D94FDEAEDC56}"/>
              </a:ext>
            </a:extLst>
          </p:cNvPr>
          <p:cNvSpPr>
            <a:spLocks noGrp="1"/>
          </p:cNvSpPr>
          <p:nvPr>
            <p:ph type="body" sz="quarter" idx="29"/>
          </p:nvPr>
        </p:nvSpPr>
        <p:spPr>
          <a:xfrm>
            <a:off x="571500" y="5461818"/>
            <a:ext cx="11022013" cy="438150"/>
          </a:xfrm>
        </p:spPr>
        <p:txBody>
          <a:bodyPr/>
          <a:lstStyle>
            <a:lvl1pPr marL="0" indent="0">
              <a:buNone/>
              <a:defRPr>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2985169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3_Chart Example">
    <p:bg>
      <p:bgPr>
        <a:solidFill>
          <a:schemeClr val="accent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7759918-59AA-4DFC-90DA-60CD5B2BD6B8}"/>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6" name="Square">
            <a:extLst>
              <a:ext uri="{FF2B5EF4-FFF2-40B4-BE49-F238E27FC236}">
                <a16:creationId xmlns:a16="http://schemas.microsoft.com/office/drawing/2014/main" id="{D4662ED0-432E-6C48-8B26-9A21EDA54E68}"/>
              </a:ext>
            </a:extLst>
          </p:cNvPr>
          <p:cNvSpPr/>
          <p:nvPr userDrawn="1"/>
        </p:nvSpPr>
        <p:spPr>
          <a:xfrm>
            <a:off x="11741697" y="6407185"/>
            <a:ext cx="450068" cy="450068"/>
          </a:xfrm>
          <a:prstGeom prst="rect">
            <a:avLst/>
          </a:prstGeom>
          <a:solidFill>
            <a:schemeClr val="accent1">
              <a:alpha val="50000"/>
            </a:schemeClr>
          </a:solidFill>
          <a:ln w="12700">
            <a:miter lim="400000"/>
          </a:ln>
        </p:spPr>
        <p:txBody>
          <a:bodyPr lIns="0" tIns="0" rIns="0" bIns="0" anchor="ctr"/>
          <a:lstStyle/>
          <a:p>
            <a:pPr defTabSz="412750">
              <a:defRPr sz="3200">
                <a:solidFill>
                  <a:srgbClr val="026FC5"/>
                </a:solidFill>
                <a:latin typeface="Helvetica Neue Medium"/>
                <a:ea typeface="Helvetica Neue Medium"/>
                <a:cs typeface="Helvetica Neue Medium"/>
                <a:sym typeface="Helvetica Neue Medium"/>
              </a:defRPr>
            </a:pPr>
            <a:endParaRPr sz="1600"/>
          </a:p>
        </p:txBody>
      </p:sp>
      <p:sp>
        <p:nvSpPr>
          <p:cNvPr id="29" name="TextBox 28">
            <a:extLst>
              <a:ext uri="{FF2B5EF4-FFF2-40B4-BE49-F238E27FC236}">
                <a16:creationId xmlns:a16="http://schemas.microsoft.com/office/drawing/2014/main" id="{EFDF4199-9905-E94D-9EEB-E7016E48C0FC}"/>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0" name="Title Text">
            <a:extLst>
              <a:ext uri="{FF2B5EF4-FFF2-40B4-BE49-F238E27FC236}">
                <a16:creationId xmlns:a16="http://schemas.microsoft.com/office/drawing/2014/main" id="{145FA424-6F4D-7644-8964-49FF4943202D}"/>
              </a:ext>
            </a:extLst>
          </p:cNvPr>
          <p:cNvSpPr txBox="1">
            <a:spLocks noGrp="1"/>
          </p:cNvSpPr>
          <p:nvPr>
            <p:ph type="title" hasCustomPrompt="1"/>
          </p:nvPr>
        </p:nvSpPr>
        <p:spPr>
          <a:xfrm>
            <a:off x="571501" y="571501"/>
            <a:ext cx="11022060" cy="873744"/>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rmAutofit/>
          </a:bodyPr>
          <a:lstStyle>
            <a:lvl1pPr>
              <a:defRPr sz="4000">
                <a:solidFill>
                  <a:schemeClr val="bg1"/>
                </a:solidFill>
              </a:defRPr>
            </a:lvl1pPr>
          </a:lstStyle>
          <a:p>
            <a:r>
              <a:rPr lang="en-US"/>
              <a:t>40pt Intel Clear Light Text Goes Here</a:t>
            </a:r>
          </a:p>
        </p:txBody>
      </p:sp>
      <p:sp>
        <p:nvSpPr>
          <p:cNvPr id="3" name="Text Placeholder 2">
            <a:extLst>
              <a:ext uri="{FF2B5EF4-FFF2-40B4-BE49-F238E27FC236}">
                <a16:creationId xmlns:a16="http://schemas.microsoft.com/office/drawing/2014/main" id="{EBF36A7C-A787-47EC-ACD5-77F3FD6AFB8D}"/>
              </a:ext>
            </a:extLst>
          </p:cNvPr>
          <p:cNvSpPr>
            <a:spLocks noGrp="1"/>
          </p:cNvSpPr>
          <p:nvPr>
            <p:ph type="body" sz="quarter" idx="10"/>
          </p:nvPr>
        </p:nvSpPr>
        <p:spPr>
          <a:xfrm>
            <a:off x="571500" y="1599816"/>
            <a:ext cx="11010900" cy="3719897"/>
          </a:xfrm>
        </p:spPr>
        <p:txBody>
          <a:bodyPr>
            <a:normAutofit/>
          </a:bodyPr>
          <a:lstStyle>
            <a:lvl1pPr marL="0" indent="0">
              <a:buNone/>
              <a:defRPr sz="6000">
                <a:solidFill>
                  <a:schemeClr val="bg1"/>
                </a:solidFill>
              </a:defRPr>
            </a:lvl1pPr>
          </a:lstStyle>
          <a:p>
            <a:pPr lvl="0"/>
            <a:endParaRPr lang="en-US"/>
          </a:p>
        </p:txBody>
      </p:sp>
      <p:pic>
        <p:nvPicPr>
          <p:cNvPr id="11" name="Image" descr="Image">
            <a:extLst>
              <a:ext uri="{FF2B5EF4-FFF2-40B4-BE49-F238E27FC236}">
                <a16:creationId xmlns:a16="http://schemas.microsoft.com/office/drawing/2014/main" id="{B9FFF72B-62D2-4E22-9A98-EF3F6229F4AB}"/>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12" name="Rectangle 11">
            <a:extLst>
              <a:ext uri="{FF2B5EF4-FFF2-40B4-BE49-F238E27FC236}">
                <a16:creationId xmlns:a16="http://schemas.microsoft.com/office/drawing/2014/main" id="{EBD06FF7-C66A-4B8C-9693-1423A8337983}"/>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3" name="Rectangle 12">
            <a:extLst>
              <a:ext uri="{FF2B5EF4-FFF2-40B4-BE49-F238E27FC236}">
                <a16:creationId xmlns:a16="http://schemas.microsoft.com/office/drawing/2014/main" id="{485269BB-7AC7-41A6-BC05-71FDAD0FDBA2}"/>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14" name="Text Placeholder 3">
            <a:extLst>
              <a:ext uri="{FF2B5EF4-FFF2-40B4-BE49-F238E27FC236}">
                <a16:creationId xmlns:a16="http://schemas.microsoft.com/office/drawing/2014/main" id="{222ECF1F-2453-406E-AC0D-F6E6614ECF80}"/>
              </a:ext>
            </a:extLst>
          </p:cNvPr>
          <p:cNvSpPr>
            <a:spLocks noGrp="1"/>
          </p:cNvSpPr>
          <p:nvPr>
            <p:ph type="body" sz="quarter" idx="29"/>
          </p:nvPr>
        </p:nvSpPr>
        <p:spPr>
          <a:xfrm>
            <a:off x="571500" y="5476099"/>
            <a:ext cx="11022013" cy="438150"/>
          </a:xfrm>
        </p:spPr>
        <p:txBody>
          <a:bodyPr/>
          <a:lstStyle>
            <a:lvl1pPr marL="0" indent="0">
              <a:buNone/>
              <a:defRPr>
                <a:solidFill>
                  <a:schemeClr val="bg1"/>
                </a:solidFill>
                <a:latin typeface="+mn-lt"/>
              </a:defRPr>
            </a:lvl1pPr>
            <a:lvl2pPr marL="228600" indent="0">
              <a:buNone/>
              <a:defRPr/>
            </a:lvl2pPr>
          </a:lstStyle>
          <a:p>
            <a:pPr lvl="0"/>
            <a:r>
              <a:rPr lang="en-US"/>
              <a:t>Click to edit Master text styles</a:t>
            </a:r>
          </a:p>
        </p:txBody>
      </p:sp>
      <p:sp>
        <p:nvSpPr>
          <p:cNvPr id="17" name="Rectangle 16">
            <a:extLst>
              <a:ext uri="{FF2B5EF4-FFF2-40B4-BE49-F238E27FC236}">
                <a16:creationId xmlns:a16="http://schemas.microsoft.com/office/drawing/2014/main" id="{16C53A36-6661-45AA-8054-02BA7512E621}"/>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659977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Break White">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56CA39C9-EAE4-4511-9CE8-BB4D4B47FC0C}"/>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b" anchorCtr="0">
            <a:noAutofit/>
          </a:bodyPr>
          <a:lstStyle>
            <a:lvl1pPr>
              <a:defRPr sz="4800">
                <a:solidFill>
                  <a:srgbClr val="525252"/>
                </a:solidFill>
              </a:defRPr>
            </a:lvl1pPr>
          </a:lstStyle>
          <a:p>
            <a:r>
              <a:rPr lang="en-US"/>
              <a:t>Section Break Text Goes Here</a:t>
            </a:r>
          </a:p>
        </p:txBody>
      </p:sp>
      <p:sp>
        <p:nvSpPr>
          <p:cNvPr id="8" name="Text Placeholder 3">
            <a:extLst>
              <a:ext uri="{FF2B5EF4-FFF2-40B4-BE49-F238E27FC236}">
                <a16:creationId xmlns:a16="http://schemas.microsoft.com/office/drawing/2014/main" id="{4B923F7B-306D-4D7E-9DB3-5B163B8D53FC}"/>
              </a:ext>
            </a:extLst>
          </p:cNvPr>
          <p:cNvSpPr>
            <a:spLocks noGrp="1"/>
          </p:cNvSpPr>
          <p:nvPr>
            <p:ph type="body" sz="quarter" idx="29"/>
          </p:nvPr>
        </p:nvSpPr>
        <p:spPr>
          <a:xfrm>
            <a:off x="571500" y="3939750"/>
            <a:ext cx="11022013" cy="438150"/>
          </a:xfrm>
        </p:spPr>
        <p:txBody>
          <a:bodyPr/>
          <a:lstStyle>
            <a:lvl1pPr marL="0" indent="0">
              <a:buNone/>
              <a:defRPr>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66060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Section Break Blue">
    <p:bg>
      <p:bgPr>
        <a:solidFill>
          <a:schemeClr val="accent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8B5B8CD-DD94-44E8-9F69-C9075C2E0A93}"/>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721"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5" name="TextBox 14">
            <a:extLst>
              <a:ext uri="{FF2B5EF4-FFF2-40B4-BE49-F238E27FC236}">
                <a16:creationId xmlns:a16="http://schemas.microsoft.com/office/drawing/2014/main" id="{3F655609-5439-9C4A-8F0D-9AB5A1AAC9A3}"/>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Rectangle 12">
            <a:extLst>
              <a:ext uri="{FF2B5EF4-FFF2-40B4-BE49-F238E27FC236}">
                <a16:creationId xmlns:a16="http://schemas.microsoft.com/office/drawing/2014/main" id="{ED4D76E8-466A-4C06-9261-BDE1AA914749}"/>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4" name="Rectangle 13">
            <a:extLst>
              <a:ext uri="{FF2B5EF4-FFF2-40B4-BE49-F238E27FC236}">
                <a16:creationId xmlns:a16="http://schemas.microsoft.com/office/drawing/2014/main" id="{2588B335-02FC-4504-AF46-DF56B2EC52E4}"/>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16" name="Title Text">
            <a:extLst>
              <a:ext uri="{FF2B5EF4-FFF2-40B4-BE49-F238E27FC236}">
                <a16:creationId xmlns:a16="http://schemas.microsoft.com/office/drawing/2014/main" id="{38003A1C-51D1-4427-BFE8-8448E4C61D6B}"/>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b" anchorCtr="0">
            <a:noAutofit/>
          </a:bodyPr>
          <a:lstStyle>
            <a:lvl1pPr>
              <a:defRPr sz="4800">
                <a:solidFill>
                  <a:schemeClr val="bg1"/>
                </a:solidFill>
              </a:defRPr>
            </a:lvl1pPr>
          </a:lstStyle>
          <a:p>
            <a:r>
              <a:rPr lang="en-US"/>
              <a:t>Section Break Text Goes Here</a:t>
            </a:r>
          </a:p>
        </p:txBody>
      </p:sp>
      <p:sp>
        <p:nvSpPr>
          <p:cNvPr id="10" name="Text Placeholder 3">
            <a:extLst>
              <a:ext uri="{FF2B5EF4-FFF2-40B4-BE49-F238E27FC236}">
                <a16:creationId xmlns:a16="http://schemas.microsoft.com/office/drawing/2014/main" id="{130F9DFC-5AE2-4BB1-822C-8EAEAE2CA5F2}"/>
              </a:ext>
            </a:extLst>
          </p:cNvPr>
          <p:cNvSpPr>
            <a:spLocks noGrp="1"/>
          </p:cNvSpPr>
          <p:nvPr>
            <p:ph type="body" sz="quarter" idx="29"/>
          </p:nvPr>
        </p:nvSpPr>
        <p:spPr>
          <a:xfrm>
            <a:off x="571500" y="3948942"/>
            <a:ext cx="11022013" cy="438150"/>
          </a:xfrm>
        </p:spPr>
        <p:txBody>
          <a:bodyPr/>
          <a:lstStyle>
            <a:lvl1pPr marL="0" indent="0">
              <a:buNone/>
              <a:defRPr>
                <a:solidFill>
                  <a:schemeClr val="bg1"/>
                </a:solidFill>
                <a:latin typeface="+mn-lt"/>
              </a:defRPr>
            </a:lvl1pPr>
            <a:lvl2pPr marL="228600" indent="0">
              <a:buNone/>
              <a:defRPr/>
            </a:lvl2pPr>
          </a:lstStyle>
          <a:p>
            <a:pPr lvl="0"/>
            <a:r>
              <a:rPr lang="en-US"/>
              <a:t>Click to edit Master text styles</a:t>
            </a:r>
          </a:p>
        </p:txBody>
      </p:sp>
      <p:sp>
        <p:nvSpPr>
          <p:cNvPr id="12" name="Rectangle 11">
            <a:extLst>
              <a:ext uri="{FF2B5EF4-FFF2-40B4-BE49-F238E27FC236}">
                <a16:creationId xmlns:a16="http://schemas.microsoft.com/office/drawing/2014/main" id="{F82519BB-51CE-4A9C-AFEF-514971F5D779}"/>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111158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Section Break Light Blue">
    <p:bg>
      <p:bgPr>
        <a:solidFill>
          <a:schemeClr val="accent2">
            <a:lumMod val="75000"/>
          </a:schemeClr>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07A2BC2-9250-4B6C-8674-1CD30F0A349F}"/>
              </a:ext>
            </a:extLst>
          </p:cNvPr>
          <p:cNvSpPr/>
          <p:nvPr userDrawn="1"/>
        </p:nvSpPr>
        <p:spPr>
          <a:xfrm>
            <a:off x="0" y="6407451"/>
            <a:ext cx="11736987"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4" name="Rectangle 13">
            <a:extLst>
              <a:ext uri="{FF2B5EF4-FFF2-40B4-BE49-F238E27FC236}">
                <a16:creationId xmlns:a16="http://schemas.microsoft.com/office/drawing/2014/main" id="{FE22C60C-8CBC-40B8-ABEA-44BF775A3581}"/>
              </a:ext>
            </a:extLst>
          </p:cNvPr>
          <p:cNvSpPr/>
          <p:nvPr userDrawn="1"/>
        </p:nvSpPr>
        <p:spPr>
          <a:xfrm rot="5400000">
            <a:off x="8758537" y="2978453"/>
            <a:ext cx="6407450"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5" name="Rectangle 14">
            <a:extLst>
              <a:ext uri="{FF2B5EF4-FFF2-40B4-BE49-F238E27FC236}">
                <a16:creationId xmlns:a16="http://schemas.microsoft.com/office/drawing/2014/main" id="{68A864FA-3818-4931-B452-798F1E7F5A67}"/>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6" name="Rectangle 15">
            <a:extLst>
              <a:ext uri="{FF2B5EF4-FFF2-40B4-BE49-F238E27FC236}">
                <a16:creationId xmlns:a16="http://schemas.microsoft.com/office/drawing/2014/main" id="{48FC8DFF-85CB-4435-B144-6A1DC4093482}"/>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17" name="Title Text">
            <a:extLst>
              <a:ext uri="{FF2B5EF4-FFF2-40B4-BE49-F238E27FC236}">
                <a16:creationId xmlns:a16="http://schemas.microsoft.com/office/drawing/2014/main" id="{5844F860-03F8-4657-A6E6-4E8919DD4FFF}"/>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b" anchorCtr="0">
            <a:noAutofit/>
          </a:bodyPr>
          <a:lstStyle>
            <a:lvl1pPr>
              <a:defRPr sz="4800">
                <a:solidFill>
                  <a:schemeClr val="bg1"/>
                </a:solidFill>
              </a:defRPr>
            </a:lvl1pPr>
          </a:lstStyle>
          <a:p>
            <a:r>
              <a:rPr lang="en-US"/>
              <a:t>Section Break Text Goes Here</a:t>
            </a:r>
          </a:p>
        </p:txBody>
      </p:sp>
      <p:sp>
        <p:nvSpPr>
          <p:cNvPr id="11" name="Text Placeholder 3">
            <a:extLst>
              <a:ext uri="{FF2B5EF4-FFF2-40B4-BE49-F238E27FC236}">
                <a16:creationId xmlns:a16="http://schemas.microsoft.com/office/drawing/2014/main" id="{ADACC9CB-1B2F-42BF-8D9F-62EC595FEA6C}"/>
              </a:ext>
            </a:extLst>
          </p:cNvPr>
          <p:cNvSpPr>
            <a:spLocks noGrp="1"/>
          </p:cNvSpPr>
          <p:nvPr>
            <p:ph type="body" sz="quarter" idx="29"/>
          </p:nvPr>
        </p:nvSpPr>
        <p:spPr>
          <a:xfrm>
            <a:off x="571500" y="3964420"/>
            <a:ext cx="11022013" cy="438150"/>
          </a:xfrm>
        </p:spPr>
        <p:txBody>
          <a:bodyPr/>
          <a:lstStyle>
            <a:lvl1pPr marL="0" indent="0">
              <a:buNone/>
              <a:defRPr>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069130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p:bg>
      <p:bgPr>
        <a:solidFill>
          <a:schemeClr val="tx2"/>
        </a:solidFill>
        <a:effectLst/>
      </p:bgPr>
    </p:bg>
    <p:spTree>
      <p:nvGrpSpPr>
        <p:cNvPr id="1" name=""/>
        <p:cNvGrpSpPr/>
        <p:nvPr/>
      </p:nvGrpSpPr>
      <p:grpSpPr>
        <a:xfrm>
          <a:off x="0" y="0"/>
          <a:ext cx="0" cy="0"/>
          <a:chOff x="0" y="0"/>
          <a:chExt cx="0" cy="0"/>
        </a:xfrm>
      </p:grpSpPr>
      <p:sp>
        <p:nvSpPr>
          <p:cNvPr id="21" name="Square">
            <a:extLst>
              <a:ext uri="{FF2B5EF4-FFF2-40B4-BE49-F238E27FC236}">
                <a16:creationId xmlns:a16="http://schemas.microsoft.com/office/drawing/2014/main" id="{4C58A6BF-BF0D-4749-B07B-7C0A27747D42}"/>
              </a:ext>
            </a:extLst>
          </p:cNvPr>
          <p:cNvSpPr/>
          <p:nvPr userDrawn="1"/>
        </p:nvSpPr>
        <p:spPr>
          <a:xfrm>
            <a:off x="11741697" y="6405280"/>
            <a:ext cx="450068" cy="450068"/>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697" name="Square"/>
          <p:cNvSpPr/>
          <p:nvPr/>
        </p:nvSpPr>
        <p:spPr>
          <a:xfrm>
            <a:off x="709974" y="2295859"/>
            <a:ext cx="318638" cy="318638"/>
          </a:xfrm>
          <a:prstGeom prst="rect">
            <a:avLst/>
          </a:prstGeom>
          <a:solidFill>
            <a:srgbClr val="00C7FD"/>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698" name="Square"/>
          <p:cNvSpPr/>
          <p:nvPr/>
        </p:nvSpPr>
        <p:spPr>
          <a:xfrm>
            <a:off x="536812" y="2122317"/>
            <a:ext cx="174318" cy="174318"/>
          </a:xfrm>
          <a:prstGeom prst="rect">
            <a:avLst/>
          </a:prstGeom>
          <a:solidFill>
            <a:srgbClr val="7BDE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99" name="Square"/>
          <p:cNvSpPr/>
          <p:nvPr/>
        </p:nvSpPr>
        <p:spPr>
          <a:xfrm>
            <a:off x="709974" y="2023075"/>
            <a:ext cx="98724" cy="98723"/>
          </a:xfrm>
          <a:prstGeom prst="rect">
            <a:avLst/>
          </a:prstGeom>
          <a:solidFill>
            <a:srgbClr val="B4F0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700" name="Rectangle"/>
          <p:cNvSpPr/>
          <p:nvPr/>
        </p:nvSpPr>
        <p:spPr>
          <a:xfrm>
            <a:off x="5814183" y="402558"/>
            <a:ext cx="5927511" cy="600347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705"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8" name="TextBox 17">
            <a:extLst>
              <a:ext uri="{FF2B5EF4-FFF2-40B4-BE49-F238E27FC236}">
                <a16:creationId xmlns:a16="http://schemas.microsoft.com/office/drawing/2014/main" id="{F5846515-4871-AA4D-B71A-1561CC2E370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Content Placeholder 2">
            <a:extLst>
              <a:ext uri="{FF2B5EF4-FFF2-40B4-BE49-F238E27FC236}">
                <a16:creationId xmlns:a16="http://schemas.microsoft.com/office/drawing/2014/main" id="{DFE89D76-523B-456C-9EE9-BC9CB964E5C3}"/>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Rectangle 18">
            <a:extLst>
              <a:ext uri="{FF2B5EF4-FFF2-40B4-BE49-F238E27FC236}">
                <a16:creationId xmlns:a16="http://schemas.microsoft.com/office/drawing/2014/main" id="{D5D8740F-FED9-4D14-9DF3-3BA84ADF820C}"/>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0" name="Rectangle 19">
            <a:extLst>
              <a:ext uri="{FF2B5EF4-FFF2-40B4-BE49-F238E27FC236}">
                <a16:creationId xmlns:a16="http://schemas.microsoft.com/office/drawing/2014/main" id="{1DEF55E0-947C-4281-8A2A-E59398C246AB}"/>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3" name="Title Text">
            <a:extLst>
              <a:ext uri="{FF2B5EF4-FFF2-40B4-BE49-F238E27FC236}">
                <a16:creationId xmlns:a16="http://schemas.microsoft.com/office/drawing/2014/main" id="{5F192548-45E5-4F50-A32B-E61F6CFA996F}"/>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4" name="Text Placeholder 3">
            <a:extLst>
              <a:ext uri="{FF2B5EF4-FFF2-40B4-BE49-F238E27FC236}">
                <a16:creationId xmlns:a16="http://schemas.microsoft.com/office/drawing/2014/main" id="{38703551-AC59-4BD9-8B3C-616B6DFB3DB4}"/>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2929401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2">
    <p:bg>
      <p:bgPr>
        <a:solidFill>
          <a:schemeClr val="tx2"/>
        </a:solidFill>
        <a:effectLst/>
      </p:bgPr>
    </p:bg>
    <p:spTree>
      <p:nvGrpSpPr>
        <p:cNvPr id="1" name=""/>
        <p:cNvGrpSpPr/>
        <p:nvPr/>
      </p:nvGrpSpPr>
      <p:grpSpPr>
        <a:xfrm>
          <a:off x="0" y="0"/>
          <a:ext cx="0" cy="0"/>
          <a:chOff x="0" y="0"/>
          <a:chExt cx="0" cy="0"/>
        </a:xfrm>
      </p:grpSpPr>
      <p:sp>
        <p:nvSpPr>
          <p:cNvPr id="21" name="Square">
            <a:extLst>
              <a:ext uri="{FF2B5EF4-FFF2-40B4-BE49-F238E27FC236}">
                <a16:creationId xmlns:a16="http://schemas.microsoft.com/office/drawing/2014/main" id="{3B808FDC-D2A2-42EB-B356-E69E4A048F8E}"/>
              </a:ext>
            </a:extLst>
          </p:cNvPr>
          <p:cNvSpPr/>
          <p:nvPr userDrawn="1"/>
        </p:nvSpPr>
        <p:spPr>
          <a:xfrm>
            <a:off x="11741697" y="6405280"/>
            <a:ext cx="450068" cy="450068"/>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22" name="Rectangle">
            <a:extLst>
              <a:ext uri="{FF2B5EF4-FFF2-40B4-BE49-F238E27FC236}">
                <a16:creationId xmlns:a16="http://schemas.microsoft.com/office/drawing/2014/main" id="{8A1BD37C-2C85-4873-ABDD-4B358A87ED4B}"/>
              </a:ext>
            </a:extLst>
          </p:cNvPr>
          <p:cNvSpPr/>
          <p:nvPr userDrawn="1"/>
        </p:nvSpPr>
        <p:spPr>
          <a:xfrm>
            <a:off x="5814183" y="402558"/>
            <a:ext cx="5927511" cy="600347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70" name="Square"/>
          <p:cNvSpPr/>
          <p:nvPr/>
        </p:nvSpPr>
        <p:spPr>
          <a:xfrm>
            <a:off x="707513" y="2295859"/>
            <a:ext cx="318638" cy="318638"/>
          </a:xfrm>
          <a:prstGeom prst="rect">
            <a:avLst/>
          </a:prstGeom>
          <a:solidFill>
            <a:srgbClr val="D9692F"/>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671" name="Square"/>
          <p:cNvSpPr/>
          <p:nvPr/>
        </p:nvSpPr>
        <p:spPr>
          <a:xfrm>
            <a:off x="533946" y="2122317"/>
            <a:ext cx="174318" cy="174318"/>
          </a:xfrm>
          <a:prstGeom prst="rect">
            <a:avLst/>
          </a:prstGeom>
          <a:solidFill>
            <a:srgbClr val="F6CB4B"/>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72" name="Square"/>
          <p:cNvSpPr/>
          <p:nvPr/>
        </p:nvSpPr>
        <p:spPr>
          <a:xfrm>
            <a:off x="707513" y="2023075"/>
            <a:ext cx="98724" cy="98723"/>
          </a:xfrm>
          <a:prstGeom prst="rect">
            <a:avLst/>
          </a:prstGeom>
          <a:solidFill>
            <a:srgbClr val="D9692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673"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9" name="TextBox 18">
            <a:extLst>
              <a:ext uri="{FF2B5EF4-FFF2-40B4-BE49-F238E27FC236}">
                <a16:creationId xmlns:a16="http://schemas.microsoft.com/office/drawing/2014/main" id="{C90FD0E6-78D1-5F44-A938-3A961F43FACD}"/>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Content Placeholder 2">
            <a:extLst>
              <a:ext uri="{FF2B5EF4-FFF2-40B4-BE49-F238E27FC236}">
                <a16:creationId xmlns:a16="http://schemas.microsoft.com/office/drawing/2014/main" id="{25002A24-73D0-4602-A8A1-5D9281BAF934}"/>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Rectangle 14">
            <a:extLst>
              <a:ext uri="{FF2B5EF4-FFF2-40B4-BE49-F238E27FC236}">
                <a16:creationId xmlns:a16="http://schemas.microsoft.com/office/drawing/2014/main" id="{431659E3-0873-4033-A7E2-31DB4A07B08A}"/>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0" name="Rectangle 19">
            <a:extLst>
              <a:ext uri="{FF2B5EF4-FFF2-40B4-BE49-F238E27FC236}">
                <a16:creationId xmlns:a16="http://schemas.microsoft.com/office/drawing/2014/main" id="{C660C086-3964-411C-85AF-F720D5E83519}"/>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5" name="Title Text">
            <a:extLst>
              <a:ext uri="{FF2B5EF4-FFF2-40B4-BE49-F238E27FC236}">
                <a16:creationId xmlns:a16="http://schemas.microsoft.com/office/drawing/2014/main" id="{1F252960-CAAB-483D-8A6A-5882E4B6282A}"/>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4" name="Text Placeholder 3">
            <a:extLst>
              <a:ext uri="{FF2B5EF4-FFF2-40B4-BE49-F238E27FC236}">
                <a16:creationId xmlns:a16="http://schemas.microsoft.com/office/drawing/2014/main" id="{AAFA146E-21CD-4BD6-A89D-E6C5A6850811}"/>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206316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Light Blue">
    <p:bg>
      <p:bgPr>
        <a:solidFill>
          <a:schemeClr val="accent2"/>
        </a:solidFill>
        <a:effectLst/>
      </p:bgPr>
    </p:bg>
    <p:spTree>
      <p:nvGrpSpPr>
        <p:cNvPr id="1" name=""/>
        <p:cNvGrpSpPr/>
        <p:nvPr/>
      </p:nvGrpSpPr>
      <p:grpSpPr>
        <a:xfrm>
          <a:off x="0" y="0"/>
          <a:ext cx="0" cy="0"/>
          <a:chOff x="0" y="0"/>
          <a:chExt cx="0" cy="0"/>
        </a:xfrm>
      </p:grpSpPr>
      <p:sp>
        <p:nvSpPr>
          <p:cNvPr id="20" name="Square">
            <a:extLst>
              <a:ext uri="{FF2B5EF4-FFF2-40B4-BE49-F238E27FC236}">
                <a16:creationId xmlns:a16="http://schemas.microsoft.com/office/drawing/2014/main" id="{FE9A3852-307B-4677-A2E2-D7DC495E366A}"/>
              </a:ext>
            </a:extLst>
          </p:cNvPr>
          <p:cNvSpPr/>
          <p:nvPr userDrawn="1"/>
        </p:nvSpPr>
        <p:spPr>
          <a:xfrm>
            <a:off x="11741697" y="6405280"/>
            <a:ext cx="450068" cy="450068"/>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21" name="Rectangle">
            <a:extLst>
              <a:ext uri="{FF2B5EF4-FFF2-40B4-BE49-F238E27FC236}">
                <a16:creationId xmlns:a16="http://schemas.microsoft.com/office/drawing/2014/main" id="{1E9FE6C1-27FB-467A-8BF9-B80A0C35FEDB}"/>
              </a:ext>
            </a:extLst>
          </p:cNvPr>
          <p:cNvSpPr/>
          <p:nvPr userDrawn="1"/>
        </p:nvSpPr>
        <p:spPr>
          <a:xfrm>
            <a:off x="5814183" y="402558"/>
            <a:ext cx="5927511" cy="6003471"/>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1" name="Square">
            <a:extLst>
              <a:ext uri="{FF2B5EF4-FFF2-40B4-BE49-F238E27FC236}">
                <a16:creationId xmlns:a16="http://schemas.microsoft.com/office/drawing/2014/main" id="{C93C8C2E-66DD-E64F-BD60-42EBDC0E958E}"/>
              </a:ext>
            </a:extLst>
          </p:cNvPr>
          <p:cNvSpPr/>
          <p:nvPr userDrawn="1"/>
        </p:nvSpPr>
        <p:spPr>
          <a:xfrm>
            <a:off x="707513" y="2295859"/>
            <a:ext cx="318638" cy="318638"/>
          </a:xfrm>
          <a:prstGeom prst="rect">
            <a:avLst/>
          </a:prstGeom>
          <a:solidFill>
            <a:srgbClr val="004A86"/>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85A14FBD-B953-BA4F-8F83-DE73E3C37290}"/>
              </a:ext>
            </a:extLst>
          </p:cNvPr>
          <p:cNvSpPr/>
          <p:nvPr userDrawn="1"/>
        </p:nvSpPr>
        <p:spPr>
          <a:xfrm>
            <a:off x="533946" y="2122317"/>
            <a:ext cx="174318" cy="174318"/>
          </a:xfrm>
          <a:prstGeom prst="rect">
            <a:avLst/>
          </a:prstGeom>
          <a:solidFill>
            <a:srgbClr val="7BDE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7" name="Square">
            <a:extLst>
              <a:ext uri="{FF2B5EF4-FFF2-40B4-BE49-F238E27FC236}">
                <a16:creationId xmlns:a16="http://schemas.microsoft.com/office/drawing/2014/main" id="{59044771-2E3B-C941-8593-8E508F542287}"/>
              </a:ext>
            </a:extLst>
          </p:cNvPr>
          <p:cNvSpPr/>
          <p:nvPr userDrawn="1"/>
        </p:nvSpPr>
        <p:spPr>
          <a:xfrm>
            <a:off x="707513" y="2023075"/>
            <a:ext cx="98724" cy="98723"/>
          </a:xfrm>
          <a:prstGeom prst="rect">
            <a:avLst/>
          </a:prstGeom>
          <a:solidFill>
            <a:srgbClr val="B4F0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6" name="Content Placeholder 2">
            <a:extLst>
              <a:ext uri="{FF2B5EF4-FFF2-40B4-BE49-F238E27FC236}">
                <a16:creationId xmlns:a16="http://schemas.microsoft.com/office/drawing/2014/main" id="{2093C42A-FAA6-40D8-A663-DDDE456C16CF}"/>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Rectangle 13">
            <a:extLst>
              <a:ext uri="{FF2B5EF4-FFF2-40B4-BE49-F238E27FC236}">
                <a16:creationId xmlns:a16="http://schemas.microsoft.com/office/drawing/2014/main" id="{5C1E74A4-2107-4448-BA31-9630404A452B}"/>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9" name="Rectangle 18">
            <a:extLst>
              <a:ext uri="{FF2B5EF4-FFF2-40B4-BE49-F238E27FC236}">
                <a16:creationId xmlns:a16="http://schemas.microsoft.com/office/drawing/2014/main" id="{1DABA887-D95E-434F-B1E9-73FC7AE8C2A8}"/>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3" name="Title Text">
            <a:extLst>
              <a:ext uri="{FF2B5EF4-FFF2-40B4-BE49-F238E27FC236}">
                <a16:creationId xmlns:a16="http://schemas.microsoft.com/office/drawing/2014/main" id="{5E5861BF-901F-47D4-91BC-0B353503F232}"/>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8" name="Text Placeholder 3">
            <a:extLst>
              <a:ext uri="{FF2B5EF4-FFF2-40B4-BE49-F238E27FC236}">
                <a16:creationId xmlns:a16="http://schemas.microsoft.com/office/drawing/2014/main" id="{3BA33390-07D4-4E2C-BDA6-AE147B9075AE}"/>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848009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ub, Content Gray">
    <p:bg>
      <p:bgPr>
        <a:solidFill>
          <a:schemeClr val="bg1">
            <a:lumMod val="95000"/>
          </a:schemeClr>
        </a:solidFill>
        <a:effectLst/>
      </p:bgPr>
    </p:bg>
    <p:spTree>
      <p:nvGrpSpPr>
        <p:cNvPr id="1" name=""/>
        <p:cNvGrpSpPr/>
        <p:nvPr/>
      </p:nvGrpSpPr>
      <p:grpSpPr>
        <a:xfrm>
          <a:off x="0" y="0"/>
          <a:ext cx="0" cy="0"/>
          <a:chOff x="0" y="0"/>
          <a:chExt cx="0" cy="0"/>
        </a:xfrm>
      </p:grpSpPr>
      <p:sp>
        <p:nvSpPr>
          <p:cNvPr id="12" name="Square">
            <a:extLst>
              <a:ext uri="{FF2B5EF4-FFF2-40B4-BE49-F238E27FC236}">
                <a16:creationId xmlns:a16="http://schemas.microsoft.com/office/drawing/2014/main" id="{55D0C779-F23A-40CE-B4C7-842A10085F59}"/>
              </a:ext>
            </a:extLst>
          </p:cNvPr>
          <p:cNvSpPr/>
          <p:nvPr userDrawn="1"/>
        </p:nvSpPr>
        <p:spPr>
          <a:xfrm>
            <a:off x="11741697" y="6405280"/>
            <a:ext cx="450068" cy="450068"/>
          </a:xfrm>
          <a:prstGeom prst="rect">
            <a:avLst/>
          </a:prstGeom>
          <a:solidFill>
            <a:schemeClr val="bg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9" name="Rectangle">
            <a:extLst>
              <a:ext uri="{FF2B5EF4-FFF2-40B4-BE49-F238E27FC236}">
                <a16:creationId xmlns:a16="http://schemas.microsoft.com/office/drawing/2014/main" id="{1EFAB719-B3C2-4520-AFF9-4A06F169DB2B}"/>
              </a:ext>
            </a:extLst>
          </p:cNvPr>
          <p:cNvSpPr/>
          <p:nvPr userDrawn="1"/>
        </p:nvSpPr>
        <p:spPr>
          <a:xfrm>
            <a:off x="5814183" y="402558"/>
            <a:ext cx="5927511" cy="6003471"/>
          </a:xfrm>
          <a:prstGeom prst="rect">
            <a:avLst/>
          </a:prstGeom>
          <a:solidFill>
            <a:schemeClr val="bg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511" name="Rectangle"/>
          <p:cNvSpPr/>
          <p:nvPr/>
        </p:nvSpPr>
        <p:spPr>
          <a:xfrm>
            <a:off x="5815052" y="401865"/>
            <a:ext cx="5927511" cy="6003471"/>
          </a:xfrm>
          <a:prstGeom prst="rect">
            <a:avLst/>
          </a:prstGeom>
          <a:solidFill>
            <a:srgbClr val="FFFF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0" name="Content Placeholder 2">
            <a:extLst>
              <a:ext uri="{FF2B5EF4-FFF2-40B4-BE49-F238E27FC236}">
                <a16:creationId xmlns:a16="http://schemas.microsoft.com/office/drawing/2014/main" id="{D197FC80-1304-44AF-BD9E-CFB8D3B37C99}"/>
              </a:ext>
            </a:extLst>
          </p:cNvPr>
          <p:cNvSpPr>
            <a:spLocks noGrp="1"/>
          </p:cNvSpPr>
          <p:nvPr>
            <p:ph sz="quarter" idx="27"/>
          </p:nvPr>
        </p:nvSpPr>
        <p:spPr>
          <a:xfrm>
            <a:off x="6394450" y="1974850"/>
            <a:ext cx="4852988" cy="3703638"/>
          </a:xfrm>
        </p:spPr>
        <p:txBody>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itle Text">
            <a:extLst>
              <a:ext uri="{FF2B5EF4-FFF2-40B4-BE49-F238E27FC236}">
                <a16:creationId xmlns:a16="http://schemas.microsoft.com/office/drawing/2014/main" id="{1B60A262-0CE7-4C6B-B734-0B0EA0F1A4A3}"/>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t" anchorCtr="0">
            <a:noAutofit/>
          </a:bodyPr>
          <a:lstStyle>
            <a:lvl1pPr>
              <a:defRPr sz="4000">
                <a:solidFill>
                  <a:schemeClr val="bg2"/>
                </a:solidFill>
              </a:defRPr>
            </a:lvl1pPr>
          </a:lstStyle>
          <a:p>
            <a:r>
              <a:rPr lang="en-US"/>
              <a:t>Title Text Goes Here</a:t>
            </a:r>
          </a:p>
        </p:txBody>
      </p:sp>
      <p:sp>
        <p:nvSpPr>
          <p:cNvPr id="11" name="Text Placeholder 3">
            <a:extLst>
              <a:ext uri="{FF2B5EF4-FFF2-40B4-BE49-F238E27FC236}">
                <a16:creationId xmlns:a16="http://schemas.microsoft.com/office/drawing/2014/main" id="{7B80F0DD-816B-4E0B-8C85-8413DB8C70EF}"/>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2"/>
                </a:solidFill>
                <a:latin typeface="+mn-lt"/>
              </a:defRPr>
            </a:lvl1pPr>
            <a:lvl2pPr marL="228600" indent="0">
              <a:buNone/>
              <a:defRPr/>
            </a:lvl2pPr>
          </a:lstStyle>
          <a:p>
            <a:pPr lvl="0"/>
            <a:r>
              <a:rPr lang="en-US"/>
              <a:t>Click to edit Master text styles</a:t>
            </a:r>
          </a:p>
        </p:txBody>
      </p:sp>
      <p:sp>
        <p:nvSpPr>
          <p:cNvPr id="13" name="TextBox 12">
            <a:extLst>
              <a:ext uri="{FF2B5EF4-FFF2-40B4-BE49-F238E27FC236}">
                <a16:creationId xmlns:a16="http://schemas.microsoft.com/office/drawing/2014/main" id="{4578484E-3DC4-4DF6-819B-FDDDA6F166CB}"/>
              </a:ext>
            </a:extLst>
          </p:cNvPr>
          <p:cNvSpPr txBox="1"/>
          <p:nvPr userDrawn="1"/>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tx2"/>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err="1">
              <a:ln>
                <a:noFill/>
              </a:ln>
              <a:solidFill>
                <a:schemeClr val="tx2"/>
              </a:solidFill>
              <a:effectLst/>
              <a:uFillTx/>
              <a:latin typeface="+mn-lt"/>
              <a:ea typeface="+mn-ea"/>
              <a:cs typeface="+mn-cs"/>
              <a:sym typeface="Helvetica Neue"/>
            </a:endParaRPr>
          </a:p>
        </p:txBody>
      </p:sp>
    </p:spTree>
    <p:extLst>
      <p:ext uri="{BB962C8B-B14F-4D97-AF65-F5344CB8AC3E}">
        <p14:creationId xmlns:p14="http://schemas.microsoft.com/office/powerpoint/2010/main" val="2949666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3">
    <p:bg>
      <p:bgPr>
        <a:solidFill>
          <a:schemeClr val="accent1"/>
        </a:solidFill>
        <a:effectLst/>
      </p:bgPr>
    </p:bg>
    <p:spTree>
      <p:nvGrpSpPr>
        <p:cNvPr id="1" name=""/>
        <p:cNvGrpSpPr/>
        <p:nvPr/>
      </p:nvGrpSpPr>
      <p:grpSpPr>
        <a:xfrm>
          <a:off x="0" y="0"/>
          <a:ext cx="0" cy="0"/>
          <a:chOff x="0" y="0"/>
          <a:chExt cx="0" cy="0"/>
        </a:xfrm>
      </p:grpSpPr>
      <p:sp>
        <p:nvSpPr>
          <p:cNvPr id="13" name="Content Placeholder 2">
            <a:extLst>
              <a:ext uri="{FF2B5EF4-FFF2-40B4-BE49-F238E27FC236}">
                <a16:creationId xmlns:a16="http://schemas.microsoft.com/office/drawing/2014/main" id="{DFE89D76-523B-456C-9EE9-BC9CB964E5C3}"/>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itle Text">
            <a:extLst>
              <a:ext uri="{FF2B5EF4-FFF2-40B4-BE49-F238E27FC236}">
                <a16:creationId xmlns:a16="http://schemas.microsoft.com/office/drawing/2014/main" id="{72D74CEB-BA0A-43F1-82CE-384185B612C9}"/>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1" name="Text Placeholder 3">
            <a:extLst>
              <a:ext uri="{FF2B5EF4-FFF2-40B4-BE49-F238E27FC236}">
                <a16:creationId xmlns:a16="http://schemas.microsoft.com/office/drawing/2014/main" id="{50F55EEA-3D90-42F4-B8D0-30E0374D2A5B}"/>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
        <p:nvSpPr>
          <p:cNvPr id="12" name="Rectangle 11">
            <a:extLst>
              <a:ext uri="{FF2B5EF4-FFF2-40B4-BE49-F238E27FC236}">
                <a16:creationId xmlns:a16="http://schemas.microsoft.com/office/drawing/2014/main" id="{84CCC3F4-FFF1-4AD9-8605-41A61B8926CF}"/>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4" name="Square">
            <a:extLst>
              <a:ext uri="{FF2B5EF4-FFF2-40B4-BE49-F238E27FC236}">
                <a16:creationId xmlns:a16="http://schemas.microsoft.com/office/drawing/2014/main" id="{C4A06178-9ACC-4082-8329-4A9A59924508}"/>
              </a:ext>
            </a:extLst>
          </p:cNvPr>
          <p:cNvSpPr/>
          <p:nvPr userDrawn="1"/>
        </p:nvSpPr>
        <p:spPr>
          <a:xfrm>
            <a:off x="11741697" y="6407185"/>
            <a:ext cx="450068" cy="450068"/>
          </a:xfrm>
          <a:prstGeom prst="rect">
            <a:avLst/>
          </a:prstGeom>
          <a:solidFill>
            <a:schemeClr val="accent1">
              <a:alpha val="50000"/>
            </a:schemeClr>
          </a:solidFill>
          <a:ln w="12700">
            <a:miter lim="400000"/>
          </a:ln>
        </p:spPr>
        <p:txBody>
          <a:bodyPr lIns="0" tIns="0" rIns="0" bIns="0" anchor="ctr"/>
          <a:lstStyle/>
          <a:p>
            <a:pPr defTabSz="412750">
              <a:defRPr sz="3200">
                <a:solidFill>
                  <a:srgbClr val="026FC5"/>
                </a:solidFill>
                <a:latin typeface="Helvetica Neue Medium"/>
                <a:ea typeface="Helvetica Neue Medium"/>
                <a:cs typeface="Helvetica Neue Medium"/>
                <a:sym typeface="Helvetica Neue Medium"/>
              </a:defRPr>
            </a:pPr>
            <a:endParaRPr sz="1600"/>
          </a:p>
        </p:txBody>
      </p:sp>
      <p:sp>
        <p:nvSpPr>
          <p:cNvPr id="20" name="TextBox 19">
            <a:extLst>
              <a:ext uri="{FF2B5EF4-FFF2-40B4-BE49-F238E27FC236}">
                <a16:creationId xmlns:a16="http://schemas.microsoft.com/office/drawing/2014/main" id="{DC922DFF-5663-40DE-9B54-4149EDB7740E}"/>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pic>
        <p:nvPicPr>
          <p:cNvPr id="22" name="Image" descr="Image">
            <a:extLst>
              <a:ext uri="{FF2B5EF4-FFF2-40B4-BE49-F238E27FC236}">
                <a16:creationId xmlns:a16="http://schemas.microsoft.com/office/drawing/2014/main" id="{E5997704-33EA-4D7D-8B55-E46DD2216814}"/>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23" name="Rectangle 22">
            <a:extLst>
              <a:ext uri="{FF2B5EF4-FFF2-40B4-BE49-F238E27FC236}">
                <a16:creationId xmlns:a16="http://schemas.microsoft.com/office/drawing/2014/main" id="{3C3544D4-6B59-4B11-BC0E-2FD48F693641}"/>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4" name="Rectangle 23">
            <a:extLst>
              <a:ext uri="{FF2B5EF4-FFF2-40B4-BE49-F238E27FC236}">
                <a16:creationId xmlns:a16="http://schemas.microsoft.com/office/drawing/2014/main" id="{562FEA03-1122-4C36-ACD1-DA42FB8A03DC}"/>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5" name="Rectangle 24">
            <a:extLst>
              <a:ext uri="{FF2B5EF4-FFF2-40B4-BE49-F238E27FC236}">
                <a16:creationId xmlns:a16="http://schemas.microsoft.com/office/drawing/2014/main" id="{373D4EB9-5CAF-4B81-91EA-AD490D0B13E4}"/>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721394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Light Blue 2">
    <p:bg>
      <p:bgPr>
        <a:solidFill>
          <a:schemeClr val="accent2">
            <a:lumMod val="75000"/>
          </a:schemeClr>
        </a:solidFill>
        <a:effectLst/>
      </p:bgPr>
    </p:bg>
    <p:spTree>
      <p:nvGrpSpPr>
        <p:cNvPr id="1" name=""/>
        <p:cNvGrpSpPr/>
        <p:nvPr/>
      </p:nvGrpSpPr>
      <p:grpSpPr>
        <a:xfrm>
          <a:off x="0" y="0"/>
          <a:ext cx="0" cy="0"/>
          <a:chOff x="0" y="0"/>
          <a:chExt cx="0" cy="0"/>
        </a:xfrm>
      </p:grpSpPr>
      <p:sp>
        <p:nvSpPr>
          <p:cNvPr id="16" name="Content Placeholder 2">
            <a:extLst>
              <a:ext uri="{FF2B5EF4-FFF2-40B4-BE49-F238E27FC236}">
                <a16:creationId xmlns:a16="http://schemas.microsoft.com/office/drawing/2014/main" id="{2093C42A-FAA6-40D8-A663-DDDE456C16CF}"/>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itle Text">
            <a:extLst>
              <a:ext uri="{FF2B5EF4-FFF2-40B4-BE49-F238E27FC236}">
                <a16:creationId xmlns:a16="http://schemas.microsoft.com/office/drawing/2014/main" id="{6A03358B-3D25-4A6D-85E6-54F235A943A8}"/>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2" name="Text Placeholder 3">
            <a:extLst>
              <a:ext uri="{FF2B5EF4-FFF2-40B4-BE49-F238E27FC236}">
                <a16:creationId xmlns:a16="http://schemas.microsoft.com/office/drawing/2014/main" id="{F8EBE803-6659-42A1-A094-94B9EF7ABC2F}"/>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
        <p:nvSpPr>
          <p:cNvPr id="15" name="Rectangle 14">
            <a:extLst>
              <a:ext uri="{FF2B5EF4-FFF2-40B4-BE49-F238E27FC236}">
                <a16:creationId xmlns:a16="http://schemas.microsoft.com/office/drawing/2014/main" id="{DC0D4B91-0BAF-46EC-9A7C-9D57C3224A9C}"/>
              </a:ext>
            </a:extLst>
          </p:cNvPr>
          <p:cNvSpPr/>
          <p:nvPr userDrawn="1"/>
        </p:nvSpPr>
        <p:spPr>
          <a:xfrm>
            <a:off x="0" y="6407451"/>
            <a:ext cx="11736987"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7" name="TextBox 16">
            <a:extLst>
              <a:ext uri="{FF2B5EF4-FFF2-40B4-BE49-F238E27FC236}">
                <a16:creationId xmlns:a16="http://schemas.microsoft.com/office/drawing/2014/main" id="{4B30B67E-5DCD-4732-882C-64DE9CC86419}"/>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pic>
        <p:nvPicPr>
          <p:cNvPr id="18" name="Image" descr="Image">
            <a:extLst>
              <a:ext uri="{FF2B5EF4-FFF2-40B4-BE49-F238E27FC236}">
                <a16:creationId xmlns:a16="http://schemas.microsoft.com/office/drawing/2014/main" id="{2F70C4FC-7A21-4AFA-8998-5EAB2E19CBCA}"/>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22" name="Rectangle 21">
            <a:extLst>
              <a:ext uri="{FF2B5EF4-FFF2-40B4-BE49-F238E27FC236}">
                <a16:creationId xmlns:a16="http://schemas.microsoft.com/office/drawing/2014/main" id="{8D716FF7-59F9-414F-85CD-8E23360D2B4C}"/>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4" name="Rectangle 23">
            <a:extLst>
              <a:ext uri="{FF2B5EF4-FFF2-40B4-BE49-F238E27FC236}">
                <a16:creationId xmlns:a16="http://schemas.microsoft.com/office/drawing/2014/main" id="{AD4273EB-E90B-42F7-8CE9-6A1713A08CA3}"/>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5" name="Rectangle 24">
            <a:extLst>
              <a:ext uri="{FF2B5EF4-FFF2-40B4-BE49-F238E27FC236}">
                <a16:creationId xmlns:a16="http://schemas.microsoft.com/office/drawing/2014/main" id="{F98FFA5B-1C6A-486A-A0FE-02206FCDC54A}"/>
              </a:ext>
            </a:extLst>
          </p:cNvPr>
          <p:cNvSpPr/>
          <p:nvPr userDrawn="1"/>
        </p:nvSpPr>
        <p:spPr>
          <a:xfrm rot="5400000">
            <a:off x="8758537" y="2978453"/>
            <a:ext cx="6407450"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275472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mp; Sub White">
    <p:spTree>
      <p:nvGrpSpPr>
        <p:cNvPr id="1" name=""/>
        <p:cNvGrpSpPr/>
        <p:nvPr/>
      </p:nvGrpSpPr>
      <p:grpSpPr>
        <a:xfrm>
          <a:off x="0" y="0"/>
          <a:ext cx="0" cy="0"/>
          <a:chOff x="0" y="0"/>
          <a:chExt cx="0" cy="0"/>
        </a:xfrm>
      </p:grpSpPr>
      <p:graphicFrame>
        <p:nvGraphicFramePr>
          <p:cNvPr id="13" name="Chart 5">
            <a:extLst>
              <a:ext uri="{FF2B5EF4-FFF2-40B4-BE49-F238E27FC236}">
                <a16:creationId xmlns:a16="http://schemas.microsoft.com/office/drawing/2014/main" id="{F0529FEA-BEC4-644C-94EE-601D5BED26F3}"/>
              </a:ext>
            </a:extLst>
          </p:cNvPr>
          <p:cNvGraphicFramePr/>
          <p:nvPr userDrawn="1">
            <p:extLst>
              <p:ext uri="{D42A27DB-BD31-4B8C-83A1-F6EECF244321}">
                <p14:modId xmlns:p14="http://schemas.microsoft.com/office/powerpoint/2010/main" val="680995965"/>
              </p:ext>
            </p:extLst>
          </p:nvPr>
        </p:nvGraphicFramePr>
        <p:xfrm>
          <a:off x="7201593" y="1799047"/>
          <a:ext cx="3472287" cy="4025676"/>
        </p:xfrm>
        <a:graphic>
          <a:graphicData uri="http://schemas.openxmlformats.org/drawingml/2006/chart">
            <c:chart xmlns:c="http://schemas.openxmlformats.org/drawingml/2006/chart" xmlns:r="http://schemas.openxmlformats.org/officeDocument/2006/relationships" r:id="rId2"/>
          </a:graphicData>
        </a:graphic>
      </p:graphicFrame>
      <p:sp>
        <p:nvSpPr>
          <p:cNvPr id="10" name="Title Text">
            <a:extLst>
              <a:ext uri="{FF2B5EF4-FFF2-40B4-BE49-F238E27FC236}">
                <a16:creationId xmlns:a16="http://schemas.microsoft.com/office/drawing/2014/main" id="{0EA1A176-5931-41CA-86D5-15FC4398AA40}"/>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ctr" anchorCtr="0">
            <a:noAutofit/>
          </a:bodyPr>
          <a:lstStyle>
            <a:lvl1pPr algn="ctr">
              <a:defRPr sz="4800">
                <a:solidFill>
                  <a:schemeClr val="accent1"/>
                </a:solidFill>
              </a:defRPr>
            </a:lvl1pPr>
          </a:lstStyle>
          <a:p>
            <a:r>
              <a:rPr lang="en-US"/>
              <a:t>48pt Intel Clear Light Body. For content that is not a section, but has a big idea in text only.</a:t>
            </a:r>
          </a:p>
        </p:txBody>
      </p:sp>
      <p:sp>
        <p:nvSpPr>
          <p:cNvPr id="8" name="Rectangle 7">
            <a:extLst>
              <a:ext uri="{FF2B5EF4-FFF2-40B4-BE49-F238E27FC236}">
                <a16:creationId xmlns:a16="http://schemas.microsoft.com/office/drawing/2014/main" id="{597652EB-8B2D-46CC-B147-89A4C26A2D8F}"/>
              </a:ext>
            </a:extLst>
          </p:cNvPr>
          <p:cNvSpPr/>
          <p:nvPr userDrawn="1"/>
        </p:nvSpPr>
        <p:spPr>
          <a:xfrm>
            <a:off x="0" y="0"/>
            <a:ext cx="11736987"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9" name="Rectangle 8">
            <a:extLst>
              <a:ext uri="{FF2B5EF4-FFF2-40B4-BE49-F238E27FC236}">
                <a16:creationId xmlns:a16="http://schemas.microsoft.com/office/drawing/2014/main" id="{571A480A-B7B4-498C-9868-A91E2651D429}"/>
              </a:ext>
            </a:extLst>
          </p:cNvPr>
          <p:cNvSpPr/>
          <p:nvPr userDrawn="1"/>
        </p:nvSpPr>
        <p:spPr>
          <a:xfrm rot="5400000">
            <a:off x="-2978450" y="2978453"/>
            <a:ext cx="6407450"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511187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le &amp; Sub Blue">
    <p:bg>
      <p:bgPr>
        <a:solidFill>
          <a:schemeClr val="tx2"/>
        </a:solidFill>
        <a:effectLst/>
      </p:bgPr>
    </p:bg>
    <p:spTree>
      <p:nvGrpSpPr>
        <p:cNvPr id="1" name=""/>
        <p:cNvGrpSpPr/>
        <p:nvPr/>
      </p:nvGrpSpPr>
      <p:grpSpPr>
        <a:xfrm>
          <a:off x="0" y="0"/>
          <a:ext cx="0" cy="0"/>
          <a:chOff x="0" y="0"/>
          <a:chExt cx="0" cy="0"/>
        </a:xfrm>
      </p:grpSpPr>
      <p:sp>
        <p:nvSpPr>
          <p:cNvPr id="860" name="Rectangle"/>
          <p:cNvSpPr/>
          <p:nvPr userDrawn="1"/>
        </p:nvSpPr>
        <p:spPr>
          <a:xfrm>
            <a:off x="471054" y="464127"/>
            <a:ext cx="11272494" cy="5944838"/>
          </a:xfrm>
          <a:prstGeom prst="rect">
            <a:avLst/>
          </a:prstGeom>
          <a:solidFill>
            <a:schemeClr val="accent1"/>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61" name="Square"/>
          <p:cNvSpPr/>
          <p:nvPr/>
        </p:nvSpPr>
        <p:spPr>
          <a:xfrm>
            <a:off x="11743603" y="6405281"/>
            <a:ext cx="448398" cy="452720"/>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8" name="Rectangle 7">
            <a:extLst>
              <a:ext uri="{FF2B5EF4-FFF2-40B4-BE49-F238E27FC236}">
                <a16:creationId xmlns:a16="http://schemas.microsoft.com/office/drawing/2014/main" id="{41A778AB-F6EC-4101-87E6-DECF7944E661}"/>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0" name="Title Text">
            <a:extLst>
              <a:ext uri="{FF2B5EF4-FFF2-40B4-BE49-F238E27FC236}">
                <a16:creationId xmlns:a16="http://schemas.microsoft.com/office/drawing/2014/main" id="{E400EEBB-F912-40CA-A759-DEFE15164979}"/>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ctr" anchorCtr="0">
            <a:noAutofit/>
          </a:bodyPr>
          <a:lstStyle>
            <a:lvl1pPr algn="ctr">
              <a:defRPr sz="4800">
                <a:solidFill>
                  <a:schemeClr val="bg1"/>
                </a:solidFill>
              </a:defRPr>
            </a:lvl1pPr>
          </a:lstStyle>
          <a:p>
            <a:r>
              <a:rPr lang="en-US"/>
              <a:t>48pt Intel Clear Light Body. For content that is not a section, but has a big idea in text only.</a:t>
            </a:r>
          </a:p>
        </p:txBody>
      </p:sp>
    </p:spTree>
    <p:extLst>
      <p:ext uri="{BB962C8B-B14F-4D97-AF65-F5344CB8AC3E}">
        <p14:creationId xmlns:p14="http://schemas.microsoft.com/office/powerpoint/2010/main" val="4037652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le &amp; Sub Light Blue">
    <p:bg>
      <p:bgPr>
        <a:solidFill>
          <a:srgbClr val="00C7FD"/>
        </a:solidFill>
        <a:effectLst/>
      </p:bgPr>
    </p:bg>
    <p:spTree>
      <p:nvGrpSpPr>
        <p:cNvPr id="1" name=""/>
        <p:cNvGrpSpPr/>
        <p:nvPr/>
      </p:nvGrpSpPr>
      <p:grpSpPr>
        <a:xfrm>
          <a:off x="0" y="0"/>
          <a:ext cx="0" cy="0"/>
          <a:chOff x="0" y="0"/>
          <a:chExt cx="0" cy="0"/>
        </a:xfrm>
      </p:grpSpPr>
      <p:sp>
        <p:nvSpPr>
          <p:cNvPr id="860" name="Rectangle"/>
          <p:cNvSpPr/>
          <p:nvPr userDrawn="1"/>
        </p:nvSpPr>
        <p:spPr>
          <a:xfrm>
            <a:off x="471054" y="464127"/>
            <a:ext cx="11272494" cy="5944838"/>
          </a:xfrm>
          <a:prstGeom prst="rect">
            <a:avLst/>
          </a:prstGeom>
          <a:solidFill>
            <a:schemeClr val="accent2">
              <a:lumMod val="75000"/>
            </a:schemeClr>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61" name="Square"/>
          <p:cNvSpPr/>
          <p:nvPr/>
        </p:nvSpPr>
        <p:spPr>
          <a:xfrm>
            <a:off x="11743603" y="6405281"/>
            <a:ext cx="448398" cy="452720"/>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8" name="Rectangle 7">
            <a:extLst>
              <a:ext uri="{FF2B5EF4-FFF2-40B4-BE49-F238E27FC236}">
                <a16:creationId xmlns:a16="http://schemas.microsoft.com/office/drawing/2014/main" id="{52E60B70-5DF3-4398-B558-301661292DFC}"/>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9" name="Rectangle 8">
            <a:extLst>
              <a:ext uri="{FF2B5EF4-FFF2-40B4-BE49-F238E27FC236}">
                <a16:creationId xmlns:a16="http://schemas.microsoft.com/office/drawing/2014/main" id="{EC2CF38D-B95A-4CD5-8F7D-86EA9C709AD4}"/>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10" name="Title Text">
            <a:extLst>
              <a:ext uri="{FF2B5EF4-FFF2-40B4-BE49-F238E27FC236}">
                <a16:creationId xmlns:a16="http://schemas.microsoft.com/office/drawing/2014/main" id="{93B25211-1805-4C17-8545-7E02A6786392}"/>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ctr" anchorCtr="0">
            <a:noAutofit/>
          </a:bodyPr>
          <a:lstStyle>
            <a:lvl1pPr algn="ctr">
              <a:defRPr sz="4800">
                <a:solidFill>
                  <a:schemeClr val="bg1"/>
                </a:solidFill>
              </a:defRPr>
            </a:lvl1pPr>
          </a:lstStyle>
          <a:p>
            <a:r>
              <a:rPr lang="en-US"/>
              <a:t>48pt Intel Clear Light Body. For content that is not a section, but has a big idea in text only.</a:t>
            </a:r>
          </a:p>
        </p:txBody>
      </p:sp>
    </p:spTree>
    <p:extLst>
      <p:ext uri="{BB962C8B-B14F-4D97-AF65-F5344CB8AC3E}">
        <p14:creationId xmlns:p14="http://schemas.microsoft.com/office/powerpoint/2010/main" val="3163764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End Slide">
    <p:bg>
      <p:bgPr>
        <a:solidFill>
          <a:schemeClr val="accent1"/>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BDA94F2D-B7BD-4CE9-A606-F00802F3131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099949" y="2409775"/>
            <a:ext cx="4080108" cy="1521396"/>
          </a:xfrm>
          <a:prstGeom prst="rect">
            <a:avLst/>
          </a:prstGeom>
        </p:spPr>
      </p:pic>
      <p:sp>
        <p:nvSpPr>
          <p:cNvPr id="15" name="TextBox 14">
            <a:extLst>
              <a:ext uri="{FF2B5EF4-FFF2-40B4-BE49-F238E27FC236}">
                <a16:creationId xmlns:a16="http://schemas.microsoft.com/office/drawing/2014/main" id="{3F655609-5439-9C4A-8F0D-9AB5A1AAC9A3}"/>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6" name="Rectangle 5">
            <a:extLst>
              <a:ext uri="{FF2B5EF4-FFF2-40B4-BE49-F238E27FC236}">
                <a16:creationId xmlns:a16="http://schemas.microsoft.com/office/drawing/2014/main" id="{69112354-342E-49CE-8E3C-E078BBE1ADF7}"/>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7" name="Rectangle 6">
            <a:extLst>
              <a:ext uri="{FF2B5EF4-FFF2-40B4-BE49-F238E27FC236}">
                <a16:creationId xmlns:a16="http://schemas.microsoft.com/office/drawing/2014/main" id="{CD21D8AD-9194-4DBA-8221-7F294421810B}"/>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008318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
        <p:nvSpPr>
          <p:cNvPr id="5" name="Text Placeholder 5">
            <a:extLst>
              <a:ext uri="{FF2B5EF4-FFF2-40B4-BE49-F238E27FC236}">
                <a16:creationId xmlns:a16="http://schemas.microsoft.com/office/drawing/2014/main" id="{16E4A77F-3921-494A-A1C7-9B634810D61A}"/>
              </a:ext>
            </a:extLst>
          </p:cNvPr>
          <p:cNvSpPr>
            <a:spLocks noGrp="1"/>
          </p:cNvSpPr>
          <p:nvPr>
            <p:ph type="body" sz="quarter" idx="10"/>
          </p:nvPr>
        </p:nvSpPr>
        <p:spPr>
          <a:xfrm>
            <a:off x="609600" y="1072342"/>
            <a:ext cx="10972800" cy="5116793"/>
          </a:xfrm>
        </p:spPr>
        <p:txBody>
          <a:bodyPr/>
          <a:lstStyle>
            <a:lvl1pPr>
              <a:lnSpc>
                <a:spcPct val="100000"/>
              </a:lnSpc>
              <a:spcBef>
                <a:spcPts val="600"/>
              </a:spcBef>
              <a:defRPr/>
            </a:lvl1pPr>
            <a:lvl2pPr>
              <a:lnSpc>
                <a:spcPct val="100000"/>
              </a:lnSpc>
              <a:spcBef>
                <a:spcPts val="600"/>
              </a:spcBef>
              <a:buClrTx/>
              <a:defRPr sz="2600">
                <a:solidFill>
                  <a:schemeClr val="bg1"/>
                </a:solidFill>
              </a:defRPr>
            </a:lvl2pPr>
            <a:lvl3pPr>
              <a:lnSpc>
                <a:spcPct val="100000"/>
              </a:lnSpc>
              <a:spcBef>
                <a:spcPts val="600"/>
              </a:spcBef>
              <a:buClrTx/>
              <a:defRPr>
                <a:solidFill>
                  <a:schemeClr val="bg1"/>
                </a:solidFill>
              </a:defRPr>
            </a:lvl3pPr>
            <a:lvl5pPr>
              <a:defRPr sz="2000"/>
            </a:lvl5pPr>
          </a:lstStyle>
          <a:p>
            <a:pPr lvl="0"/>
            <a:r>
              <a:rPr lang="en-US"/>
              <a:t>Click to edit Master text styles</a:t>
            </a:r>
          </a:p>
          <a:p>
            <a:pPr lvl="1"/>
            <a:r>
              <a:rPr lang="en-US"/>
              <a:t>Second level</a:t>
            </a:r>
          </a:p>
          <a:p>
            <a:pPr lvl="2"/>
            <a:r>
              <a:rPr lang="en-US"/>
              <a:t>Third level</a:t>
            </a:r>
          </a:p>
        </p:txBody>
      </p:sp>
      <p:sp>
        <p:nvSpPr>
          <p:cNvPr id="4" name="Rectangle 19">
            <a:extLst>
              <a:ext uri="{FF2B5EF4-FFF2-40B4-BE49-F238E27FC236}">
                <a16:creationId xmlns:a16="http://schemas.microsoft.com/office/drawing/2014/main" id="{A59F6A75-BA60-4850-A917-21334D6F90CF}"/>
              </a:ext>
            </a:extLst>
          </p:cNvPr>
          <p:cNvSpPr>
            <a:spLocks noGrp="1" noChangeArrowheads="1"/>
          </p:cNvSpPr>
          <p:nvPr>
            <p:ph type="title" hasCustomPrompt="1"/>
          </p:nvPr>
        </p:nvSpPr>
        <p:spPr bwMode="auto">
          <a:xfrm>
            <a:off x="609600" y="436726"/>
            <a:ext cx="10972800" cy="510925"/>
          </a:xfrm>
          <a:prstGeom prst="rect">
            <a:avLst/>
          </a:prstGeom>
          <a:noFill/>
          <a:ln w="9525">
            <a:noFill/>
            <a:miter lim="800000"/>
            <a:headEnd/>
            <a:tailEnd/>
          </a:ln>
          <a:effectLst/>
        </p:spPr>
        <p:txBody>
          <a:bodyPr vert="horz" wrap="square" lIns="80185" tIns="40092" rIns="80185" bIns="40092" numCol="1" anchor="ctr" anchorCtr="0" compatLnSpc="1">
            <a:prstTxWarp prst="textNoShape">
              <a:avLst/>
            </a:prstTxWarp>
          </a:bodyPr>
          <a:lstStyle>
            <a:lvl1pPr>
              <a:lnSpc>
                <a:spcPct val="100000"/>
              </a:lnSpc>
              <a:defRPr sz="3200"/>
            </a:lvl1pPr>
          </a:lstStyle>
          <a:p>
            <a:pPr lvl="0"/>
            <a:r>
              <a:rPr lang="en-US" dirty="0"/>
              <a:t>Click to edit master title style</a:t>
            </a:r>
          </a:p>
        </p:txBody>
      </p:sp>
    </p:spTree>
    <p:extLst>
      <p:ext uri="{BB962C8B-B14F-4D97-AF65-F5344CB8AC3E}">
        <p14:creationId xmlns:p14="http://schemas.microsoft.com/office/powerpoint/2010/main" val="1157649196"/>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p:txBody>
          <a:bodyPr lIns="0" tIns="0" rIns="0" bIns="0"/>
          <a:lstStyle>
            <a:lvl1pPr>
              <a:defRPr sz="1067" b="0" i="0">
                <a:solidFill>
                  <a:schemeClr val="bg1"/>
                </a:solidFill>
                <a:latin typeface="Intel Clear"/>
                <a:cs typeface="Intel Clear"/>
              </a:defRPr>
            </a:lvl1pPr>
          </a:lstStyle>
          <a:p>
            <a:pPr marL="33866">
              <a:lnSpc>
                <a:spcPct val="100000"/>
              </a:lnSpc>
            </a:pPr>
            <a:fld id="{81D60167-4931-47E6-BA6A-407CBD079E47}" type="slidenum">
              <a:rPr dirty="0"/>
              <a:pPr marL="33866">
                <a:lnSpc>
                  <a:spcPct val="100000"/>
                </a:lnSpc>
              </a:pPr>
              <a:t>‹#›</a:t>
            </a:fld>
            <a:endParaRPr dirty="0"/>
          </a:p>
        </p:txBody>
      </p:sp>
    </p:spTree>
    <p:extLst>
      <p:ext uri="{BB962C8B-B14F-4D97-AF65-F5344CB8AC3E}">
        <p14:creationId xmlns:p14="http://schemas.microsoft.com/office/powerpoint/2010/main" val="164638118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733" b="0" i="0">
                <a:solidFill>
                  <a:srgbClr val="003B70"/>
                </a:solidFill>
                <a:latin typeface="Intel Clear"/>
                <a:cs typeface="Intel Clear"/>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defRPr sz="1067" b="0" i="0">
                <a:solidFill>
                  <a:schemeClr val="bg1"/>
                </a:solidFill>
                <a:latin typeface="Intel Clear"/>
                <a:cs typeface="Intel Clear"/>
              </a:defRPr>
            </a:lvl1pPr>
          </a:lstStyle>
          <a:p>
            <a:pPr marL="33866">
              <a:lnSpc>
                <a:spcPct val="100000"/>
              </a:lnSpc>
            </a:pPr>
            <a:fld id="{81D60167-4931-47E6-BA6A-407CBD079E47}" type="slidenum">
              <a:rPr dirty="0"/>
              <a:pPr marL="33866">
                <a:lnSpc>
                  <a:spcPct val="100000"/>
                </a:lnSpc>
              </a:pPr>
              <a:t>‹#›</a:t>
            </a:fld>
            <a:endParaRPr dirty="0"/>
          </a:p>
        </p:txBody>
      </p:sp>
    </p:spTree>
    <p:extLst>
      <p:ext uri="{BB962C8B-B14F-4D97-AF65-F5344CB8AC3E}">
        <p14:creationId xmlns:p14="http://schemas.microsoft.com/office/powerpoint/2010/main" val="40347163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2.sv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C80E488-8534-4743-924A-62CA17A7A192}"/>
              </a:ext>
            </a:extLst>
          </p:cNvPr>
          <p:cNvSpPr/>
          <p:nvPr userDrawn="1"/>
        </p:nvSpPr>
        <p:spPr>
          <a:xfrm>
            <a:off x="0" y="6407451"/>
            <a:ext cx="11736987"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2" name="Rectangle 11">
            <a:extLst>
              <a:ext uri="{FF2B5EF4-FFF2-40B4-BE49-F238E27FC236}">
                <a16:creationId xmlns:a16="http://schemas.microsoft.com/office/drawing/2014/main" id="{5F27ABEE-91E1-420E-AD52-066ECB7CBDFC}"/>
              </a:ext>
            </a:extLst>
          </p:cNvPr>
          <p:cNvSpPr/>
          <p:nvPr userDrawn="1"/>
        </p:nvSpPr>
        <p:spPr>
          <a:xfrm rot="5400000">
            <a:off x="8758537" y="2978453"/>
            <a:ext cx="6407450"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3" name="Body Level One…"/>
          <p:cNvSpPr txBox="1">
            <a:spLocks noGrp="1"/>
          </p:cNvSpPr>
          <p:nvPr>
            <p:ph type="body" idx="1"/>
          </p:nvPr>
        </p:nvSpPr>
        <p:spPr>
          <a:xfrm>
            <a:off x="592915" y="1524000"/>
            <a:ext cx="10972801" cy="472440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rmAutofit/>
          </a:bodyPr>
          <a:lstStyle/>
          <a:p>
            <a:r>
              <a:rPr lang="en-US" dirty="0"/>
              <a:t>Body copy Intel clear light 28 point</a:t>
            </a:r>
          </a:p>
          <a:p>
            <a:pPr lvl="1"/>
            <a:r>
              <a:rPr lang="en-US" dirty="0"/>
              <a:t>Sub Bullet one 24 point</a:t>
            </a:r>
          </a:p>
          <a:p>
            <a:pPr lvl="2"/>
            <a:r>
              <a:rPr lang="en-US" dirty="0"/>
              <a:t>Sub Bullet two 20 point</a:t>
            </a:r>
          </a:p>
          <a:p>
            <a:pPr lvl="3"/>
            <a:r>
              <a:rPr lang="en-US" dirty="0"/>
              <a:t>Sub Bullet three 18 point</a:t>
            </a:r>
          </a:p>
          <a:p>
            <a:pPr lvl="4"/>
            <a:r>
              <a:rPr lang="en-US" dirty="0"/>
              <a:t>Sub Bullet four 16 point</a:t>
            </a:r>
            <a:br>
              <a:rPr lang="en-US" dirty="0"/>
            </a:br>
            <a:endParaRPr lang="en-US" dirty="0"/>
          </a:p>
          <a:p>
            <a:pPr lvl="2"/>
            <a:endParaRPr dirty="0"/>
          </a:p>
        </p:txBody>
      </p:sp>
      <p:sp>
        <p:nvSpPr>
          <p:cNvPr id="4" name="Title Text"/>
          <p:cNvSpPr txBox="1">
            <a:spLocks noGrp="1"/>
          </p:cNvSpPr>
          <p:nvPr>
            <p:ph type="title"/>
          </p:nvPr>
        </p:nvSpPr>
        <p:spPr>
          <a:xfrm>
            <a:off x="592916" y="571500"/>
            <a:ext cx="10972801" cy="883673"/>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p>
            <a:r>
              <a:rPr lang="en-US" dirty="0"/>
              <a:t>40pt Intel Clear Light Text Goes Here</a:t>
            </a:r>
            <a:endParaRPr dirty="0"/>
          </a:p>
        </p:txBody>
      </p:sp>
      <p:sp>
        <p:nvSpPr>
          <p:cNvPr id="2" name="Rectangle 1">
            <a:extLst>
              <a:ext uri="{FF2B5EF4-FFF2-40B4-BE49-F238E27FC236}">
                <a16:creationId xmlns:a16="http://schemas.microsoft.com/office/drawing/2014/main" id="{6D33D527-2918-4752-A9A7-0BDBA010BB39}"/>
              </a:ext>
            </a:extLst>
          </p:cNvPr>
          <p:cNvSpPr/>
          <p:nvPr userDrawn="1"/>
        </p:nvSpPr>
        <p:spPr>
          <a:xfrm>
            <a:off x="5428991" y="6562504"/>
            <a:ext cx="1334020" cy="245324"/>
          </a:xfrm>
          <a:prstGeom prst="rect">
            <a:avLst/>
          </a:prstGeom>
        </p:spPr>
        <p:txBody>
          <a:bodyPr wrap="none">
            <a:spAutoFit/>
          </a:bodyPr>
          <a:lstStyle/>
          <a:p>
            <a:pPr algn="ctr"/>
            <a:r>
              <a:rPr lang="en-US" sz="1100" b="1">
                <a:solidFill>
                  <a:schemeClr val="bg2"/>
                </a:solidFill>
              </a:rPr>
              <a:t>Intel Confidential</a:t>
            </a:r>
          </a:p>
        </p:txBody>
      </p:sp>
      <p:pic>
        <p:nvPicPr>
          <p:cNvPr id="6" name="Graphic 5">
            <a:extLst>
              <a:ext uri="{FF2B5EF4-FFF2-40B4-BE49-F238E27FC236}">
                <a16:creationId xmlns:a16="http://schemas.microsoft.com/office/drawing/2014/main" id="{DCACDBB0-BD96-446C-8F63-C56E4AA10FBD}"/>
              </a:ext>
            </a:extLst>
          </p:cNvPr>
          <p:cNvPicPr>
            <a:picLocks noChangeAspect="1"/>
          </p:cNvPicPr>
          <p:nvPr userDrawn="1"/>
        </p:nvPicPr>
        <p:blipFill>
          <a:blip r:embed="rId31">
            <a:extLst>
              <a:ext uri="{96DAC541-7B7A-43D3-8B79-37D633B846F1}">
                <asvg:svgBlip xmlns:asvg="http://schemas.microsoft.com/office/drawing/2016/SVG/main" r:embed="rId32"/>
              </a:ext>
            </a:extLst>
          </a:blip>
          <a:stretch>
            <a:fillRect/>
          </a:stretch>
        </p:blipFill>
        <p:spPr>
          <a:xfrm>
            <a:off x="11137466" y="6554735"/>
            <a:ext cx="476084" cy="177524"/>
          </a:xfrm>
          <a:prstGeom prst="rect">
            <a:avLst/>
          </a:prstGeom>
        </p:spPr>
      </p:pic>
      <p:sp>
        <p:nvSpPr>
          <p:cNvPr id="9" name="TextBox 8">
            <a:extLst>
              <a:ext uri="{FF2B5EF4-FFF2-40B4-BE49-F238E27FC236}">
                <a16:creationId xmlns:a16="http://schemas.microsoft.com/office/drawing/2014/main" id="{51520E06-BF98-49FF-91DB-15EBE855DD9E}"/>
              </a:ext>
            </a:extLst>
          </p:cNvPr>
          <p:cNvSpPr txBox="1"/>
          <p:nvPr userDrawn="1"/>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bg2"/>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err="1">
              <a:ln>
                <a:noFill/>
              </a:ln>
              <a:solidFill>
                <a:schemeClr val="bg2"/>
              </a:solidFill>
              <a:effectLst/>
              <a:uFillTx/>
              <a:latin typeface="+mn-lt"/>
              <a:ea typeface="+mn-ea"/>
              <a:cs typeface="+mn-cs"/>
              <a:sym typeface="Helvetica Neue"/>
            </a:endParaRPr>
          </a:p>
        </p:txBody>
      </p:sp>
    </p:spTree>
  </p:cSld>
  <p:clrMap bg1="lt1" tx1="dk1" bg2="lt2" tx2="dk2" accent1="accent1" accent2="accent2" accent3="accent3" accent4="accent4" accent5="accent5" accent6="accent6" hlink="hlink" folHlink="folHlink"/>
  <p:sldLayoutIdLst>
    <p:sldLayoutId id="2147483719" r:id="rId1"/>
    <p:sldLayoutId id="2147483767" r:id="rId2"/>
    <p:sldLayoutId id="2147483766" r:id="rId3"/>
    <p:sldLayoutId id="2147483756" r:id="rId4"/>
    <p:sldLayoutId id="2147483759" r:id="rId5"/>
    <p:sldLayoutId id="2147483755" r:id="rId6"/>
    <p:sldLayoutId id="2147483722" r:id="rId7"/>
    <p:sldLayoutId id="2147483778" r:id="rId8"/>
    <p:sldLayoutId id="2147483724" r:id="rId9"/>
    <p:sldLayoutId id="2147483751" r:id="rId10"/>
    <p:sldLayoutId id="2147483730" r:id="rId11"/>
    <p:sldLayoutId id="2147483754" r:id="rId12"/>
    <p:sldLayoutId id="2147483761" r:id="rId13"/>
    <p:sldLayoutId id="2147483749" r:id="rId14"/>
    <p:sldLayoutId id="2147483746" r:id="rId15"/>
    <p:sldLayoutId id="2147483747" r:id="rId16"/>
    <p:sldLayoutId id="2147483769" r:id="rId17"/>
    <p:sldLayoutId id="2147483768" r:id="rId18"/>
    <p:sldLayoutId id="2147483723" r:id="rId19"/>
    <p:sldLayoutId id="2147483770" r:id="rId20"/>
    <p:sldLayoutId id="2147483771" r:id="rId21"/>
    <p:sldLayoutId id="2147483772" r:id="rId22"/>
    <p:sldLayoutId id="2147483745" r:id="rId23"/>
    <p:sldLayoutId id="2147483780" r:id="rId24"/>
    <p:sldLayoutId id="2147483744" r:id="rId25"/>
    <p:sldLayoutId id="2147483750" r:id="rId26"/>
    <p:sldLayoutId id="2147483782" r:id="rId27"/>
    <p:sldLayoutId id="2147483783" r:id="rId28"/>
    <p:sldLayoutId id="2147483784" r:id="rId2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marL="0" marR="0" indent="0" algn="l" defTabSz="609600" latinLnBrk="0">
        <a:lnSpc>
          <a:spcPct val="90000"/>
        </a:lnSpc>
        <a:spcBef>
          <a:spcPts val="0"/>
        </a:spcBef>
        <a:spcAft>
          <a:spcPts val="0"/>
        </a:spcAft>
        <a:buClrTx/>
        <a:buSzTx/>
        <a:buFontTx/>
        <a:buNone/>
        <a:tabLst/>
        <a:defRPr sz="4000" b="0" i="0" u="none" strike="noStrike" cap="none" spc="0" baseline="0">
          <a:solidFill>
            <a:schemeClr val="tx1"/>
          </a:solidFill>
          <a:uFillTx/>
          <a:latin typeface="Intel Clear" panose="020B0604020203020204" pitchFamily="34" charset="0"/>
          <a:ea typeface="Intel Clear" panose="020B0604020203020204" pitchFamily="34" charset="0"/>
          <a:cs typeface="Intel Clear" panose="020B0604020203020204" pitchFamily="34" charset="0"/>
          <a:sym typeface="Helvetica"/>
        </a:defRPr>
      </a:lvl1pPr>
      <a:lvl2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2pPr>
      <a:lvl3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3pPr>
      <a:lvl4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4pPr>
      <a:lvl5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5pPr>
      <a:lvl6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6pPr>
      <a:lvl7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7pPr>
      <a:lvl8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8pPr>
      <a:lvl9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9pPr>
    </p:titleStyle>
    <p:bodyStyle>
      <a:lvl1pPr marL="228600" marR="0" indent="-228600" algn="l" defTabSz="609600" latinLnBrk="0">
        <a:lnSpc>
          <a:spcPct val="100000"/>
        </a:lnSpc>
        <a:spcBef>
          <a:spcPts val="1200"/>
        </a:spcBef>
        <a:spcAft>
          <a:spcPts val="0"/>
        </a:spcAft>
        <a:buClrTx/>
        <a:buSzTx/>
        <a:buFont typeface="Wingdings" pitchFamily="2" charset="2"/>
        <a:buChar char="§"/>
        <a:tabLst/>
        <a:defRPr sz="28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1pPr>
      <a:lvl2pPr marL="431800" marR="0" indent="-203200" algn="l" defTabSz="609600" latinLnBrk="0">
        <a:lnSpc>
          <a:spcPct val="100000"/>
        </a:lnSpc>
        <a:spcBef>
          <a:spcPts val="1200"/>
        </a:spcBef>
        <a:spcAft>
          <a:spcPts val="0"/>
        </a:spcAft>
        <a:buClrTx/>
        <a:buSzTx/>
        <a:buFont typeface="Arial" panose="020B0604020202020204" pitchFamily="34" charset="0"/>
        <a:buChar char="•"/>
        <a:tabLst/>
        <a:defRPr sz="24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2pPr>
      <a:lvl3pPr marL="686594" marR="0" indent="-197644" algn="l" defTabSz="609600" latinLnBrk="0">
        <a:lnSpc>
          <a:spcPct val="100000"/>
        </a:lnSpc>
        <a:spcBef>
          <a:spcPts val="1200"/>
        </a:spcBef>
        <a:spcAft>
          <a:spcPts val="0"/>
        </a:spcAft>
        <a:buClrTx/>
        <a:buSzTx/>
        <a:buFont typeface="Arial" panose="020B0604020202020204" pitchFamily="34" charset="0"/>
        <a:buChar char="•"/>
        <a:tabLst/>
        <a:defRPr sz="18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3pPr>
      <a:lvl4pPr marL="919957" marR="0" indent="-228600" algn="l" defTabSz="609600" latinLnBrk="0">
        <a:lnSpc>
          <a:spcPct val="100000"/>
        </a:lnSpc>
        <a:spcBef>
          <a:spcPts val="1200"/>
        </a:spcBef>
        <a:spcAft>
          <a:spcPts val="0"/>
        </a:spcAft>
        <a:buClrTx/>
        <a:buSzTx/>
        <a:buFont typeface="Arial" panose="020B0604020202020204" pitchFamily="34" charset="0"/>
        <a:buChar char="•"/>
        <a:tabLst/>
        <a:defRPr sz="18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4pPr>
      <a:lvl5pPr marL="1148557" marR="0" indent="-228600" algn="l" defTabSz="609600" latinLnBrk="0">
        <a:lnSpc>
          <a:spcPct val="100000"/>
        </a:lnSpc>
        <a:spcBef>
          <a:spcPts val="1200"/>
        </a:spcBef>
        <a:spcAft>
          <a:spcPts val="0"/>
        </a:spcAft>
        <a:buClrTx/>
        <a:buSzTx/>
        <a:buFont typeface="Arial" panose="020B0604020202020204" pitchFamily="34" charset="0"/>
        <a:buChar char="•"/>
        <a:tabLst/>
        <a:defRPr sz="16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5pPr>
      <a:lvl6pPr marL="0" marR="0" indent="5715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6pPr>
      <a:lvl7pPr marL="0" marR="0" indent="6858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7pPr>
      <a:lvl8pPr marL="0" marR="0" indent="8001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8pPr>
      <a:lvl9pPr marL="0" marR="0" indent="9144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9pPr>
    </p:bodyStyle>
    <p:otherStyle>
      <a:lvl1pPr marL="0" marR="0" indent="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1pPr>
      <a:lvl2pPr marL="0" marR="0" indent="2286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2pPr>
      <a:lvl3pPr marL="0" marR="0" indent="4572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3pPr>
      <a:lvl4pPr marL="0" marR="0" indent="6858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4pPr>
      <a:lvl5pPr marL="0" marR="0" indent="9144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5pPr>
      <a:lvl6pPr marL="0" marR="0" indent="11430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6pPr>
      <a:lvl7pPr marL="0" marR="0" indent="13716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7pPr>
      <a:lvl8pPr marL="0" marR="0" indent="16002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8pPr>
      <a:lvl9pPr marL="0" marR="0" indent="18288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image" Target="../media/image9.png"/><Relationship Id="rId1" Type="http://schemas.openxmlformats.org/officeDocument/2006/relationships/slideLayout" Target="../slideLayouts/slideLayout29.xml"/><Relationship Id="rId5" Type="http://schemas.openxmlformats.org/officeDocument/2006/relationships/image" Target="../media/image11.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79F4BE2-8E4A-4003-B816-9E34781F7E88}"/>
              </a:ext>
            </a:extLst>
          </p:cNvPr>
          <p:cNvSpPr>
            <a:spLocks noGrp="1"/>
          </p:cNvSpPr>
          <p:nvPr>
            <p:ph type="title"/>
          </p:nvPr>
        </p:nvSpPr>
        <p:spPr>
          <a:xfrm>
            <a:off x="1749556" y="3585279"/>
            <a:ext cx="10215466" cy="1091827"/>
          </a:xfrm>
        </p:spPr>
        <p:txBody>
          <a:bodyPr/>
          <a:lstStyle/>
          <a:p>
            <a:r>
              <a:rPr lang="en-US" sz="3200" dirty="0"/>
              <a:t>Large Form Factor (LFF) ODM SMT Equipment Enabling </a:t>
            </a:r>
            <a:br>
              <a:rPr lang="en-US" sz="3200" dirty="0"/>
            </a:br>
            <a:r>
              <a:rPr lang="en-US" sz="3200" dirty="0"/>
              <a:t>Intel – Compal Collaboration </a:t>
            </a:r>
          </a:p>
        </p:txBody>
      </p:sp>
      <p:sp>
        <p:nvSpPr>
          <p:cNvPr id="2" name="Text Placeholder 1">
            <a:extLst>
              <a:ext uri="{FF2B5EF4-FFF2-40B4-BE49-F238E27FC236}">
                <a16:creationId xmlns:a16="http://schemas.microsoft.com/office/drawing/2014/main" id="{957F845C-9834-4D66-B99D-E3FBE04EA913}"/>
              </a:ext>
            </a:extLst>
          </p:cNvPr>
          <p:cNvSpPr>
            <a:spLocks noGrp="1"/>
          </p:cNvSpPr>
          <p:nvPr>
            <p:ph type="body" sz="quarter" idx="27"/>
          </p:nvPr>
        </p:nvSpPr>
        <p:spPr>
          <a:xfrm>
            <a:off x="1820796" y="4677106"/>
            <a:ext cx="10283651" cy="984391"/>
          </a:xfrm>
        </p:spPr>
        <p:txBody>
          <a:bodyPr>
            <a:normAutofit/>
          </a:bodyPr>
          <a:lstStyle/>
          <a:p>
            <a:r>
              <a:rPr lang="en-US" dirty="0">
                <a:solidFill>
                  <a:schemeClr val="tx1"/>
                </a:solidFill>
              </a:rPr>
              <a:t>November XX, 2020</a:t>
            </a:r>
          </a:p>
          <a:p>
            <a:r>
              <a:rPr lang="en-US" dirty="0">
                <a:solidFill>
                  <a:srgbClr val="FFC000"/>
                </a:solidFill>
              </a:rPr>
              <a:t>CNDA # NNNNNNNN</a:t>
            </a:r>
          </a:p>
          <a:p>
            <a:endParaRPr lang="en-US" dirty="0"/>
          </a:p>
        </p:txBody>
      </p:sp>
    </p:spTree>
    <p:extLst>
      <p:ext uri="{BB962C8B-B14F-4D97-AF65-F5344CB8AC3E}">
        <p14:creationId xmlns:p14="http://schemas.microsoft.com/office/powerpoint/2010/main" val="3251058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66284-7A99-4C40-B793-540F7DEF8A70}"/>
              </a:ext>
            </a:extLst>
          </p:cNvPr>
          <p:cNvSpPr>
            <a:spLocks noGrp="1"/>
          </p:cNvSpPr>
          <p:nvPr>
            <p:ph type="title"/>
          </p:nvPr>
        </p:nvSpPr>
        <p:spPr/>
        <p:txBody>
          <a:bodyPr/>
          <a:lstStyle/>
          <a:p>
            <a:r>
              <a:rPr lang="en-US" sz="3200" dirty="0">
                <a:solidFill>
                  <a:srgbClr val="000000"/>
                </a:solidFill>
                <a:latin typeface="Intel Clear" panose="020B0604020203020204" pitchFamily="34" charset="0"/>
                <a:ea typeface="Intel Clear" panose="020B0604020203020204" pitchFamily="34" charset="0"/>
                <a:cs typeface="Intel Clear" panose="020B0604020203020204" pitchFamily="34" charset="0"/>
              </a:rPr>
              <a:t>Legal Disclaimer, Terms, &amp; Conditions: </a:t>
            </a:r>
            <a:endParaRPr lang="en-US" sz="3200" dirty="0"/>
          </a:p>
        </p:txBody>
      </p:sp>
      <p:sp>
        <p:nvSpPr>
          <p:cNvPr id="3" name="Content Placeholder 2">
            <a:extLst>
              <a:ext uri="{FF2B5EF4-FFF2-40B4-BE49-F238E27FC236}">
                <a16:creationId xmlns:a16="http://schemas.microsoft.com/office/drawing/2014/main" id="{5A9A9D93-D51C-4210-9C10-57FDD7586CD4}"/>
              </a:ext>
            </a:extLst>
          </p:cNvPr>
          <p:cNvSpPr>
            <a:spLocks noGrp="1"/>
          </p:cNvSpPr>
          <p:nvPr>
            <p:ph sz="quarter" idx="28"/>
          </p:nvPr>
        </p:nvSpPr>
        <p:spPr>
          <a:xfrm>
            <a:off x="571370" y="1413476"/>
            <a:ext cx="11010900" cy="4709418"/>
          </a:xfrm>
        </p:spPr>
        <p:txBody>
          <a:bodyPr>
            <a:normAutofit fontScale="55000" lnSpcReduction="20000"/>
          </a:bodyPr>
          <a:lstStyle/>
          <a:p>
            <a:pPr marL="0" indent="0">
              <a:buNone/>
            </a:pPr>
            <a:r>
              <a:rPr lang="en-US" dirty="0">
                <a:solidFill>
                  <a:schemeClr val="tx1"/>
                </a:solidFill>
              </a:rPr>
              <a:t>INFORMATION IN THIS DOCUMENT IS PROVIDED IN CONNECTION WITH INTEL PRODUCTS. NO LICENSE, EXPRESS OR IMPLIED, BY ESTOPPEL OR OTHERWISE, TO ANY INTELLECTUAL PROPERTY RIGHTS IS GRANTED BY THIS DOCUMENT.  EXCEPT AS PROVIDED IN INTEL'S TERMS AND CONDITIONS OF SALE FOR SUCH PRODUCTS, INTEL ASSUMES NO LIABILITY WHATSOEVER AND INTEL DISCLAIMS ANY EXPRESS OR IMPLIED WARRANTY, RELATING TO SALE AND/OR USE OF INTEL PRODUCTS INCLUDING LIABILITY OR WARRANTIES RELATING TO FITNESS FOR A PARTICULAR PURPOSE, MERCHANTABILITY, OR INFRINGEMENT OF ANY PATENT, COPYRIGHT OR OTHER INTELLECTUAL PROPERTY RIGHT.</a:t>
            </a:r>
            <a:br>
              <a:rPr lang="en-US" dirty="0">
                <a:solidFill>
                  <a:schemeClr val="tx1"/>
                </a:solidFill>
              </a:rPr>
            </a:br>
            <a:br>
              <a:rPr lang="en-US" dirty="0">
                <a:solidFill>
                  <a:schemeClr val="tx1"/>
                </a:solidFill>
              </a:rPr>
            </a:br>
            <a:r>
              <a:rPr lang="en-US" dirty="0">
                <a:solidFill>
                  <a:schemeClr val="tx1"/>
                </a:solidFill>
              </a:rPr>
              <a:t>UNLESS OTHERWISE AGREED IN WRITING BY INTEL, THE INTEL PRODUCTS ARE NOT DESIGNED NOR INTENDED FOR</a:t>
            </a:r>
            <a:r>
              <a:rPr lang="en-US" i="1" dirty="0">
                <a:solidFill>
                  <a:schemeClr val="tx1"/>
                </a:solidFill>
              </a:rPr>
              <a:t> </a:t>
            </a:r>
            <a:r>
              <a:rPr lang="en-US" dirty="0">
                <a:solidFill>
                  <a:schemeClr val="tx1"/>
                </a:solidFill>
              </a:rPr>
              <a:t>ANY</a:t>
            </a:r>
            <a:r>
              <a:rPr lang="en-US" i="1" dirty="0">
                <a:solidFill>
                  <a:schemeClr val="tx1"/>
                </a:solidFill>
              </a:rPr>
              <a:t> </a:t>
            </a:r>
            <a:r>
              <a:rPr lang="en-US" dirty="0">
                <a:solidFill>
                  <a:schemeClr val="tx1"/>
                </a:solidFill>
              </a:rPr>
              <a:t>APPLICATION IN WHICH THE FAILURE OF THE INTEL PRODUCT COULD CREATE A SITUATION WHERE PERSONAL INJURY OR DEATH MAY OCCUR.</a:t>
            </a:r>
            <a:br>
              <a:rPr lang="en-US" dirty="0">
                <a:solidFill>
                  <a:schemeClr val="tx1"/>
                </a:solidFill>
              </a:rPr>
            </a:br>
            <a:br>
              <a:rPr lang="en-US" dirty="0">
                <a:solidFill>
                  <a:schemeClr val="tx1"/>
                </a:solidFill>
              </a:rPr>
            </a:br>
            <a:r>
              <a:rPr lang="en-US" dirty="0">
                <a:solidFill>
                  <a:schemeClr val="tx1"/>
                </a:solidFill>
              </a:rPr>
              <a:t>Intel may make changes to specifications and product descriptions at any time, without notice. The information here is subject to change without notice. Do not finalize a design with this information. All products, computer systems, dates, and figures specified are preliminary based on current expectations, and are subject to change without notice. </a:t>
            </a:r>
          </a:p>
          <a:p>
            <a:pPr marL="0" indent="0">
              <a:buNone/>
            </a:pPr>
            <a:br>
              <a:rPr lang="en-US" dirty="0">
                <a:solidFill>
                  <a:schemeClr val="tx1"/>
                </a:solidFill>
              </a:rPr>
            </a:br>
            <a:r>
              <a:rPr lang="en-US" dirty="0">
                <a:solidFill>
                  <a:schemeClr val="tx1"/>
                </a:solidFill>
              </a:rPr>
              <a:t>The products described in this document may contain design defects or errors known as errata which may cause the product to deviate from published specifications. Current characterized errata are available on request. </a:t>
            </a:r>
            <a:br>
              <a:rPr lang="en-US" dirty="0">
                <a:solidFill>
                  <a:schemeClr val="tx1"/>
                </a:solidFill>
              </a:rPr>
            </a:br>
            <a:br>
              <a:rPr lang="en-US" dirty="0">
                <a:solidFill>
                  <a:schemeClr val="tx1"/>
                </a:solidFill>
              </a:rPr>
            </a:br>
            <a:r>
              <a:rPr lang="en-US" dirty="0">
                <a:solidFill>
                  <a:schemeClr val="tx1"/>
                </a:solidFill>
                <a:cs typeface="Arial" charset="0"/>
              </a:rPr>
              <a:t>Intel, the Intel logo, other Intel brand name(s), and any other Intel logos are registered trademarks of Intel. Intel's trademarks may be used publicly with permission only from Intel. Fair use of Intel's trademarks in advertising and promotion of Intel products requires proper acknowledgement.</a:t>
            </a:r>
          </a:p>
          <a:p>
            <a:pPr marL="0" indent="0">
              <a:buNone/>
            </a:pPr>
            <a:r>
              <a:rPr lang="en-US" dirty="0">
                <a:solidFill>
                  <a:schemeClr val="tx1"/>
                </a:solidFill>
                <a:cs typeface="Arial" charset="0"/>
              </a:rPr>
              <a:t>*Other names and brands are the property of their respective owners.</a:t>
            </a:r>
          </a:p>
          <a:p>
            <a:pPr marL="0" indent="0">
              <a:buNone/>
            </a:pPr>
            <a:r>
              <a:rPr lang="en-US" dirty="0">
                <a:solidFill>
                  <a:schemeClr val="tx1"/>
                </a:solidFill>
                <a:cs typeface="Arial" charset="0"/>
              </a:rPr>
              <a:t>Copyright © 2020, Intel Corporation </a:t>
            </a:r>
          </a:p>
        </p:txBody>
      </p:sp>
    </p:spTree>
    <p:extLst>
      <p:ext uri="{BB962C8B-B14F-4D97-AF65-F5344CB8AC3E}">
        <p14:creationId xmlns:p14="http://schemas.microsoft.com/office/powerpoint/2010/main" val="33246511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9A9D93-D51C-4210-9C10-57FDD7586CD4}"/>
              </a:ext>
            </a:extLst>
          </p:cNvPr>
          <p:cNvSpPr>
            <a:spLocks noGrp="1"/>
          </p:cNvSpPr>
          <p:nvPr>
            <p:ph type="body" sz="quarter" idx="10"/>
          </p:nvPr>
        </p:nvSpPr>
        <p:spPr/>
        <p:txBody>
          <a:bodyPr>
            <a:normAutofit/>
          </a:bodyPr>
          <a:lstStyle/>
          <a:p>
            <a:r>
              <a:rPr lang="en-US" dirty="0"/>
              <a:t>Upcoming Intel Server Sockets</a:t>
            </a:r>
            <a:endParaRPr lang="en-US" dirty="0">
              <a:solidFill>
                <a:schemeClr val="tx1"/>
              </a:solidFill>
            </a:endParaRPr>
          </a:p>
          <a:p>
            <a:r>
              <a:rPr lang="en-US" dirty="0"/>
              <a:t>Intel</a:t>
            </a:r>
            <a:r>
              <a:rPr lang="en-US" dirty="0">
                <a:solidFill>
                  <a:srgbClr val="FFC000"/>
                </a:solidFill>
              </a:rPr>
              <a:t> </a:t>
            </a:r>
            <a:r>
              <a:rPr lang="en-US" dirty="0"/>
              <a:t>Equipment Assessment 2019/20 &amp; Equipment Verification </a:t>
            </a:r>
          </a:p>
          <a:p>
            <a:r>
              <a:rPr lang="en-US" dirty="0"/>
              <a:t>Intel Requested Feedback </a:t>
            </a:r>
          </a:p>
          <a:p>
            <a:r>
              <a:rPr lang="en-US" dirty="0"/>
              <a:t>Q and A’s </a:t>
            </a:r>
          </a:p>
        </p:txBody>
      </p:sp>
      <p:sp>
        <p:nvSpPr>
          <p:cNvPr id="2" name="Title 1">
            <a:extLst>
              <a:ext uri="{FF2B5EF4-FFF2-40B4-BE49-F238E27FC236}">
                <a16:creationId xmlns:a16="http://schemas.microsoft.com/office/drawing/2014/main" id="{6DB66284-7A99-4C40-B793-540F7DEF8A70}"/>
              </a:ext>
            </a:extLst>
          </p:cNvPr>
          <p:cNvSpPr>
            <a:spLocks noGrp="1"/>
          </p:cNvSpPr>
          <p:nvPr>
            <p:ph type="title"/>
          </p:nvPr>
        </p:nvSpPr>
        <p:spPr/>
        <p:txBody>
          <a:bodyPr/>
          <a:lstStyle/>
          <a:p>
            <a:r>
              <a:rPr lang="en-US" sz="2800" dirty="0">
                <a:solidFill>
                  <a:schemeClr val="tx1"/>
                </a:solidFill>
              </a:rPr>
              <a:t>Discussion Agenda: SMT LFF Equipment Enablement</a:t>
            </a:r>
          </a:p>
        </p:txBody>
      </p:sp>
    </p:spTree>
    <p:extLst>
      <p:ext uri="{BB962C8B-B14F-4D97-AF65-F5344CB8AC3E}">
        <p14:creationId xmlns:p14="http://schemas.microsoft.com/office/powerpoint/2010/main" val="541950512"/>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6F058FA-D3A2-402B-A38D-4D5EBAF743B7}"/>
              </a:ext>
            </a:extLst>
          </p:cNvPr>
          <p:cNvSpPr>
            <a:spLocks noGrp="1"/>
          </p:cNvSpPr>
          <p:nvPr>
            <p:ph type="title"/>
          </p:nvPr>
        </p:nvSpPr>
        <p:spPr>
          <a:xfrm>
            <a:off x="353211" y="333078"/>
            <a:ext cx="11150600" cy="413394"/>
          </a:xfrm>
        </p:spPr>
        <p:txBody>
          <a:bodyPr/>
          <a:lstStyle/>
          <a:p>
            <a:pPr algn="l"/>
            <a:r>
              <a:rPr lang="en-US" b="0" dirty="0"/>
              <a:t>Factory Readiness for Upcoming Intel Server Sockets</a:t>
            </a:r>
          </a:p>
        </p:txBody>
      </p:sp>
      <p:graphicFrame>
        <p:nvGraphicFramePr>
          <p:cNvPr id="6" name="Table 6">
            <a:extLst>
              <a:ext uri="{FF2B5EF4-FFF2-40B4-BE49-F238E27FC236}">
                <a16:creationId xmlns:a16="http://schemas.microsoft.com/office/drawing/2014/main" id="{ADC569E5-8360-4AA1-BFF8-09BDB200A8F6}"/>
              </a:ext>
            </a:extLst>
          </p:cNvPr>
          <p:cNvGraphicFramePr>
            <a:graphicFrameLocks noGrp="1"/>
          </p:cNvGraphicFramePr>
          <p:nvPr>
            <p:extLst>
              <p:ext uri="{D42A27DB-BD31-4B8C-83A1-F6EECF244321}">
                <p14:modId xmlns:p14="http://schemas.microsoft.com/office/powerpoint/2010/main" val="4049318421"/>
              </p:ext>
            </p:extLst>
          </p:nvPr>
        </p:nvGraphicFramePr>
        <p:xfrm>
          <a:off x="630724" y="884193"/>
          <a:ext cx="10595573" cy="4149150"/>
        </p:xfrm>
        <a:graphic>
          <a:graphicData uri="http://schemas.openxmlformats.org/drawingml/2006/table">
            <a:tbl>
              <a:tblPr firstRow="1" bandRow="1">
                <a:tableStyleId>{5C22544A-7EE6-4342-B048-85BDC9FD1C3A}</a:tableStyleId>
              </a:tblPr>
              <a:tblGrid>
                <a:gridCol w="3777844">
                  <a:extLst>
                    <a:ext uri="{9D8B030D-6E8A-4147-A177-3AD203B41FA5}">
                      <a16:colId xmlns:a16="http://schemas.microsoft.com/office/drawing/2014/main" val="3230779745"/>
                    </a:ext>
                  </a:extLst>
                </a:gridCol>
                <a:gridCol w="3719623">
                  <a:extLst>
                    <a:ext uri="{9D8B030D-6E8A-4147-A177-3AD203B41FA5}">
                      <a16:colId xmlns:a16="http://schemas.microsoft.com/office/drawing/2014/main" val="695314244"/>
                    </a:ext>
                  </a:extLst>
                </a:gridCol>
                <a:gridCol w="3098106">
                  <a:extLst>
                    <a:ext uri="{9D8B030D-6E8A-4147-A177-3AD203B41FA5}">
                      <a16:colId xmlns:a16="http://schemas.microsoft.com/office/drawing/2014/main" val="3001795913"/>
                    </a:ext>
                  </a:extLst>
                </a:gridCol>
              </a:tblGrid>
              <a:tr h="445987">
                <a:tc rowSpan="2">
                  <a:txBody>
                    <a:bodyPr/>
                    <a:lstStyle/>
                    <a:p>
                      <a:pPr algn="ctr"/>
                      <a:r>
                        <a:rPr lang="en-US" sz="2000" dirty="0"/>
                        <a:t>Socket Features</a:t>
                      </a:r>
                    </a:p>
                  </a:txBody>
                  <a:tcPr>
                    <a:solidFill>
                      <a:schemeClr val="tx2"/>
                    </a:solidFill>
                  </a:tcPr>
                </a:tc>
                <a:tc>
                  <a:txBody>
                    <a:bodyPr/>
                    <a:lstStyle/>
                    <a:p>
                      <a:pPr algn="ctr"/>
                      <a:r>
                        <a:rPr lang="en-US" sz="2000" dirty="0"/>
                        <a:t>Current/Prior</a:t>
                      </a:r>
                    </a:p>
                  </a:txBody>
                  <a:tcPr>
                    <a:solidFill>
                      <a:schemeClr val="tx2"/>
                    </a:solidFill>
                  </a:tcPr>
                </a:tc>
                <a:tc>
                  <a:txBody>
                    <a:bodyPr/>
                    <a:lstStyle/>
                    <a:p>
                      <a:pPr algn="ctr"/>
                      <a:r>
                        <a:rPr lang="en-US" sz="2000" dirty="0"/>
                        <a:t>Upcoming Server Socket</a:t>
                      </a:r>
                      <a:endParaRPr lang="en-US" sz="2000" dirty="0">
                        <a:solidFill>
                          <a:srgbClr val="FF0000"/>
                        </a:solidFill>
                      </a:endParaRPr>
                    </a:p>
                  </a:txBody>
                  <a:tcPr>
                    <a:solidFill>
                      <a:schemeClr val="tx2"/>
                    </a:solidFill>
                  </a:tcPr>
                </a:tc>
                <a:extLst>
                  <a:ext uri="{0D108BD9-81ED-4DB2-BD59-A6C34878D82A}">
                    <a16:rowId xmlns:a16="http://schemas.microsoft.com/office/drawing/2014/main" val="3415482378"/>
                  </a:ext>
                </a:extLst>
              </a:tr>
              <a:tr h="445987">
                <a:tc vMerge="1">
                  <a:txBody>
                    <a:bodyPr/>
                    <a:lstStyle/>
                    <a:p>
                      <a:endParaRPr lang="en-US" dirty="0"/>
                    </a:p>
                  </a:txBody>
                  <a:tcPr>
                    <a:solidFill>
                      <a:schemeClr val="tx2"/>
                    </a:solidFill>
                  </a:tcPr>
                </a:tc>
                <a:tc>
                  <a:txBody>
                    <a:bodyPr/>
                    <a:lstStyle/>
                    <a:p>
                      <a:pPr algn="ctr"/>
                      <a:r>
                        <a:rPr lang="en-US" sz="2000" dirty="0"/>
                        <a:t>Socket P4/5</a:t>
                      </a:r>
                    </a:p>
                  </a:txBody>
                  <a:tcPr>
                    <a:solidFill>
                      <a:schemeClr val="bg1">
                        <a:lumMod val="85000"/>
                      </a:schemeClr>
                    </a:solidFill>
                  </a:tcPr>
                </a:tc>
                <a:tc>
                  <a:txBody>
                    <a:bodyPr/>
                    <a:lstStyle/>
                    <a:p>
                      <a:pPr algn="ctr"/>
                      <a:r>
                        <a:rPr lang="en-US" sz="2000" dirty="0"/>
                        <a:t>Socket E</a:t>
                      </a:r>
                    </a:p>
                  </a:txBody>
                  <a:tcPr>
                    <a:solidFill>
                      <a:schemeClr val="bg1">
                        <a:lumMod val="85000"/>
                      </a:schemeClr>
                    </a:solidFill>
                  </a:tcPr>
                </a:tc>
                <a:extLst>
                  <a:ext uri="{0D108BD9-81ED-4DB2-BD59-A6C34878D82A}">
                    <a16:rowId xmlns:a16="http://schemas.microsoft.com/office/drawing/2014/main" val="3896542636"/>
                  </a:ext>
                </a:extLst>
              </a:tr>
              <a:tr h="445987">
                <a:tc>
                  <a:txBody>
                    <a:bodyPr/>
                    <a:lstStyle/>
                    <a:p>
                      <a:pPr algn="ctr"/>
                      <a:r>
                        <a:rPr lang="en-US" sz="2000" dirty="0"/>
                        <a:t>Size (mm)</a:t>
                      </a:r>
                    </a:p>
                  </a:txBody>
                  <a:tcPr>
                    <a:solidFill>
                      <a:schemeClr val="bg1">
                        <a:lumMod val="85000"/>
                      </a:schemeClr>
                    </a:solidFill>
                  </a:tcPr>
                </a:tc>
                <a:tc>
                  <a:txBody>
                    <a:bodyPr/>
                    <a:lstStyle/>
                    <a:p>
                      <a:pPr algn="ctr"/>
                      <a:r>
                        <a:rPr lang="en-US" sz="2000" dirty="0"/>
                        <a:t>82 x 62</a:t>
                      </a:r>
                    </a:p>
                    <a:p>
                      <a:pPr marL="0" marR="0" lvl="0" indent="0" algn="ctr" defTabSz="609600" eaLnBrk="1" fontAlgn="auto" latinLnBrk="0" hangingPunct="1">
                        <a:lnSpc>
                          <a:spcPct val="100000"/>
                        </a:lnSpc>
                        <a:spcBef>
                          <a:spcPts val="0"/>
                        </a:spcBef>
                        <a:spcAft>
                          <a:spcPts val="0"/>
                        </a:spcAft>
                        <a:buClrTx/>
                        <a:buSzTx/>
                        <a:buFontTx/>
                        <a:buNone/>
                        <a:tabLst/>
                        <a:defRPr/>
                      </a:pPr>
                      <a:r>
                        <a:rPr lang="en-US" sz="2000" dirty="0"/>
                        <a:t>(~41 x 31 per piece)</a:t>
                      </a:r>
                    </a:p>
                  </a:txBody>
                  <a:tcPr>
                    <a:solidFill>
                      <a:schemeClr val="bg1">
                        <a:lumMod val="85000"/>
                      </a:schemeClr>
                    </a:solidFill>
                  </a:tcPr>
                </a:tc>
                <a:tc>
                  <a:txBody>
                    <a:bodyPr/>
                    <a:lstStyle/>
                    <a:p>
                      <a:pPr algn="ctr"/>
                      <a:r>
                        <a:rPr lang="en-US" sz="2000" dirty="0"/>
                        <a:t>82 x 64.5</a:t>
                      </a:r>
                    </a:p>
                  </a:txBody>
                  <a:tcPr>
                    <a:solidFill>
                      <a:schemeClr val="bg1">
                        <a:lumMod val="85000"/>
                      </a:schemeClr>
                    </a:solidFill>
                  </a:tcPr>
                </a:tc>
                <a:extLst>
                  <a:ext uri="{0D108BD9-81ED-4DB2-BD59-A6C34878D82A}">
                    <a16:rowId xmlns:a16="http://schemas.microsoft.com/office/drawing/2014/main" val="2861941230"/>
                  </a:ext>
                </a:extLst>
              </a:tr>
              <a:tr h="445987">
                <a:tc>
                  <a:txBody>
                    <a:bodyPr/>
                    <a:lstStyle/>
                    <a:p>
                      <a:pPr algn="ctr"/>
                      <a:r>
                        <a:rPr lang="en-US" sz="2000" dirty="0"/>
                        <a:t>Socket Design</a:t>
                      </a:r>
                    </a:p>
                  </a:txBody>
                  <a:tcPr>
                    <a:solidFill>
                      <a:schemeClr val="bg1">
                        <a:lumMod val="85000"/>
                      </a:schemeClr>
                    </a:solidFill>
                  </a:tcPr>
                </a:tc>
                <a:tc>
                  <a:txBody>
                    <a:bodyPr/>
                    <a:lstStyle/>
                    <a:p>
                      <a:pPr algn="ctr"/>
                      <a:r>
                        <a:rPr lang="en-US" sz="2000" dirty="0"/>
                        <a:t>2 pieces</a:t>
                      </a:r>
                    </a:p>
                  </a:txBody>
                  <a:tcPr>
                    <a:solidFill>
                      <a:schemeClr val="bg1">
                        <a:lumMod val="85000"/>
                      </a:schemeClr>
                    </a:solidFill>
                  </a:tcPr>
                </a:tc>
                <a:tc>
                  <a:txBody>
                    <a:bodyPr/>
                    <a:lstStyle/>
                    <a:p>
                      <a:pPr algn="ctr"/>
                      <a:r>
                        <a:rPr lang="en-US" sz="2000" dirty="0"/>
                        <a:t>1 piece</a:t>
                      </a:r>
                    </a:p>
                  </a:txBody>
                  <a:tcPr>
                    <a:solidFill>
                      <a:schemeClr val="bg1">
                        <a:lumMod val="85000"/>
                      </a:schemeClr>
                    </a:solidFill>
                  </a:tcPr>
                </a:tc>
                <a:extLst>
                  <a:ext uri="{0D108BD9-81ED-4DB2-BD59-A6C34878D82A}">
                    <a16:rowId xmlns:a16="http://schemas.microsoft.com/office/drawing/2014/main" val="4170258115"/>
                  </a:ext>
                </a:extLst>
              </a:tr>
              <a:tr h="445987">
                <a:tc>
                  <a:txBody>
                    <a:bodyPr/>
                    <a:lstStyle/>
                    <a:p>
                      <a:pPr algn="ctr"/>
                      <a:r>
                        <a:rPr lang="en-US" sz="2000" dirty="0"/>
                        <a:t>Weight (g)</a:t>
                      </a:r>
                    </a:p>
                  </a:txBody>
                  <a:tcPr>
                    <a:solidFill>
                      <a:schemeClr val="bg1">
                        <a:lumMod val="85000"/>
                      </a:schemeClr>
                    </a:solidFill>
                  </a:tcPr>
                </a:tc>
                <a:tc>
                  <a:txBody>
                    <a:bodyPr/>
                    <a:lstStyle/>
                    <a:p>
                      <a:pPr algn="ctr"/>
                      <a:r>
                        <a:rPr lang="en-US" sz="2000" dirty="0"/>
                        <a:t>15 per piece</a:t>
                      </a:r>
                    </a:p>
                  </a:txBody>
                  <a:tcPr>
                    <a:solidFill>
                      <a:schemeClr val="bg1">
                        <a:lumMod val="85000"/>
                      </a:schemeClr>
                    </a:solidFill>
                  </a:tcPr>
                </a:tc>
                <a:tc>
                  <a:txBody>
                    <a:bodyPr/>
                    <a:lstStyle/>
                    <a:p>
                      <a:pPr algn="ctr"/>
                      <a:r>
                        <a:rPr lang="en-US" sz="2000" dirty="0"/>
                        <a:t>26</a:t>
                      </a:r>
                    </a:p>
                  </a:txBody>
                  <a:tcPr>
                    <a:solidFill>
                      <a:schemeClr val="bg1">
                        <a:lumMod val="85000"/>
                      </a:schemeClr>
                    </a:solidFill>
                  </a:tcPr>
                </a:tc>
                <a:extLst>
                  <a:ext uri="{0D108BD9-81ED-4DB2-BD59-A6C34878D82A}">
                    <a16:rowId xmlns:a16="http://schemas.microsoft.com/office/drawing/2014/main" val="4094257102"/>
                  </a:ext>
                </a:extLst>
              </a:tr>
              <a:tr h="696473">
                <a:tc>
                  <a:txBody>
                    <a:bodyPr/>
                    <a:lstStyle/>
                    <a:p>
                      <a:pPr algn="ctr"/>
                      <a:r>
                        <a:rPr lang="en-US" sz="2000" dirty="0"/>
                        <a:t>Total Number of Solder Bumps</a:t>
                      </a:r>
                    </a:p>
                  </a:txBody>
                  <a:tcPr>
                    <a:solidFill>
                      <a:schemeClr val="bg1">
                        <a:lumMod val="85000"/>
                      </a:schemeClr>
                    </a:solidFill>
                  </a:tcPr>
                </a:tc>
                <a:tc>
                  <a:txBody>
                    <a:bodyPr/>
                    <a:lstStyle/>
                    <a:p>
                      <a:pPr algn="ctr"/>
                      <a:r>
                        <a:rPr lang="en-US" sz="2000" dirty="0"/>
                        <a:t>4189</a:t>
                      </a:r>
                    </a:p>
                  </a:txBody>
                  <a:tcPr>
                    <a:solidFill>
                      <a:schemeClr val="bg1">
                        <a:lumMod val="85000"/>
                      </a:schemeClr>
                    </a:solidFill>
                  </a:tcPr>
                </a:tc>
                <a:tc>
                  <a:txBody>
                    <a:bodyPr/>
                    <a:lstStyle/>
                    <a:p>
                      <a:pPr algn="ctr"/>
                      <a:r>
                        <a:rPr lang="en-US" sz="2000" dirty="0"/>
                        <a:t>4677</a:t>
                      </a:r>
                    </a:p>
                  </a:txBody>
                  <a:tcPr>
                    <a:solidFill>
                      <a:schemeClr val="bg1">
                        <a:lumMod val="85000"/>
                      </a:schemeClr>
                    </a:solidFill>
                  </a:tcPr>
                </a:tc>
                <a:extLst>
                  <a:ext uri="{0D108BD9-81ED-4DB2-BD59-A6C34878D82A}">
                    <a16:rowId xmlns:a16="http://schemas.microsoft.com/office/drawing/2014/main" val="284969809"/>
                  </a:ext>
                </a:extLst>
              </a:tr>
              <a:tr h="712636">
                <a:tc>
                  <a:txBody>
                    <a:bodyPr/>
                    <a:lstStyle/>
                    <a:p>
                      <a:pPr algn="ctr"/>
                      <a:r>
                        <a:rPr lang="en-US" sz="2000" strike="noStrike" dirty="0"/>
                        <a:t>Target Q/Y Production Readiness</a:t>
                      </a:r>
                    </a:p>
                  </a:txBody>
                  <a:tcPr>
                    <a:solidFill>
                      <a:schemeClr val="bg1">
                        <a:lumMod val="85000"/>
                      </a:schemeClr>
                    </a:solidFill>
                  </a:tcPr>
                </a:tc>
                <a:tc>
                  <a:txBody>
                    <a:bodyPr/>
                    <a:lstStyle/>
                    <a:p>
                      <a:pPr algn="ctr"/>
                      <a:r>
                        <a:rPr lang="en-US" sz="2000" strike="noStrike" dirty="0"/>
                        <a:t>Launched</a:t>
                      </a:r>
                    </a:p>
                  </a:txBody>
                  <a:tcPr>
                    <a:solidFill>
                      <a:schemeClr val="bg1">
                        <a:lumMod val="85000"/>
                      </a:schemeClr>
                    </a:solidFill>
                  </a:tcPr>
                </a:tc>
                <a:tc>
                  <a:txBody>
                    <a:bodyPr/>
                    <a:lstStyle/>
                    <a:p>
                      <a:pPr algn="ctr"/>
                      <a:r>
                        <a:rPr lang="en-US" sz="2000" strike="noStrike" dirty="0"/>
                        <a:t>Q2’21</a:t>
                      </a:r>
                    </a:p>
                  </a:txBody>
                  <a:tcPr>
                    <a:solidFill>
                      <a:schemeClr val="bg1">
                        <a:lumMod val="85000"/>
                      </a:schemeClr>
                    </a:solidFill>
                  </a:tcPr>
                </a:tc>
                <a:extLst>
                  <a:ext uri="{0D108BD9-81ED-4DB2-BD59-A6C34878D82A}">
                    <a16:rowId xmlns:a16="http://schemas.microsoft.com/office/drawing/2014/main" val="903641240"/>
                  </a:ext>
                </a:extLst>
              </a:tr>
            </a:tbl>
          </a:graphicData>
        </a:graphic>
      </p:graphicFrame>
      <p:sp>
        <p:nvSpPr>
          <p:cNvPr id="8" name="Rectangle: Rounded Corners 7">
            <a:extLst>
              <a:ext uri="{FF2B5EF4-FFF2-40B4-BE49-F238E27FC236}">
                <a16:creationId xmlns:a16="http://schemas.microsoft.com/office/drawing/2014/main" id="{2F06E67D-83DB-41EC-8306-0A55E9FEC449}"/>
              </a:ext>
            </a:extLst>
          </p:cNvPr>
          <p:cNvSpPr/>
          <p:nvPr/>
        </p:nvSpPr>
        <p:spPr>
          <a:xfrm>
            <a:off x="506306" y="5058300"/>
            <a:ext cx="10719992" cy="1032907"/>
          </a:xfrm>
          <a:prstGeom prst="roundRect">
            <a:avLst/>
          </a:prstGeom>
          <a:solidFill>
            <a:schemeClr val="tx2">
              <a:lumMod val="75000"/>
            </a:schemeClr>
          </a:solidFill>
          <a:ln w="12700" cap="flat">
            <a:solidFill>
              <a:srgbClr val="FFFF00"/>
            </a:solidFill>
            <a:miter lim="400000"/>
          </a:ln>
          <a:effectLst>
            <a:glow rad="139700">
              <a:schemeClr val="accent6">
                <a:satMod val="175000"/>
                <a:alpha val="40000"/>
              </a:schemeClr>
            </a:glo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825500" rtl="0" fontAlgn="auto" latinLnBrk="0" hangingPunct="0">
              <a:lnSpc>
                <a:spcPct val="100000"/>
              </a:lnSpc>
              <a:spcBef>
                <a:spcPts val="0"/>
              </a:spcBef>
              <a:spcAft>
                <a:spcPts val="0"/>
              </a:spcAft>
              <a:buClrTx/>
              <a:buSzTx/>
              <a:buFontTx/>
              <a:buNone/>
              <a:tabLst/>
            </a:pPr>
            <a:r>
              <a:rPr kumimoji="0" lang="en-US" sz="1800" b="0" i="0" u="sng" strike="noStrike" cap="none" spc="0" normalizeH="0" baseline="0" dirty="0">
                <a:ln>
                  <a:noFill/>
                </a:ln>
                <a:solidFill>
                  <a:srgbClr val="FFFF00"/>
                </a:solidFill>
                <a:effectLst/>
                <a:uFillTx/>
                <a:latin typeface="Helvetica Neue Medium"/>
                <a:ea typeface="Helvetica Neue Medium"/>
                <a:cs typeface="Helvetica Neue Medium"/>
                <a:sym typeface="Helvetica Neue Medium"/>
              </a:rPr>
              <a:t>Key Message</a:t>
            </a:r>
          </a:p>
          <a:p>
            <a:pPr marL="182880" indent="-182880" defTabSz="825500">
              <a:lnSpc>
                <a:spcPct val="100000"/>
              </a:lnSpc>
              <a:spcBef>
                <a:spcPts val="0"/>
              </a:spcBef>
              <a:buFont typeface="Arial" panose="020B0604020202020204" pitchFamily="34" charset="0"/>
              <a:buChar char="•"/>
            </a:pPr>
            <a:r>
              <a:rPr lang="en-US" sz="1800" dirty="0">
                <a:solidFill>
                  <a:srgbClr val="FFFFFF"/>
                </a:solidFill>
                <a:latin typeface="Helvetica Neue Medium"/>
                <a:ea typeface="Helvetica Neue Medium"/>
                <a:cs typeface="Helvetica Neue Medium"/>
                <a:sym typeface="Helvetica Neue Medium"/>
              </a:rPr>
              <a:t>With new Large Form factor (LFF) socket it is important to assess PnP SMT &amp; Rework tool Capability  </a:t>
            </a:r>
          </a:p>
          <a:p>
            <a:pPr marL="182880" indent="-182880" defTabSz="825500">
              <a:lnSpc>
                <a:spcPct val="100000"/>
              </a:lnSpc>
              <a:spcBef>
                <a:spcPts val="0"/>
              </a:spcBef>
              <a:buFont typeface="Arial" panose="020B0604020202020204" pitchFamily="34" charset="0"/>
              <a:buChar char="•"/>
            </a:pPr>
            <a:r>
              <a:rPr lang="en-US" sz="1800" dirty="0">
                <a:solidFill>
                  <a:srgbClr val="FFFFFF"/>
                </a:solidFill>
                <a:latin typeface="Helvetica Neue Medium"/>
                <a:ea typeface="Helvetica Neue Medium"/>
                <a:cs typeface="Helvetica Neue Medium"/>
                <a:sym typeface="Helvetica Neue Medium"/>
              </a:rPr>
              <a:t>Intel would like to understand SMT and rework status/readiness to manufacture the parts</a:t>
            </a:r>
          </a:p>
        </p:txBody>
      </p:sp>
    </p:spTree>
    <p:extLst>
      <p:ext uri="{BB962C8B-B14F-4D97-AF65-F5344CB8AC3E}">
        <p14:creationId xmlns:p14="http://schemas.microsoft.com/office/powerpoint/2010/main" val="265289194"/>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FC98B240-E156-42C1-8065-D2417C009F56}"/>
              </a:ext>
            </a:extLst>
          </p:cNvPr>
          <p:cNvSpPr txBox="1"/>
          <p:nvPr/>
        </p:nvSpPr>
        <p:spPr>
          <a:xfrm>
            <a:off x="314324" y="68598"/>
            <a:ext cx="11363326" cy="426079"/>
          </a:xfrm>
          <a:prstGeom prst="rect">
            <a:avLst/>
          </a:prstGeom>
          <a:noFill/>
        </p:spPr>
        <p:txBody>
          <a:bodyPr wrap="square" rtlCol="0">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r>
              <a:rPr lang="en-US" dirty="0">
                <a:latin typeface="Intel Clear" panose="020B0604020203020204" pitchFamily="34" charset="0"/>
                <a:ea typeface="Intel Clear" panose="020B0604020203020204" pitchFamily="34" charset="0"/>
                <a:cs typeface="Intel Clear" panose="020B0604020203020204" pitchFamily="34" charset="0"/>
              </a:rPr>
              <a:t>Intel Equipment Assessment 2019/20 - PnP and Rework Equipment Verification</a:t>
            </a:r>
          </a:p>
        </p:txBody>
      </p:sp>
      <p:graphicFrame>
        <p:nvGraphicFramePr>
          <p:cNvPr id="16" name="Table 15">
            <a:extLst>
              <a:ext uri="{FF2B5EF4-FFF2-40B4-BE49-F238E27FC236}">
                <a16:creationId xmlns:a16="http://schemas.microsoft.com/office/drawing/2014/main" id="{773B1429-A304-44DE-B400-AF7F32515B3F}"/>
              </a:ext>
            </a:extLst>
          </p:cNvPr>
          <p:cNvGraphicFramePr>
            <a:graphicFrameLocks noGrp="1"/>
          </p:cNvGraphicFramePr>
          <p:nvPr>
            <p:extLst>
              <p:ext uri="{D42A27DB-BD31-4B8C-83A1-F6EECF244321}">
                <p14:modId xmlns:p14="http://schemas.microsoft.com/office/powerpoint/2010/main" val="3005309294"/>
              </p:ext>
            </p:extLst>
          </p:nvPr>
        </p:nvGraphicFramePr>
        <p:xfrm>
          <a:off x="174519" y="530337"/>
          <a:ext cx="11285960" cy="1728558"/>
        </p:xfrm>
        <a:graphic>
          <a:graphicData uri="http://schemas.openxmlformats.org/drawingml/2006/table">
            <a:tbl>
              <a:tblPr firstRow="1" firstCol="1" bandRow="1">
                <a:tableStyleId>{5C22544A-7EE6-4342-B048-85BDC9FD1C3A}</a:tableStyleId>
              </a:tblPr>
              <a:tblGrid>
                <a:gridCol w="1254526">
                  <a:extLst>
                    <a:ext uri="{9D8B030D-6E8A-4147-A177-3AD203B41FA5}">
                      <a16:colId xmlns:a16="http://schemas.microsoft.com/office/drawing/2014/main" val="20000"/>
                    </a:ext>
                  </a:extLst>
                </a:gridCol>
                <a:gridCol w="940158">
                  <a:extLst>
                    <a:ext uri="{9D8B030D-6E8A-4147-A177-3AD203B41FA5}">
                      <a16:colId xmlns:a16="http://schemas.microsoft.com/office/drawing/2014/main" val="20001"/>
                    </a:ext>
                  </a:extLst>
                </a:gridCol>
                <a:gridCol w="1126732">
                  <a:extLst>
                    <a:ext uri="{9D8B030D-6E8A-4147-A177-3AD203B41FA5}">
                      <a16:colId xmlns:a16="http://schemas.microsoft.com/office/drawing/2014/main" val="20002"/>
                    </a:ext>
                  </a:extLst>
                </a:gridCol>
                <a:gridCol w="1330065">
                  <a:extLst>
                    <a:ext uri="{9D8B030D-6E8A-4147-A177-3AD203B41FA5}">
                      <a16:colId xmlns:a16="http://schemas.microsoft.com/office/drawing/2014/main" val="20003"/>
                    </a:ext>
                  </a:extLst>
                </a:gridCol>
                <a:gridCol w="1497737">
                  <a:extLst>
                    <a:ext uri="{9D8B030D-6E8A-4147-A177-3AD203B41FA5}">
                      <a16:colId xmlns:a16="http://schemas.microsoft.com/office/drawing/2014/main" val="20007"/>
                    </a:ext>
                  </a:extLst>
                </a:gridCol>
                <a:gridCol w="1584104">
                  <a:extLst>
                    <a:ext uri="{9D8B030D-6E8A-4147-A177-3AD203B41FA5}">
                      <a16:colId xmlns:a16="http://schemas.microsoft.com/office/drawing/2014/main" val="210591066"/>
                    </a:ext>
                  </a:extLst>
                </a:gridCol>
                <a:gridCol w="1606902">
                  <a:extLst>
                    <a:ext uri="{9D8B030D-6E8A-4147-A177-3AD203B41FA5}">
                      <a16:colId xmlns:a16="http://schemas.microsoft.com/office/drawing/2014/main" val="732629900"/>
                    </a:ext>
                  </a:extLst>
                </a:gridCol>
                <a:gridCol w="1945736">
                  <a:extLst>
                    <a:ext uri="{9D8B030D-6E8A-4147-A177-3AD203B41FA5}">
                      <a16:colId xmlns:a16="http://schemas.microsoft.com/office/drawing/2014/main" val="3068742036"/>
                    </a:ext>
                  </a:extLst>
                </a:gridCol>
              </a:tblGrid>
              <a:tr h="0">
                <a:tc gridSpan="4">
                  <a:txBody>
                    <a:bodyPr/>
                    <a:lstStyle/>
                    <a:p>
                      <a:pPr marL="0" marR="0" algn="ctr">
                        <a:spcBef>
                          <a:spcPts val="0"/>
                        </a:spcBef>
                        <a:spcAft>
                          <a:spcPts val="0"/>
                        </a:spcAft>
                      </a:pPr>
                      <a:r>
                        <a:rPr lang="en-US" sz="1800" dirty="0">
                          <a:effectLst/>
                          <a:latin typeface="Intel Clear" panose="020B0604020203020204" pitchFamily="34" charset="0"/>
                          <a:ea typeface="Intel Clear" panose="020B0604020203020204" pitchFamily="34" charset="0"/>
                          <a:cs typeface="Intel Clear" panose="020B0604020203020204" pitchFamily="34" charset="0"/>
                        </a:rPr>
                        <a:t>PNP Machine  </a:t>
                      </a:r>
                      <a:r>
                        <a:rPr lang="en-US" sz="1600" dirty="0">
                          <a:effectLst/>
                          <a:latin typeface="Intel Clear" panose="020B0604020203020204" pitchFamily="34" charset="0"/>
                          <a:ea typeface="Intel Clear" panose="020B0604020203020204" pitchFamily="34" charset="0"/>
                          <a:cs typeface="Intel Clear" panose="020B0604020203020204" pitchFamily="34" charset="0"/>
                        </a:rPr>
                        <a:t>(Current Capability)</a:t>
                      </a:r>
                    </a:p>
                  </a:txBody>
                  <a:tcPr marL="51727" marR="51727" marT="0" marB="0" anchor="ctr">
                    <a:solidFill>
                      <a:schemeClr val="bg2"/>
                    </a:solidFill>
                  </a:tcPr>
                </a:tc>
                <a:tc hMerge="1">
                  <a:txBody>
                    <a:bodyPr/>
                    <a:lstStyle/>
                    <a:p>
                      <a:endParaRPr lang="en-US"/>
                    </a:p>
                  </a:txBody>
                  <a:tcPr/>
                </a:tc>
                <a:tc hMerge="1">
                  <a:txBody>
                    <a:bodyPr/>
                    <a:lstStyle/>
                    <a:p>
                      <a:endParaRPr lang="en-US"/>
                    </a:p>
                  </a:txBody>
                  <a:tcPr/>
                </a:tc>
                <a:tc hMerge="1">
                  <a:txBody>
                    <a:bodyPr/>
                    <a:lstStyle/>
                    <a:p>
                      <a:pPr marL="0" marR="0" algn="ctr">
                        <a:spcBef>
                          <a:spcPts val="0"/>
                        </a:spcBef>
                        <a:spcAft>
                          <a:spcPts val="0"/>
                        </a:spcAft>
                      </a:pPr>
                      <a:endParaRPr lang="en-US" sz="1000" dirty="0">
                        <a:effectLst/>
                        <a:latin typeface="Calibri" panose="020F0502020204030204" pitchFamily="34" charset="0"/>
                        <a:ea typeface="Calibri" panose="020F0502020204030204" pitchFamily="34" charset="0"/>
                      </a:endParaRPr>
                    </a:p>
                  </a:txBody>
                  <a:tcPr marL="38795" marR="38795" marT="0" marB="0"/>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PNP Capability Assessment</a:t>
                      </a: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tc gridSpan="3">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Current No of Lines w/PNP Models</a:t>
                      </a:r>
                    </a:p>
                  </a:txBody>
                  <a:tcPr marL="51727" marR="51727" marT="0" marB="0" anchor="ctr">
                    <a:lnB w="12700" cap="flat" cmpd="sng" algn="ctr">
                      <a:solidFill>
                        <a:schemeClr val="tx1"/>
                      </a:solidFill>
                      <a:prstDash val="solid"/>
                      <a:round/>
                      <a:headEnd type="none" w="med" len="med"/>
                      <a:tailEnd type="none" w="med" len="med"/>
                    </a:lnB>
                    <a:solidFill>
                      <a:schemeClr val="bg2"/>
                    </a:solidFill>
                  </a:tcPr>
                </a:tc>
                <a:tc hMerge="1">
                  <a:txBody>
                    <a:bodyPr/>
                    <a:lstStyle/>
                    <a:p>
                      <a:pPr marL="0" marR="0" algn="ctr">
                        <a:spcBef>
                          <a:spcPts val="0"/>
                        </a:spcBef>
                        <a:spcAft>
                          <a:spcPts val="0"/>
                        </a:spcAft>
                      </a:pP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tc hMerge="1">
                  <a:txBody>
                    <a:bodyPr/>
                    <a:lstStyle/>
                    <a:p>
                      <a:pPr marL="0" marR="0" algn="ctr">
                        <a:spcBef>
                          <a:spcPts val="0"/>
                        </a:spcBef>
                        <a:spcAft>
                          <a:spcPts val="0"/>
                        </a:spcAft>
                      </a:pP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51727" marR="51727" marT="0" marB="0" anchor="ctr">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r h="489742">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 ODM (PRC/TW)</a:t>
                      </a:r>
                    </a:p>
                  </a:txBody>
                  <a:tcPr marL="38795" marR="38795"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Vendor</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Model</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Max Size</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Socket E</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(82 x 64.5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What component is the PnP equip used to place? </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Current Quantity of Tools (existing Models)</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Planned Upgrades</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Quantity (2021-2023) for newer or other Models</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26478">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Compal</a:t>
                      </a:r>
                    </a:p>
                  </a:txBody>
                  <a:tcPr marL="51727" marR="51727" marT="0" marB="0" anchor="ctr">
                    <a:lnR w="12700" cap="flat" cmpd="sng" algn="ctr">
                      <a:solidFill>
                        <a:schemeClr val="tx1"/>
                      </a:solidFill>
                      <a:prstDash val="solid"/>
                      <a:round/>
                      <a:headEnd type="none" w="med" len="med"/>
                      <a:tailEnd type="none" w="med" len="med"/>
                    </a:lnR>
                    <a:solidFill>
                      <a:schemeClr val="bg2"/>
                    </a:solidFill>
                  </a:tcPr>
                </a:tc>
                <a:tc>
                  <a:txBody>
                    <a:bodyPr/>
                    <a:lstStyle/>
                    <a:p>
                      <a:pPr algn="ctr" fontAlgn="b"/>
                      <a:r>
                        <a:rPr lang="en-US" sz="1400" b="0" i="0" u="none" strike="noStrike" cap="none" spc="0" baseline="0" dirty="0">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Panasonic</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400" b="0" i="0" u="none" strike="noStrike" cap="none" spc="0" baseline="0" dirty="0">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NPN-W</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endParaRPr lang="en-US" sz="12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graphicFrame>
        <p:nvGraphicFramePr>
          <p:cNvPr id="22" name="Table 21">
            <a:extLst>
              <a:ext uri="{FF2B5EF4-FFF2-40B4-BE49-F238E27FC236}">
                <a16:creationId xmlns:a16="http://schemas.microsoft.com/office/drawing/2014/main" id="{655CA3C1-A071-4E19-8306-444F198F29D1}"/>
              </a:ext>
            </a:extLst>
          </p:cNvPr>
          <p:cNvGraphicFramePr>
            <a:graphicFrameLocks noGrp="1"/>
          </p:cNvGraphicFramePr>
          <p:nvPr>
            <p:extLst>
              <p:ext uri="{D42A27DB-BD31-4B8C-83A1-F6EECF244321}">
                <p14:modId xmlns:p14="http://schemas.microsoft.com/office/powerpoint/2010/main" val="1520165517"/>
              </p:ext>
            </p:extLst>
          </p:nvPr>
        </p:nvGraphicFramePr>
        <p:xfrm>
          <a:off x="143735" y="3037855"/>
          <a:ext cx="11285958" cy="2002874"/>
        </p:xfrm>
        <a:graphic>
          <a:graphicData uri="http://schemas.openxmlformats.org/drawingml/2006/table">
            <a:tbl>
              <a:tblPr firstRow="1" firstCol="1" bandRow="1">
                <a:tableStyleId>{5C22544A-7EE6-4342-B048-85BDC9FD1C3A}</a:tableStyleId>
              </a:tblPr>
              <a:tblGrid>
                <a:gridCol w="1267813">
                  <a:extLst>
                    <a:ext uri="{9D8B030D-6E8A-4147-A177-3AD203B41FA5}">
                      <a16:colId xmlns:a16="http://schemas.microsoft.com/office/drawing/2014/main" val="20000"/>
                    </a:ext>
                  </a:extLst>
                </a:gridCol>
                <a:gridCol w="1534300">
                  <a:extLst>
                    <a:ext uri="{9D8B030D-6E8A-4147-A177-3AD203B41FA5}">
                      <a16:colId xmlns:a16="http://schemas.microsoft.com/office/drawing/2014/main" val="20001"/>
                    </a:ext>
                  </a:extLst>
                </a:gridCol>
                <a:gridCol w="1162028">
                  <a:extLst>
                    <a:ext uri="{9D8B030D-6E8A-4147-A177-3AD203B41FA5}">
                      <a16:colId xmlns:a16="http://schemas.microsoft.com/office/drawing/2014/main" val="20002"/>
                    </a:ext>
                  </a:extLst>
                </a:gridCol>
                <a:gridCol w="1734124">
                  <a:extLst>
                    <a:ext uri="{9D8B030D-6E8A-4147-A177-3AD203B41FA5}">
                      <a16:colId xmlns:a16="http://schemas.microsoft.com/office/drawing/2014/main" val="20003"/>
                    </a:ext>
                  </a:extLst>
                </a:gridCol>
                <a:gridCol w="1828800">
                  <a:extLst>
                    <a:ext uri="{9D8B030D-6E8A-4147-A177-3AD203B41FA5}">
                      <a16:colId xmlns:a16="http://schemas.microsoft.com/office/drawing/2014/main" val="20007"/>
                    </a:ext>
                  </a:extLst>
                </a:gridCol>
                <a:gridCol w="1562771">
                  <a:extLst>
                    <a:ext uri="{9D8B030D-6E8A-4147-A177-3AD203B41FA5}">
                      <a16:colId xmlns:a16="http://schemas.microsoft.com/office/drawing/2014/main" val="2338990182"/>
                    </a:ext>
                  </a:extLst>
                </a:gridCol>
                <a:gridCol w="2196122">
                  <a:extLst>
                    <a:ext uri="{9D8B030D-6E8A-4147-A177-3AD203B41FA5}">
                      <a16:colId xmlns:a16="http://schemas.microsoft.com/office/drawing/2014/main" val="3820188341"/>
                    </a:ext>
                  </a:extLst>
                </a:gridCol>
              </a:tblGrid>
              <a:tr h="380871">
                <a:tc gridSpan="4">
                  <a:txBody>
                    <a:bodyPr/>
                    <a:lstStyle/>
                    <a:p>
                      <a:pPr marL="0" marR="0" algn="ctr">
                        <a:spcBef>
                          <a:spcPts val="0"/>
                        </a:spcBef>
                        <a:spcAft>
                          <a:spcPts val="0"/>
                        </a:spcAft>
                      </a:pPr>
                      <a:r>
                        <a:rPr lang="en-US" sz="1800" dirty="0">
                          <a:effectLst/>
                          <a:latin typeface="Intel Clear" panose="020B0604020203020204" pitchFamily="34" charset="0"/>
                          <a:ea typeface="Intel Clear" panose="020B0604020203020204" pitchFamily="34" charset="0"/>
                          <a:cs typeface="Intel Clear" panose="020B0604020203020204" pitchFamily="34" charset="0"/>
                        </a:rPr>
                        <a:t>Rework Machine  </a:t>
                      </a:r>
                      <a:r>
                        <a:rPr lang="en-US" sz="1600" dirty="0">
                          <a:effectLst/>
                          <a:latin typeface="Intel Clear" panose="020B0604020203020204" pitchFamily="34" charset="0"/>
                          <a:ea typeface="Intel Clear" panose="020B0604020203020204" pitchFamily="34" charset="0"/>
                          <a:cs typeface="Intel Clear" panose="020B0604020203020204" pitchFamily="34" charset="0"/>
                        </a:rPr>
                        <a:t>(Current Capability)</a:t>
                      </a:r>
                    </a:p>
                  </a:txBody>
                  <a:tcPr marL="51727" marR="51727" marT="0" marB="0" anchor="ctr">
                    <a:solidFill>
                      <a:schemeClr val="bg2"/>
                    </a:solidFill>
                  </a:tcPr>
                </a:tc>
                <a:tc hMerge="1">
                  <a:txBody>
                    <a:bodyPr/>
                    <a:lstStyle/>
                    <a:p>
                      <a:endParaRPr lang="en-US"/>
                    </a:p>
                  </a:txBody>
                  <a:tcPr/>
                </a:tc>
                <a:tc hMerge="1">
                  <a:txBody>
                    <a:bodyPr/>
                    <a:lstStyle/>
                    <a:p>
                      <a:endParaRPr lang="en-US"/>
                    </a:p>
                  </a:txBody>
                  <a:tcPr/>
                </a:tc>
                <a:tc hMerge="1">
                  <a:txBody>
                    <a:bodyPr/>
                    <a:lstStyle/>
                    <a:p>
                      <a:pPr marL="0" marR="0" algn="ctr">
                        <a:spcBef>
                          <a:spcPts val="0"/>
                        </a:spcBef>
                        <a:spcAft>
                          <a:spcPts val="0"/>
                        </a:spcAft>
                      </a:pPr>
                      <a:endParaRPr lang="en-US" sz="1000" dirty="0">
                        <a:effectLst/>
                        <a:latin typeface="Calibri" panose="020F0502020204030204" pitchFamily="34" charset="0"/>
                        <a:ea typeface="Calibri" panose="020F0502020204030204" pitchFamily="34" charset="0"/>
                      </a:endParaRPr>
                    </a:p>
                  </a:txBody>
                  <a:tcPr marL="38795" marR="38795" marT="0" marB="0"/>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Rework Capability Assessment</a:t>
                      </a: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tc gridSpan="2">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Current No of Lines w/rework Models</a:t>
                      </a: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tc hMerge="1">
                  <a:txBody>
                    <a:bodyPr/>
                    <a:lstStyle/>
                    <a:p>
                      <a:pPr marL="0" marR="0" algn="ctr">
                        <a:spcBef>
                          <a:spcPts val="0"/>
                        </a:spcBef>
                        <a:spcAft>
                          <a:spcPts val="0"/>
                        </a:spcAft>
                      </a:pP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r h="969489">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 ODM (PRC/TW)</a:t>
                      </a:r>
                    </a:p>
                  </a:txBody>
                  <a:tcPr marL="38795" marR="38795"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Vendor</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Model</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Max Size</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Socket E</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(82 x 64.5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Current Quantity at (existing Models)</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Planned Upgrades</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Quantity (2021-2023) for newer or other Models</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484745">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Compal</a:t>
                      </a:r>
                    </a:p>
                  </a:txBody>
                  <a:tcPr marL="51727" marR="51727"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a:t>
                      </a:r>
                    </a:p>
                  </a:txBody>
                  <a:tcPr marL="51727" marR="5172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solidFill>
                            <a:srgbClr val="FF0000"/>
                          </a:solidFill>
                          <a:effectLst/>
                          <a:latin typeface="Intel Clear" panose="020B0604020203020204" pitchFamily="34" charset="0"/>
                          <a:ea typeface="Intel Clear" panose="020B0604020203020204" pitchFamily="34" charset="0"/>
                          <a:cs typeface="Intel Clear" panose="020B0604020203020204" pitchFamily="34" charset="0"/>
                        </a:rPr>
                        <a:t>?</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sp>
        <p:nvSpPr>
          <p:cNvPr id="2" name="Rectangle: Rounded Corners 1">
            <a:extLst>
              <a:ext uri="{FF2B5EF4-FFF2-40B4-BE49-F238E27FC236}">
                <a16:creationId xmlns:a16="http://schemas.microsoft.com/office/drawing/2014/main" id="{E4E54366-289A-4C6A-A73E-90B6899B67BD}"/>
              </a:ext>
            </a:extLst>
          </p:cNvPr>
          <p:cNvSpPr/>
          <p:nvPr/>
        </p:nvSpPr>
        <p:spPr>
          <a:xfrm>
            <a:off x="8059667" y="2362128"/>
            <a:ext cx="2646095" cy="317818"/>
          </a:xfrm>
          <a:prstGeom prst="round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1200" dirty="0">
                <a:solidFill>
                  <a:srgbClr val="FFFFFF"/>
                </a:solidFill>
                <a:latin typeface="Helvetica Neue Medium"/>
                <a:ea typeface="Helvetica Neue Medium"/>
                <a:cs typeface="Helvetica Neue Medium"/>
                <a:sym typeface="Helvetica Neue Medium"/>
              </a:rPr>
              <a:t>Table to be filled by Compal</a:t>
            </a:r>
            <a:endParaRPr kumimoji="0" lang="en-US" sz="1200" b="0" i="0" u="none" strike="noStrike" cap="none" spc="0" normalizeH="0" baseline="0" dirty="0">
              <a:ln>
                <a:noFill/>
              </a:ln>
              <a:solidFill>
                <a:srgbClr val="FFFFFF"/>
              </a:solidFill>
              <a:effectLst/>
              <a:uFillTx/>
              <a:latin typeface="Helvetica Neue Medium"/>
              <a:ea typeface="Helvetica Neue Medium"/>
              <a:cs typeface="Helvetica Neue Medium"/>
              <a:sym typeface="Helvetica Neue Medium"/>
            </a:endParaRPr>
          </a:p>
        </p:txBody>
      </p:sp>
      <p:sp>
        <p:nvSpPr>
          <p:cNvPr id="8" name="Rectangle: Rounded Corners 7">
            <a:extLst>
              <a:ext uri="{FF2B5EF4-FFF2-40B4-BE49-F238E27FC236}">
                <a16:creationId xmlns:a16="http://schemas.microsoft.com/office/drawing/2014/main" id="{72CE39B8-1819-40C4-B364-FD56E9FB9C40}"/>
              </a:ext>
            </a:extLst>
          </p:cNvPr>
          <p:cNvSpPr/>
          <p:nvPr/>
        </p:nvSpPr>
        <p:spPr>
          <a:xfrm>
            <a:off x="8504728" y="4816437"/>
            <a:ext cx="2646095" cy="317818"/>
          </a:xfrm>
          <a:prstGeom prst="round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1200" dirty="0">
                <a:solidFill>
                  <a:srgbClr val="FFFFFF"/>
                </a:solidFill>
                <a:latin typeface="Helvetica Neue Medium"/>
                <a:ea typeface="Helvetica Neue Medium"/>
                <a:cs typeface="Helvetica Neue Medium"/>
                <a:sym typeface="Helvetica Neue Medium"/>
              </a:rPr>
              <a:t>Table to be filled by Compal</a:t>
            </a:r>
            <a:endParaRPr kumimoji="0" lang="en-US" sz="1200" b="0" i="0" u="none" strike="noStrike" cap="none" spc="0" normalizeH="0" baseline="0" dirty="0">
              <a:ln>
                <a:noFill/>
              </a:ln>
              <a:solidFill>
                <a:srgbClr val="FFFFFF"/>
              </a:solidFill>
              <a:effectLst/>
              <a:uFillTx/>
              <a:latin typeface="Helvetica Neue Medium"/>
              <a:ea typeface="Helvetica Neue Medium"/>
              <a:cs typeface="Helvetica Neue Medium"/>
              <a:sym typeface="Helvetica Neue Medium"/>
            </a:endParaRPr>
          </a:p>
        </p:txBody>
      </p:sp>
      <p:sp>
        <p:nvSpPr>
          <p:cNvPr id="9" name="Rectangle: Rounded Corners 8">
            <a:extLst>
              <a:ext uri="{FF2B5EF4-FFF2-40B4-BE49-F238E27FC236}">
                <a16:creationId xmlns:a16="http://schemas.microsoft.com/office/drawing/2014/main" id="{75396A8E-270A-44E1-BAB3-5D524B215DD8}"/>
              </a:ext>
            </a:extLst>
          </p:cNvPr>
          <p:cNvSpPr/>
          <p:nvPr/>
        </p:nvSpPr>
        <p:spPr>
          <a:xfrm>
            <a:off x="602034" y="5380225"/>
            <a:ext cx="10719992" cy="930751"/>
          </a:xfrm>
          <a:prstGeom prst="roundRect">
            <a:avLst/>
          </a:prstGeom>
          <a:solidFill>
            <a:schemeClr val="tx2">
              <a:lumMod val="75000"/>
            </a:schemeClr>
          </a:solidFill>
          <a:ln w="12700" cap="flat">
            <a:solidFill>
              <a:srgbClr val="FFFF00"/>
            </a:solidFill>
            <a:miter lim="400000"/>
          </a:ln>
          <a:effectLst>
            <a:glow rad="139700">
              <a:schemeClr val="accent6">
                <a:satMod val="175000"/>
                <a:alpha val="40000"/>
              </a:schemeClr>
            </a:glo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825500" rtl="0" fontAlgn="auto" latinLnBrk="0" hangingPunct="0">
              <a:lnSpc>
                <a:spcPct val="100000"/>
              </a:lnSpc>
              <a:spcBef>
                <a:spcPts val="0"/>
              </a:spcBef>
              <a:spcAft>
                <a:spcPts val="0"/>
              </a:spcAft>
              <a:buClrTx/>
              <a:buSzTx/>
              <a:buFontTx/>
              <a:buNone/>
              <a:tabLst/>
            </a:pPr>
            <a:r>
              <a:rPr kumimoji="0" lang="en-US" sz="1600" b="0" i="0" u="sng" strike="noStrike" cap="none" spc="0" normalizeH="0" baseline="0" dirty="0">
                <a:ln>
                  <a:noFill/>
                </a:ln>
                <a:solidFill>
                  <a:srgbClr val="FFFF00"/>
                </a:solidFill>
                <a:effectLst/>
                <a:uFillTx/>
                <a:latin typeface="Helvetica Neue Medium"/>
                <a:ea typeface="Helvetica Neue Medium"/>
                <a:cs typeface="Helvetica Neue Medium"/>
                <a:sym typeface="Helvetica Neue Medium"/>
              </a:rPr>
              <a:t>Key Message</a:t>
            </a:r>
          </a:p>
          <a:p>
            <a:pPr marL="182880" indent="-182880" defTabSz="825500">
              <a:lnSpc>
                <a:spcPct val="100000"/>
              </a:lnSpc>
              <a:spcBef>
                <a:spcPts val="0"/>
              </a:spcBef>
              <a:buFont typeface="Arial" panose="020B0604020202020204" pitchFamily="34" charset="0"/>
              <a:buChar char="•"/>
            </a:pPr>
            <a:r>
              <a:rPr lang="en-US" sz="1600" dirty="0">
                <a:solidFill>
                  <a:srgbClr val="FFFFFF"/>
                </a:solidFill>
                <a:latin typeface="Helvetica Neue Medium"/>
                <a:ea typeface="Helvetica Neue Medium"/>
                <a:cs typeface="Helvetica Neue Medium"/>
                <a:sym typeface="Helvetica Neue Medium"/>
              </a:rPr>
              <a:t>Intel would like to understand the current tool is capable of handling socket E for manufacturing </a:t>
            </a:r>
          </a:p>
          <a:p>
            <a:pPr marL="182880" indent="-182880" defTabSz="825500">
              <a:lnSpc>
                <a:spcPct val="100000"/>
              </a:lnSpc>
              <a:spcBef>
                <a:spcPts val="0"/>
              </a:spcBef>
              <a:buFont typeface="Arial" panose="020B0604020202020204" pitchFamily="34" charset="0"/>
              <a:buChar char="•"/>
            </a:pPr>
            <a:r>
              <a:rPr lang="en-US" sz="1600" dirty="0">
                <a:solidFill>
                  <a:srgbClr val="FFFFFF"/>
                </a:solidFill>
                <a:latin typeface="Helvetica Neue Medium"/>
                <a:ea typeface="Helvetica Neue Medium"/>
                <a:cs typeface="Helvetica Neue Medium"/>
                <a:sym typeface="Helvetica Neue Medium"/>
              </a:rPr>
              <a:t>Are there plans to purchase new equipment or upgrade current equipment </a:t>
            </a:r>
          </a:p>
        </p:txBody>
      </p:sp>
    </p:spTree>
    <p:extLst>
      <p:ext uri="{BB962C8B-B14F-4D97-AF65-F5344CB8AC3E}">
        <p14:creationId xmlns:p14="http://schemas.microsoft.com/office/powerpoint/2010/main" val="1150574017"/>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8AF66B6-4835-4254-9DF3-D325B20515AD}"/>
              </a:ext>
            </a:extLst>
          </p:cNvPr>
          <p:cNvSpPr>
            <a:spLocks noGrp="1"/>
          </p:cNvSpPr>
          <p:nvPr>
            <p:ph type="body" sz="quarter" idx="10"/>
          </p:nvPr>
        </p:nvSpPr>
        <p:spPr>
          <a:xfrm>
            <a:off x="609600" y="938697"/>
            <a:ext cx="10972800" cy="5116793"/>
          </a:xfrm>
        </p:spPr>
        <p:txBody>
          <a:bodyPr>
            <a:normAutofit/>
          </a:bodyPr>
          <a:lstStyle/>
          <a:p>
            <a:r>
              <a:rPr lang="en-US" sz="3200" dirty="0">
                <a:solidFill>
                  <a:schemeClr val="tx1"/>
                </a:solidFill>
              </a:rPr>
              <a:t>Intel would like to verify the capability of your SMT PnP and rework equipment for </a:t>
            </a:r>
            <a:r>
              <a:rPr lang="en-US" sz="3200">
                <a:solidFill>
                  <a:schemeClr val="tx1"/>
                </a:solidFill>
              </a:rPr>
              <a:t>Socket E</a:t>
            </a:r>
            <a:endParaRPr lang="en-US" sz="3200" dirty="0">
              <a:solidFill>
                <a:srgbClr val="FF0000"/>
              </a:solidFill>
            </a:endParaRPr>
          </a:p>
          <a:p>
            <a:pPr lvl="1"/>
            <a:r>
              <a:rPr lang="en-US" sz="2800" dirty="0">
                <a:solidFill>
                  <a:schemeClr val="tx1"/>
                </a:solidFill>
              </a:rPr>
              <a:t>Intel can share collaterals to perform the assessments (sockets/PCBs)</a:t>
            </a:r>
          </a:p>
          <a:p>
            <a:pPr marL="228600" lvl="1" indent="0">
              <a:buNone/>
            </a:pPr>
            <a:endParaRPr lang="en-US" sz="2800" dirty="0">
              <a:solidFill>
                <a:schemeClr val="tx1"/>
              </a:solidFill>
            </a:endParaRPr>
          </a:p>
        </p:txBody>
      </p:sp>
      <p:sp>
        <p:nvSpPr>
          <p:cNvPr id="3" name="Title 2">
            <a:extLst>
              <a:ext uri="{FF2B5EF4-FFF2-40B4-BE49-F238E27FC236}">
                <a16:creationId xmlns:a16="http://schemas.microsoft.com/office/drawing/2014/main" id="{A208E4A6-6A26-43C1-A528-439DA0CB35A1}"/>
              </a:ext>
            </a:extLst>
          </p:cNvPr>
          <p:cNvSpPr>
            <a:spLocks noGrp="1"/>
          </p:cNvSpPr>
          <p:nvPr>
            <p:ph type="title"/>
          </p:nvPr>
        </p:nvSpPr>
        <p:spPr>
          <a:xfrm>
            <a:off x="609600" y="338194"/>
            <a:ext cx="10972800" cy="510925"/>
          </a:xfrm>
        </p:spPr>
        <p:txBody>
          <a:bodyPr/>
          <a:lstStyle/>
          <a:p>
            <a:r>
              <a:rPr lang="en-US" sz="2800" dirty="0">
                <a:solidFill>
                  <a:schemeClr val="tx1"/>
                </a:solidFill>
              </a:rPr>
              <a:t>Intel Requests/Help Needed</a:t>
            </a:r>
          </a:p>
        </p:txBody>
      </p:sp>
    </p:spTree>
    <p:extLst>
      <p:ext uri="{BB962C8B-B14F-4D97-AF65-F5344CB8AC3E}">
        <p14:creationId xmlns:p14="http://schemas.microsoft.com/office/powerpoint/2010/main" val="52862318"/>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hidden="1"/>
          <p:cNvSpPr>
            <a:spLocks noGrp="1"/>
          </p:cNvSpPr>
          <p:nvPr>
            <p:ph type="sldNum" sz="quarter" idx="4294967295"/>
          </p:nvPr>
        </p:nvSpPr>
        <p:spPr>
          <a:xfrm>
            <a:off x="11996738" y="6540500"/>
            <a:ext cx="195262" cy="180975"/>
          </a:xfrm>
        </p:spPr>
        <p:txBody>
          <a:bodyPr/>
          <a:lstStyle>
            <a:defPPr>
              <a:defRPr lang="en-US"/>
            </a:defPPr>
            <a:lvl1pPr marL="0" algn="l" defTabSz="1625519" rtl="0" eaLnBrk="1" latinLnBrk="0" hangingPunct="1">
              <a:defRPr sz="3200" kern="1200">
                <a:solidFill>
                  <a:schemeClr val="tx1"/>
                </a:solidFill>
                <a:latin typeface="+mn-lt"/>
                <a:ea typeface="+mn-ea"/>
                <a:cs typeface="+mn-cs"/>
              </a:defRPr>
            </a:lvl1pPr>
            <a:lvl2pPr marL="812760" algn="l" defTabSz="1625519" rtl="0" eaLnBrk="1" latinLnBrk="0" hangingPunct="1">
              <a:defRPr sz="3200" kern="1200">
                <a:solidFill>
                  <a:schemeClr val="tx1"/>
                </a:solidFill>
                <a:latin typeface="+mn-lt"/>
                <a:ea typeface="+mn-ea"/>
                <a:cs typeface="+mn-cs"/>
              </a:defRPr>
            </a:lvl2pPr>
            <a:lvl3pPr marL="1625519" algn="l" defTabSz="1625519" rtl="0" eaLnBrk="1" latinLnBrk="0" hangingPunct="1">
              <a:defRPr sz="3200" kern="1200">
                <a:solidFill>
                  <a:schemeClr val="tx1"/>
                </a:solidFill>
                <a:latin typeface="+mn-lt"/>
                <a:ea typeface="+mn-ea"/>
                <a:cs typeface="+mn-cs"/>
              </a:defRPr>
            </a:lvl3pPr>
            <a:lvl4pPr marL="2438278" algn="l" defTabSz="1625519" rtl="0" eaLnBrk="1" latinLnBrk="0" hangingPunct="1">
              <a:defRPr sz="3200" kern="1200">
                <a:solidFill>
                  <a:schemeClr val="tx1"/>
                </a:solidFill>
                <a:latin typeface="+mn-lt"/>
                <a:ea typeface="+mn-ea"/>
                <a:cs typeface="+mn-cs"/>
              </a:defRPr>
            </a:lvl4pPr>
            <a:lvl5pPr marL="3251037" algn="l" defTabSz="1625519" rtl="0" eaLnBrk="1" latinLnBrk="0" hangingPunct="1">
              <a:defRPr sz="3200" kern="1200">
                <a:solidFill>
                  <a:schemeClr val="tx1"/>
                </a:solidFill>
                <a:latin typeface="+mn-lt"/>
                <a:ea typeface="+mn-ea"/>
                <a:cs typeface="+mn-cs"/>
              </a:defRPr>
            </a:lvl5pPr>
            <a:lvl6pPr marL="4063797" algn="l" defTabSz="1625519" rtl="0" eaLnBrk="1" latinLnBrk="0" hangingPunct="1">
              <a:defRPr sz="3200" kern="1200">
                <a:solidFill>
                  <a:schemeClr val="tx1"/>
                </a:solidFill>
                <a:latin typeface="+mn-lt"/>
                <a:ea typeface="+mn-ea"/>
                <a:cs typeface="+mn-cs"/>
              </a:defRPr>
            </a:lvl6pPr>
            <a:lvl7pPr marL="4876557" algn="l" defTabSz="1625519" rtl="0" eaLnBrk="1" latinLnBrk="0" hangingPunct="1">
              <a:defRPr sz="3200" kern="1200">
                <a:solidFill>
                  <a:schemeClr val="tx1"/>
                </a:solidFill>
                <a:latin typeface="+mn-lt"/>
                <a:ea typeface="+mn-ea"/>
                <a:cs typeface="+mn-cs"/>
              </a:defRPr>
            </a:lvl7pPr>
            <a:lvl8pPr marL="5689315" algn="l" defTabSz="1625519" rtl="0" eaLnBrk="1" latinLnBrk="0" hangingPunct="1">
              <a:defRPr sz="3200" kern="1200">
                <a:solidFill>
                  <a:schemeClr val="tx1"/>
                </a:solidFill>
                <a:latin typeface="+mn-lt"/>
                <a:ea typeface="+mn-ea"/>
                <a:cs typeface="+mn-cs"/>
              </a:defRPr>
            </a:lvl8pPr>
            <a:lvl9pPr marL="6502075" algn="l" defTabSz="1625519" rtl="0" eaLnBrk="1" latinLnBrk="0" hangingPunct="1">
              <a:defRPr sz="3200" kern="1200">
                <a:solidFill>
                  <a:schemeClr val="tx1"/>
                </a:solidFill>
                <a:latin typeface="+mn-lt"/>
                <a:ea typeface="+mn-ea"/>
                <a:cs typeface="+mn-cs"/>
              </a:defRPr>
            </a:lvl9pPr>
          </a:lstStyle>
          <a:p>
            <a:pPr marL="33866">
              <a:lnSpc>
                <a:spcPct val="100000"/>
              </a:lnSpc>
            </a:pPr>
            <a:endParaRPr lang="en-US" sz="1000" dirty="0"/>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75201" y="4460863"/>
            <a:ext cx="2171700" cy="1263132"/>
          </a:xfrm>
          <a:prstGeom prst="rect">
            <a:avLst/>
          </a:prstGeom>
        </p:spPr>
      </p:pic>
    </p:spTree>
    <p:extLst>
      <p:ext uri="{BB962C8B-B14F-4D97-AF65-F5344CB8AC3E}">
        <p14:creationId xmlns:p14="http://schemas.microsoft.com/office/powerpoint/2010/main" val="41968947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4019457" y="3004820"/>
            <a:ext cx="3145367" cy="848360"/>
          </a:xfrm>
          <a:custGeom>
            <a:avLst/>
            <a:gdLst/>
            <a:ahLst/>
            <a:cxnLst/>
            <a:rect l="l" t="t" r="r" b="b"/>
            <a:pathLst>
              <a:path w="2359025" h="636269">
                <a:moveTo>
                  <a:pt x="149504" y="18541"/>
                </a:moveTo>
                <a:lnTo>
                  <a:pt x="0" y="18541"/>
                </a:lnTo>
                <a:lnTo>
                  <a:pt x="0" y="491744"/>
                </a:lnTo>
                <a:lnTo>
                  <a:pt x="177547" y="491543"/>
                </a:lnTo>
                <a:lnTo>
                  <a:pt x="219098" y="487187"/>
                </a:lnTo>
                <a:lnTo>
                  <a:pt x="266447" y="471756"/>
                </a:lnTo>
                <a:lnTo>
                  <a:pt x="305680" y="443178"/>
                </a:lnTo>
                <a:lnTo>
                  <a:pt x="310004" y="437641"/>
                </a:lnTo>
                <a:lnTo>
                  <a:pt x="61721" y="437641"/>
                </a:lnTo>
                <a:lnTo>
                  <a:pt x="61721" y="278510"/>
                </a:lnTo>
                <a:lnTo>
                  <a:pt x="309375" y="278510"/>
                </a:lnTo>
                <a:lnTo>
                  <a:pt x="302120" y="270165"/>
                </a:lnTo>
                <a:lnTo>
                  <a:pt x="292679" y="261452"/>
                </a:lnTo>
                <a:lnTo>
                  <a:pt x="282184" y="253595"/>
                </a:lnTo>
                <a:lnTo>
                  <a:pt x="270683" y="246565"/>
                </a:lnTo>
                <a:lnTo>
                  <a:pt x="258223" y="240338"/>
                </a:lnTo>
                <a:lnTo>
                  <a:pt x="268905" y="232927"/>
                </a:lnTo>
                <a:lnTo>
                  <a:pt x="277191" y="225678"/>
                </a:lnTo>
                <a:lnTo>
                  <a:pt x="61721" y="225678"/>
                </a:lnTo>
                <a:lnTo>
                  <a:pt x="61721" y="72770"/>
                </a:lnTo>
                <a:lnTo>
                  <a:pt x="288179" y="72770"/>
                </a:lnTo>
                <a:lnTo>
                  <a:pt x="282895" y="65937"/>
                </a:lnTo>
                <a:lnTo>
                  <a:pt x="252719" y="40689"/>
                </a:lnTo>
                <a:lnTo>
                  <a:pt x="207215" y="24087"/>
                </a:lnTo>
                <a:lnTo>
                  <a:pt x="165076" y="18889"/>
                </a:lnTo>
                <a:lnTo>
                  <a:pt x="149504" y="18541"/>
                </a:lnTo>
                <a:close/>
              </a:path>
              <a:path w="2359025" h="636269">
                <a:moveTo>
                  <a:pt x="309375" y="278510"/>
                </a:moveTo>
                <a:lnTo>
                  <a:pt x="61721" y="278510"/>
                </a:lnTo>
                <a:lnTo>
                  <a:pt x="188544" y="278831"/>
                </a:lnTo>
                <a:lnTo>
                  <a:pt x="205683" y="280708"/>
                </a:lnTo>
                <a:lnTo>
                  <a:pt x="245000" y="296512"/>
                </a:lnTo>
                <a:lnTo>
                  <a:pt x="269191" y="341709"/>
                </a:lnTo>
                <a:lnTo>
                  <a:pt x="270198" y="357385"/>
                </a:lnTo>
                <a:lnTo>
                  <a:pt x="269234" y="371205"/>
                </a:lnTo>
                <a:lnTo>
                  <a:pt x="245278" y="415163"/>
                </a:lnTo>
                <a:lnTo>
                  <a:pt x="199558" y="434208"/>
                </a:lnTo>
                <a:lnTo>
                  <a:pt x="154990" y="437641"/>
                </a:lnTo>
                <a:lnTo>
                  <a:pt x="310004" y="437641"/>
                </a:lnTo>
                <a:lnTo>
                  <a:pt x="329345" y="398938"/>
                </a:lnTo>
                <a:lnTo>
                  <a:pt x="334670" y="357259"/>
                </a:lnTo>
                <a:lnTo>
                  <a:pt x="333930" y="341709"/>
                </a:lnTo>
                <a:lnTo>
                  <a:pt x="323640" y="301688"/>
                </a:lnTo>
                <a:lnTo>
                  <a:pt x="310459" y="279757"/>
                </a:lnTo>
                <a:lnTo>
                  <a:pt x="309375" y="278510"/>
                </a:lnTo>
                <a:close/>
              </a:path>
              <a:path w="2359025" h="636269">
                <a:moveTo>
                  <a:pt x="288179" y="72770"/>
                </a:moveTo>
                <a:lnTo>
                  <a:pt x="61721" y="72770"/>
                </a:lnTo>
                <a:lnTo>
                  <a:pt x="155337" y="72998"/>
                </a:lnTo>
                <a:lnTo>
                  <a:pt x="169695" y="74084"/>
                </a:lnTo>
                <a:lnTo>
                  <a:pt x="216733" y="89024"/>
                </a:lnTo>
                <a:lnTo>
                  <a:pt x="242373" y="126519"/>
                </a:lnTo>
                <a:lnTo>
                  <a:pt x="245214" y="158386"/>
                </a:lnTo>
                <a:lnTo>
                  <a:pt x="243327" y="171472"/>
                </a:lnTo>
                <a:lnTo>
                  <a:pt x="213276" y="213263"/>
                </a:lnTo>
                <a:lnTo>
                  <a:pt x="164037" y="225182"/>
                </a:lnTo>
                <a:lnTo>
                  <a:pt x="148132" y="225678"/>
                </a:lnTo>
                <a:lnTo>
                  <a:pt x="277191" y="225678"/>
                </a:lnTo>
                <a:lnTo>
                  <a:pt x="299878" y="194313"/>
                </a:lnTo>
                <a:lnTo>
                  <a:pt x="309350" y="157369"/>
                </a:lnTo>
                <a:lnTo>
                  <a:pt x="309981" y="143382"/>
                </a:lnTo>
                <a:lnTo>
                  <a:pt x="309835" y="136434"/>
                </a:lnTo>
                <a:lnTo>
                  <a:pt x="302501" y="98528"/>
                </a:lnTo>
                <a:lnTo>
                  <a:pt x="290897" y="76285"/>
                </a:lnTo>
                <a:lnTo>
                  <a:pt x="288179" y="72770"/>
                </a:lnTo>
                <a:close/>
              </a:path>
              <a:path w="2359025" h="636269">
                <a:moveTo>
                  <a:pt x="646858" y="191107"/>
                </a:moveTo>
                <a:lnTo>
                  <a:pt x="538166" y="191107"/>
                </a:lnTo>
                <a:lnTo>
                  <a:pt x="552151" y="192778"/>
                </a:lnTo>
                <a:lnTo>
                  <a:pt x="564679" y="195987"/>
                </a:lnTo>
                <a:lnTo>
                  <a:pt x="600781" y="227013"/>
                </a:lnTo>
                <a:lnTo>
                  <a:pt x="608304" y="266826"/>
                </a:lnTo>
                <a:lnTo>
                  <a:pt x="608304" y="287400"/>
                </a:lnTo>
                <a:lnTo>
                  <a:pt x="523959" y="287571"/>
                </a:lnTo>
                <a:lnTo>
                  <a:pt x="512360" y="288351"/>
                </a:lnTo>
                <a:lnTo>
                  <a:pt x="472742" y="295571"/>
                </a:lnTo>
                <a:lnTo>
                  <a:pt x="426247" y="318988"/>
                </a:lnTo>
                <a:lnTo>
                  <a:pt x="401812" y="349710"/>
                </a:lnTo>
                <a:lnTo>
                  <a:pt x="392395" y="400628"/>
                </a:lnTo>
                <a:lnTo>
                  <a:pt x="393585" y="413072"/>
                </a:lnTo>
                <a:lnTo>
                  <a:pt x="405689" y="449569"/>
                </a:lnTo>
                <a:lnTo>
                  <a:pt x="438428" y="482492"/>
                </a:lnTo>
                <a:lnTo>
                  <a:pt x="477741" y="497198"/>
                </a:lnTo>
                <a:lnTo>
                  <a:pt x="504375" y="499363"/>
                </a:lnTo>
                <a:lnTo>
                  <a:pt x="517095" y="498885"/>
                </a:lnTo>
                <a:lnTo>
                  <a:pt x="565725" y="486376"/>
                </a:lnTo>
                <a:lnTo>
                  <a:pt x="600091" y="463848"/>
                </a:lnTo>
                <a:lnTo>
                  <a:pt x="616468" y="448554"/>
                </a:lnTo>
                <a:lnTo>
                  <a:pt x="514118" y="448554"/>
                </a:lnTo>
                <a:lnTo>
                  <a:pt x="499270" y="447452"/>
                </a:lnTo>
                <a:lnTo>
                  <a:pt x="459645" y="424308"/>
                </a:lnTo>
                <a:lnTo>
                  <a:pt x="451721" y="383765"/>
                </a:lnTo>
                <a:lnTo>
                  <a:pt x="454398" y="372071"/>
                </a:lnTo>
                <a:lnTo>
                  <a:pt x="481760" y="341435"/>
                </a:lnTo>
                <a:lnTo>
                  <a:pt x="534238" y="331977"/>
                </a:lnTo>
                <a:lnTo>
                  <a:pt x="665877" y="331977"/>
                </a:lnTo>
                <a:lnTo>
                  <a:pt x="665853" y="262829"/>
                </a:lnTo>
                <a:lnTo>
                  <a:pt x="657370" y="213113"/>
                </a:lnTo>
                <a:lnTo>
                  <a:pt x="652533" y="201002"/>
                </a:lnTo>
                <a:lnTo>
                  <a:pt x="646858" y="191107"/>
                </a:lnTo>
                <a:close/>
              </a:path>
              <a:path w="2359025" h="636269">
                <a:moveTo>
                  <a:pt x="700201" y="448355"/>
                </a:moveTo>
                <a:lnTo>
                  <a:pt x="616676" y="448355"/>
                </a:lnTo>
                <a:lnTo>
                  <a:pt x="619607" y="460899"/>
                </a:lnTo>
                <a:lnTo>
                  <a:pt x="654942" y="492543"/>
                </a:lnTo>
                <a:lnTo>
                  <a:pt x="670026" y="493775"/>
                </a:lnTo>
                <a:lnTo>
                  <a:pt x="675513" y="493775"/>
                </a:lnTo>
                <a:lnTo>
                  <a:pt x="680999" y="493394"/>
                </a:lnTo>
                <a:lnTo>
                  <a:pt x="686485" y="492505"/>
                </a:lnTo>
                <a:lnTo>
                  <a:pt x="696544" y="490600"/>
                </a:lnTo>
                <a:lnTo>
                  <a:pt x="700201" y="489711"/>
                </a:lnTo>
                <a:lnTo>
                  <a:pt x="700201" y="448355"/>
                </a:lnTo>
                <a:close/>
              </a:path>
              <a:path w="2359025" h="636269">
                <a:moveTo>
                  <a:pt x="665877" y="331977"/>
                </a:moveTo>
                <a:lnTo>
                  <a:pt x="608304" y="331977"/>
                </a:lnTo>
                <a:lnTo>
                  <a:pt x="607897" y="359979"/>
                </a:lnTo>
                <a:lnTo>
                  <a:pt x="607795" y="361335"/>
                </a:lnTo>
                <a:lnTo>
                  <a:pt x="598230" y="400059"/>
                </a:lnTo>
                <a:lnTo>
                  <a:pt x="565077" y="435973"/>
                </a:lnTo>
                <a:lnTo>
                  <a:pt x="528345" y="447869"/>
                </a:lnTo>
                <a:lnTo>
                  <a:pt x="514118" y="448554"/>
                </a:lnTo>
                <a:lnTo>
                  <a:pt x="616468" y="448554"/>
                </a:lnTo>
                <a:lnTo>
                  <a:pt x="616676" y="448355"/>
                </a:lnTo>
                <a:lnTo>
                  <a:pt x="700201" y="448355"/>
                </a:lnTo>
                <a:lnTo>
                  <a:pt x="700201" y="447166"/>
                </a:lnTo>
                <a:lnTo>
                  <a:pt x="681685" y="447166"/>
                </a:lnTo>
                <a:lnTo>
                  <a:pt x="674484" y="445388"/>
                </a:lnTo>
                <a:lnTo>
                  <a:pt x="667624" y="438016"/>
                </a:lnTo>
                <a:lnTo>
                  <a:pt x="665911" y="431164"/>
                </a:lnTo>
                <a:lnTo>
                  <a:pt x="665877" y="331977"/>
                </a:lnTo>
                <a:close/>
              </a:path>
              <a:path w="2359025" h="636269">
                <a:moveTo>
                  <a:pt x="520682" y="140219"/>
                </a:moveTo>
                <a:lnTo>
                  <a:pt x="470918" y="148087"/>
                </a:lnTo>
                <a:lnTo>
                  <a:pt x="434099" y="161766"/>
                </a:lnTo>
                <a:lnTo>
                  <a:pt x="401878" y="181736"/>
                </a:lnTo>
                <a:lnTo>
                  <a:pt x="429392" y="220969"/>
                </a:lnTo>
                <a:lnTo>
                  <a:pt x="440226" y="214247"/>
                </a:lnTo>
                <a:lnTo>
                  <a:pt x="451399" y="208296"/>
                </a:lnTo>
                <a:lnTo>
                  <a:pt x="495908" y="193596"/>
                </a:lnTo>
                <a:lnTo>
                  <a:pt x="646858" y="191107"/>
                </a:lnTo>
                <a:lnTo>
                  <a:pt x="639634" y="181399"/>
                </a:lnTo>
                <a:lnTo>
                  <a:pt x="608175" y="155265"/>
                </a:lnTo>
                <a:lnTo>
                  <a:pt x="563194" y="142185"/>
                </a:lnTo>
                <a:lnTo>
                  <a:pt x="537117" y="140334"/>
                </a:lnTo>
                <a:lnTo>
                  <a:pt x="520682" y="140219"/>
                </a:lnTo>
                <a:close/>
              </a:path>
              <a:path w="2359025" h="636269">
                <a:moveTo>
                  <a:pt x="924871" y="140004"/>
                </a:moveTo>
                <a:lnTo>
                  <a:pt x="875504" y="146938"/>
                </a:lnTo>
                <a:lnTo>
                  <a:pt x="839028" y="161039"/>
                </a:lnTo>
                <a:lnTo>
                  <a:pt x="798381" y="192569"/>
                </a:lnTo>
                <a:lnTo>
                  <a:pt x="771191" y="235038"/>
                </a:lnTo>
                <a:lnTo>
                  <a:pt x="757340" y="283229"/>
                </a:lnTo>
                <a:lnTo>
                  <a:pt x="754380" y="322877"/>
                </a:lnTo>
                <a:lnTo>
                  <a:pt x="754708" y="335456"/>
                </a:lnTo>
                <a:lnTo>
                  <a:pt x="762725" y="385158"/>
                </a:lnTo>
                <a:lnTo>
                  <a:pt x="776843" y="420776"/>
                </a:lnTo>
                <a:lnTo>
                  <a:pt x="799845" y="452361"/>
                </a:lnTo>
                <a:lnTo>
                  <a:pt x="840435" y="481761"/>
                </a:lnTo>
                <a:lnTo>
                  <a:pt x="883634" y="496339"/>
                </a:lnTo>
                <a:lnTo>
                  <a:pt x="924511" y="500136"/>
                </a:lnTo>
                <a:lnTo>
                  <a:pt x="941469" y="500270"/>
                </a:lnTo>
                <a:lnTo>
                  <a:pt x="955473" y="499068"/>
                </a:lnTo>
                <a:lnTo>
                  <a:pt x="993777" y="490416"/>
                </a:lnTo>
                <a:lnTo>
                  <a:pt x="1036231" y="467105"/>
                </a:lnTo>
                <a:lnTo>
                  <a:pt x="1022219" y="447523"/>
                </a:lnTo>
                <a:lnTo>
                  <a:pt x="921863" y="447523"/>
                </a:lnTo>
                <a:lnTo>
                  <a:pt x="909035" y="445964"/>
                </a:lnTo>
                <a:lnTo>
                  <a:pt x="863128" y="426262"/>
                </a:lnTo>
                <a:lnTo>
                  <a:pt x="835953" y="397330"/>
                </a:lnTo>
                <a:lnTo>
                  <a:pt x="820147" y="349237"/>
                </a:lnTo>
                <a:lnTo>
                  <a:pt x="818201" y="315861"/>
                </a:lnTo>
                <a:lnTo>
                  <a:pt x="818897" y="301377"/>
                </a:lnTo>
                <a:lnTo>
                  <a:pt x="826941" y="262769"/>
                </a:lnTo>
                <a:lnTo>
                  <a:pt x="853232" y="220887"/>
                </a:lnTo>
                <a:lnTo>
                  <a:pt x="895306" y="197942"/>
                </a:lnTo>
                <a:lnTo>
                  <a:pt x="938598" y="192860"/>
                </a:lnTo>
                <a:lnTo>
                  <a:pt x="1022972" y="192860"/>
                </a:lnTo>
                <a:lnTo>
                  <a:pt x="1034481" y="172565"/>
                </a:lnTo>
                <a:lnTo>
                  <a:pt x="993111" y="150006"/>
                </a:lnTo>
                <a:lnTo>
                  <a:pt x="954666" y="141583"/>
                </a:lnTo>
                <a:lnTo>
                  <a:pt x="940213" y="140390"/>
                </a:lnTo>
                <a:lnTo>
                  <a:pt x="924871" y="140004"/>
                </a:lnTo>
                <a:close/>
              </a:path>
              <a:path w="2359025" h="636269">
                <a:moveTo>
                  <a:pt x="1007912" y="427528"/>
                </a:moveTo>
                <a:lnTo>
                  <a:pt x="972701" y="442714"/>
                </a:lnTo>
                <a:lnTo>
                  <a:pt x="921863" y="447523"/>
                </a:lnTo>
                <a:lnTo>
                  <a:pt x="1022219" y="447523"/>
                </a:lnTo>
                <a:lnTo>
                  <a:pt x="1007912" y="427528"/>
                </a:lnTo>
                <a:close/>
              </a:path>
              <a:path w="2359025" h="636269">
                <a:moveTo>
                  <a:pt x="1022972" y="192860"/>
                </a:moveTo>
                <a:lnTo>
                  <a:pt x="938598" y="192860"/>
                </a:lnTo>
                <a:lnTo>
                  <a:pt x="950005" y="193654"/>
                </a:lnTo>
                <a:lnTo>
                  <a:pt x="961722" y="195535"/>
                </a:lnTo>
                <a:lnTo>
                  <a:pt x="974439" y="198777"/>
                </a:lnTo>
                <a:lnTo>
                  <a:pt x="988845" y="203651"/>
                </a:lnTo>
                <a:lnTo>
                  <a:pt x="1000406" y="209244"/>
                </a:lnTo>
                <a:lnTo>
                  <a:pt x="1010196" y="215391"/>
                </a:lnTo>
                <a:lnTo>
                  <a:pt x="1022972" y="192860"/>
                </a:lnTo>
                <a:close/>
              </a:path>
              <a:path w="2359025" h="636269">
                <a:moveTo>
                  <a:pt x="1168184" y="0"/>
                </a:moveTo>
                <a:lnTo>
                  <a:pt x="1107224" y="0"/>
                </a:lnTo>
                <a:lnTo>
                  <a:pt x="1107224" y="491744"/>
                </a:lnTo>
                <a:lnTo>
                  <a:pt x="1168184" y="491744"/>
                </a:lnTo>
                <a:lnTo>
                  <a:pt x="1168184" y="327151"/>
                </a:lnTo>
                <a:lnTo>
                  <a:pt x="1274700" y="327151"/>
                </a:lnTo>
                <a:lnTo>
                  <a:pt x="1251877" y="299719"/>
                </a:lnTo>
                <a:lnTo>
                  <a:pt x="1271238" y="279145"/>
                </a:lnTo>
                <a:lnTo>
                  <a:pt x="1168184" y="279145"/>
                </a:lnTo>
                <a:lnTo>
                  <a:pt x="1168184" y="0"/>
                </a:lnTo>
                <a:close/>
              </a:path>
              <a:path w="2359025" h="636269">
                <a:moveTo>
                  <a:pt x="1274700" y="327151"/>
                </a:moveTo>
                <a:lnTo>
                  <a:pt x="1188758" y="327151"/>
                </a:lnTo>
                <a:lnTo>
                  <a:pt x="1196505" y="329056"/>
                </a:lnTo>
                <a:lnTo>
                  <a:pt x="1202736" y="332776"/>
                </a:lnTo>
                <a:lnTo>
                  <a:pt x="1211738" y="339983"/>
                </a:lnTo>
                <a:lnTo>
                  <a:pt x="1221016" y="350519"/>
                </a:lnTo>
                <a:lnTo>
                  <a:pt x="1333538" y="491744"/>
                </a:lnTo>
                <a:lnTo>
                  <a:pt x="1411643" y="491744"/>
                </a:lnTo>
                <a:lnTo>
                  <a:pt x="1274700" y="327151"/>
                </a:lnTo>
                <a:close/>
              </a:path>
              <a:path w="2359025" h="636269">
                <a:moveTo>
                  <a:pt x="1393863" y="148844"/>
                </a:moveTo>
                <a:lnTo>
                  <a:pt x="1321092" y="148844"/>
                </a:lnTo>
                <a:lnTo>
                  <a:pt x="1218984" y="259969"/>
                </a:lnTo>
                <a:lnTo>
                  <a:pt x="1212126" y="267334"/>
                </a:lnTo>
                <a:lnTo>
                  <a:pt x="1205903" y="272288"/>
                </a:lnTo>
                <a:lnTo>
                  <a:pt x="1200442" y="275081"/>
                </a:lnTo>
                <a:lnTo>
                  <a:pt x="1194981" y="277748"/>
                </a:lnTo>
                <a:lnTo>
                  <a:pt x="1187615" y="279145"/>
                </a:lnTo>
                <a:lnTo>
                  <a:pt x="1271238" y="279145"/>
                </a:lnTo>
                <a:lnTo>
                  <a:pt x="1393863" y="148844"/>
                </a:lnTo>
                <a:close/>
              </a:path>
              <a:path w="2359025" h="636269">
                <a:moveTo>
                  <a:pt x="1692821" y="148844"/>
                </a:moveTo>
                <a:lnTo>
                  <a:pt x="1631734" y="148844"/>
                </a:lnTo>
                <a:lnTo>
                  <a:pt x="1631744" y="366540"/>
                </a:lnTo>
                <a:lnTo>
                  <a:pt x="1635929" y="406020"/>
                </a:lnTo>
                <a:lnTo>
                  <a:pt x="1655441" y="451984"/>
                </a:lnTo>
                <a:lnTo>
                  <a:pt x="1681664" y="480557"/>
                </a:lnTo>
                <a:lnTo>
                  <a:pt x="1728793" y="498387"/>
                </a:lnTo>
                <a:lnTo>
                  <a:pt x="1758902" y="500587"/>
                </a:lnTo>
                <a:lnTo>
                  <a:pt x="1772128" y="499796"/>
                </a:lnTo>
                <a:lnTo>
                  <a:pt x="1819956" y="484863"/>
                </a:lnTo>
                <a:lnTo>
                  <a:pt x="1850601" y="459689"/>
                </a:lnTo>
                <a:lnTo>
                  <a:pt x="1859820" y="447122"/>
                </a:lnTo>
                <a:lnTo>
                  <a:pt x="1751520" y="447122"/>
                </a:lnTo>
                <a:lnTo>
                  <a:pt x="1738632" y="444343"/>
                </a:lnTo>
                <a:lnTo>
                  <a:pt x="1702329" y="412941"/>
                </a:lnTo>
                <a:lnTo>
                  <a:pt x="1693417" y="375103"/>
                </a:lnTo>
                <a:lnTo>
                  <a:pt x="1692908" y="361716"/>
                </a:lnTo>
                <a:lnTo>
                  <a:pt x="1692821" y="148844"/>
                </a:lnTo>
                <a:close/>
              </a:path>
              <a:path w="2359025" h="636269">
                <a:moveTo>
                  <a:pt x="1923199" y="439673"/>
                </a:moveTo>
                <a:lnTo>
                  <a:pt x="1864271" y="439673"/>
                </a:lnTo>
                <a:lnTo>
                  <a:pt x="1867125" y="480328"/>
                </a:lnTo>
                <a:lnTo>
                  <a:pt x="1876457" y="488885"/>
                </a:lnTo>
                <a:lnTo>
                  <a:pt x="1892338" y="491744"/>
                </a:lnTo>
                <a:lnTo>
                  <a:pt x="1923199" y="491744"/>
                </a:lnTo>
                <a:lnTo>
                  <a:pt x="1923199" y="439673"/>
                </a:lnTo>
                <a:close/>
              </a:path>
              <a:path w="2359025" h="636269">
                <a:moveTo>
                  <a:pt x="1923199" y="148844"/>
                </a:moveTo>
                <a:lnTo>
                  <a:pt x="1862112" y="148844"/>
                </a:lnTo>
                <a:lnTo>
                  <a:pt x="1862063" y="333362"/>
                </a:lnTo>
                <a:lnTo>
                  <a:pt x="1861267" y="347986"/>
                </a:lnTo>
                <a:lnTo>
                  <a:pt x="1852870" y="386554"/>
                </a:lnTo>
                <a:lnTo>
                  <a:pt x="1827266" y="425537"/>
                </a:lnTo>
                <a:lnTo>
                  <a:pt x="1783698" y="445140"/>
                </a:lnTo>
                <a:lnTo>
                  <a:pt x="1751520" y="447122"/>
                </a:lnTo>
                <a:lnTo>
                  <a:pt x="1859820" y="447122"/>
                </a:lnTo>
                <a:lnTo>
                  <a:pt x="1864271" y="439673"/>
                </a:lnTo>
                <a:lnTo>
                  <a:pt x="1923199" y="439673"/>
                </a:lnTo>
                <a:lnTo>
                  <a:pt x="1923199" y="148844"/>
                </a:lnTo>
                <a:close/>
              </a:path>
              <a:path w="2359025" h="636269">
                <a:moveTo>
                  <a:pt x="2062264" y="148844"/>
                </a:moveTo>
                <a:lnTo>
                  <a:pt x="2030768" y="148844"/>
                </a:lnTo>
                <a:lnTo>
                  <a:pt x="2030768" y="635761"/>
                </a:lnTo>
                <a:lnTo>
                  <a:pt x="2091728" y="635761"/>
                </a:lnTo>
                <a:lnTo>
                  <a:pt x="2098311" y="454800"/>
                </a:lnTo>
                <a:lnTo>
                  <a:pt x="2311611" y="454800"/>
                </a:lnTo>
                <a:lnTo>
                  <a:pt x="2317970" y="447363"/>
                </a:lnTo>
                <a:lnTo>
                  <a:pt x="2180967" y="447363"/>
                </a:lnTo>
                <a:lnTo>
                  <a:pt x="2168061" y="445340"/>
                </a:lnTo>
                <a:lnTo>
                  <a:pt x="2123666" y="421021"/>
                </a:lnTo>
                <a:lnTo>
                  <a:pt x="2098111" y="378761"/>
                </a:lnTo>
                <a:lnTo>
                  <a:pt x="2090819" y="338835"/>
                </a:lnTo>
                <a:lnTo>
                  <a:pt x="2090388" y="325499"/>
                </a:lnTo>
                <a:lnTo>
                  <a:pt x="2090392" y="318197"/>
                </a:lnTo>
                <a:lnTo>
                  <a:pt x="2095308" y="278682"/>
                </a:lnTo>
                <a:lnTo>
                  <a:pt x="2115778" y="233077"/>
                </a:lnTo>
                <a:lnTo>
                  <a:pt x="2152207" y="202566"/>
                </a:lnTo>
                <a:lnTo>
                  <a:pt x="2154722" y="201675"/>
                </a:lnTo>
                <a:lnTo>
                  <a:pt x="2090331" y="201675"/>
                </a:lnTo>
                <a:lnTo>
                  <a:pt x="2087449" y="160247"/>
                </a:lnTo>
                <a:lnTo>
                  <a:pt x="2078116" y="151694"/>
                </a:lnTo>
                <a:lnTo>
                  <a:pt x="2062264" y="148844"/>
                </a:lnTo>
                <a:close/>
              </a:path>
              <a:path w="2359025" h="636269">
                <a:moveTo>
                  <a:pt x="2311611" y="454800"/>
                </a:moveTo>
                <a:lnTo>
                  <a:pt x="2098311" y="454800"/>
                </a:lnTo>
                <a:lnTo>
                  <a:pt x="2106294" y="464051"/>
                </a:lnTo>
                <a:lnTo>
                  <a:pt x="2138455" y="487331"/>
                </a:lnTo>
                <a:lnTo>
                  <a:pt x="2187025" y="500108"/>
                </a:lnTo>
                <a:lnTo>
                  <a:pt x="2200821" y="500633"/>
                </a:lnTo>
                <a:lnTo>
                  <a:pt x="2210091" y="500424"/>
                </a:lnTo>
                <a:lnTo>
                  <a:pt x="2259678" y="490368"/>
                </a:lnTo>
                <a:lnTo>
                  <a:pt x="2302123" y="464242"/>
                </a:lnTo>
                <a:lnTo>
                  <a:pt x="2311611" y="454800"/>
                </a:lnTo>
                <a:close/>
              </a:path>
              <a:path w="2359025" h="636269">
                <a:moveTo>
                  <a:pt x="2323574" y="193180"/>
                </a:moveTo>
                <a:lnTo>
                  <a:pt x="2208894" y="193180"/>
                </a:lnTo>
                <a:lnTo>
                  <a:pt x="2221740" y="195034"/>
                </a:lnTo>
                <a:lnTo>
                  <a:pt x="2233741" y="198524"/>
                </a:lnTo>
                <a:lnTo>
                  <a:pt x="2265600" y="220124"/>
                </a:lnTo>
                <a:lnTo>
                  <a:pt x="2288380" y="262860"/>
                </a:lnTo>
                <a:lnTo>
                  <a:pt x="2294385" y="304407"/>
                </a:lnTo>
                <a:lnTo>
                  <a:pt x="2294651" y="323722"/>
                </a:lnTo>
                <a:lnTo>
                  <a:pt x="2294187" y="335170"/>
                </a:lnTo>
                <a:lnTo>
                  <a:pt x="2287421" y="374288"/>
                </a:lnTo>
                <a:lnTo>
                  <a:pt x="2265566" y="417483"/>
                </a:lnTo>
                <a:lnTo>
                  <a:pt x="2226759" y="442217"/>
                </a:lnTo>
                <a:lnTo>
                  <a:pt x="2180967" y="447363"/>
                </a:lnTo>
                <a:lnTo>
                  <a:pt x="2317970" y="447363"/>
                </a:lnTo>
                <a:lnTo>
                  <a:pt x="2339262" y="412455"/>
                </a:lnTo>
                <a:lnTo>
                  <a:pt x="2351622" y="375751"/>
                </a:lnTo>
                <a:lnTo>
                  <a:pt x="2358274" y="325499"/>
                </a:lnTo>
                <a:lnTo>
                  <a:pt x="2358549" y="311575"/>
                </a:lnTo>
                <a:lnTo>
                  <a:pt x="2358196" y="299075"/>
                </a:lnTo>
                <a:lnTo>
                  <a:pt x="2350399" y="249429"/>
                </a:lnTo>
                <a:lnTo>
                  <a:pt x="2330763" y="203666"/>
                </a:lnTo>
                <a:lnTo>
                  <a:pt x="2323574" y="193180"/>
                </a:lnTo>
                <a:close/>
              </a:path>
              <a:path w="2359025" h="636269">
                <a:moveTo>
                  <a:pt x="2209789" y="139962"/>
                </a:moveTo>
                <a:lnTo>
                  <a:pt x="2170794" y="144435"/>
                </a:lnTo>
                <a:lnTo>
                  <a:pt x="2123890" y="164568"/>
                </a:lnTo>
                <a:lnTo>
                  <a:pt x="2090331" y="201675"/>
                </a:lnTo>
                <a:lnTo>
                  <a:pt x="2154722" y="201675"/>
                </a:lnTo>
                <a:lnTo>
                  <a:pt x="2164107" y="198354"/>
                </a:lnTo>
                <a:lnTo>
                  <a:pt x="2177431" y="195381"/>
                </a:lnTo>
                <a:lnTo>
                  <a:pt x="2192315" y="193654"/>
                </a:lnTo>
                <a:lnTo>
                  <a:pt x="2208894" y="193180"/>
                </a:lnTo>
                <a:lnTo>
                  <a:pt x="2323574" y="193180"/>
                </a:lnTo>
                <a:lnTo>
                  <a:pt x="2323190" y="192619"/>
                </a:lnTo>
                <a:lnTo>
                  <a:pt x="2295199" y="164655"/>
                </a:lnTo>
                <a:lnTo>
                  <a:pt x="2249818" y="144139"/>
                </a:lnTo>
                <a:lnTo>
                  <a:pt x="2224067" y="140421"/>
                </a:lnTo>
                <a:lnTo>
                  <a:pt x="2209789" y="139962"/>
                </a:lnTo>
                <a:close/>
              </a:path>
            </a:pathLst>
          </a:custGeom>
          <a:solidFill>
            <a:srgbClr val="FFFFFF"/>
          </a:solidFill>
        </p:spPr>
        <p:txBody>
          <a:bodyPr wrap="square" lIns="0" tIns="0" rIns="0" bIns="0" rtlCol="0"/>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sz="3200"/>
          </a:p>
        </p:txBody>
      </p:sp>
    </p:spTree>
    <p:extLst>
      <p:ext uri="{BB962C8B-B14F-4D97-AF65-F5344CB8AC3E}">
        <p14:creationId xmlns:p14="http://schemas.microsoft.com/office/powerpoint/2010/main" val="1605702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Picture 37">
            <a:extLst>
              <a:ext uri="{FF2B5EF4-FFF2-40B4-BE49-F238E27FC236}">
                <a16:creationId xmlns:a16="http://schemas.microsoft.com/office/drawing/2014/main" id="{B6D5916E-7967-4050-B461-95A7F9E7580B}"/>
              </a:ext>
            </a:extLst>
          </p:cNvPr>
          <p:cNvPicPr>
            <a:picLocks noChangeAspect="1"/>
          </p:cNvPicPr>
          <p:nvPr/>
        </p:nvPicPr>
        <p:blipFill>
          <a:blip r:embed="rId2"/>
          <a:stretch>
            <a:fillRect/>
          </a:stretch>
        </p:blipFill>
        <p:spPr>
          <a:xfrm>
            <a:off x="1176153" y="604990"/>
            <a:ext cx="5245145" cy="5805585"/>
          </a:xfrm>
          <a:prstGeom prst="rect">
            <a:avLst/>
          </a:prstGeom>
        </p:spPr>
      </p:pic>
      <p:sp>
        <p:nvSpPr>
          <p:cNvPr id="3" name="Title 2">
            <a:extLst>
              <a:ext uri="{FF2B5EF4-FFF2-40B4-BE49-F238E27FC236}">
                <a16:creationId xmlns:a16="http://schemas.microsoft.com/office/drawing/2014/main" id="{06F058FA-D3A2-402B-A38D-4D5EBAF743B7}"/>
              </a:ext>
            </a:extLst>
          </p:cNvPr>
          <p:cNvSpPr>
            <a:spLocks noGrp="1"/>
          </p:cNvSpPr>
          <p:nvPr>
            <p:ph type="title"/>
          </p:nvPr>
        </p:nvSpPr>
        <p:spPr>
          <a:xfrm>
            <a:off x="609600" y="240139"/>
            <a:ext cx="10972800" cy="574663"/>
          </a:xfrm>
        </p:spPr>
        <p:txBody>
          <a:bodyPr wrap="square" anchor="ctr">
            <a:normAutofit/>
          </a:bodyPr>
          <a:lstStyle/>
          <a:p>
            <a:r>
              <a:rPr lang="en-US" sz="2800" b="0" dirty="0"/>
              <a:t>Socket E Top-Down and Iso View</a:t>
            </a:r>
          </a:p>
        </p:txBody>
      </p:sp>
      <p:pic>
        <p:nvPicPr>
          <p:cNvPr id="12" name="Picture 11" descr="A close up of a sign&#10;&#10;Description automatically generated">
            <a:hlinkClick r:id="rId3" action="ppaction://hlinksldjump"/>
            <a:extLst>
              <a:ext uri="{FF2B5EF4-FFF2-40B4-BE49-F238E27FC236}">
                <a16:creationId xmlns:a16="http://schemas.microsoft.com/office/drawing/2014/main" id="{8669E1C4-1582-4249-9F52-EF4E21D3E366}"/>
              </a:ext>
            </a:extLst>
          </p:cNvPr>
          <p:cNvPicPr>
            <a:picLocks noChangeAspect="1"/>
          </p:cNvPicPr>
          <p:nvPr/>
        </p:nvPicPr>
        <p:blipFill>
          <a:blip r:embed="rId4"/>
          <a:stretch>
            <a:fillRect/>
          </a:stretch>
        </p:blipFill>
        <p:spPr>
          <a:xfrm>
            <a:off x="11505385" y="5593421"/>
            <a:ext cx="641065" cy="641065"/>
          </a:xfrm>
          <a:prstGeom prst="rect">
            <a:avLst/>
          </a:prstGeom>
        </p:spPr>
      </p:pic>
      <p:grpSp>
        <p:nvGrpSpPr>
          <p:cNvPr id="19" name="Group 18">
            <a:extLst>
              <a:ext uri="{FF2B5EF4-FFF2-40B4-BE49-F238E27FC236}">
                <a16:creationId xmlns:a16="http://schemas.microsoft.com/office/drawing/2014/main" id="{4D617472-316E-465B-9270-F880524F45A7}"/>
              </a:ext>
            </a:extLst>
          </p:cNvPr>
          <p:cNvGrpSpPr/>
          <p:nvPr/>
        </p:nvGrpSpPr>
        <p:grpSpPr>
          <a:xfrm>
            <a:off x="6837407" y="318003"/>
            <a:ext cx="4016370" cy="5710136"/>
            <a:chOff x="4633242" y="1262844"/>
            <a:chExt cx="3126573" cy="4454174"/>
          </a:xfrm>
        </p:grpSpPr>
        <p:sp>
          <p:nvSpPr>
            <p:cNvPr id="20" name="Rectangle 19">
              <a:extLst>
                <a:ext uri="{FF2B5EF4-FFF2-40B4-BE49-F238E27FC236}">
                  <a16:creationId xmlns:a16="http://schemas.microsoft.com/office/drawing/2014/main" id="{316C70C1-324D-4F6A-9139-8C0F885027D4}"/>
                </a:ext>
              </a:extLst>
            </p:cNvPr>
            <p:cNvSpPr/>
            <p:nvPr/>
          </p:nvSpPr>
          <p:spPr>
            <a:xfrm>
              <a:off x="5043190" y="1262844"/>
              <a:ext cx="293827" cy="64215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21" name="Picture 20">
              <a:extLst>
                <a:ext uri="{FF2B5EF4-FFF2-40B4-BE49-F238E27FC236}">
                  <a16:creationId xmlns:a16="http://schemas.microsoft.com/office/drawing/2014/main" id="{10DD762D-7A82-4D51-B9CA-18D210279606}"/>
                </a:ext>
              </a:extLst>
            </p:cNvPr>
            <p:cNvPicPr>
              <a:picLocks noChangeAspect="1"/>
            </p:cNvPicPr>
            <p:nvPr/>
          </p:nvPicPr>
          <p:blipFill>
            <a:blip r:embed="rId5">
              <a:clrChange>
                <a:clrFrom>
                  <a:srgbClr val="E8EAED"/>
                </a:clrFrom>
                <a:clrTo>
                  <a:srgbClr val="E8EAED">
                    <a:alpha val="0"/>
                  </a:srgbClr>
                </a:clrTo>
              </a:clrChange>
            </a:blip>
            <a:stretch>
              <a:fillRect/>
            </a:stretch>
          </p:blipFill>
          <p:spPr>
            <a:xfrm>
              <a:off x="4633242" y="1343964"/>
              <a:ext cx="2871427" cy="4092974"/>
            </a:xfrm>
            <a:prstGeom prst="rect">
              <a:avLst/>
            </a:prstGeom>
          </p:spPr>
        </p:pic>
        <p:cxnSp>
          <p:nvCxnSpPr>
            <p:cNvPr id="22" name="Straight Arrow Connector 21">
              <a:extLst>
                <a:ext uri="{FF2B5EF4-FFF2-40B4-BE49-F238E27FC236}">
                  <a16:creationId xmlns:a16="http://schemas.microsoft.com/office/drawing/2014/main" id="{E99605EE-423A-4684-A9BD-F4D5601BA415}"/>
                </a:ext>
              </a:extLst>
            </p:cNvPr>
            <p:cNvCxnSpPr/>
            <p:nvPr/>
          </p:nvCxnSpPr>
          <p:spPr>
            <a:xfrm>
              <a:off x="7413790" y="2089868"/>
              <a:ext cx="0" cy="2622550"/>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1583F624-6842-4E54-9971-EA535F34DA8C}"/>
                </a:ext>
              </a:extLst>
            </p:cNvPr>
            <p:cNvCxnSpPr>
              <a:cxnSpLocks/>
            </p:cNvCxnSpPr>
            <p:nvPr/>
          </p:nvCxnSpPr>
          <p:spPr>
            <a:xfrm>
              <a:off x="5023181" y="5355674"/>
              <a:ext cx="1974850" cy="0"/>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0D18A15A-42F4-4563-89AE-A122B2297AD7}"/>
                </a:ext>
              </a:extLst>
            </p:cNvPr>
            <p:cNvCxnSpPr>
              <a:cxnSpLocks/>
            </p:cNvCxnSpPr>
            <p:nvPr/>
          </p:nvCxnSpPr>
          <p:spPr>
            <a:xfrm>
              <a:off x="6957860" y="2089868"/>
              <a:ext cx="54864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B6E88AF4-AFCD-4EE5-A00B-313BA1A472D7}"/>
                </a:ext>
              </a:extLst>
            </p:cNvPr>
            <p:cNvCxnSpPr>
              <a:cxnSpLocks/>
            </p:cNvCxnSpPr>
            <p:nvPr/>
          </p:nvCxnSpPr>
          <p:spPr>
            <a:xfrm>
              <a:off x="6957860" y="4720038"/>
              <a:ext cx="54864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EBFCBC47-9C2A-4CE8-9B3C-AE11E0C1879A}"/>
                </a:ext>
              </a:extLst>
            </p:cNvPr>
            <p:cNvCxnSpPr>
              <a:cxnSpLocks/>
            </p:cNvCxnSpPr>
            <p:nvPr/>
          </p:nvCxnSpPr>
          <p:spPr>
            <a:xfrm>
              <a:off x="5015561" y="4697178"/>
              <a:ext cx="0" cy="73152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F715E0F3-8287-446F-87C5-2EF08B342E3C}"/>
                </a:ext>
              </a:extLst>
            </p:cNvPr>
            <p:cNvCxnSpPr>
              <a:cxnSpLocks/>
            </p:cNvCxnSpPr>
            <p:nvPr/>
          </p:nvCxnSpPr>
          <p:spPr>
            <a:xfrm>
              <a:off x="7013271" y="4681938"/>
              <a:ext cx="0" cy="73152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59ACB0DF-8296-4851-93E2-872FFFF263A6}"/>
                </a:ext>
              </a:extLst>
            </p:cNvPr>
            <p:cNvCxnSpPr>
              <a:cxnSpLocks/>
            </p:cNvCxnSpPr>
            <p:nvPr/>
          </p:nvCxnSpPr>
          <p:spPr>
            <a:xfrm>
              <a:off x="7285520" y="1467990"/>
              <a:ext cx="45720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C97FEE55-CD81-4085-9D4E-8EDF376944C2}"/>
                </a:ext>
              </a:extLst>
            </p:cNvPr>
            <p:cNvCxnSpPr>
              <a:cxnSpLocks/>
            </p:cNvCxnSpPr>
            <p:nvPr/>
          </p:nvCxnSpPr>
          <p:spPr>
            <a:xfrm>
              <a:off x="7285520" y="5358096"/>
              <a:ext cx="45720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189BDC8D-5D30-4B0F-B02B-48C2EDFF829C}"/>
                </a:ext>
              </a:extLst>
            </p:cNvPr>
            <p:cNvCxnSpPr>
              <a:cxnSpLocks/>
            </p:cNvCxnSpPr>
            <p:nvPr/>
          </p:nvCxnSpPr>
          <p:spPr>
            <a:xfrm>
              <a:off x="7665413" y="1467990"/>
              <a:ext cx="0" cy="3887684"/>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12873AB3-837D-4E17-A1CC-1634B918EEEE}"/>
                </a:ext>
              </a:extLst>
            </p:cNvPr>
            <p:cNvCxnSpPr>
              <a:cxnSpLocks/>
            </p:cNvCxnSpPr>
            <p:nvPr/>
          </p:nvCxnSpPr>
          <p:spPr>
            <a:xfrm>
              <a:off x="4732820" y="5243108"/>
              <a:ext cx="0" cy="45720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F9A7669C-EE95-4E10-9188-F2787AF960C8}"/>
                </a:ext>
              </a:extLst>
            </p:cNvPr>
            <p:cNvCxnSpPr>
              <a:cxnSpLocks/>
            </p:cNvCxnSpPr>
            <p:nvPr/>
          </p:nvCxnSpPr>
          <p:spPr>
            <a:xfrm>
              <a:off x="7293140" y="5228502"/>
              <a:ext cx="0" cy="45720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4F7A1D5C-7AE0-4914-B371-C47253A6FC01}"/>
                </a:ext>
              </a:extLst>
            </p:cNvPr>
            <p:cNvCxnSpPr>
              <a:cxnSpLocks/>
            </p:cNvCxnSpPr>
            <p:nvPr/>
          </p:nvCxnSpPr>
          <p:spPr>
            <a:xfrm>
              <a:off x="4726001" y="5636172"/>
              <a:ext cx="2560320" cy="0"/>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34" name="Rectangle 33">
              <a:extLst>
                <a:ext uri="{FF2B5EF4-FFF2-40B4-BE49-F238E27FC236}">
                  <a16:creationId xmlns:a16="http://schemas.microsoft.com/office/drawing/2014/main" id="{57D61B0B-5CCE-4204-9ABE-6BB71997612C}"/>
                </a:ext>
              </a:extLst>
            </p:cNvPr>
            <p:cNvSpPr/>
            <p:nvPr/>
          </p:nvSpPr>
          <p:spPr>
            <a:xfrm>
              <a:off x="5738660" y="5282247"/>
              <a:ext cx="540740" cy="16169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62 mm</a:t>
              </a:r>
              <a:endParaRPr lang="en-US" sz="1000" b="1" dirty="0">
                <a:solidFill>
                  <a:schemeClr val="accent6">
                    <a:lumMod val="60000"/>
                    <a:lumOff val="40000"/>
                  </a:schemeClr>
                </a:solidFill>
              </a:endParaRPr>
            </a:p>
          </p:txBody>
        </p:sp>
        <p:sp>
          <p:nvSpPr>
            <p:cNvPr id="35" name="Rectangle 34">
              <a:extLst>
                <a:ext uri="{FF2B5EF4-FFF2-40B4-BE49-F238E27FC236}">
                  <a16:creationId xmlns:a16="http://schemas.microsoft.com/office/drawing/2014/main" id="{7597EA8F-3A36-4E36-B505-333137410D6F}"/>
                </a:ext>
              </a:extLst>
            </p:cNvPr>
            <p:cNvSpPr/>
            <p:nvPr/>
          </p:nvSpPr>
          <p:spPr>
            <a:xfrm>
              <a:off x="5730760" y="5555326"/>
              <a:ext cx="540740" cy="16169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80 mm</a:t>
              </a:r>
              <a:endParaRPr lang="en-US" sz="1000" b="1" dirty="0">
                <a:solidFill>
                  <a:schemeClr val="accent6">
                    <a:lumMod val="60000"/>
                    <a:lumOff val="40000"/>
                  </a:schemeClr>
                </a:solidFill>
              </a:endParaRPr>
            </a:p>
          </p:txBody>
        </p:sp>
        <p:sp>
          <p:nvSpPr>
            <p:cNvPr id="36" name="Rectangle 35">
              <a:extLst>
                <a:ext uri="{FF2B5EF4-FFF2-40B4-BE49-F238E27FC236}">
                  <a16:creationId xmlns:a16="http://schemas.microsoft.com/office/drawing/2014/main" id="{B0A3AC55-2DB3-4168-9D6F-A45811B91628}"/>
                </a:ext>
              </a:extLst>
            </p:cNvPr>
            <p:cNvSpPr/>
            <p:nvPr/>
          </p:nvSpPr>
          <p:spPr>
            <a:xfrm rot="16200000">
              <a:off x="7141567" y="3267180"/>
              <a:ext cx="540740" cy="16169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82 mm</a:t>
              </a:r>
              <a:endParaRPr lang="en-US" sz="1000" b="1" dirty="0">
                <a:solidFill>
                  <a:schemeClr val="accent6">
                    <a:lumMod val="60000"/>
                    <a:lumOff val="40000"/>
                  </a:schemeClr>
                </a:solidFill>
              </a:endParaRPr>
            </a:p>
          </p:txBody>
        </p:sp>
        <p:sp>
          <p:nvSpPr>
            <p:cNvPr id="37" name="Rectangle 36">
              <a:extLst>
                <a:ext uri="{FF2B5EF4-FFF2-40B4-BE49-F238E27FC236}">
                  <a16:creationId xmlns:a16="http://schemas.microsoft.com/office/drawing/2014/main" id="{3483AD66-A3EE-4332-8716-6451C5125796}"/>
                </a:ext>
              </a:extLst>
            </p:cNvPr>
            <p:cNvSpPr/>
            <p:nvPr/>
          </p:nvSpPr>
          <p:spPr>
            <a:xfrm rot="16200000">
              <a:off x="7281906" y="3352638"/>
              <a:ext cx="752889" cy="20292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120 mm</a:t>
              </a:r>
              <a:endParaRPr lang="en-US" sz="1000" b="1" dirty="0">
                <a:solidFill>
                  <a:schemeClr val="accent6">
                    <a:lumMod val="60000"/>
                    <a:lumOff val="40000"/>
                  </a:schemeClr>
                </a:solidFill>
              </a:endParaRPr>
            </a:p>
          </p:txBody>
        </p:sp>
      </p:grpSp>
    </p:spTree>
    <p:extLst>
      <p:ext uri="{BB962C8B-B14F-4D97-AF65-F5344CB8AC3E}">
        <p14:creationId xmlns:p14="http://schemas.microsoft.com/office/powerpoint/2010/main" val="3318785622"/>
      </p:ext>
    </p:extLst>
  </p:cSld>
  <p:clrMapOvr>
    <a:masterClrMapping/>
  </p:clrMapOvr>
  <p:transition>
    <p:fade/>
  </p:transition>
</p:sld>
</file>

<file path=ppt/theme/theme1.xml><?xml version="1.0" encoding="utf-8"?>
<a:theme xmlns:a="http://schemas.openxmlformats.org/drawingml/2006/main" name="21_BasicWhite">
  <a:themeElements>
    <a:clrScheme name="Intel2020">
      <a:dk1>
        <a:srgbClr val="000000"/>
      </a:dk1>
      <a:lt1>
        <a:srgbClr val="FFFFFF"/>
      </a:lt1>
      <a:dk2>
        <a:srgbClr val="004A86"/>
      </a:dk2>
      <a:lt2>
        <a:srgbClr val="525252"/>
      </a:lt2>
      <a:accent1>
        <a:srgbClr val="0068B5"/>
      </a:accent1>
      <a:accent2>
        <a:srgbClr val="00C7FD"/>
      </a:accent2>
      <a:accent3>
        <a:srgbClr val="F6CB4B"/>
      </a:accent3>
      <a:accent4>
        <a:srgbClr val="D96930"/>
      </a:accent4>
      <a:accent5>
        <a:srgbClr val="8F5DA2"/>
      </a:accent5>
      <a:accent6>
        <a:srgbClr val="8BAE46"/>
      </a:accent6>
      <a:hlink>
        <a:srgbClr val="0068B5"/>
      </a:hlink>
      <a:folHlink>
        <a:srgbClr val="0068B5"/>
      </a:folHlink>
    </a:clrScheme>
    <a:fontScheme name="Custom 11">
      <a:majorFont>
        <a:latin typeface="Intel Clear Light"/>
        <a:ea typeface="Helvetica Neue"/>
        <a:cs typeface="Helvetica Neue"/>
      </a:majorFont>
      <a:minorFont>
        <a:latin typeface="Intel Clear"/>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none" lIns="0" tIns="0" rIns="0" bIns="0" numCol="1" spcCol="38100" rtlCol="0" anchor="t" anchorCtr="0">
        <a:spAutoFit/>
      </a:bodyPr>
      <a:lstStyle>
        <a:defPPr marL="0" marR="0" indent="0" algn="l" defTabSz="2438338" rtl="0" fontAlgn="auto" latinLnBrk="0" hangingPunct="0">
          <a:lnSpc>
            <a:spcPct val="100000"/>
          </a:lnSpc>
          <a:spcBef>
            <a:spcPts val="0"/>
          </a:spcBef>
          <a:spcAft>
            <a:spcPts val="0"/>
          </a:spcAft>
          <a:buClrTx/>
          <a:buSzTx/>
          <a:buFontTx/>
          <a:buNone/>
          <a:tabLst/>
          <a:defRPr kumimoji="0" b="0" i="0" u="none" strike="noStrike" cap="none" spc="0" normalizeH="0" baseline="0" dirty="0" err="1" smtClean="0">
            <a:ln>
              <a:noFill/>
            </a:ln>
            <a:solidFill>
              <a:schemeClr val="tx2"/>
            </a:solidFill>
            <a:effectLst/>
            <a:uFillTx/>
            <a:latin typeface="+mn-lt"/>
            <a:ea typeface="+mn-ea"/>
            <a:cs typeface="+mn-cs"/>
            <a:sym typeface="Helvetica Neue"/>
          </a:defRPr>
        </a:def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b0a3e817-7ff1-4682-9cdc-9e68f1944ac6">
      <Terms xmlns="http://schemas.microsoft.com/office/infopath/2007/PartnerControls"/>
    </lcf76f155ced4ddcb4097134ff3c332f>
    <TaxCatchAll xmlns="a7bc6c04-a6f3-4b85-abcc-278c78dc556b"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25921F9D4874B40A69C72F5C132575A" ma:contentTypeVersion="18" ma:contentTypeDescription="Create a new document." ma:contentTypeScope="" ma:versionID="f81e1b74fd94b9f916141b297ac694c0">
  <xsd:schema xmlns:xsd="http://www.w3.org/2001/XMLSchema" xmlns:xs="http://www.w3.org/2001/XMLSchema" xmlns:p="http://schemas.microsoft.com/office/2006/metadata/properties" xmlns:ns2="b0a3e817-7ff1-4682-9cdc-9e68f1944ac6" xmlns:ns3="5e37b643-6edd-4e99-882c-9f9c6c52fc16" xmlns:ns4="a7bc6c04-a6f3-4b85-abcc-278c78dc556b" targetNamespace="http://schemas.microsoft.com/office/2006/metadata/properties" ma:root="true" ma:fieldsID="1cd7c1c097ec62e7a9d31b3de7be00f6" ns2:_="" ns3:_="" ns4:_="">
    <xsd:import namespace="b0a3e817-7ff1-4682-9cdc-9e68f1944ac6"/>
    <xsd:import namespace="5e37b643-6edd-4e99-882c-9f9c6c52fc16"/>
    <xsd:import namespace="a7bc6c04-a6f3-4b85-abcc-278c78dc556b"/>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KeyPoints" minOccurs="0"/>
                <xsd:element ref="ns2:MediaServiceKeyPoints" minOccurs="0"/>
                <xsd:element ref="ns2:MediaServiceAutoTags" minOccurs="0"/>
                <xsd:element ref="ns3:SharedWithUsers" minOccurs="0"/>
                <xsd:element ref="ns3:SharedWithDetails" minOccurs="0"/>
                <xsd:element ref="ns2:lcf76f155ced4ddcb4097134ff3c332f" minOccurs="0"/>
                <xsd:element ref="ns4:TaxCatchAll" minOccurs="0"/>
                <xsd:element ref="ns2:MediaServiceOCR" minOccurs="0"/>
                <xsd:element ref="ns2:MediaServiceGenerationTime" minOccurs="0"/>
                <xsd:element ref="ns2:MediaServiceEventHashCode" minOccurs="0"/>
                <xsd:element ref="ns2:MediaServiceLoca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0a3e817-7ff1-4682-9cdc-9e68f1944ac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Length (seconds)"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72a7515c-90a7-421b-ad67-16208a055132"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e37b643-6edd-4e99-882c-9f9c6c52fc16"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7bc6c04-a6f3-4b85-abcc-278c78dc556b"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d42eb0fb-64ce-47fa-b4a9-0e6c067efc72}" ma:internalName="TaxCatchAll" ma:showField="CatchAllData" ma:web="5e37b643-6edd-4e99-882c-9f9c6c52fc1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01C66F3-FBD8-4B0F-98D9-445FE3649D01}">
  <ds:schemaRefs>
    <ds:schemaRef ds:uri="http://schemas.microsoft.com/sharepoint/v3/contenttype/forms"/>
  </ds:schemaRefs>
</ds:datastoreItem>
</file>

<file path=customXml/itemProps2.xml><?xml version="1.0" encoding="utf-8"?>
<ds:datastoreItem xmlns:ds="http://schemas.openxmlformats.org/officeDocument/2006/customXml" ds:itemID="{724B8A99-8161-4D52-8DFD-478F5C1B3170}">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38D52DDD-2851-4CF1-9C70-1FF0B1139756}"/>
</file>

<file path=docProps/app.xml><?xml version="1.0" encoding="utf-8"?>
<Properties xmlns="http://schemas.openxmlformats.org/officeDocument/2006/extended-properties" xmlns:vt="http://schemas.openxmlformats.org/officeDocument/2006/docPropsVTypes">
  <Template/>
  <TotalTime>36721</TotalTime>
  <Words>777</Words>
  <Application>Microsoft Office PowerPoint</Application>
  <PresentationFormat>Widescreen</PresentationFormat>
  <Paragraphs>95</Paragraphs>
  <Slides>9</Slides>
  <Notes>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vt:i4>
      </vt:variant>
    </vt:vector>
  </HeadingPairs>
  <TitlesOfParts>
    <vt:vector size="18" baseType="lpstr">
      <vt:lpstr>Arial</vt:lpstr>
      <vt:lpstr>Calibri</vt:lpstr>
      <vt:lpstr>Helvetica</vt:lpstr>
      <vt:lpstr>Helvetica Neue</vt:lpstr>
      <vt:lpstr>Helvetica Neue Medium</vt:lpstr>
      <vt:lpstr>Intel Clear</vt:lpstr>
      <vt:lpstr>Intel Clear Light</vt:lpstr>
      <vt:lpstr>Wingdings</vt:lpstr>
      <vt:lpstr>21_BasicWhite</vt:lpstr>
      <vt:lpstr>Large Form Factor (LFF) ODM SMT Equipment Enabling  Intel – Compal Collaboration </vt:lpstr>
      <vt:lpstr>Legal Disclaimer, Terms, &amp; Conditions: </vt:lpstr>
      <vt:lpstr>Discussion Agenda: SMT LFF Equipment Enablement</vt:lpstr>
      <vt:lpstr>Factory Readiness for Upcoming Intel Server Sockets</vt:lpstr>
      <vt:lpstr>PowerPoint Presentation</vt:lpstr>
      <vt:lpstr>Intel Requests/Help Needed</vt:lpstr>
      <vt:lpstr>PowerPoint Presentation</vt:lpstr>
      <vt:lpstr>PowerPoint Presentation</vt:lpstr>
      <vt:lpstr>Socket E Top-Down and Iso View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Killeen, Kristine</dc:creator>
  <cp:keywords>CTPClassification=CTP_NT</cp:keywords>
  <cp:lastModifiedBy>Dewitt, Jesse</cp:lastModifiedBy>
  <cp:revision>245</cp:revision>
  <dcterms:modified xsi:type="dcterms:W3CDTF">2020-12-01T01:18:50Z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77294acb-f791-4422-865e-0b7527e37b89</vt:lpwstr>
  </property>
  <property fmtid="{D5CDD505-2E9C-101B-9397-08002B2CF9AE}" pid="3" name="CTP_TimeStamp">
    <vt:lpwstr>2020-08-21 21:49:33Z</vt:lpwstr>
  </property>
  <property fmtid="{D5CDD505-2E9C-101B-9397-08002B2CF9AE}" pid="4" name="CTP_BU">
    <vt:lpwstr>NA</vt:lpwstr>
  </property>
  <property fmtid="{D5CDD505-2E9C-101B-9397-08002B2CF9AE}" pid="5" name="CTP_IDSID">
    <vt:lpwstr>NA</vt:lpwstr>
  </property>
  <property fmtid="{D5CDD505-2E9C-101B-9397-08002B2CF9AE}" pid="6" name="CTP_WWID">
    <vt:lpwstr>NA</vt:lpwstr>
  </property>
  <property fmtid="{D5CDD505-2E9C-101B-9397-08002B2CF9AE}" pid="7" name="CTPClassification">
    <vt:lpwstr>CTP_NT</vt:lpwstr>
  </property>
  <property fmtid="{D5CDD505-2E9C-101B-9397-08002B2CF9AE}" pid="8" name="ContentTypeId">
    <vt:lpwstr>0x010100C25921F9D4874B40A69C72F5C132575A</vt:lpwstr>
  </property>
</Properties>
</file>