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76" d="100"/>
          <a:sy n="76" d="100"/>
        </p:scale>
        <p:origin x="1498" y="70"/>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12/2/2020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a:t>
            </a:r>
            <a:r>
              <a:rPr lang="en-US" sz="3200" dirty="0" err="1"/>
              <a:t>Inventec</a:t>
            </a:r>
            <a:r>
              <a:rPr lang="en-US" sz="3200" dirty="0"/>
              <a:t>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a:t>
            </a:r>
            <a:r>
              <a:rPr lang="en-MY" dirty="0">
                <a:solidFill>
                  <a:srgbClr val="FFC000"/>
                </a:solidFill>
              </a:rPr>
              <a:t>2231749 </a:t>
            </a:r>
            <a:endParaRPr lang="en-US" dirty="0">
              <a:solidFill>
                <a:srgbClr val="FFC000"/>
              </a:solidFill>
            </a:endParaRPr>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4149144972"/>
              </p:ext>
            </p:extLst>
          </p:nvPr>
        </p:nvGraphicFramePr>
        <p:xfrm>
          <a:off x="630724" y="884193"/>
          <a:ext cx="10504635" cy="4153717"/>
        </p:xfrm>
        <a:graphic>
          <a:graphicData uri="http://schemas.openxmlformats.org/drawingml/2006/table">
            <a:tbl>
              <a:tblPr firstRow="1" bandRow="1">
                <a:tableStyleId>{5C22544A-7EE6-4342-B048-85BDC9FD1C3A}</a:tableStyleId>
              </a:tblPr>
              <a:tblGrid>
                <a:gridCol w="3745420">
                  <a:extLst>
                    <a:ext uri="{9D8B030D-6E8A-4147-A177-3AD203B41FA5}">
                      <a16:colId xmlns:a16="http://schemas.microsoft.com/office/drawing/2014/main" val="3230779745"/>
                    </a:ext>
                  </a:extLst>
                </a:gridCol>
                <a:gridCol w="3687699">
                  <a:extLst>
                    <a:ext uri="{9D8B030D-6E8A-4147-A177-3AD203B41FA5}">
                      <a16:colId xmlns:a16="http://schemas.microsoft.com/office/drawing/2014/main" val="695314244"/>
                    </a:ext>
                  </a:extLst>
                </a:gridCol>
                <a:gridCol w="3071516">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645444574"/>
              </p:ext>
            </p:extLst>
          </p:nvPr>
        </p:nvGraphicFramePr>
        <p:xfrm>
          <a:off x="208475" y="834173"/>
          <a:ext cx="11469174" cy="1728558"/>
        </p:xfrm>
        <a:graphic>
          <a:graphicData uri="http://schemas.openxmlformats.org/drawingml/2006/table">
            <a:tbl>
              <a:tblPr firstRow="1" firstCol="1" bandRow="1">
                <a:tableStyleId>{5C22544A-7EE6-4342-B048-85BDC9FD1C3A}</a:tableStyleId>
              </a:tblPr>
              <a:tblGrid>
                <a:gridCol w="1274892">
                  <a:extLst>
                    <a:ext uri="{9D8B030D-6E8A-4147-A177-3AD203B41FA5}">
                      <a16:colId xmlns:a16="http://schemas.microsoft.com/office/drawing/2014/main" val="20000"/>
                    </a:ext>
                  </a:extLst>
                </a:gridCol>
                <a:gridCol w="955420">
                  <a:extLst>
                    <a:ext uri="{9D8B030D-6E8A-4147-A177-3AD203B41FA5}">
                      <a16:colId xmlns:a16="http://schemas.microsoft.com/office/drawing/2014/main" val="20001"/>
                    </a:ext>
                  </a:extLst>
                </a:gridCol>
                <a:gridCol w="1145023">
                  <a:extLst>
                    <a:ext uri="{9D8B030D-6E8A-4147-A177-3AD203B41FA5}">
                      <a16:colId xmlns:a16="http://schemas.microsoft.com/office/drawing/2014/main" val="20002"/>
                    </a:ext>
                  </a:extLst>
                </a:gridCol>
                <a:gridCol w="1333630">
                  <a:extLst>
                    <a:ext uri="{9D8B030D-6E8A-4147-A177-3AD203B41FA5}">
                      <a16:colId xmlns:a16="http://schemas.microsoft.com/office/drawing/2014/main" val="20003"/>
                    </a:ext>
                  </a:extLst>
                </a:gridCol>
                <a:gridCol w="1540078">
                  <a:extLst>
                    <a:ext uri="{9D8B030D-6E8A-4147-A177-3AD203B41FA5}">
                      <a16:colId xmlns:a16="http://schemas.microsoft.com/office/drawing/2014/main" val="20007"/>
                    </a:ext>
                  </a:extLst>
                </a:gridCol>
                <a:gridCol w="1609820">
                  <a:extLst>
                    <a:ext uri="{9D8B030D-6E8A-4147-A177-3AD203B41FA5}">
                      <a16:colId xmlns:a16="http://schemas.microsoft.com/office/drawing/2014/main" val="210591066"/>
                    </a:ext>
                  </a:extLst>
                </a:gridCol>
                <a:gridCol w="1632988">
                  <a:extLst>
                    <a:ext uri="{9D8B030D-6E8A-4147-A177-3AD203B41FA5}">
                      <a16:colId xmlns:a16="http://schemas.microsoft.com/office/drawing/2014/main" val="732629900"/>
                    </a:ext>
                  </a:extLst>
                </a:gridCol>
                <a:gridCol w="1977323">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Inventec</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NXT II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3694308707"/>
              </p:ext>
            </p:extLst>
          </p:nvPr>
        </p:nvGraphicFramePr>
        <p:xfrm>
          <a:off x="146875" y="2951335"/>
          <a:ext cx="11530775" cy="2002874"/>
        </p:xfrm>
        <a:graphic>
          <a:graphicData uri="http://schemas.openxmlformats.org/drawingml/2006/table">
            <a:tbl>
              <a:tblPr firstRow="1" firstCol="1" bandRow="1">
                <a:tableStyleId>{5C22544A-7EE6-4342-B048-85BDC9FD1C3A}</a:tableStyleId>
              </a:tblPr>
              <a:tblGrid>
                <a:gridCol w="1295315">
                  <a:extLst>
                    <a:ext uri="{9D8B030D-6E8A-4147-A177-3AD203B41FA5}">
                      <a16:colId xmlns:a16="http://schemas.microsoft.com/office/drawing/2014/main" val="20000"/>
                    </a:ext>
                  </a:extLst>
                </a:gridCol>
                <a:gridCol w="1567582">
                  <a:extLst>
                    <a:ext uri="{9D8B030D-6E8A-4147-A177-3AD203B41FA5}">
                      <a16:colId xmlns:a16="http://schemas.microsoft.com/office/drawing/2014/main" val="20001"/>
                    </a:ext>
                  </a:extLst>
                </a:gridCol>
                <a:gridCol w="1187235">
                  <a:extLst>
                    <a:ext uri="{9D8B030D-6E8A-4147-A177-3AD203B41FA5}">
                      <a16:colId xmlns:a16="http://schemas.microsoft.com/office/drawing/2014/main" val="20002"/>
                    </a:ext>
                  </a:extLst>
                </a:gridCol>
                <a:gridCol w="1543393">
                  <a:extLst>
                    <a:ext uri="{9D8B030D-6E8A-4147-A177-3AD203B41FA5}">
                      <a16:colId xmlns:a16="http://schemas.microsoft.com/office/drawing/2014/main" val="20003"/>
                    </a:ext>
                  </a:extLst>
                </a:gridCol>
                <a:gridCol w="1852967">
                  <a:extLst>
                    <a:ext uri="{9D8B030D-6E8A-4147-A177-3AD203B41FA5}">
                      <a16:colId xmlns:a16="http://schemas.microsoft.com/office/drawing/2014/main" val="20007"/>
                    </a:ext>
                  </a:extLst>
                </a:gridCol>
                <a:gridCol w="1840522">
                  <a:extLst>
                    <a:ext uri="{9D8B030D-6E8A-4147-A177-3AD203B41FA5}">
                      <a16:colId xmlns:a16="http://schemas.microsoft.com/office/drawing/2014/main" val="2338990182"/>
                    </a:ext>
                  </a:extLst>
                </a:gridCol>
                <a:gridCol w="2243761">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Inventec</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Inventec</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Inventec</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29147"/>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9C6F4A1C-D36A-4749-B0AE-434932EE9866}"/>
</file>

<file path=customXml/itemProps3.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36706</TotalTime>
  <Words>780</Words>
  <Application>Microsoft Office PowerPoint</Application>
  <PresentationFormat>Widescreen</PresentationFormat>
  <Paragraphs>94</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Helvetica Neue</vt:lpstr>
      <vt:lpstr>Helvetica Neue Medium</vt:lpstr>
      <vt:lpstr>Arial</vt:lpstr>
      <vt:lpstr>Calibri</vt:lpstr>
      <vt:lpstr>Helvetica</vt:lpstr>
      <vt:lpstr>Intel Clear</vt:lpstr>
      <vt:lpstr>Intel Clear Light</vt:lpstr>
      <vt:lpstr>Wingdings</vt:lpstr>
      <vt:lpstr>21_BasicWhite</vt:lpstr>
      <vt:lpstr>Large Form Factor (LFF) ODM SMT Equipment Enabling  Intel – Inventec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Mak, Tzee Sing</cp:lastModifiedBy>
  <cp:revision>247</cp:revision>
  <dcterms:modified xsi:type="dcterms:W3CDTF">2020-12-02T01:19:04Z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