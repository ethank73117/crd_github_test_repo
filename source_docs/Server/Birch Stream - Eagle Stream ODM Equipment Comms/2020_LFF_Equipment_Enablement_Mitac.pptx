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charts/chart1.xml" ContentType="application/vnd.openxmlformats-officedocument.drawingml.char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14"/>
  </p:notesMasterIdLst>
  <p:handoutMasterIdLst>
    <p:handoutMasterId r:id="rId15"/>
  </p:handoutMasterIdLst>
  <p:sldIdLst>
    <p:sldId id="263" r:id="rId5"/>
    <p:sldId id="336" r:id="rId6"/>
    <p:sldId id="338" r:id="rId7"/>
    <p:sldId id="274" r:id="rId8"/>
    <p:sldId id="286" r:id="rId9"/>
    <p:sldId id="343" r:id="rId10"/>
    <p:sldId id="275" r:id="rId11"/>
    <p:sldId id="276" r:id="rId12"/>
    <p:sldId id="277" r:id="rId13"/>
  </p:sldIdLst>
  <p:sldSz cx="12192000" cy="6858000"/>
  <p:notesSz cx="6858000" cy="9144000"/>
  <p:defaultTex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1pPr>
    <a:lvl2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2pPr>
    <a:lvl3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3pPr>
    <a:lvl4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4pPr>
    <a:lvl5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5pPr>
    <a:lvl6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6pPr>
    <a:lvl7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7pPr>
    <a:lvl8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8pPr>
    <a:lvl9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032" userDrawn="1">
          <p15:clr>
            <a:srgbClr val="A4A3A4"/>
          </p15:clr>
        </p15:guide>
        <p15:guide id="2" pos="7392"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ewitt, Jesse" initials="DJ" lastIdx="2" clrIdx="0">
    <p:extLst>
      <p:ext uri="{19B8F6BF-5375-455C-9EA6-DF929625EA0E}">
        <p15:presenceInfo xmlns:p15="http://schemas.microsoft.com/office/powerpoint/2012/main" userId="S::jesse.dewitt@intel.com::1fbf07d7-057c-4b54-9be6-a530430e395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C7FD"/>
    <a:srgbClr val="2872C5"/>
    <a:srgbClr val="525252"/>
    <a:srgbClr val="FFFFFF"/>
    <a:srgbClr val="0068B5"/>
    <a:srgbClr val="004A86"/>
    <a:srgbClr val="FC646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538" autoAdjust="0"/>
    <p:restoredTop sz="92460" autoAdjust="0"/>
  </p:normalViewPr>
  <p:slideViewPr>
    <p:cSldViewPr snapToGrid="0" snapToObjects="1">
      <p:cViewPr varScale="1">
        <p:scale>
          <a:sx n="116" d="100"/>
          <a:sy n="116" d="100"/>
        </p:scale>
        <p:origin x="936" y="114"/>
      </p:cViewPr>
      <p:guideLst>
        <p:guide orient="horz" pos="4032"/>
        <p:guide pos="7392"/>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24360"/>
    </p:cViewPr>
  </p:sorterViewPr>
  <p:notesViewPr>
    <p:cSldViewPr snapToGrid="0" snapToObjects="1">
      <p:cViewPr varScale="1">
        <p:scale>
          <a:sx n="59" d="100"/>
          <a:sy n="59" d="100"/>
        </p:scale>
        <p:origin x="1603" y="6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0000000000000001E-3"/>
          <c:y val="5.0000000000000001E-3"/>
          <c:w val="0.99"/>
          <c:h val="0.85003499999999999"/>
        </c:manualLayout>
      </c:layout>
      <c:pieChart>
        <c:varyColors val="0"/>
        <c:dLbls>
          <c:showLegendKey val="0"/>
          <c:showVal val="0"/>
          <c:showCatName val="0"/>
          <c:showSerName val="0"/>
          <c:showPercent val="0"/>
          <c:showBubbleSize val="0"/>
          <c:showLeaderLines val="0"/>
        </c:dLbls>
        <c:firstSliceAng val="0"/>
      </c:pieChart>
      <c:spPr>
        <a:noFill/>
        <a:ln w="12700" cap="flat">
          <a:noFill/>
          <a:miter lim="400000"/>
        </a:ln>
        <a:effectLst/>
      </c:spPr>
    </c:plotArea>
    <c:legend>
      <c:legendPos val="b"/>
      <c:layout>
        <c:manualLayout>
          <c:xMode val="edge"/>
          <c:yMode val="edge"/>
          <c:x val="4.1227E-2"/>
          <c:y val="0.95121999999999995"/>
          <c:w val="0.91754599999999997"/>
          <c:h val="4.8779599999999999E-2"/>
        </c:manualLayout>
      </c:layout>
      <c:overlay val="1"/>
      <c:spPr>
        <a:noFill/>
        <a:ln w="12700" cap="flat">
          <a:noFill/>
          <a:miter lim="400000"/>
        </a:ln>
        <a:effectLst/>
      </c:spPr>
      <c:txPr>
        <a:bodyPr rot="0"/>
        <a:lstStyle/>
        <a:p>
          <a:pPr>
            <a:defRPr sz="1800" b="0" i="0" u="none" strike="noStrike">
              <a:solidFill>
                <a:srgbClr val="000000"/>
              </a:solidFill>
              <a:latin typeface="Intel Clear"/>
            </a:defRPr>
          </a:pPr>
          <a:endParaRPr lang="en-US"/>
        </a:p>
      </c:txPr>
    </c:legend>
    <c:plotVisOnly val="1"/>
    <c:dispBlanksAs val="gap"/>
    <c:showDLblsOverMax val="1"/>
  </c:chart>
  <c:spPr>
    <a:noFill/>
    <a:ln>
      <a:noFill/>
    </a:ln>
    <a:effectLst/>
  </c:sp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3A553E8-0470-1349-956C-3CB18694582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A67CBD2-00E1-E94C-B4F0-37C39C209DC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10B726A-C477-6444-83BF-F1538D69AD12}" type="datetimeFigureOut">
              <a:rPr lang="en-US" smtClean="0"/>
              <a:t>12/1/2020</a:t>
            </a:fld>
            <a:endParaRPr lang="en-US"/>
          </a:p>
        </p:txBody>
      </p:sp>
      <p:sp>
        <p:nvSpPr>
          <p:cNvPr id="4" name="Footer Placeholder 3">
            <a:extLst>
              <a:ext uri="{FF2B5EF4-FFF2-40B4-BE49-F238E27FC236}">
                <a16:creationId xmlns:a16="http://schemas.microsoft.com/office/drawing/2014/main" id="{447C31E5-3BC8-F849-AC60-6FCBD80D554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101290B-DD02-C147-B1CC-37C02F331DB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DDCDB93-7126-8142-8B95-E87AEC48376D}" type="slidenum">
              <a:rPr lang="en-US" smtClean="0"/>
              <a:t>‹#›</a:t>
            </a:fld>
            <a:endParaRPr lang="en-US"/>
          </a:p>
        </p:txBody>
      </p:sp>
    </p:spTree>
    <p:extLst>
      <p:ext uri="{BB962C8B-B14F-4D97-AF65-F5344CB8AC3E}">
        <p14:creationId xmlns:p14="http://schemas.microsoft.com/office/powerpoint/2010/main" val="205622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55" name="Shape 1055"/>
          <p:cNvSpPr>
            <a:spLocks noGrp="1" noRot="1" noChangeAspect="1"/>
          </p:cNvSpPr>
          <p:nvPr>
            <p:ph type="sldImg"/>
          </p:nvPr>
        </p:nvSpPr>
        <p:spPr>
          <a:xfrm>
            <a:off x="381000" y="685800"/>
            <a:ext cx="6096000" cy="3429000"/>
          </a:xfrm>
          <a:prstGeom prst="rect">
            <a:avLst/>
          </a:prstGeom>
        </p:spPr>
        <p:txBody>
          <a:bodyPr/>
          <a:lstStyle/>
          <a:p>
            <a:endParaRPr/>
          </a:p>
        </p:txBody>
      </p:sp>
      <p:sp>
        <p:nvSpPr>
          <p:cNvPr id="1056" name="Shape 1056"/>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228600" latinLnBrk="0">
      <a:lnSpc>
        <a:spcPct val="117999"/>
      </a:lnSpc>
      <a:defRPr sz="1100">
        <a:latin typeface="+mn-lt"/>
        <a:ea typeface="+mn-ea"/>
        <a:cs typeface="+mn-cs"/>
        <a:sym typeface="Helvetica Neue"/>
      </a:defRPr>
    </a:lvl1pPr>
    <a:lvl2pPr indent="114300" defTabSz="228600" latinLnBrk="0">
      <a:lnSpc>
        <a:spcPct val="117999"/>
      </a:lnSpc>
      <a:defRPr sz="1100">
        <a:latin typeface="+mn-lt"/>
        <a:ea typeface="+mn-ea"/>
        <a:cs typeface="+mn-cs"/>
        <a:sym typeface="Helvetica Neue"/>
      </a:defRPr>
    </a:lvl2pPr>
    <a:lvl3pPr indent="228600" defTabSz="228600" latinLnBrk="0">
      <a:lnSpc>
        <a:spcPct val="117999"/>
      </a:lnSpc>
      <a:defRPr sz="1100">
        <a:latin typeface="+mn-lt"/>
        <a:ea typeface="+mn-ea"/>
        <a:cs typeface="+mn-cs"/>
        <a:sym typeface="Helvetica Neue"/>
      </a:defRPr>
    </a:lvl3pPr>
    <a:lvl4pPr indent="342900" defTabSz="228600" latinLnBrk="0">
      <a:lnSpc>
        <a:spcPct val="117999"/>
      </a:lnSpc>
      <a:defRPr sz="1100">
        <a:latin typeface="+mn-lt"/>
        <a:ea typeface="+mn-ea"/>
        <a:cs typeface="+mn-cs"/>
        <a:sym typeface="Helvetica Neue"/>
      </a:defRPr>
    </a:lvl4pPr>
    <a:lvl5pPr indent="457200" defTabSz="228600" latinLnBrk="0">
      <a:lnSpc>
        <a:spcPct val="117999"/>
      </a:lnSpc>
      <a:defRPr sz="1100">
        <a:latin typeface="+mn-lt"/>
        <a:ea typeface="+mn-ea"/>
        <a:cs typeface="+mn-cs"/>
        <a:sym typeface="Helvetica Neue"/>
      </a:defRPr>
    </a:lvl5pPr>
    <a:lvl6pPr indent="571500" defTabSz="228600" latinLnBrk="0">
      <a:lnSpc>
        <a:spcPct val="117999"/>
      </a:lnSpc>
      <a:defRPr sz="1100">
        <a:latin typeface="+mn-lt"/>
        <a:ea typeface="+mn-ea"/>
        <a:cs typeface="+mn-cs"/>
        <a:sym typeface="Helvetica Neue"/>
      </a:defRPr>
    </a:lvl6pPr>
    <a:lvl7pPr indent="685800" defTabSz="228600" latinLnBrk="0">
      <a:lnSpc>
        <a:spcPct val="117999"/>
      </a:lnSpc>
      <a:defRPr sz="1100">
        <a:latin typeface="+mn-lt"/>
        <a:ea typeface="+mn-ea"/>
        <a:cs typeface="+mn-cs"/>
        <a:sym typeface="Helvetica Neue"/>
      </a:defRPr>
    </a:lvl7pPr>
    <a:lvl8pPr indent="800100" defTabSz="228600" latinLnBrk="0">
      <a:lnSpc>
        <a:spcPct val="117999"/>
      </a:lnSpc>
      <a:defRPr sz="1100">
        <a:latin typeface="+mn-lt"/>
        <a:ea typeface="+mn-ea"/>
        <a:cs typeface="+mn-cs"/>
        <a:sym typeface="Helvetica Neue"/>
      </a:defRPr>
    </a:lvl8pPr>
    <a:lvl9pPr indent="914400" defTabSz="228600" latinLnBrk="0">
      <a:lnSpc>
        <a:spcPct val="117999"/>
      </a:lnSpc>
      <a:defRPr sz="1100">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0536545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AP platform, 12 socket server</a:t>
            </a:r>
          </a:p>
          <a:p>
            <a:r>
              <a:rPr lang="en-US" dirty="0"/>
              <a:t>Limited</a:t>
            </a:r>
          </a:p>
        </p:txBody>
      </p:sp>
    </p:spTree>
    <p:extLst>
      <p:ext uri="{BB962C8B-B14F-4D97-AF65-F5344CB8AC3E}">
        <p14:creationId xmlns:p14="http://schemas.microsoft.com/office/powerpoint/2010/main" val="20229148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228600" rtl="0" eaLnBrk="1" fontAlgn="auto" latinLnBrk="0" hangingPunct="1">
              <a:lnSpc>
                <a:spcPct val="117999"/>
              </a:lnSpc>
              <a:spcBef>
                <a:spcPts val="0"/>
              </a:spcBef>
              <a:spcAft>
                <a:spcPts val="0"/>
              </a:spcAft>
              <a:buClrTx/>
              <a:buSzTx/>
              <a:buFontTx/>
              <a:buNone/>
              <a:tabLst/>
              <a:defRPr/>
            </a:pPr>
            <a:r>
              <a:rPr lang="en-US" sz="1100" dirty="0">
                <a:solidFill>
                  <a:schemeClr val="tx1"/>
                </a:solidFill>
              </a:rPr>
              <a:t>*Intel recommends to use Summit LXI for Socket E due to rework challenge </a:t>
            </a:r>
          </a:p>
          <a:p>
            <a:pPr marL="0" marR="0" lvl="0" indent="0" algn="l" defTabSz="228600" rtl="0" eaLnBrk="1" fontAlgn="auto" latinLnBrk="0" hangingPunct="1">
              <a:lnSpc>
                <a:spcPct val="117999"/>
              </a:lnSpc>
              <a:spcBef>
                <a:spcPts val="0"/>
              </a:spcBef>
              <a:spcAft>
                <a:spcPts val="0"/>
              </a:spcAft>
              <a:buClrTx/>
              <a:buSzTx/>
              <a:buFontTx/>
              <a:buNone/>
              <a:tabLst/>
              <a:defRPr/>
            </a:pPr>
            <a:r>
              <a:rPr lang="en-US" sz="1100" dirty="0">
                <a:solidFill>
                  <a:schemeClr val="tx1"/>
                </a:solidFill>
              </a:rPr>
              <a:t>Intel would like to understand what financial impacts might be incurred if additional updates are required for handling future products</a:t>
            </a:r>
          </a:p>
        </p:txBody>
      </p:sp>
    </p:spTree>
    <p:extLst>
      <p:ext uri="{BB962C8B-B14F-4D97-AF65-F5344CB8AC3E}">
        <p14:creationId xmlns:p14="http://schemas.microsoft.com/office/powerpoint/2010/main" val="35533775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228600" eaLnBrk="1" fontAlgn="auto" latinLnBrk="0" hangingPunct="1">
              <a:lnSpc>
                <a:spcPct val="117999"/>
              </a:lnSpc>
              <a:spcBef>
                <a:spcPts val="0"/>
              </a:spcBef>
              <a:spcAft>
                <a:spcPts val="0"/>
              </a:spcAft>
              <a:buClrTx/>
              <a:buSzTx/>
              <a:buFontTx/>
              <a:buNone/>
              <a:tabLst/>
              <a:defRPr/>
            </a:pPr>
            <a:r>
              <a:rPr lang="en-US" i="0" dirty="0"/>
              <a:t>Speak to MV proposal if customer would like to perform with Intel</a:t>
            </a:r>
          </a:p>
          <a:p>
            <a:pPr marL="0" marR="0" lvl="0" indent="0" defTabSz="228600" eaLnBrk="1" fontAlgn="auto" latinLnBrk="0" hangingPunct="1">
              <a:lnSpc>
                <a:spcPct val="117999"/>
              </a:lnSpc>
              <a:spcBef>
                <a:spcPts val="0"/>
              </a:spcBef>
              <a:spcAft>
                <a:spcPts val="0"/>
              </a:spcAft>
              <a:buClrTx/>
              <a:buSzTx/>
              <a:buFontTx/>
              <a:buNone/>
              <a:tabLst/>
              <a:defRPr/>
            </a:pPr>
            <a:endParaRPr lang="en-US" i="1" dirty="0"/>
          </a:p>
          <a:p>
            <a:pPr marL="0" marR="0" lvl="0" indent="0" defTabSz="228600" eaLnBrk="1" fontAlgn="auto" latinLnBrk="0" hangingPunct="1">
              <a:lnSpc>
                <a:spcPct val="117999"/>
              </a:lnSpc>
              <a:spcBef>
                <a:spcPts val="0"/>
              </a:spcBef>
              <a:spcAft>
                <a:spcPts val="0"/>
              </a:spcAft>
              <a:buClrTx/>
              <a:buSzTx/>
              <a:buFontTx/>
              <a:buNone/>
              <a:tabLst/>
              <a:defRPr/>
            </a:pPr>
            <a:r>
              <a:rPr lang="en-US" i="1" dirty="0"/>
              <a:t>If ODM does not have the equipment currently for Socket E/BR</a:t>
            </a:r>
          </a:p>
          <a:p>
            <a:pPr marL="0" marR="0" lvl="0" indent="0" defTabSz="228600" eaLnBrk="1" fontAlgn="auto" latinLnBrk="0" hangingPunct="1">
              <a:lnSpc>
                <a:spcPct val="117999"/>
              </a:lnSpc>
              <a:spcBef>
                <a:spcPts val="0"/>
              </a:spcBef>
              <a:spcAft>
                <a:spcPts val="0"/>
              </a:spcAft>
              <a:buClrTx/>
              <a:buSzTx/>
              <a:buFontTx/>
              <a:buNone/>
              <a:tabLst/>
              <a:defRPr/>
            </a:pPr>
            <a:r>
              <a:rPr lang="en-US" sz="1100" dirty="0">
                <a:solidFill>
                  <a:schemeClr val="tx1"/>
                </a:solidFill>
              </a:rPr>
              <a:t>Any help needed with choosing the correct equipment/tools?</a:t>
            </a:r>
          </a:p>
          <a:p>
            <a:pPr marL="0" marR="0" lvl="0" indent="0" defTabSz="228600" eaLnBrk="1" fontAlgn="auto" latinLnBrk="0" hangingPunct="1">
              <a:lnSpc>
                <a:spcPct val="117999"/>
              </a:lnSpc>
              <a:spcBef>
                <a:spcPts val="0"/>
              </a:spcBef>
              <a:spcAft>
                <a:spcPts val="0"/>
              </a:spcAft>
              <a:buClrTx/>
              <a:buSzTx/>
              <a:buFontTx/>
              <a:buNone/>
              <a:tabLst/>
              <a:defRPr/>
            </a:pPr>
            <a:endParaRPr lang="en-US" sz="1100" dirty="0">
              <a:solidFill>
                <a:schemeClr val="tx1"/>
              </a:solidFill>
            </a:endParaRPr>
          </a:p>
          <a:p>
            <a:pPr marL="0" marR="0" lvl="0" indent="0" defTabSz="228600" eaLnBrk="1" fontAlgn="auto" latinLnBrk="0" hangingPunct="1">
              <a:lnSpc>
                <a:spcPct val="117999"/>
              </a:lnSpc>
              <a:spcBef>
                <a:spcPts val="0"/>
              </a:spcBef>
              <a:spcAft>
                <a:spcPts val="0"/>
              </a:spcAft>
              <a:buClrTx/>
              <a:buSzTx/>
              <a:buFontTx/>
              <a:buNone/>
              <a:tabLst/>
              <a:defRPr/>
            </a:pPr>
            <a:endParaRPr lang="en-US" i="1" dirty="0"/>
          </a:p>
        </p:txBody>
      </p:sp>
    </p:spTree>
    <p:extLst>
      <p:ext uri="{BB962C8B-B14F-4D97-AF65-F5344CB8AC3E}">
        <p14:creationId xmlns:p14="http://schemas.microsoft.com/office/powerpoint/2010/main" val="7277938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dirty="0"/>
          </a:p>
        </p:txBody>
      </p:sp>
    </p:spTree>
    <p:extLst>
      <p:ext uri="{BB962C8B-B14F-4D97-AF65-F5344CB8AC3E}">
        <p14:creationId xmlns:p14="http://schemas.microsoft.com/office/powerpoint/2010/main" val="20697160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extLst>
      <p:ext uri="{BB962C8B-B14F-4D97-AF65-F5344CB8AC3E}">
        <p14:creationId xmlns:p14="http://schemas.microsoft.com/office/powerpoint/2010/main" val="24078019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a top down view, side by side comparison</a:t>
            </a:r>
          </a:p>
        </p:txBody>
      </p:sp>
    </p:spTree>
    <p:extLst>
      <p:ext uri="{BB962C8B-B14F-4D97-AF65-F5344CB8AC3E}">
        <p14:creationId xmlns:p14="http://schemas.microsoft.com/office/powerpoint/2010/main" val="38225728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Blue A">
    <p:bg>
      <p:bgPr>
        <a:solidFill>
          <a:srgbClr val="184A86"/>
        </a:solidFill>
        <a:effectLst/>
      </p:bgPr>
    </p:bg>
    <p:spTree>
      <p:nvGrpSpPr>
        <p:cNvPr id="1" name=""/>
        <p:cNvGrpSpPr/>
        <p:nvPr/>
      </p:nvGrpSpPr>
      <p:grpSpPr>
        <a:xfrm>
          <a:off x="0" y="0"/>
          <a:ext cx="0" cy="0"/>
          <a:chOff x="0" y="0"/>
          <a:chExt cx="0" cy="0"/>
        </a:xfrm>
      </p:grpSpPr>
      <p:sp>
        <p:nvSpPr>
          <p:cNvPr id="74" name="Rectangle"/>
          <p:cNvSpPr/>
          <p:nvPr/>
        </p:nvSpPr>
        <p:spPr>
          <a:xfrm>
            <a:off x="1469360" y="0"/>
            <a:ext cx="3430768" cy="53931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0" name="Square"/>
          <p:cNvSpPr/>
          <p:nvPr/>
        </p:nvSpPr>
        <p:spPr>
          <a:xfrm>
            <a:off x="861107" y="5390896"/>
            <a:ext cx="607299" cy="607299"/>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81" name="Rectangle"/>
          <p:cNvSpPr/>
          <p:nvPr/>
        </p:nvSpPr>
        <p:spPr>
          <a:xfrm>
            <a:off x="576067" y="5108797"/>
            <a:ext cx="286654" cy="282073"/>
          </a:xfrm>
          <a:prstGeom prst="rect">
            <a:avLst/>
          </a:prstGeom>
          <a:solidFill>
            <a:srgbClr val="00C7FD"/>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82" name="Square"/>
          <p:cNvSpPr/>
          <p:nvPr/>
        </p:nvSpPr>
        <p:spPr>
          <a:xfrm>
            <a:off x="861107" y="4952474"/>
            <a:ext cx="157461" cy="1574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31" name="Title Text">
            <a:extLst>
              <a:ext uri="{FF2B5EF4-FFF2-40B4-BE49-F238E27FC236}">
                <a16:creationId xmlns:a16="http://schemas.microsoft.com/office/drawing/2014/main" id="{89FD31ED-4225-F549-987B-028F84979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7500">
                <a:solidFill>
                  <a:schemeClr val="bg1"/>
                </a:solidFill>
              </a:defRPr>
            </a:lvl1pPr>
          </a:lstStyle>
          <a:p>
            <a:r>
              <a:rPr lang="en-US"/>
              <a:t>75 </a:t>
            </a:r>
            <a:r>
              <a:rPr lang="en-US" err="1"/>
              <a:t>pt</a:t>
            </a:r>
            <a:r>
              <a:rPr lang="en-US"/>
              <a:t> Intel Clear Light</a:t>
            </a:r>
            <a:endParaRPr/>
          </a:p>
        </p:txBody>
      </p:sp>
      <p:sp>
        <p:nvSpPr>
          <p:cNvPr id="17" name="Text Placeholder 2">
            <a:extLst>
              <a:ext uri="{FF2B5EF4-FFF2-40B4-BE49-F238E27FC236}">
                <a16:creationId xmlns:a16="http://schemas.microsoft.com/office/drawing/2014/main" id="{75379059-B28C-483A-9CD1-B3EB81874AEC}"/>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rgbClr val="00C7FD"/>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16pt Intel Clear Bold Intro:</a:t>
            </a:r>
          </a:p>
        </p:txBody>
      </p:sp>
      <p:sp>
        <p:nvSpPr>
          <p:cNvPr id="18" name="Text Placeholder 6">
            <a:extLst>
              <a:ext uri="{FF2B5EF4-FFF2-40B4-BE49-F238E27FC236}">
                <a16:creationId xmlns:a16="http://schemas.microsoft.com/office/drawing/2014/main" id="{BEFC1083-9176-4B55-B8AB-9F31A213ED26}"/>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bg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18pt Intel Clear Subhead, Date, Etc.</a:t>
            </a:r>
          </a:p>
        </p:txBody>
      </p:sp>
      <p:grpSp>
        <p:nvGrpSpPr>
          <p:cNvPr id="9" name="Group 8">
            <a:extLst>
              <a:ext uri="{FF2B5EF4-FFF2-40B4-BE49-F238E27FC236}">
                <a16:creationId xmlns:a16="http://schemas.microsoft.com/office/drawing/2014/main" id="{698DF977-78B3-4C00-9E43-1223CD667932}"/>
              </a:ext>
            </a:extLst>
          </p:cNvPr>
          <p:cNvGrpSpPr/>
          <p:nvPr userDrawn="1"/>
        </p:nvGrpSpPr>
        <p:grpSpPr>
          <a:xfrm>
            <a:off x="1468406" y="5995719"/>
            <a:ext cx="1059754" cy="396801"/>
            <a:chOff x="1314450" y="6391094"/>
            <a:chExt cx="1123377" cy="420623"/>
          </a:xfrm>
        </p:grpSpPr>
        <p:sp>
          <p:nvSpPr>
            <p:cNvPr id="5" name="Freeform: Shape 4">
              <a:extLst>
                <a:ext uri="{FF2B5EF4-FFF2-40B4-BE49-F238E27FC236}">
                  <a16:creationId xmlns:a16="http://schemas.microsoft.com/office/drawing/2014/main" id="{78F73C8D-05B1-4270-85FA-B1FD37A25A06}"/>
                </a:ext>
              </a:extLst>
            </p:cNvPr>
            <p:cNvSpPr/>
            <p:nvPr/>
          </p:nvSpPr>
          <p:spPr>
            <a:xfrm>
              <a:off x="1314450" y="6396809"/>
              <a:ext cx="78581" cy="78581"/>
            </a:xfrm>
            <a:custGeom>
              <a:avLst/>
              <a:gdLst>
                <a:gd name="connsiteX0" fmla="*/ 0 w 78581"/>
                <a:gd name="connsiteY0" fmla="*/ 0 h 78581"/>
                <a:gd name="connsiteX1" fmla="*/ 78581 w 78581"/>
                <a:gd name="connsiteY1" fmla="*/ 0 h 78581"/>
                <a:gd name="connsiteX2" fmla="*/ 78581 w 78581"/>
                <a:gd name="connsiteY2" fmla="*/ 78581 h 78581"/>
                <a:gd name="connsiteX3" fmla="*/ 0 w 78581"/>
                <a:gd name="connsiteY3" fmla="*/ 78581 h 78581"/>
              </a:gdLst>
              <a:ahLst/>
              <a:cxnLst>
                <a:cxn ang="0">
                  <a:pos x="connsiteX0" y="connsiteY0"/>
                </a:cxn>
                <a:cxn ang="0">
                  <a:pos x="connsiteX1" y="connsiteY1"/>
                </a:cxn>
                <a:cxn ang="0">
                  <a:pos x="connsiteX2" y="connsiteY2"/>
                </a:cxn>
                <a:cxn ang="0">
                  <a:pos x="connsiteX3" y="connsiteY3"/>
                </a:cxn>
              </a:cxnLst>
              <a:rect l="l" t="t" r="r" b="b"/>
              <a:pathLst>
                <a:path w="78581" h="78581">
                  <a:moveTo>
                    <a:pt x="0" y="0"/>
                  </a:moveTo>
                  <a:lnTo>
                    <a:pt x="78581" y="0"/>
                  </a:lnTo>
                  <a:lnTo>
                    <a:pt x="78581" y="78581"/>
                  </a:lnTo>
                  <a:lnTo>
                    <a:pt x="0" y="78581"/>
                  </a:lnTo>
                  <a:close/>
                </a:path>
              </a:pathLst>
            </a:custGeom>
            <a:solidFill>
              <a:srgbClr val="00B2E3"/>
            </a:solidFill>
            <a:ln w="9525" cap="flat">
              <a:noFill/>
              <a:prstDash val="solid"/>
              <a:miter/>
            </a:ln>
          </p:spPr>
          <p:txBody>
            <a:bodyPr rtlCol="0" anchor="ctr"/>
            <a:lstStyle/>
            <a:p>
              <a:endParaRPr lang="en-US"/>
            </a:p>
          </p:txBody>
        </p:sp>
        <p:sp>
          <p:nvSpPr>
            <p:cNvPr id="6" name="Freeform: Shape 5">
              <a:extLst>
                <a:ext uri="{FF2B5EF4-FFF2-40B4-BE49-F238E27FC236}">
                  <a16:creationId xmlns:a16="http://schemas.microsoft.com/office/drawing/2014/main" id="{FC6580CA-6E37-4F04-8FAD-D6491FEE8CE6}"/>
                </a:ext>
              </a:extLst>
            </p:cNvPr>
            <p:cNvSpPr/>
            <p:nvPr/>
          </p:nvSpPr>
          <p:spPr>
            <a:xfrm>
              <a:off x="1316545" y="6391094"/>
              <a:ext cx="995171" cy="420623"/>
            </a:xfrm>
            <a:custGeom>
              <a:avLst/>
              <a:gdLst>
                <a:gd name="connsiteX0" fmla="*/ 74486 w 995171"/>
                <a:gd name="connsiteY0" fmla="*/ 131921 h 420623"/>
                <a:gd name="connsiteX1" fmla="*/ 0 w 995171"/>
                <a:gd name="connsiteY1" fmla="*/ 131921 h 420623"/>
                <a:gd name="connsiteX2" fmla="*/ 0 w 995171"/>
                <a:gd name="connsiteY2" fmla="*/ 414719 h 420623"/>
                <a:gd name="connsiteX3" fmla="*/ 74486 w 995171"/>
                <a:gd name="connsiteY3" fmla="*/ 414719 h 420623"/>
                <a:gd name="connsiteX4" fmla="*/ 74486 w 995171"/>
                <a:gd name="connsiteY4" fmla="*/ 131921 h 420623"/>
                <a:gd name="connsiteX5" fmla="*/ 568262 w 995171"/>
                <a:gd name="connsiteY5" fmla="*/ 417576 h 420623"/>
                <a:gd name="connsiteX6" fmla="*/ 568262 w 995171"/>
                <a:gd name="connsiteY6" fmla="*/ 348234 h 420623"/>
                <a:gd name="connsiteX7" fmla="*/ 541306 w 995171"/>
                <a:gd name="connsiteY7" fmla="*/ 346520 h 420623"/>
                <a:gd name="connsiteX8" fmla="*/ 523780 w 995171"/>
                <a:gd name="connsiteY8" fmla="*/ 338804 h 420623"/>
                <a:gd name="connsiteX9" fmla="*/ 516065 w 995171"/>
                <a:gd name="connsiteY9" fmla="*/ 321945 h 420623"/>
                <a:gd name="connsiteX10" fmla="*/ 514350 w 995171"/>
                <a:gd name="connsiteY10" fmla="*/ 294608 h 420623"/>
                <a:gd name="connsiteX11" fmla="*/ 514350 w 995171"/>
                <a:gd name="connsiteY11" fmla="*/ 195644 h 420623"/>
                <a:gd name="connsiteX12" fmla="*/ 568262 w 995171"/>
                <a:gd name="connsiteY12" fmla="*/ 195644 h 420623"/>
                <a:gd name="connsiteX13" fmla="*/ 568262 w 995171"/>
                <a:gd name="connsiteY13" fmla="*/ 131921 h 420623"/>
                <a:gd name="connsiteX14" fmla="*/ 514350 w 995171"/>
                <a:gd name="connsiteY14" fmla="*/ 131921 h 420623"/>
                <a:gd name="connsiteX15" fmla="*/ 514350 w 995171"/>
                <a:gd name="connsiteY15" fmla="*/ 21812 h 420623"/>
                <a:gd name="connsiteX16" fmla="*/ 439865 w 995171"/>
                <a:gd name="connsiteY16" fmla="*/ 21812 h 420623"/>
                <a:gd name="connsiteX17" fmla="*/ 439865 w 995171"/>
                <a:gd name="connsiteY17" fmla="*/ 295180 h 420623"/>
                <a:gd name="connsiteX18" fmla="*/ 445865 w 995171"/>
                <a:gd name="connsiteY18" fmla="*/ 353473 h 420623"/>
                <a:gd name="connsiteX19" fmla="*/ 465677 w 995171"/>
                <a:gd name="connsiteY19" fmla="*/ 391001 h 420623"/>
                <a:gd name="connsiteX20" fmla="*/ 502063 w 995171"/>
                <a:gd name="connsiteY20" fmla="*/ 411385 h 420623"/>
                <a:gd name="connsiteX21" fmla="*/ 558927 w 995171"/>
                <a:gd name="connsiteY21" fmla="*/ 417671 h 420623"/>
                <a:gd name="connsiteX22" fmla="*/ 568262 w 995171"/>
                <a:gd name="connsiteY22" fmla="*/ 417671 h 420623"/>
                <a:gd name="connsiteX23" fmla="*/ 995172 w 995171"/>
                <a:gd name="connsiteY23" fmla="*/ 0 h 420623"/>
                <a:gd name="connsiteX24" fmla="*/ 920687 w 995171"/>
                <a:gd name="connsiteY24" fmla="*/ 0 h 420623"/>
                <a:gd name="connsiteX25" fmla="*/ 920687 w 995171"/>
                <a:gd name="connsiteY25" fmla="*/ 414719 h 420623"/>
                <a:gd name="connsiteX26" fmla="*/ 995172 w 995171"/>
                <a:gd name="connsiteY26" fmla="*/ 414719 h 420623"/>
                <a:gd name="connsiteX27" fmla="*/ 995172 w 995171"/>
                <a:gd name="connsiteY27" fmla="*/ 0 h 420623"/>
                <a:gd name="connsiteX28" fmla="*/ 367951 w 995171"/>
                <a:gd name="connsiteY28" fmla="*/ 159830 h 420623"/>
                <a:gd name="connsiteX29" fmla="*/ 281273 w 995171"/>
                <a:gd name="connsiteY29" fmla="*/ 126206 h 420623"/>
                <a:gd name="connsiteX30" fmla="*/ 232410 w 995171"/>
                <a:gd name="connsiteY30" fmla="*/ 137065 h 420623"/>
                <a:gd name="connsiteX31" fmla="*/ 195358 w 995171"/>
                <a:gd name="connsiteY31" fmla="*/ 167259 h 420623"/>
                <a:gd name="connsiteX32" fmla="*/ 191262 w 995171"/>
                <a:gd name="connsiteY32" fmla="*/ 172498 h 420623"/>
                <a:gd name="connsiteX33" fmla="*/ 191262 w 995171"/>
                <a:gd name="connsiteY33" fmla="*/ 167831 h 420623"/>
                <a:gd name="connsiteX34" fmla="*/ 191262 w 995171"/>
                <a:gd name="connsiteY34" fmla="*/ 132017 h 420623"/>
                <a:gd name="connsiteX35" fmla="*/ 117920 w 995171"/>
                <a:gd name="connsiteY35" fmla="*/ 132017 h 420623"/>
                <a:gd name="connsiteX36" fmla="*/ 117920 w 995171"/>
                <a:gd name="connsiteY36" fmla="*/ 414814 h 420623"/>
                <a:gd name="connsiteX37" fmla="*/ 191929 w 995171"/>
                <a:gd name="connsiteY37" fmla="*/ 414814 h 420623"/>
                <a:gd name="connsiteX38" fmla="*/ 191929 w 995171"/>
                <a:gd name="connsiteY38" fmla="*/ 264128 h 420623"/>
                <a:gd name="connsiteX39" fmla="*/ 192024 w 995171"/>
                <a:gd name="connsiteY39" fmla="*/ 274606 h 420623"/>
                <a:gd name="connsiteX40" fmla="*/ 192119 w 995171"/>
                <a:gd name="connsiteY40" fmla="*/ 269558 h 420623"/>
                <a:gd name="connsiteX41" fmla="*/ 211741 w 995171"/>
                <a:gd name="connsiteY41" fmla="*/ 210884 h 420623"/>
                <a:gd name="connsiteX42" fmla="*/ 258985 w 995171"/>
                <a:gd name="connsiteY42" fmla="*/ 190786 h 420623"/>
                <a:gd name="connsiteX43" fmla="*/ 307753 w 995171"/>
                <a:gd name="connsiteY43" fmla="*/ 210407 h 420623"/>
                <a:gd name="connsiteX44" fmla="*/ 323945 w 995171"/>
                <a:gd name="connsiteY44" fmla="*/ 264605 h 420623"/>
                <a:gd name="connsiteX45" fmla="*/ 323945 w 995171"/>
                <a:gd name="connsiteY45" fmla="*/ 264605 h 420623"/>
                <a:gd name="connsiteX46" fmla="*/ 323945 w 995171"/>
                <a:gd name="connsiteY46" fmla="*/ 265176 h 420623"/>
                <a:gd name="connsiteX47" fmla="*/ 323945 w 995171"/>
                <a:gd name="connsiteY47" fmla="*/ 265271 h 420623"/>
                <a:gd name="connsiteX48" fmla="*/ 323945 w 995171"/>
                <a:gd name="connsiteY48" fmla="*/ 414814 h 420623"/>
                <a:gd name="connsiteX49" fmla="*/ 399098 w 995171"/>
                <a:gd name="connsiteY49" fmla="*/ 414814 h 420623"/>
                <a:gd name="connsiteX50" fmla="*/ 399098 w 995171"/>
                <a:gd name="connsiteY50" fmla="*/ 254222 h 420623"/>
                <a:gd name="connsiteX51" fmla="*/ 367951 w 995171"/>
                <a:gd name="connsiteY51" fmla="*/ 159830 h 420623"/>
                <a:gd name="connsiteX52" fmla="*/ 881825 w 995171"/>
                <a:gd name="connsiteY52" fmla="*/ 272796 h 420623"/>
                <a:gd name="connsiteX53" fmla="*/ 871061 w 995171"/>
                <a:gd name="connsiteY53" fmla="*/ 215646 h 420623"/>
                <a:gd name="connsiteX54" fmla="*/ 841057 w 995171"/>
                <a:gd name="connsiteY54" fmla="*/ 168974 h 420623"/>
                <a:gd name="connsiteX55" fmla="*/ 794957 w 995171"/>
                <a:gd name="connsiteY55" fmla="*/ 137636 h 420623"/>
                <a:gd name="connsiteX56" fmla="*/ 735806 w 995171"/>
                <a:gd name="connsiteY56" fmla="*/ 126302 h 420623"/>
                <a:gd name="connsiteX57" fmla="*/ 678371 w 995171"/>
                <a:gd name="connsiteY57" fmla="*/ 137922 h 420623"/>
                <a:gd name="connsiteX58" fmla="*/ 631698 w 995171"/>
                <a:gd name="connsiteY58" fmla="*/ 169355 h 420623"/>
                <a:gd name="connsiteX59" fmla="*/ 600266 w 995171"/>
                <a:gd name="connsiteY59" fmla="*/ 216027 h 420623"/>
                <a:gd name="connsiteX60" fmla="*/ 588645 w 995171"/>
                <a:gd name="connsiteY60" fmla="*/ 273463 h 420623"/>
                <a:gd name="connsiteX61" fmla="*/ 599694 w 995171"/>
                <a:gd name="connsiteY61" fmla="*/ 330899 h 420623"/>
                <a:gd name="connsiteX62" fmla="*/ 630269 w 995171"/>
                <a:gd name="connsiteY62" fmla="*/ 377571 h 420623"/>
                <a:gd name="connsiteX63" fmla="*/ 677513 w 995171"/>
                <a:gd name="connsiteY63" fmla="*/ 409004 h 420623"/>
                <a:gd name="connsiteX64" fmla="*/ 738092 w 995171"/>
                <a:gd name="connsiteY64" fmla="*/ 420624 h 420623"/>
                <a:gd name="connsiteX65" fmla="*/ 863918 w 995171"/>
                <a:gd name="connsiteY65" fmla="*/ 365093 h 420623"/>
                <a:gd name="connsiteX66" fmla="*/ 810292 w 995171"/>
                <a:gd name="connsiteY66" fmla="*/ 324231 h 420623"/>
                <a:gd name="connsiteX67" fmla="*/ 738664 w 995171"/>
                <a:gd name="connsiteY67" fmla="*/ 355854 h 420623"/>
                <a:gd name="connsiteX68" fmla="*/ 687229 w 995171"/>
                <a:gd name="connsiteY68" fmla="*/ 341376 h 420623"/>
                <a:gd name="connsiteX69" fmla="*/ 660368 w 995171"/>
                <a:gd name="connsiteY69" fmla="*/ 302133 h 420623"/>
                <a:gd name="connsiteX70" fmla="*/ 659606 w 995171"/>
                <a:gd name="connsiteY70" fmla="*/ 299466 h 420623"/>
                <a:gd name="connsiteX71" fmla="*/ 881825 w 995171"/>
                <a:gd name="connsiteY71" fmla="*/ 299466 h 420623"/>
                <a:gd name="connsiteX72" fmla="*/ 881825 w 995171"/>
                <a:gd name="connsiteY72" fmla="*/ 272796 h 420623"/>
                <a:gd name="connsiteX73" fmla="*/ 660368 w 995171"/>
                <a:gd name="connsiteY73" fmla="*/ 246793 h 420623"/>
                <a:gd name="connsiteX74" fmla="*/ 735330 w 995171"/>
                <a:gd name="connsiteY74" fmla="*/ 189929 h 420623"/>
                <a:gd name="connsiteX75" fmla="*/ 810387 w 995171"/>
                <a:gd name="connsiteY75" fmla="*/ 246698 h 420623"/>
                <a:gd name="connsiteX76" fmla="*/ 660368 w 995171"/>
                <a:gd name="connsiteY76" fmla="*/ 246793 h 420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995171" h="420623">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solidFill>
              <a:srgbClr val="FFFFFF"/>
            </a:solid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1C614C49-972F-498A-9654-844CECF9AF64}"/>
                </a:ext>
              </a:extLst>
            </p:cNvPr>
            <p:cNvSpPr/>
            <p:nvPr/>
          </p:nvSpPr>
          <p:spPr>
            <a:xfrm>
              <a:off x="2358770" y="6728469"/>
              <a:ext cx="79057" cy="79057"/>
            </a:xfrm>
            <a:custGeom>
              <a:avLst/>
              <a:gdLst>
                <a:gd name="connsiteX0" fmla="*/ 39529 w 79057"/>
                <a:gd name="connsiteY0" fmla="*/ 5620 h 79057"/>
                <a:gd name="connsiteX1" fmla="*/ 73438 w 79057"/>
                <a:gd name="connsiteY1" fmla="*/ 39529 h 79057"/>
                <a:gd name="connsiteX2" fmla="*/ 39529 w 79057"/>
                <a:gd name="connsiteY2" fmla="*/ 73438 h 79057"/>
                <a:gd name="connsiteX3" fmla="*/ 5620 w 79057"/>
                <a:gd name="connsiteY3" fmla="*/ 39529 h 79057"/>
                <a:gd name="connsiteX4" fmla="*/ 39529 w 79057"/>
                <a:gd name="connsiteY4" fmla="*/ 5620 h 79057"/>
                <a:gd name="connsiteX5" fmla="*/ 39529 w 79057"/>
                <a:gd name="connsiteY5" fmla="*/ 0 h 79057"/>
                <a:gd name="connsiteX6" fmla="*/ 0 w 79057"/>
                <a:gd name="connsiteY6" fmla="*/ 39529 h 79057"/>
                <a:gd name="connsiteX7" fmla="*/ 39529 w 79057"/>
                <a:gd name="connsiteY7" fmla="*/ 79058 h 79057"/>
                <a:gd name="connsiteX8" fmla="*/ 79058 w 79057"/>
                <a:gd name="connsiteY8" fmla="*/ 39529 h 79057"/>
                <a:gd name="connsiteX9" fmla="*/ 39529 w 79057"/>
                <a:gd name="connsiteY9" fmla="*/ 0 h 7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79057">
                  <a:moveTo>
                    <a:pt x="39529" y="5620"/>
                  </a:moveTo>
                  <a:cubicBezTo>
                    <a:pt x="58198" y="5620"/>
                    <a:pt x="73438" y="20860"/>
                    <a:pt x="73438" y="39529"/>
                  </a:cubicBezTo>
                  <a:cubicBezTo>
                    <a:pt x="73438" y="58198"/>
                    <a:pt x="58198" y="73438"/>
                    <a:pt x="39529" y="73438"/>
                  </a:cubicBezTo>
                  <a:cubicBezTo>
                    <a:pt x="20860" y="73438"/>
                    <a:pt x="5620" y="58198"/>
                    <a:pt x="5620" y="39529"/>
                  </a:cubicBezTo>
                  <a:cubicBezTo>
                    <a:pt x="5620" y="20860"/>
                    <a:pt x="20860" y="5620"/>
                    <a:pt x="39529" y="5620"/>
                  </a:cubicBezTo>
                  <a:moveTo>
                    <a:pt x="39529" y="0"/>
                  </a:moveTo>
                  <a:cubicBezTo>
                    <a:pt x="17717" y="0"/>
                    <a:pt x="0" y="17717"/>
                    <a:pt x="0" y="39529"/>
                  </a:cubicBezTo>
                  <a:cubicBezTo>
                    <a:pt x="0" y="61341"/>
                    <a:pt x="17717" y="79058"/>
                    <a:pt x="39529" y="79058"/>
                  </a:cubicBezTo>
                  <a:cubicBezTo>
                    <a:pt x="61341" y="79058"/>
                    <a:pt x="79058" y="61341"/>
                    <a:pt x="79058" y="39529"/>
                  </a:cubicBezTo>
                  <a:cubicBezTo>
                    <a:pt x="79058" y="17717"/>
                    <a:pt x="61341" y="0"/>
                    <a:pt x="39529" y="0"/>
                  </a:cubicBezTo>
                </a:path>
              </a:pathLst>
            </a:custGeom>
            <a:solidFill>
              <a:srgbClr val="FFFFFF"/>
            </a:solidFill>
            <a:ln w="9525"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922EBBE0-933B-4A65-BAAC-DC5972E3F9A4}"/>
                </a:ext>
              </a:extLst>
            </p:cNvPr>
            <p:cNvSpPr/>
            <p:nvPr/>
          </p:nvSpPr>
          <p:spPr>
            <a:xfrm>
              <a:off x="2384869" y="6748090"/>
              <a:ext cx="30765" cy="39528"/>
            </a:xfrm>
            <a:custGeom>
              <a:avLst/>
              <a:gdLst>
                <a:gd name="connsiteX0" fmla="*/ 16383 w 30765"/>
                <a:gd name="connsiteY0" fmla="*/ 95 h 39528"/>
                <a:gd name="connsiteX1" fmla="*/ 23051 w 30765"/>
                <a:gd name="connsiteY1" fmla="*/ 1715 h 39528"/>
                <a:gd name="connsiteX2" fmla="*/ 27718 w 30765"/>
                <a:gd name="connsiteY2" fmla="*/ 6191 h 39528"/>
                <a:gd name="connsiteX3" fmla="*/ 29337 w 30765"/>
                <a:gd name="connsiteY3" fmla="*/ 12478 h 39528"/>
                <a:gd name="connsiteX4" fmla="*/ 27146 w 30765"/>
                <a:gd name="connsiteY4" fmla="*/ 19622 h 39528"/>
                <a:gd name="connsiteX5" fmla="*/ 21812 w 30765"/>
                <a:gd name="connsiteY5" fmla="*/ 23717 h 39528"/>
                <a:gd name="connsiteX6" fmla="*/ 30766 w 30765"/>
                <a:gd name="connsiteY6" fmla="*/ 39529 h 39528"/>
                <a:gd name="connsiteX7" fmla="*/ 23717 w 30765"/>
                <a:gd name="connsiteY7" fmla="*/ 39529 h 39528"/>
                <a:gd name="connsiteX8" fmla="*/ 15526 w 30765"/>
                <a:gd name="connsiteY8" fmla="*/ 24860 h 39528"/>
                <a:gd name="connsiteX9" fmla="*/ 6191 w 30765"/>
                <a:gd name="connsiteY9" fmla="*/ 24860 h 39528"/>
                <a:gd name="connsiteX10" fmla="*/ 6191 w 30765"/>
                <a:gd name="connsiteY10" fmla="*/ 39529 h 39528"/>
                <a:gd name="connsiteX11" fmla="*/ 0 w 30765"/>
                <a:gd name="connsiteY11" fmla="*/ 39529 h 39528"/>
                <a:gd name="connsiteX12" fmla="*/ 0 w 30765"/>
                <a:gd name="connsiteY12" fmla="*/ 0 h 39528"/>
                <a:gd name="connsiteX13" fmla="*/ 16383 w 30765"/>
                <a:gd name="connsiteY13" fmla="*/ 0 h 39528"/>
                <a:gd name="connsiteX14" fmla="*/ 16383 w 30765"/>
                <a:gd name="connsiteY14" fmla="*/ 19336 h 39528"/>
                <a:gd name="connsiteX15" fmla="*/ 19907 w 30765"/>
                <a:gd name="connsiteY15" fmla="*/ 18478 h 39528"/>
                <a:gd name="connsiteX16" fmla="*/ 22289 w 30765"/>
                <a:gd name="connsiteY16" fmla="*/ 16097 h 39528"/>
                <a:gd name="connsiteX17" fmla="*/ 23146 w 30765"/>
                <a:gd name="connsiteY17" fmla="*/ 12573 h 39528"/>
                <a:gd name="connsiteX18" fmla="*/ 22289 w 30765"/>
                <a:gd name="connsiteY18" fmla="*/ 9049 h 39528"/>
                <a:gd name="connsiteX19" fmla="*/ 19907 w 30765"/>
                <a:gd name="connsiteY19" fmla="*/ 6668 h 39528"/>
                <a:gd name="connsiteX20" fmla="*/ 16383 w 30765"/>
                <a:gd name="connsiteY20" fmla="*/ 5810 h 39528"/>
                <a:gd name="connsiteX21" fmla="*/ 6191 w 30765"/>
                <a:gd name="connsiteY21" fmla="*/ 5810 h 39528"/>
                <a:gd name="connsiteX22" fmla="*/ 6191 w 30765"/>
                <a:gd name="connsiteY22" fmla="*/ 19336 h 39528"/>
                <a:gd name="connsiteX23" fmla="*/ 16383 w 30765"/>
                <a:gd name="connsiteY23" fmla="*/ 19336 h 39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765" h="39528">
                  <a:moveTo>
                    <a:pt x="16383" y="95"/>
                  </a:moveTo>
                  <a:cubicBezTo>
                    <a:pt x="18860" y="95"/>
                    <a:pt x="21050" y="667"/>
                    <a:pt x="23051" y="1715"/>
                  </a:cubicBezTo>
                  <a:cubicBezTo>
                    <a:pt x="25051" y="2762"/>
                    <a:pt x="26575" y="4286"/>
                    <a:pt x="27718" y="6191"/>
                  </a:cubicBezTo>
                  <a:cubicBezTo>
                    <a:pt x="28861" y="8096"/>
                    <a:pt x="29337" y="10192"/>
                    <a:pt x="29337" y="12478"/>
                  </a:cubicBezTo>
                  <a:cubicBezTo>
                    <a:pt x="29337" y="15335"/>
                    <a:pt x="28575" y="17717"/>
                    <a:pt x="27146" y="19622"/>
                  </a:cubicBezTo>
                  <a:cubicBezTo>
                    <a:pt x="25718" y="21527"/>
                    <a:pt x="23908" y="22860"/>
                    <a:pt x="21812" y="23717"/>
                  </a:cubicBezTo>
                  <a:lnTo>
                    <a:pt x="30766" y="39529"/>
                  </a:lnTo>
                  <a:lnTo>
                    <a:pt x="23717" y="39529"/>
                  </a:lnTo>
                  <a:lnTo>
                    <a:pt x="15526" y="24860"/>
                  </a:lnTo>
                  <a:lnTo>
                    <a:pt x="6191" y="24860"/>
                  </a:lnTo>
                  <a:lnTo>
                    <a:pt x="6191" y="39529"/>
                  </a:lnTo>
                  <a:lnTo>
                    <a:pt x="0" y="39529"/>
                  </a:lnTo>
                  <a:lnTo>
                    <a:pt x="0" y="0"/>
                  </a:lnTo>
                  <a:lnTo>
                    <a:pt x="16383" y="0"/>
                  </a:lnTo>
                  <a:close/>
                  <a:moveTo>
                    <a:pt x="16383" y="19336"/>
                  </a:moveTo>
                  <a:cubicBezTo>
                    <a:pt x="17717" y="19336"/>
                    <a:pt x="18860" y="19050"/>
                    <a:pt x="19907" y="18478"/>
                  </a:cubicBezTo>
                  <a:cubicBezTo>
                    <a:pt x="20955" y="17907"/>
                    <a:pt x="21717" y="17050"/>
                    <a:pt x="22289" y="16097"/>
                  </a:cubicBezTo>
                  <a:cubicBezTo>
                    <a:pt x="22860" y="15050"/>
                    <a:pt x="23146" y="13906"/>
                    <a:pt x="23146" y="12573"/>
                  </a:cubicBezTo>
                  <a:cubicBezTo>
                    <a:pt x="23146" y="11240"/>
                    <a:pt x="22860" y="10097"/>
                    <a:pt x="22289" y="9049"/>
                  </a:cubicBezTo>
                  <a:cubicBezTo>
                    <a:pt x="21717" y="8001"/>
                    <a:pt x="20860" y="7239"/>
                    <a:pt x="19907" y="6668"/>
                  </a:cubicBezTo>
                  <a:cubicBezTo>
                    <a:pt x="18860" y="6096"/>
                    <a:pt x="17717" y="5810"/>
                    <a:pt x="16383" y="5810"/>
                  </a:cubicBezTo>
                  <a:lnTo>
                    <a:pt x="6191" y="5810"/>
                  </a:lnTo>
                  <a:lnTo>
                    <a:pt x="6191" y="19336"/>
                  </a:lnTo>
                  <a:lnTo>
                    <a:pt x="16383" y="19336"/>
                  </a:lnTo>
                  <a:close/>
                </a:path>
              </a:pathLst>
            </a:custGeom>
            <a:solidFill>
              <a:srgbClr val="FFFFFF"/>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6796845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le Blue B">
    <p:bg>
      <p:bgPr>
        <a:solidFill>
          <a:srgbClr val="184A86"/>
        </a:solidFill>
        <a:effectLst/>
      </p:bgPr>
    </p:bg>
    <p:spTree>
      <p:nvGrpSpPr>
        <p:cNvPr id="1" name=""/>
        <p:cNvGrpSpPr/>
        <p:nvPr/>
      </p:nvGrpSpPr>
      <p:grpSpPr>
        <a:xfrm>
          <a:off x="0" y="0"/>
          <a:ext cx="0" cy="0"/>
          <a:chOff x="0" y="0"/>
          <a:chExt cx="0" cy="0"/>
        </a:xfrm>
      </p:grpSpPr>
      <p:sp>
        <p:nvSpPr>
          <p:cNvPr id="74" name="Rectangle"/>
          <p:cNvSpPr/>
          <p:nvPr/>
        </p:nvSpPr>
        <p:spPr>
          <a:xfrm>
            <a:off x="1469360" y="0"/>
            <a:ext cx="3430768" cy="53931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6" name="Text Placeholder 2">
            <a:extLst>
              <a:ext uri="{FF2B5EF4-FFF2-40B4-BE49-F238E27FC236}">
                <a16:creationId xmlns:a16="http://schemas.microsoft.com/office/drawing/2014/main" id="{6E706504-BEDA-1441-8BC1-243269FBBCB8}"/>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rgbClr val="00C7FD"/>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16pt Intel Clear Bold Intro:</a:t>
            </a:r>
          </a:p>
        </p:txBody>
      </p:sp>
      <p:sp>
        <p:nvSpPr>
          <p:cNvPr id="31" name="Title Text">
            <a:extLst>
              <a:ext uri="{FF2B5EF4-FFF2-40B4-BE49-F238E27FC236}">
                <a16:creationId xmlns:a16="http://schemas.microsoft.com/office/drawing/2014/main" id="{89FD31ED-4225-F549-987B-028F84979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7500">
                <a:solidFill>
                  <a:schemeClr val="bg1"/>
                </a:solidFill>
              </a:defRPr>
            </a:lvl1pPr>
          </a:lstStyle>
          <a:p>
            <a:r>
              <a:rPr lang="en-US"/>
              <a:t>75 </a:t>
            </a:r>
            <a:r>
              <a:rPr lang="en-US" err="1"/>
              <a:t>pt</a:t>
            </a:r>
            <a:r>
              <a:rPr lang="en-US"/>
              <a:t> Intel Clear Light</a:t>
            </a:r>
            <a:endParaRPr/>
          </a:p>
        </p:txBody>
      </p:sp>
      <p:sp>
        <p:nvSpPr>
          <p:cNvPr id="21" name="Text Placeholder 6">
            <a:extLst>
              <a:ext uri="{FF2B5EF4-FFF2-40B4-BE49-F238E27FC236}">
                <a16:creationId xmlns:a16="http://schemas.microsoft.com/office/drawing/2014/main" id="{71E0DDC0-B435-4D0B-837E-0E27121099BC}"/>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bg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18pt Intel Clear Subhead, Date, Etc.</a:t>
            </a:r>
          </a:p>
        </p:txBody>
      </p:sp>
      <p:sp>
        <p:nvSpPr>
          <p:cNvPr id="10" name="Square">
            <a:extLst>
              <a:ext uri="{FF2B5EF4-FFF2-40B4-BE49-F238E27FC236}">
                <a16:creationId xmlns:a16="http://schemas.microsoft.com/office/drawing/2014/main" id="{5F1BD0FC-D3B7-4D2E-989A-64ED187DAF99}"/>
              </a:ext>
            </a:extLst>
          </p:cNvPr>
          <p:cNvSpPr/>
          <p:nvPr userDrawn="1"/>
        </p:nvSpPr>
        <p:spPr>
          <a:xfrm>
            <a:off x="861107" y="5390896"/>
            <a:ext cx="607299" cy="607299"/>
          </a:xfrm>
          <a:prstGeom prst="rect">
            <a:avLst/>
          </a:prstGeom>
          <a:solidFill>
            <a:schemeClr val="accent4"/>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1" name="Rectangle">
            <a:extLst>
              <a:ext uri="{FF2B5EF4-FFF2-40B4-BE49-F238E27FC236}">
                <a16:creationId xmlns:a16="http://schemas.microsoft.com/office/drawing/2014/main" id="{3D2DE0DF-793A-4E90-BB4C-004CD646F4EF}"/>
              </a:ext>
            </a:extLst>
          </p:cNvPr>
          <p:cNvSpPr/>
          <p:nvPr userDrawn="1"/>
        </p:nvSpPr>
        <p:spPr>
          <a:xfrm>
            <a:off x="576067" y="5108797"/>
            <a:ext cx="286654" cy="282073"/>
          </a:xfrm>
          <a:prstGeom prst="rect">
            <a:avLst/>
          </a:prstGeom>
          <a:solidFill>
            <a:schemeClr val="accent3"/>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C39C59F8-1EBA-44B6-940C-E67247F76722}"/>
              </a:ext>
            </a:extLst>
          </p:cNvPr>
          <p:cNvSpPr/>
          <p:nvPr userDrawn="1"/>
        </p:nvSpPr>
        <p:spPr>
          <a:xfrm>
            <a:off x="861107" y="4952474"/>
            <a:ext cx="157461" cy="157461"/>
          </a:xfrm>
          <a:prstGeom prst="rect">
            <a:avLst/>
          </a:prstGeom>
          <a:solidFill>
            <a:schemeClr val="accent4"/>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grpSp>
        <p:nvGrpSpPr>
          <p:cNvPr id="14" name="Group 13">
            <a:extLst>
              <a:ext uri="{FF2B5EF4-FFF2-40B4-BE49-F238E27FC236}">
                <a16:creationId xmlns:a16="http://schemas.microsoft.com/office/drawing/2014/main" id="{25251DAF-788D-46D0-84B3-34DFEE6262F3}"/>
              </a:ext>
            </a:extLst>
          </p:cNvPr>
          <p:cNvGrpSpPr/>
          <p:nvPr userDrawn="1"/>
        </p:nvGrpSpPr>
        <p:grpSpPr>
          <a:xfrm>
            <a:off x="1468406" y="5995719"/>
            <a:ext cx="1059754" cy="396801"/>
            <a:chOff x="1314450" y="6391094"/>
            <a:chExt cx="1123377" cy="420623"/>
          </a:xfrm>
        </p:grpSpPr>
        <p:sp>
          <p:nvSpPr>
            <p:cNvPr id="15" name="Freeform: Shape 14">
              <a:extLst>
                <a:ext uri="{FF2B5EF4-FFF2-40B4-BE49-F238E27FC236}">
                  <a16:creationId xmlns:a16="http://schemas.microsoft.com/office/drawing/2014/main" id="{A050DF4B-855E-41F4-9B0B-9B0BA01FB4FE}"/>
                </a:ext>
              </a:extLst>
            </p:cNvPr>
            <p:cNvSpPr/>
            <p:nvPr/>
          </p:nvSpPr>
          <p:spPr>
            <a:xfrm>
              <a:off x="1314450" y="6396809"/>
              <a:ext cx="78581" cy="78581"/>
            </a:xfrm>
            <a:custGeom>
              <a:avLst/>
              <a:gdLst>
                <a:gd name="connsiteX0" fmla="*/ 0 w 78581"/>
                <a:gd name="connsiteY0" fmla="*/ 0 h 78581"/>
                <a:gd name="connsiteX1" fmla="*/ 78581 w 78581"/>
                <a:gd name="connsiteY1" fmla="*/ 0 h 78581"/>
                <a:gd name="connsiteX2" fmla="*/ 78581 w 78581"/>
                <a:gd name="connsiteY2" fmla="*/ 78581 h 78581"/>
                <a:gd name="connsiteX3" fmla="*/ 0 w 78581"/>
                <a:gd name="connsiteY3" fmla="*/ 78581 h 78581"/>
              </a:gdLst>
              <a:ahLst/>
              <a:cxnLst>
                <a:cxn ang="0">
                  <a:pos x="connsiteX0" y="connsiteY0"/>
                </a:cxn>
                <a:cxn ang="0">
                  <a:pos x="connsiteX1" y="connsiteY1"/>
                </a:cxn>
                <a:cxn ang="0">
                  <a:pos x="connsiteX2" y="connsiteY2"/>
                </a:cxn>
                <a:cxn ang="0">
                  <a:pos x="connsiteX3" y="connsiteY3"/>
                </a:cxn>
              </a:cxnLst>
              <a:rect l="l" t="t" r="r" b="b"/>
              <a:pathLst>
                <a:path w="78581" h="78581">
                  <a:moveTo>
                    <a:pt x="0" y="0"/>
                  </a:moveTo>
                  <a:lnTo>
                    <a:pt x="78581" y="0"/>
                  </a:lnTo>
                  <a:lnTo>
                    <a:pt x="78581" y="78581"/>
                  </a:lnTo>
                  <a:lnTo>
                    <a:pt x="0" y="78581"/>
                  </a:lnTo>
                  <a:close/>
                </a:path>
              </a:pathLst>
            </a:custGeom>
            <a:solidFill>
              <a:srgbClr val="00B2E3"/>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D5E76890-19E8-4E79-B88A-5E246700E0DB}"/>
                </a:ext>
              </a:extLst>
            </p:cNvPr>
            <p:cNvSpPr/>
            <p:nvPr/>
          </p:nvSpPr>
          <p:spPr>
            <a:xfrm>
              <a:off x="1316545" y="6391094"/>
              <a:ext cx="995171" cy="420623"/>
            </a:xfrm>
            <a:custGeom>
              <a:avLst/>
              <a:gdLst>
                <a:gd name="connsiteX0" fmla="*/ 74486 w 995171"/>
                <a:gd name="connsiteY0" fmla="*/ 131921 h 420623"/>
                <a:gd name="connsiteX1" fmla="*/ 0 w 995171"/>
                <a:gd name="connsiteY1" fmla="*/ 131921 h 420623"/>
                <a:gd name="connsiteX2" fmla="*/ 0 w 995171"/>
                <a:gd name="connsiteY2" fmla="*/ 414719 h 420623"/>
                <a:gd name="connsiteX3" fmla="*/ 74486 w 995171"/>
                <a:gd name="connsiteY3" fmla="*/ 414719 h 420623"/>
                <a:gd name="connsiteX4" fmla="*/ 74486 w 995171"/>
                <a:gd name="connsiteY4" fmla="*/ 131921 h 420623"/>
                <a:gd name="connsiteX5" fmla="*/ 568262 w 995171"/>
                <a:gd name="connsiteY5" fmla="*/ 417576 h 420623"/>
                <a:gd name="connsiteX6" fmla="*/ 568262 w 995171"/>
                <a:gd name="connsiteY6" fmla="*/ 348234 h 420623"/>
                <a:gd name="connsiteX7" fmla="*/ 541306 w 995171"/>
                <a:gd name="connsiteY7" fmla="*/ 346520 h 420623"/>
                <a:gd name="connsiteX8" fmla="*/ 523780 w 995171"/>
                <a:gd name="connsiteY8" fmla="*/ 338804 h 420623"/>
                <a:gd name="connsiteX9" fmla="*/ 516065 w 995171"/>
                <a:gd name="connsiteY9" fmla="*/ 321945 h 420623"/>
                <a:gd name="connsiteX10" fmla="*/ 514350 w 995171"/>
                <a:gd name="connsiteY10" fmla="*/ 294608 h 420623"/>
                <a:gd name="connsiteX11" fmla="*/ 514350 w 995171"/>
                <a:gd name="connsiteY11" fmla="*/ 195644 h 420623"/>
                <a:gd name="connsiteX12" fmla="*/ 568262 w 995171"/>
                <a:gd name="connsiteY12" fmla="*/ 195644 h 420623"/>
                <a:gd name="connsiteX13" fmla="*/ 568262 w 995171"/>
                <a:gd name="connsiteY13" fmla="*/ 131921 h 420623"/>
                <a:gd name="connsiteX14" fmla="*/ 514350 w 995171"/>
                <a:gd name="connsiteY14" fmla="*/ 131921 h 420623"/>
                <a:gd name="connsiteX15" fmla="*/ 514350 w 995171"/>
                <a:gd name="connsiteY15" fmla="*/ 21812 h 420623"/>
                <a:gd name="connsiteX16" fmla="*/ 439865 w 995171"/>
                <a:gd name="connsiteY16" fmla="*/ 21812 h 420623"/>
                <a:gd name="connsiteX17" fmla="*/ 439865 w 995171"/>
                <a:gd name="connsiteY17" fmla="*/ 295180 h 420623"/>
                <a:gd name="connsiteX18" fmla="*/ 445865 w 995171"/>
                <a:gd name="connsiteY18" fmla="*/ 353473 h 420623"/>
                <a:gd name="connsiteX19" fmla="*/ 465677 w 995171"/>
                <a:gd name="connsiteY19" fmla="*/ 391001 h 420623"/>
                <a:gd name="connsiteX20" fmla="*/ 502063 w 995171"/>
                <a:gd name="connsiteY20" fmla="*/ 411385 h 420623"/>
                <a:gd name="connsiteX21" fmla="*/ 558927 w 995171"/>
                <a:gd name="connsiteY21" fmla="*/ 417671 h 420623"/>
                <a:gd name="connsiteX22" fmla="*/ 568262 w 995171"/>
                <a:gd name="connsiteY22" fmla="*/ 417671 h 420623"/>
                <a:gd name="connsiteX23" fmla="*/ 995172 w 995171"/>
                <a:gd name="connsiteY23" fmla="*/ 0 h 420623"/>
                <a:gd name="connsiteX24" fmla="*/ 920687 w 995171"/>
                <a:gd name="connsiteY24" fmla="*/ 0 h 420623"/>
                <a:gd name="connsiteX25" fmla="*/ 920687 w 995171"/>
                <a:gd name="connsiteY25" fmla="*/ 414719 h 420623"/>
                <a:gd name="connsiteX26" fmla="*/ 995172 w 995171"/>
                <a:gd name="connsiteY26" fmla="*/ 414719 h 420623"/>
                <a:gd name="connsiteX27" fmla="*/ 995172 w 995171"/>
                <a:gd name="connsiteY27" fmla="*/ 0 h 420623"/>
                <a:gd name="connsiteX28" fmla="*/ 367951 w 995171"/>
                <a:gd name="connsiteY28" fmla="*/ 159830 h 420623"/>
                <a:gd name="connsiteX29" fmla="*/ 281273 w 995171"/>
                <a:gd name="connsiteY29" fmla="*/ 126206 h 420623"/>
                <a:gd name="connsiteX30" fmla="*/ 232410 w 995171"/>
                <a:gd name="connsiteY30" fmla="*/ 137065 h 420623"/>
                <a:gd name="connsiteX31" fmla="*/ 195358 w 995171"/>
                <a:gd name="connsiteY31" fmla="*/ 167259 h 420623"/>
                <a:gd name="connsiteX32" fmla="*/ 191262 w 995171"/>
                <a:gd name="connsiteY32" fmla="*/ 172498 h 420623"/>
                <a:gd name="connsiteX33" fmla="*/ 191262 w 995171"/>
                <a:gd name="connsiteY33" fmla="*/ 167831 h 420623"/>
                <a:gd name="connsiteX34" fmla="*/ 191262 w 995171"/>
                <a:gd name="connsiteY34" fmla="*/ 132017 h 420623"/>
                <a:gd name="connsiteX35" fmla="*/ 117920 w 995171"/>
                <a:gd name="connsiteY35" fmla="*/ 132017 h 420623"/>
                <a:gd name="connsiteX36" fmla="*/ 117920 w 995171"/>
                <a:gd name="connsiteY36" fmla="*/ 414814 h 420623"/>
                <a:gd name="connsiteX37" fmla="*/ 191929 w 995171"/>
                <a:gd name="connsiteY37" fmla="*/ 414814 h 420623"/>
                <a:gd name="connsiteX38" fmla="*/ 191929 w 995171"/>
                <a:gd name="connsiteY38" fmla="*/ 264128 h 420623"/>
                <a:gd name="connsiteX39" fmla="*/ 192024 w 995171"/>
                <a:gd name="connsiteY39" fmla="*/ 274606 h 420623"/>
                <a:gd name="connsiteX40" fmla="*/ 192119 w 995171"/>
                <a:gd name="connsiteY40" fmla="*/ 269558 h 420623"/>
                <a:gd name="connsiteX41" fmla="*/ 211741 w 995171"/>
                <a:gd name="connsiteY41" fmla="*/ 210884 h 420623"/>
                <a:gd name="connsiteX42" fmla="*/ 258985 w 995171"/>
                <a:gd name="connsiteY42" fmla="*/ 190786 h 420623"/>
                <a:gd name="connsiteX43" fmla="*/ 307753 w 995171"/>
                <a:gd name="connsiteY43" fmla="*/ 210407 h 420623"/>
                <a:gd name="connsiteX44" fmla="*/ 323945 w 995171"/>
                <a:gd name="connsiteY44" fmla="*/ 264605 h 420623"/>
                <a:gd name="connsiteX45" fmla="*/ 323945 w 995171"/>
                <a:gd name="connsiteY45" fmla="*/ 264605 h 420623"/>
                <a:gd name="connsiteX46" fmla="*/ 323945 w 995171"/>
                <a:gd name="connsiteY46" fmla="*/ 265176 h 420623"/>
                <a:gd name="connsiteX47" fmla="*/ 323945 w 995171"/>
                <a:gd name="connsiteY47" fmla="*/ 265271 h 420623"/>
                <a:gd name="connsiteX48" fmla="*/ 323945 w 995171"/>
                <a:gd name="connsiteY48" fmla="*/ 414814 h 420623"/>
                <a:gd name="connsiteX49" fmla="*/ 399098 w 995171"/>
                <a:gd name="connsiteY49" fmla="*/ 414814 h 420623"/>
                <a:gd name="connsiteX50" fmla="*/ 399098 w 995171"/>
                <a:gd name="connsiteY50" fmla="*/ 254222 h 420623"/>
                <a:gd name="connsiteX51" fmla="*/ 367951 w 995171"/>
                <a:gd name="connsiteY51" fmla="*/ 159830 h 420623"/>
                <a:gd name="connsiteX52" fmla="*/ 881825 w 995171"/>
                <a:gd name="connsiteY52" fmla="*/ 272796 h 420623"/>
                <a:gd name="connsiteX53" fmla="*/ 871061 w 995171"/>
                <a:gd name="connsiteY53" fmla="*/ 215646 h 420623"/>
                <a:gd name="connsiteX54" fmla="*/ 841057 w 995171"/>
                <a:gd name="connsiteY54" fmla="*/ 168974 h 420623"/>
                <a:gd name="connsiteX55" fmla="*/ 794957 w 995171"/>
                <a:gd name="connsiteY55" fmla="*/ 137636 h 420623"/>
                <a:gd name="connsiteX56" fmla="*/ 735806 w 995171"/>
                <a:gd name="connsiteY56" fmla="*/ 126302 h 420623"/>
                <a:gd name="connsiteX57" fmla="*/ 678371 w 995171"/>
                <a:gd name="connsiteY57" fmla="*/ 137922 h 420623"/>
                <a:gd name="connsiteX58" fmla="*/ 631698 w 995171"/>
                <a:gd name="connsiteY58" fmla="*/ 169355 h 420623"/>
                <a:gd name="connsiteX59" fmla="*/ 600266 w 995171"/>
                <a:gd name="connsiteY59" fmla="*/ 216027 h 420623"/>
                <a:gd name="connsiteX60" fmla="*/ 588645 w 995171"/>
                <a:gd name="connsiteY60" fmla="*/ 273463 h 420623"/>
                <a:gd name="connsiteX61" fmla="*/ 599694 w 995171"/>
                <a:gd name="connsiteY61" fmla="*/ 330899 h 420623"/>
                <a:gd name="connsiteX62" fmla="*/ 630269 w 995171"/>
                <a:gd name="connsiteY62" fmla="*/ 377571 h 420623"/>
                <a:gd name="connsiteX63" fmla="*/ 677513 w 995171"/>
                <a:gd name="connsiteY63" fmla="*/ 409004 h 420623"/>
                <a:gd name="connsiteX64" fmla="*/ 738092 w 995171"/>
                <a:gd name="connsiteY64" fmla="*/ 420624 h 420623"/>
                <a:gd name="connsiteX65" fmla="*/ 863918 w 995171"/>
                <a:gd name="connsiteY65" fmla="*/ 365093 h 420623"/>
                <a:gd name="connsiteX66" fmla="*/ 810292 w 995171"/>
                <a:gd name="connsiteY66" fmla="*/ 324231 h 420623"/>
                <a:gd name="connsiteX67" fmla="*/ 738664 w 995171"/>
                <a:gd name="connsiteY67" fmla="*/ 355854 h 420623"/>
                <a:gd name="connsiteX68" fmla="*/ 687229 w 995171"/>
                <a:gd name="connsiteY68" fmla="*/ 341376 h 420623"/>
                <a:gd name="connsiteX69" fmla="*/ 660368 w 995171"/>
                <a:gd name="connsiteY69" fmla="*/ 302133 h 420623"/>
                <a:gd name="connsiteX70" fmla="*/ 659606 w 995171"/>
                <a:gd name="connsiteY70" fmla="*/ 299466 h 420623"/>
                <a:gd name="connsiteX71" fmla="*/ 881825 w 995171"/>
                <a:gd name="connsiteY71" fmla="*/ 299466 h 420623"/>
                <a:gd name="connsiteX72" fmla="*/ 881825 w 995171"/>
                <a:gd name="connsiteY72" fmla="*/ 272796 h 420623"/>
                <a:gd name="connsiteX73" fmla="*/ 660368 w 995171"/>
                <a:gd name="connsiteY73" fmla="*/ 246793 h 420623"/>
                <a:gd name="connsiteX74" fmla="*/ 735330 w 995171"/>
                <a:gd name="connsiteY74" fmla="*/ 189929 h 420623"/>
                <a:gd name="connsiteX75" fmla="*/ 810387 w 995171"/>
                <a:gd name="connsiteY75" fmla="*/ 246698 h 420623"/>
                <a:gd name="connsiteX76" fmla="*/ 660368 w 995171"/>
                <a:gd name="connsiteY76" fmla="*/ 246793 h 420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995171" h="420623">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solidFill>
              <a:srgbClr val="FFFFFF"/>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1094D935-4B06-467E-ACD3-E78CD1B86EE3}"/>
                </a:ext>
              </a:extLst>
            </p:cNvPr>
            <p:cNvSpPr/>
            <p:nvPr/>
          </p:nvSpPr>
          <p:spPr>
            <a:xfrm>
              <a:off x="2358770" y="6728469"/>
              <a:ext cx="79057" cy="79057"/>
            </a:xfrm>
            <a:custGeom>
              <a:avLst/>
              <a:gdLst>
                <a:gd name="connsiteX0" fmla="*/ 39529 w 79057"/>
                <a:gd name="connsiteY0" fmla="*/ 5620 h 79057"/>
                <a:gd name="connsiteX1" fmla="*/ 73438 w 79057"/>
                <a:gd name="connsiteY1" fmla="*/ 39529 h 79057"/>
                <a:gd name="connsiteX2" fmla="*/ 39529 w 79057"/>
                <a:gd name="connsiteY2" fmla="*/ 73438 h 79057"/>
                <a:gd name="connsiteX3" fmla="*/ 5620 w 79057"/>
                <a:gd name="connsiteY3" fmla="*/ 39529 h 79057"/>
                <a:gd name="connsiteX4" fmla="*/ 39529 w 79057"/>
                <a:gd name="connsiteY4" fmla="*/ 5620 h 79057"/>
                <a:gd name="connsiteX5" fmla="*/ 39529 w 79057"/>
                <a:gd name="connsiteY5" fmla="*/ 0 h 79057"/>
                <a:gd name="connsiteX6" fmla="*/ 0 w 79057"/>
                <a:gd name="connsiteY6" fmla="*/ 39529 h 79057"/>
                <a:gd name="connsiteX7" fmla="*/ 39529 w 79057"/>
                <a:gd name="connsiteY7" fmla="*/ 79058 h 79057"/>
                <a:gd name="connsiteX8" fmla="*/ 79058 w 79057"/>
                <a:gd name="connsiteY8" fmla="*/ 39529 h 79057"/>
                <a:gd name="connsiteX9" fmla="*/ 39529 w 79057"/>
                <a:gd name="connsiteY9" fmla="*/ 0 h 7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79057">
                  <a:moveTo>
                    <a:pt x="39529" y="5620"/>
                  </a:moveTo>
                  <a:cubicBezTo>
                    <a:pt x="58198" y="5620"/>
                    <a:pt x="73438" y="20860"/>
                    <a:pt x="73438" y="39529"/>
                  </a:cubicBezTo>
                  <a:cubicBezTo>
                    <a:pt x="73438" y="58198"/>
                    <a:pt x="58198" y="73438"/>
                    <a:pt x="39529" y="73438"/>
                  </a:cubicBezTo>
                  <a:cubicBezTo>
                    <a:pt x="20860" y="73438"/>
                    <a:pt x="5620" y="58198"/>
                    <a:pt x="5620" y="39529"/>
                  </a:cubicBezTo>
                  <a:cubicBezTo>
                    <a:pt x="5620" y="20860"/>
                    <a:pt x="20860" y="5620"/>
                    <a:pt x="39529" y="5620"/>
                  </a:cubicBezTo>
                  <a:moveTo>
                    <a:pt x="39529" y="0"/>
                  </a:moveTo>
                  <a:cubicBezTo>
                    <a:pt x="17717" y="0"/>
                    <a:pt x="0" y="17717"/>
                    <a:pt x="0" y="39529"/>
                  </a:cubicBezTo>
                  <a:cubicBezTo>
                    <a:pt x="0" y="61341"/>
                    <a:pt x="17717" y="79058"/>
                    <a:pt x="39529" y="79058"/>
                  </a:cubicBezTo>
                  <a:cubicBezTo>
                    <a:pt x="61341" y="79058"/>
                    <a:pt x="79058" y="61341"/>
                    <a:pt x="79058" y="39529"/>
                  </a:cubicBezTo>
                  <a:cubicBezTo>
                    <a:pt x="79058" y="17717"/>
                    <a:pt x="61341" y="0"/>
                    <a:pt x="39529" y="0"/>
                  </a:cubicBezTo>
                </a:path>
              </a:pathLst>
            </a:custGeom>
            <a:solidFill>
              <a:srgbClr val="FFFFFF"/>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C3E1BDA4-68F2-4FA3-BD91-CBC85BF15A79}"/>
                </a:ext>
              </a:extLst>
            </p:cNvPr>
            <p:cNvSpPr/>
            <p:nvPr/>
          </p:nvSpPr>
          <p:spPr>
            <a:xfrm>
              <a:off x="2384869" y="6748090"/>
              <a:ext cx="30765" cy="39528"/>
            </a:xfrm>
            <a:custGeom>
              <a:avLst/>
              <a:gdLst>
                <a:gd name="connsiteX0" fmla="*/ 16383 w 30765"/>
                <a:gd name="connsiteY0" fmla="*/ 95 h 39528"/>
                <a:gd name="connsiteX1" fmla="*/ 23051 w 30765"/>
                <a:gd name="connsiteY1" fmla="*/ 1715 h 39528"/>
                <a:gd name="connsiteX2" fmla="*/ 27718 w 30765"/>
                <a:gd name="connsiteY2" fmla="*/ 6191 h 39528"/>
                <a:gd name="connsiteX3" fmla="*/ 29337 w 30765"/>
                <a:gd name="connsiteY3" fmla="*/ 12478 h 39528"/>
                <a:gd name="connsiteX4" fmla="*/ 27146 w 30765"/>
                <a:gd name="connsiteY4" fmla="*/ 19622 h 39528"/>
                <a:gd name="connsiteX5" fmla="*/ 21812 w 30765"/>
                <a:gd name="connsiteY5" fmla="*/ 23717 h 39528"/>
                <a:gd name="connsiteX6" fmla="*/ 30766 w 30765"/>
                <a:gd name="connsiteY6" fmla="*/ 39529 h 39528"/>
                <a:gd name="connsiteX7" fmla="*/ 23717 w 30765"/>
                <a:gd name="connsiteY7" fmla="*/ 39529 h 39528"/>
                <a:gd name="connsiteX8" fmla="*/ 15526 w 30765"/>
                <a:gd name="connsiteY8" fmla="*/ 24860 h 39528"/>
                <a:gd name="connsiteX9" fmla="*/ 6191 w 30765"/>
                <a:gd name="connsiteY9" fmla="*/ 24860 h 39528"/>
                <a:gd name="connsiteX10" fmla="*/ 6191 w 30765"/>
                <a:gd name="connsiteY10" fmla="*/ 39529 h 39528"/>
                <a:gd name="connsiteX11" fmla="*/ 0 w 30765"/>
                <a:gd name="connsiteY11" fmla="*/ 39529 h 39528"/>
                <a:gd name="connsiteX12" fmla="*/ 0 w 30765"/>
                <a:gd name="connsiteY12" fmla="*/ 0 h 39528"/>
                <a:gd name="connsiteX13" fmla="*/ 16383 w 30765"/>
                <a:gd name="connsiteY13" fmla="*/ 0 h 39528"/>
                <a:gd name="connsiteX14" fmla="*/ 16383 w 30765"/>
                <a:gd name="connsiteY14" fmla="*/ 19336 h 39528"/>
                <a:gd name="connsiteX15" fmla="*/ 19907 w 30765"/>
                <a:gd name="connsiteY15" fmla="*/ 18478 h 39528"/>
                <a:gd name="connsiteX16" fmla="*/ 22289 w 30765"/>
                <a:gd name="connsiteY16" fmla="*/ 16097 h 39528"/>
                <a:gd name="connsiteX17" fmla="*/ 23146 w 30765"/>
                <a:gd name="connsiteY17" fmla="*/ 12573 h 39528"/>
                <a:gd name="connsiteX18" fmla="*/ 22289 w 30765"/>
                <a:gd name="connsiteY18" fmla="*/ 9049 h 39528"/>
                <a:gd name="connsiteX19" fmla="*/ 19907 w 30765"/>
                <a:gd name="connsiteY19" fmla="*/ 6668 h 39528"/>
                <a:gd name="connsiteX20" fmla="*/ 16383 w 30765"/>
                <a:gd name="connsiteY20" fmla="*/ 5810 h 39528"/>
                <a:gd name="connsiteX21" fmla="*/ 6191 w 30765"/>
                <a:gd name="connsiteY21" fmla="*/ 5810 h 39528"/>
                <a:gd name="connsiteX22" fmla="*/ 6191 w 30765"/>
                <a:gd name="connsiteY22" fmla="*/ 19336 h 39528"/>
                <a:gd name="connsiteX23" fmla="*/ 16383 w 30765"/>
                <a:gd name="connsiteY23" fmla="*/ 19336 h 39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765" h="39528">
                  <a:moveTo>
                    <a:pt x="16383" y="95"/>
                  </a:moveTo>
                  <a:cubicBezTo>
                    <a:pt x="18860" y="95"/>
                    <a:pt x="21050" y="667"/>
                    <a:pt x="23051" y="1715"/>
                  </a:cubicBezTo>
                  <a:cubicBezTo>
                    <a:pt x="25051" y="2762"/>
                    <a:pt x="26575" y="4286"/>
                    <a:pt x="27718" y="6191"/>
                  </a:cubicBezTo>
                  <a:cubicBezTo>
                    <a:pt x="28861" y="8096"/>
                    <a:pt x="29337" y="10192"/>
                    <a:pt x="29337" y="12478"/>
                  </a:cubicBezTo>
                  <a:cubicBezTo>
                    <a:pt x="29337" y="15335"/>
                    <a:pt x="28575" y="17717"/>
                    <a:pt x="27146" y="19622"/>
                  </a:cubicBezTo>
                  <a:cubicBezTo>
                    <a:pt x="25718" y="21527"/>
                    <a:pt x="23908" y="22860"/>
                    <a:pt x="21812" y="23717"/>
                  </a:cubicBezTo>
                  <a:lnTo>
                    <a:pt x="30766" y="39529"/>
                  </a:lnTo>
                  <a:lnTo>
                    <a:pt x="23717" y="39529"/>
                  </a:lnTo>
                  <a:lnTo>
                    <a:pt x="15526" y="24860"/>
                  </a:lnTo>
                  <a:lnTo>
                    <a:pt x="6191" y="24860"/>
                  </a:lnTo>
                  <a:lnTo>
                    <a:pt x="6191" y="39529"/>
                  </a:lnTo>
                  <a:lnTo>
                    <a:pt x="0" y="39529"/>
                  </a:lnTo>
                  <a:lnTo>
                    <a:pt x="0" y="0"/>
                  </a:lnTo>
                  <a:lnTo>
                    <a:pt x="16383" y="0"/>
                  </a:lnTo>
                  <a:close/>
                  <a:moveTo>
                    <a:pt x="16383" y="19336"/>
                  </a:moveTo>
                  <a:cubicBezTo>
                    <a:pt x="17717" y="19336"/>
                    <a:pt x="18860" y="19050"/>
                    <a:pt x="19907" y="18478"/>
                  </a:cubicBezTo>
                  <a:cubicBezTo>
                    <a:pt x="20955" y="17907"/>
                    <a:pt x="21717" y="17050"/>
                    <a:pt x="22289" y="16097"/>
                  </a:cubicBezTo>
                  <a:cubicBezTo>
                    <a:pt x="22860" y="15050"/>
                    <a:pt x="23146" y="13906"/>
                    <a:pt x="23146" y="12573"/>
                  </a:cubicBezTo>
                  <a:cubicBezTo>
                    <a:pt x="23146" y="11240"/>
                    <a:pt x="22860" y="10097"/>
                    <a:pt x="22289" y="9049"/>
                  </a:cubicBezTo>
                  <a:cubicBezTo>
                    <a:pt x="21717" y="8001"/>
                    <a:pt x="20860" y="7239"/>
                    <a:pt x="19907" y="6668"/>
                  </a:cubicBezTo>
                  <a:cubicBezTo>
                    <a:pt x="18860" y="6096"/>
                    <a:pt x="17717" y="5810"/>
                    <a:pt x="16383" y="5810"/>
                  </a:cubicBezTo>
                  <a:lnTo>
                    <a:pt x="6191" y="5810"/>
                  </a:lnTo>
                  <a:lnTo>
                    <a:pt x="6191" y="19336"/>
                  </a:lnTo>
                  <a:lnTo>
                    <a:pt x="16383" y="19336"/>
                  </a:lnTo>
                  <a:close/>
                </a:path>
              </a:pathLst>
            </a:custGeom>
            <a:solidFill>
              <a:srgbClr val="FFFFFF"/>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885001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White">
    <p:spTree>
      <p:nvGrpSpPr>
        <p:cNvPr id="1" name=""/>
        <p:cNvGrpSpPr/>
        <p:nvPr/>
      </p:nvGrpSpPr>
      <p:grpSpPr>
        <a:xfrm>
          <a:off x="0" y="0"/>
          <a:ext cx="0" cy="0"/>
          <a:chOff x="0" y="0"/>
          <a:chExt cx="0" cy="0"/>
        </a:xfrm>
      </p:grpSpPr>
      <p:sp>
        <p:nvSpPr>
          <p:cNvPr id="137" name="Rectangle"/>
          <p:cNvSpPr/>
          <p:nvPr/>
        </p:nvSpPr>
        <p:spPr>
          <a:xfrm>
            <a:off x="1466513" y="-28456"/>
            <a:ext cx="3430768" cy="5421617"/>
          </a:xfrm>
          <a:prstGeom prst="rect">
            <a:avLst/>
          </a:prstGeom>
          <a:solidFill>
            <a:srgbClr val="E7E7E7">
              <a:alpha val="39000"/>
            </a:srgbClr>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22" name="Title Text">
            <a:extLst>
              <a:ext uri="{FF2B5EF4-FFF2-40B4-BE49-F238E27FC236}">
                <a16:creationId xmlns:a16="http://schemas.microsoft.com/office/drawing/2014/main" id="{82EC668F-6093-6548-B182-47568630A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7500">
                <a:solidFill>
                  <a:srgbClr val="525252"/>
                </a:solidFill>
              </a:defRPr>
            </a:lvl1pPr>
          </a:lstStyle>
          <a:p>
            <a:r>
              <a:rPr lang="en-US"/>
              <a:t>75 </a:t>
            </a:r>
            <a:r>
              <a:rPr lang="en-US" err="1"/>
              <a:t>pt</a:t>
            </a:r>
            <a:r>
              <a:rPr lang="en-US"/>
              <a:t> Intel Clear</a:t>
            </a:r>
            <a:endParaRPr/>
          </a:p>
        </p:txBody>
      </p:sp>
      <p:sp>
        <p:nvSpPr>
          <p:cNvPr id="15" name="Text Placeholder 2">
            <a:extLst>
              <a:ext uri="{FF2B5EF4-FFF2-40B4-BE49-F238E27FC236}">
                <a16:creationId xmlns:a16="http://schemas.microsoft.com/office/drawing/2014/main" id="{F87CC838-4D6E-4C99-A3F1-81F2913C62B3}"/>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chemeClr val="accent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16pt Intel Clear Bold Intro:</a:t>
            </a:r>
          </a:p>
        </p:txBody>
      </p:sp>
      <p:sp>
        <p:nvSpPr>
          <p:cNvPr id="18" name="Text Placeholder 6">
            <a:extLst>
              <a:ext uri="{FF2B5EF4-FFF2-40B4-BE49-F238E27FC236}">
                <a16:creationId xmlns:a16="http://schemas.microsoft.com/office/drawing/2014/main" id="{00C3E650-A810-40D9-81A8-D3E73C9326E4}"/>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bg2"/>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18pt Intel Clear Subhead, Date, Etc.</a:t>
            </a:r>
          </a:p>
        </p:txBody>
      </p:sp>
      <p:sp>
        <p:nvSpPr>
          <p:cNvPr id="10" name="Square">
            <a:extLst>
              <a:ext uri="{FF2B5EF4-FFF2-40B4-BE49-F238E27FC236}">
                <a16:creationId xmlns:a16="http://schemas.microsoft.com/office/drawing/2014/main" id="{99F366F8-DC49-4E0B-B131-1FB92CC518E3}"/>
              </a:ext>
            </a:extLst>
          </p:cNvPr>
          <p:cNvSpPr/>
          <p:nvPr userDrawn="1"/>
        </p:nvSpPr>
        <p:spPr>
          <a:xfrm>
            <a:off x="861107" y="5390896"/>
            <a:ext cx="607299" cy="607299"/>
          </a:xfrm>
          <a:prstGeom prst="rect">
            <a:avLst/>
          </a:prstGeom>
          <a:solidFill>
            <a:srgbClr val="2872C5"/>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1" name="Rectangle">
            <a:extLst>
              <a:ext uri="{FF2B5EF4-FFF2-40B4-BE49-F238E27FC236}">
                <a16:creationId xmlns:a16="http://schemas.microsoft.com/office/drawing/2014/main" id="{10443275-64C7-4249-92B8-990C3BB41279}"/>
              </a:ext>
            </a:extLst>
          </p:cNvPr>
          <p:cNvSpPr/>
          <p:nvPr userDrawn="1"/>
        </p:nvSpPr>
        <p:spPr>
          <a:xfrm>
            <a:off x="576067" y="5108797"/>
            <a:ext cx="286654" cy="282073"/>
          </a:xfrm>
          <a:prstGeom prst="rect">
            <a:avLst/>
          </a:prstGeom>
          <a:solidFill>
            <a:srgbClr val="00C7FD"/>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85908D9A-1608-44B4-A0A3-FC9E665728CA}"/>
              </a:ext>
            </a:extLst>
          </p:cNvPr>
          <p:cNvSpPr/>
          <p:nvPr userDrawn="1"/>
        </p:nvSpPr>
        <p:spPr>
          <a:xfrm>
            <a:off x="861107" y="4952474"/>
            <a:ext cx="157461" cy="157461"/>
          </a:xfrm>
          <a:prstGeom prst="rect">
            <a:avLst/>
          </a:prstGeom>
          <a:solidFill>
            <a:srgbClr val="2872C5"/>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3" name="Graphic 2">
            <a:extLst>
              <a:ext uri="{FF2B5EF4-FFF2-40B4-BE49-F238E27FC236}">
                <a16:creationId xmlns:a16="http://schemas.microsoft.com/office/drawing/2014/main" id="{2952F383-4862-4271-B541-5612120030D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66513" y="5992753"/>
            <a:ext cx="1031758" cy="384723"/>
          </a:xfrm>
          <a:prstGeom prst="rect">
            <a:avLst/>
          </a:prstGeom>
        </p:spPr>
      </p:pic>
    </p:spTree>
    <p:extLst>
      <p:ext uri="{BB962C8B-B14F-4D97-AF65-F5344CB8AC3E}">
        <p14:creationId xmlns:p14="http://schemas.microsoft.com/office/powerpoint/2010/main" val="36723759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4000">
                <a:solidFill>
                  <a:srgbClr val="525252"/>
                </a:solidFill>
              </a:defRPr>
            </a:lvl1pPr>
          </a:lstStyle>
          <a:p>
            <a:r>
              <a:rPr lang="en-US"/>
              <a:t>40pt Intel Clear Light Text Goes Here</a:t>
            </a:r>
          </a:p>
        </p:txBody>
      </p:sp>
    </p:spTree>
    <p:extLst>
      <p:ext uri="{BB962C8B-B14F-4D97-AF65-F5344CB8AC3E}">
        <p14:creationId xmlns:p14="http://schemas.microsoft.com/office/powerpoint/2010/main" val="25547957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mp; Content">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EBA0C540-99BD-45E3-99D2-78C2032EBE57}"/>
              </a:ext>
            </a:extLst>
          </p:cNvPr>
          <p:cNvSpPr>
            <a:spLocks noGrp="1"/>
          </p:cNvSpPr>
          <p:nvPr>
            <p:ph sz="quarter" idx="28"/>
          </p:nvPr>
        </p:nvSpPr>
        <p:spPr>
          <a:xfrm>
            <a:off x="571370" y="1673454"/>
            <a:ext cx="11010900" cy="45749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83255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ub &amp; Content">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EBA0C540-99BD-45E3-99D2-78C2032EBE57}"/>
              </a:ext>
            </a:extLst>
          </p:cNvPr>
          <p:cNvSpPr>
            <a:spLocks noGrp="1"/>
          </p:cNvSpPr>
          <p:nvPr>
            <p:ph sz="quarter" idx="28"/>
          </p:nvPr>
        </p:nvSpPr>
        <p:spPr>
          <a:xfrm>
            <a:off x="571370" y="2139953"/>
            <a:ext cx="11010900" cy="41084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3">
            <a:extLst>
              <a:ext uri="{FF2B5EF4-FFF2-40B4-BE49-F238E27FC236}">
                <a16:creationId xmlns:a16="http://schemas.microsoft.com/office/drawing/2014/main" id="{D980C114-FE9A-4B63-B509-F59F1A2C55A5}"/>
              </a:ext>
            </a:extLst>
          </p:cNvPr>
          <p:cNvSpPr>
            <a:spLocks noGrp="1"/>
          </p:cNvSpPr>
          <p:nvPr>
            <p:ph type="body" sz="quarter" idx="29"/>
          </p:nvPr>
        </p:nvSpPr>
        <p:spPr>
          <a:xfrm>
            <a:off x="571370" y="1612901"/>
            <a:ext cx="11022013"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9069911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ub &amp; 2 Content Columns">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EBEEA47F-E66C-C546-A539-293E792A32CD}"/>
              </a:ext>
            </a:extLst>
          </p:cNvPr>
          <p:cNvSpPr txBox="1">
            <a:spLocks noGrp="1"/>
          </p:cNvSpPr>
          <p:nvPr>
            <p:ph type="title" hasCustomPrompt="1"/>
          </p:nvPr>
        </p:nvSpPr>
        <p:spPr>
          <a:xfrm>
            <a:off x="571500" y="571501"/>
            <a:ext cx="11010901" cy="95250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F495712A-D685-7146-A64F-2AEC13EF76F9}"/>
              </a:ext>
            </a:extLst>
          </p:cNvPr>
          <p:cNvSpPr>
            <a:spLocks noGrp="1"/>
          </p:cNvSpPr>
          <p:nvPr>
            <p:ph sz="quarter" idx="27"/>
          </p:nvPr>
        </p:nvSpPr>
        <p:spPr>
          <a:xfrm>
            <a:off x="571500" y="2139951"/>
            <a:ext cx="5288525"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2">
            <a:extLst>
              <a:ext uri="{FF2B5EF4-FFF2-40B4-BE49-F238E27FC236}">
                <a16:creationId xmlns:a16="http://schemas.microsoft.com/office/drawing/2014/main" id="{A8FE6631-4BAF-4E4B-B6F0-F9ED72A3155E}"/>
              </a:ext>
            </a:extLst>
          </p:cNvPr>
          <p:cNvSpPr>
            <a:spLocks noGrp="1"/>
          </p:cNvSpPr>
          <p:nvPr>
            <p:ph sz="quarter" idx="28"/>
          </p:nvPr>
        </p:nvSpPr>
        <p:spPr>
          <a:xfrm>
            <a:off x="6289113" y="2139951"/>
            <a:ext cx="5288525"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3">
            <a:extLst>
              <a:ext uri="{FF2B5EF4-FFF2-40B4-BE49-F238E27FC236}">
                <a16:creationId xmlns:a16="http://schemas.microsoft.com/office/drawing/2014/main" id="{D4EEAA39-7062-4DCE-91B8-83056F818FA8}"/>
              </a:ext>
            </a:extLst>
          </p:cNvPr>
          <p:cNvSpPr>
            <a:spLocks noGrp="1"/>
          </p:cNvSpPr>
          <p:nvPr>
            <p:ph type="body" sz="quarter" idx="29"/>
          </p:nvPr>
        </p:nvSpPr>
        <p:spPr>
          <a:xfrm>
            <a:off x="571500" y="1612901"/>
            <a:ext cx="11022013"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0119186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mp; 2 Content Columns">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EBEEA47F-E66C-C546-A539-293E792A32CD}"/>
              </a:ext>
            </a:extLst>
          </p:cNvPr>
          <p:cNvSpPr txBox="1">
            <a:spLocks noGrp="1"/>
          </p:cNvSpPr>
          <p:nvPr>
            <p:ph type="title" hasCustomPrompt="1"/>
          </p:nvPr>
        </p:nvSpPr>
        <p:spPr>
          <a:xfrm>
            <a:off x="571500" y="571501"/>
            <a:ext cx="11010901" cy="95250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F495712A-D685-7146-A64F-2AEC13EF76F9}"/>
              </a:ext>
            </a:extLst>
          </p:cNvPr>
          <p:cNvSpPr>
            <a:spLocks noGrp="1"/>
          </p:cNvSpPr>
          <p:nvPr>
            <p:ph sz="quarter" idx="27"/>
          </p:nvPr>
        </p:nvSpPr>
        <p:spPr>
          <a:xfrm>
            <a:off x="571500" y="1673402"/>
            <a:ext cx="5288525" cy="45848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2">
            <a:extLst>
              <a:ext uri="{FF2B5EF4-FFF2-40B4-BE49-F238E27FC236}">
                <a16:creationId xmlns:a16="http://schemas.microsoft.com/office/drawing/2014/main" id="{A8FE6631-4BAF-4E4B-B6F0-F9ED72A3155E}"/>
              </a:ext>
            </a:extLst>
          </p:cNvPr>
          <p:cNvSpPr>
            <a:spLocks noGrp="1"/>
          </p:cNvSpPr>
          <p:nvPr>
            <p:ph sz="quarter" idx="28"/>
          </p:nvPr>
        </p:nvSpPr>
        <p:spPr>
          <a:xfrm>
            <a:off x="6289113" y="1673402"/>
            <a:ext cx="5288525" cy="45848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932363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 Content &amp; 2 Pictures">
    <p:spTree>
      <p:nvGrpSpPr>
        <p:cNvPr id="1" name=""/>
        <p:cNvGrpSpPr/>
        <p:nvPr/>
      </p:nvGrpSpPr>
      <p:grpSpPr>
        <a:xfrm>
          <a:off x="0" y="0"/>
          <a:ext cx="0" cy="0"/>
          <a:chOff x="0" y="0"/>
          <a:chExt cx="0" cy="0"/>
        </a:xfrm>
      </p:grpSpPr>
      <p:sp>
        <p:nvSpPr>
          <p:cNvPr id="23" name="Title Text">
            <a:extLst>
              <a:ext uri="{FF2B5EF4-FFF2-40B4-BE49-F238E27FC236}">
                <a16:creationId xmlns:a16="http://schemas.microsoft.com/office/drawing/2014/main" id="{FAEAC0A3-8438-1245-A28C-64BC26BFB231}"/>
              </a:ext>
            </a:extLst>
          </p:cNvPr>
          <p:cNvSpPr txBox="1">
            <a:spLocks noGrp="1"/>
          </p:cNvSpPr>
          <p:nvPr>
            <p:ph type="title" hasCustomPrompt="1"/>
          </p:nvPr>
        </p:nvSpPr>
        <p:spPr>
          <a:xfrm>
            <a:off x="571500" y="567227"/>
            <a:ext cx="5755707" cy="945888"/>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25" name="Body Level One…">
            <a:extLst>
              <a:ext uri="{FF2B5EF4-FFF2-40B4-BE49-F238E27FC236}">
                <a16:creationId xmlns:a16="http://schemas.microsoft.com/office/drawing/2014/main" id="{6903F994-74B2-4D40-AA5F-7F3D24A00171}"/>
              </a:ext>
            </a:extLst>
          </p:cNvPr>
          <p:cNvSpPr txBox="1">
            <a:spLocks noGrp="1"/>
          </p:cNvSpPr>
          <p:nvPr>
            <p:ph idx="27" hasCustomPrompt="1"/>
          </p:nvPr>
        </p:nvSpPr>
        <p:spPr>
          <a:xfrm>
            <a:off x="6609331" y="2978828"/>
            <a:ext cx="4668837" cy="345342"/>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numCol="1">
            <a:normAutofit/>
          </a:bodyPr>
          <a:lstStyle>
            <a:lvl1pPr marL="0" marR="0" indent="0" algn="l" defTabSz="609600" eaLnBrk="1" fontAlgn="auto" latinLnBrk="0" hangingPunct="1">
              <a:lnSpc>
                <a:spcPts val="2450"/>
              </a:lnSpc>
              <a:spcBef>
                <a:spcPts val="0"/>
              </a:spcBef>
              <a:spcAft>
                <a:spcPts val="0"/>
              </a:spcAft>
              <a:buClrTx/>
              <a:buSzTx/>
              <a:buFont typeface="Arial" panose="020B0604020202020204" pitchFamily="34" charset="0"/>
              <a:buNone/>
              <a:tabLst/>
              <a:defRPr sz="1600">
                <a:solidFill>
                  <a:schemeClr val="tx2"/>
                </a:solidFill>
              </a:defRPr>
            </a:lvl1pPr>
          </a:lstStyle>
          <a:p>
            <a:r>
              <a:rPr lang="en-US"/>
              <a:t>Image Caption 16pt gray text</a:t>
            </a:r>
          </a:p>
        </p:txBody>
      </p:sp>
      <p:sp>
        <p:nvSpPr>
          <p:cNvPr id="26" name="Body Level One…">
            <a:extLst>
              <a:ext uri="{FF2B5EF4-FFF2-40B4-BE49-F238E27FC236}">
                <a16:creationId xmlns:a16="http://schemas.microsoft.com/office/drawing/2014/main" id="{BF74888E-798E-B543-94EF-279F3EA6E46B}"/>
              </a:ext>
            </a:extLst>
          </p:cNvPr>
          <p:cNvSpPr txBox="1">
            <a:spLocks noGrp="1"/>
          </p:cNvSpPr>
          <p:nvPr>
            <p:ph idx="28" hasCustomPrompt="1"/>
          </p:nvPr>
        </p:nvSpPr>
        <p:spPr>
          <a:xfrm>
            <a:off x="6609331" y="5929172"/>
            <a:ext cx="4668837" cy="345342"/>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numCol="1">
            <a:normAutofit/>
          </a:bodyPr>
          <a:lstStyle>
            <a:lvl1pPr marL="0" marR="0" indent="0" algn="l" defTabSz="609600" eaLnBrk="1" fontAlgn="auto" latinLnBrk="0" hangingPunct="1">
              <a:lnSpc>
                <a:spcPts val="2450"/>
              </a:lnSpc>
              <a:spcBef>
                <a:spcPts val="0"/>
              </a:spcBef>
              <a:spcAft>
                <a:spcPts val="0"/>
              </a:spcAft>
              <a:buClrTx/>
              <a:buSzTx/>
              <a:buFont typeface="Arial" panose="020B0604020202020204" pitchFamily="34" charset="0"/>
              <a:buNone/>
              <a:tabLst/>
              <a:defRPr sz="1600">
                <a:solidFill>
                  <a:schemeClr val="tx2"/>
                </a:solidFill>
              </a:defRPr>
            </a:lvl1pPr>
          </a:lstStyle>
          <a:p>
            <a:r>
              <a:rPr lang="en-US"/>
              <a:t>Image Caption 16pt gray text</a:t>
            </a:r>
          </a:p>
        </p:txBody>
      </p:sp>
      <p:sp>
        <p:nvSpPr>
          <p:cNvPr id="5" name="Picture Placeholder 4">
            <a:extLst>
              <a:ext uri="{FF2B5EF4-FFF2-40B4-BE49-F238E27FC236}">
                <a16:creationId xmlns:a16="http://schemas.microsoft.com/office/drawing/2014/main" id="{BB3C6455-4913-47BC-8232-AB0BABBA08C3}"/>
              </a:ext>
            </a:extLst>
          </p:cNvPr>
          <p:cNvSpPr>
            <a:spLocks noGrp="1"/>
          </p:cNvSpPr>
          <p:nvPr>
            <p:ph type="pic" sz="quarter" idx="30"/>
          </p:nvPr>
        </p:nvSpPr>
        <p:spPr>
          <a:xfrm>
            <a:off x="6609331" y="571500"/>
            <a:ext cx="4668837" cy="2381250"/>
          </a:xfrm>
        </p:spPr>
        <p:txBody>
          <a:bodyPr/>
          <a:lstStyle/>
          <a:p>
            <a:endParaRPr lang="en-US"/>
          </a:p>
        </p:txBody>
      </p:sp>
      <p:sp>
        <p:nvSpPr>
          <p:cNvPr id="20" name="Picture Placeholder 4">
            <a:extLst>
              <a:ext uri="{FF2B5EF4-FFF2-40B4-BE49-F238E27FC236}">
                <a16:creationId xmlns:a16="http://schemas.microsoft.com/office/drawing/2014/main" id="{5CA48836-DAA2-4E4F-A22A-2F5682E12CEF}"/>
              </a:ext>
            </a:extLst>
          </p:cNvPr>
          <p:cNvSpPr>
            <a:spLocks noGrp="1"/>
          </p:cNvSpPr>
          <p:nvPr>
            <p:ph type="pic" sz="quarter" idx="31"/>
          </p:nvPr>
        </p:nvSpPr>
        <p:spPr>
          <a:xfrm>
            <a:off x="6609331" y="3537061"/>
            <a:ext cx="4668837" cy="2381250"/>
          </a:xfrm>
        </p:spPr>
        <p:txBody>
          <a:bodyPr/>
          <a:lstStyle/>
          <a:p>
            <a:endParaRPr lang="en-US"/>
          </a:p>
        </p:txBody>
      </p:sp>
      <p:sp>
        <p:nvSpPr>
          <p:cNvPr id="14" name="Content Placeholder 2">
            <a:extLst>
              <a:ext uri="{FF2B5EF4-FFF2-40B4-BE49-F238E27FC236}">
                <a16:creationId xmlns:a16="http://schemas.microsoft.com/office/drawing/2014/main" id="{DC0D3278-E8A7-4B14-A5ED-BE235CEC6F80}"/>
              </a:ext>
            </a:extLst>
          </p:cNvPr>
          <p:cNvSpPr>
            <a:spLocks noGrp="1"/>
          </p:cNvSpPr>
          <p:nvPr>
            <p:ph sz="quarter" idx="32"/>
          </p:nvPr>
        </p:nvSpPr>
        <p:spPr>
          <a:xfrm>
            <a:off x="571500" y="2139952"/>
            <a:ext cx="5768944"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3">
            <a:extLst>
              <a:ext uri="{FF2B5EF4-FFF2-40B4-BE49-F238E27FC236}">
                <a16:creationId xmlns:a16="http://schemas.microsoft.com/office/drawing/2014/main" id="{403FD6E6-528D-49D5-BBAB-B26572C15F20}"/>
              </a:ext>
            </a:extLst>
          </p:cNvPr>
          <p:cNvSpPr>
            <a:spLocks noGrp="1"/>
          </p:cNvSpPr>
          <p:nvPr>
            <p:ph type="body" sz="quarter" idx="29"/>
          </p:nvPr>
        </p:nvSpPr>
        <p:spPr>
          <a:xfrm>
            <a:off x="571500" y="1612901"/>
            <a:ext cx="5768944"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610512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 Content &amp; Pictur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BB3C6455-4913-47BC-8232-AB0BABBA08C3}"/>
              </a:ext>
            </a:extLst>
          </p:cNvPr>
          <p:cNvSpPr>
            <a:spLocks noGrp="1"/>
          </p:cNvSpPr>
          <p:nvPr>
            <p:ph type="pic" sz="quarter" idx="30"/>
          </p:nvPr>
        </p:nvSpPr>
        <p:spPr>
          <a:xfrm>
            <a:off x="6615046" y="0"/>
            <a:ext cx="5129422" cy="6416167"/>
          </a:xfrm>
        </p:spPr>
        <p:txBody>
          <a:bodyPr/>
          <a:lstStyle/>
          <a:p>
            <a:endParaRPr lang="en-US"/>
          </a:p>
        </p:txBody>
      </p:sp>
      <p:sp>
        <p:nvSpPr>
          <p:cNvPr id="23" name="Title Text">
            <a:extLst>
              <a:ext uri="{FF2B5EF4-FFF2-40B4-BE49-F238E27FC236}">
                <a16:creationId xmlns:a16="http://schemas.microsoft.com/office/drawing/2014/main" id="{FAEAC0A3-8438-1245-A28C-64BC26BFB231}"/>
              </a:ext>
            </a:extLst>
          </p:cNvPr>
          <p:cNvSpPr txBox="1">
            <a:spLocks noGrp="1"/>
          </p:cNvSpPr>
          <p:nvPr>
            <p:ph type="title" hasCustomPrompt="1"/>
          </p:nvPr>
        </p:nvSpPr>
        <p:spPr>
          <a:xfrm>
            <a:off x="571500" y="567227"/>
            <a:ext cx="5747107" cy="945888"/>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11" name="Content Placeholder 2">
            <a:extLst>
              <a:ext uri="{FF2B5EF4-FFF2-40B4-BE49-F238E27FC236}">
                <a16:creationId xmlns:a16="http://schemas.microsoft.com/office/drawing/2014/main" id="{7B7FB3F6-9C71-45A0-8236-12671533CA22}"/>
              </a:ext>
            </a:extLst>
          </p:cNvPr>
          <p:cNvSpPr>
            <a:spLocks noGrp="1"/>
          </p:cNvSpPr>
          <p:nvPr>
            <p:ph sz="quarter" idx="32"/>
          </p:nvPr>
        </p:nvSpPr>
        <p:spPr>
          <a:xfrm>
            <a:off x="571500" y="2139952"/>
            <a:ext cx="5768944"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3">
            <a:extLst>
              <a:ext uri="{FF2B5EF4-FFF2-40B4-BE49-F238E27FC236}">
                <a16:creationId xmlns:a16="http://schemas.microsoft.com/office/drawing/2014/main" id="{B1C73349-1E00-4922-970C-187F97CE0620}"/>
              </a:ext>
            </a:extLst>
          </p:cNvPr>
          <p:cNvSpPr>
            <a:spLocks noGrp="1"/>
          </p:cNvSpPr>
          <p:nvPr>
            <p:ph type="body" sz="quarter" idx="29"/>
          </p:nvPr>
        </p:nvSpPr>
        <p:spPr>
          <a:xfrm>
            <a:off x="571500" y="1612901"/>
            <a:ext cx="5768944"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3057877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mp; Full Page Pictur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6AAD9210-5064-4050-9368-9292054D59F4}"/>
              </a:ext>
            </a:extLst>
          </p:cNvPr>
          <p:cNvSpPr>
            <a:spLocks noGrp="1"/>
          </p:cNvSpPr>
          <p:nvPr>
            <p:ph type="pic" sz="quarter" idx="10"/>
          </p:nvPr>
        </p:nvSpPr>
        <p:spPr>
          <a:xfrm>
            <a:off x="-11286" y="0"/>
            <a:ext cx="11744325" cy="6401797"/>
          </a:xfrm>
          <a:noFill/>
        </p:spPr>
        <p:txBody>
          <a:bodyPr/>
          <a:lstStyle/>
          <a:p>
            <a:endParaRPr lang="en-US"/>
          </a:p>
        </p:txBody>
      </p:sp>
      <p:sp>
        <p:nvSpPr>
          <p:cNvPr id="11" name="Title Text">
            <a:extLst>
              <a:ext uri="{FF2B5EF4-FFF2-40B4-BE49-F238E27FC236}">
                <a16:creationId xmlns:a16="http://schemas.microsoft.com/office/drawing/2014/main" id="{14AFAB66-6BED-5D47-B26F-D9C8808F3A18}"/>
              </a:ext>
            </a:extLst>
          </p:cNvPr>
          <p:cNvSpPr txBox="1">
            <a:spLocks noGrp="1"/>
          </p:cNvSpPr>
          <p:nvPr>
            <p:ph type="title" hasCustomPrompt="1"/>
          </p:nvPr>
        </p:nvSpPr>
        <p:spPr>
          <a:xfrm>
            <a:off x="571500" y="571500"/>
            <a:ext cx="11010899" cy="87630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rmAutofit/>
          </a:bodyPr>
          <a:lstStyle>
            <a:lvl1pPr>
              <a:defRPr sz="4000">
                <a:solidFill>
                  <a:schemeClr val="tx2"/>
                </a:solidFill>
              </a:defRPr>
            </a:lvl1pPr>
          </a:lstStyle>
          <a:p>
            <a:r>
              <a:rPr lang="en-US"/>
              <a:t>Full page Image, Delete Title if Necessary</a:t>
            </a:r>
          </a:p>
        </p:txBody>
      </p:sp>
    </p:spTree>
    <p:extLst>
      <p:ext uri="{BB962C8B-B14F-4D97-AF65-F5344CB8AC3E}">
        <p14:creationId xmlns:p14="http://schemas.microsoft.com/office/powerpoint/2010/main" val="4985653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mp; Quote">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145FA424-6F4D-7644-8964-49FF4943202D}"/>
              </a:ext>
            </a:extLst>
          </p:cNvPr>
          <p:cNvSpPr txBox="1">
            <a:spLocks noGrp="1"/>
          </p:cNvSpPr>
          <p:nvPr>
            <p:ph type="title" hasCustomPrompt="1"/>
          </p:nvPr>
        </p:nvSpPr>
        <p:spPr>
          <a:xfrm>
            <a:off x="571501" y="571501"/>
            <a:ext cx="11022060" cy="873744"/>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rmAutofit/>
          </a:bodyPr>
          <a:lstStyle>
            <a:lvl1pPr>
              <a:defRPr sz="4000">
                <a:solidFill>
                  <a:srgbClr val="525252"/>
                </a:solidFill>
              </a:defRPr>
            </a:lvl1pPr>
          </a:lstStyle>
          <a:p>
            <a:r>
              <a:rPr lang="en-US"/>
              <a:t>40pt Intel Clear Light Text Goes Here</a:t>
            </a:r>
          </a:p>
        </p:txBody>
      </p:sp>
      <p:sp>
        <p:nvSpPr>
          <p:cNvPr id="3" name="Text Placeholder 2">
            <a:extLst>
              <a:ext uri="{FF2B5EF4-FFF2-40B4-BE49-F238E27FC236}">
                <a16:creationId xmlns:a16="http://schemas.microsoft.com/office/drawing/2014/main" id="{EBF36A7C-A787-47EC-ACD5-77F3FD6AFB8D}"/>
              </a:ext>
            </a:extLst>
          </p:cNvPr>
          <p:cNvSpPr>
            <a:spLocks noGrp="1"/>
          </p:cNvSpPr>
          <p:nvPr>
            <p:ph type="body" sz="quarter" idx="10"/>
          </p:nvPr>
        </p:nvSpPr>
        <p:spPr>
          <a:xfrm>
            <a:off x="571500" y="1592529"/>
            <a:ext cx="11010900" cy="3727184"/>
          </a:xfrm>
        </p:spPr>
        <p:txBody>
          <a:bodyPr>
            <a:normAutofit/>
          </a:bodyPr>
          <a:lstStyle>
            <a:lvl1pPr marL="0" indent="0">
              <a:buNone/>
              <a:defRPr sz="6000">
                <a:solidFill>
                  <a:schemeClr val="accent1"/>
                </a:solidFill>
              </a:defRPr>
            </a:lvl1pPr>
          </a:lstStyle>
          <a:p>
            <a:pPr lvl="0"/>
            <a:endParaRPr lang="en-US"/>
          </a:p>
        </p:txBody>
      </p:sp>
      <p:sp>
        <p:nvSpPr>
          <p:cNvPr id="9" name="Text Placeholder 3">
            <a:extLst>
              <a:ext uri="{FF2B5EF4-FFF2-40B4-BE49-F238E27FC236}">
                <a16:creationId xmlns:a16="http://schemas.microsoft.com/office/drawing/2014/main" id="{4E196E31-7238-4049-821C-D94FDEAEDC56}"/>
              </a:ext>
            </a:extLst>
          </p:cNvPr>
          <p:cNvSpPr>
            <a:spLocks noGrp="1"/>
          </p:cNvSpPr>
          <p:nvPr>
            <p:ph type="body" sz="quarter" idx="29"/>
          </p:nvPr>
        </p:nvSpPr>
        <p:spPr>
          <a:xfrm>
            <a:off x="571500" y="5461818"/>
            <a:ext cx="11022013" cy="438150"/>
          </a:xfrm>
        </p:spPr>
        <p:txBody>
          <a:bodyPr/>
          <a:lstStyle>
            <a:lvl1pPr marL="0" indent="0">
              <a:buNone/>
              <a:defRPr>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2985169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3_Chart Example">
    <p:bg>
      <p:bgPr>
        <a:solidFill>
          <a:schemeClr val="accent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E7759918-59AA-4DFC-90DA-60CD5B2BD6B8}"/>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6" name="Square">
            <a:extLst>
              <a:ext uri="{FF2B5EF4-FFF2-40B4-BE49-F238E27FC236}">
                <a16:creationId xmlns:a16="http://schemas.microsoft.com/office/drawing/2014/main" id="{D4662ED0-432E-6C48-8B26-9A21EDA54E68}"/>
              </a:ext>
            </a:extLst>
          </p:cNvPr>
          <p:cNvSpPr/>
          <p:nvPr userDrawn="1"/>
        </p:nvSpPr>
        <p:spPr>
          <a:xfrm>
            <a:off x="11741697" y="6407185"/>
            <a:ext cx="450068" cy="450068"/>
          </a:xfrm>
          <a:prstGeom prst="rect">
            <a:avLst/>
          </a:prstGeom>
          <a:solidFill>
            <a:schemeClr val="accent1">
              <a:alpha val="50000"/>
            </a:schemeClr>
          </a:solidFill>
          <a:ln w="12700">
            <a:miter lim="400000"/>
          </a:ln>
        </p:spPr>
        <p:txBody>
          <a:bodyPr lIns="0" tIns="0" rIns="0" bIns="0" anchor="ctr"/>
          <a:lstStyle/>
          <a:p>
            <a:pPr defTabSz="412750">
              <a:defRPr sz="3200">
                <a:solidFill>
                  <a:srgbClr val="026FC5"/>
                </a:solidFill>
                <a:latin typeface="Helvetica Neue Medium"/>
                <a:ea typeface="Helvetica Neue Medium"/>
                <a:cs typeface="Helvetica Neue Medium"/>
                <a:sym typeface="Helvetica Neue Medium"/>
              </a:defRPr>
            </a:pPr>
            <a:endParaRPr sz="1600"/>
          </a:p>
        </p:txBody>
      </p:sp>
      <p:sp>
        <p:nvSpPr>
          <p:cNvPr id="29" name="TextBox 28">
            <a:extLst>
              <a:ext uri="{FF2B5EF4-FFF2-40B4-BE49-F238E27FC236}">
                <a16:creationId xmlns:a16="http://schemas.microsoft.com/office/drawing/2014/main" id="{EFDF4199-9905-E94D-9EEB-E7016E48C0FC}"/>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0" name="Title Text">
            <a:extLst>
              <a:ext uri="{FF2B5EF4-FFF2-40B4-BE49-F238E27FC236}">
                <a16:creationId xmlns:a16="http://schemas.microsoft.com/office/drawing/2014/main" id="{145FA424-6F4D-7644-8964-49FF4943202D}"/>
              </a:ext>
            </a:extLst>
          </p:cNvPr>
          <p:cNvSpPr txBox="1">
            <a:spLocks noGrp="1"/>
          </p:cNvSpPr>
          <p:nvPr>
            <p:ph type="title" hasCustomPrompt="1"/>
          </p:nvPr>
        </p:nvSpPr>
        <p:spPr>
          <a:xfrm>
            <a:off x="571501" y="571501"/>
            <a:ext cx="11022060" cy="873744"/>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rmAutofit/>
          </a:bodyPr>
          <a:lstStyle>
            <a:lvl1pPr>
              <a:defRPr sz="4000">
                <a:solidFill>
                  <a:schemeClr val="bg1"/>
                </a:solidFill>
              </a:defRPr>
            </a:lvl1pPr>
          </a:lstStyle>
          <a:p>
            <a:r>
              <a:rPr lang="en-US"/>
              <a:t>40pt Intel Clear Light Text Goes Here</a:t>
            </a:r>
          </a:p>
        </p:txBody>
      </p:sp>
      <p:sp>
        <p:nvSpPr>
          <p:cNvPr id="3" name="Text Placeholder 2">
            <a:extLst>
              <a:ext uri="{FF2B5EF4-FFF2-40B4-BE49-F238E27FC236}">
                <a16:creationId xmlns:a16="http://schemas.microsoft.com/office/drawing/2014/main" id="{EBF36A7C-A787-47EC-ACD5-77F3FD6AFB8D}"/>
              </a:ext>
            </a:extLst>
          </p:cNvPr>
          <p:cNvSpPr>
            <a:spLocks noGrp="1"/>
          </p:cNvSpPr>
          <p:nvPr>
            <p:ph type="body" sz="quarter" idx="10"/>
          </p:nvPr>
        </p:nvSpPr>
        <p:spPr>
          <a:xfrm>
            <a:off x="571500" y="1599816"/>
            <a:ext cx="11010900" cy="3719897"/>
          </a:xfrm>
        </p:spPr>
        <p:txBody>
          <a:bodyPr>
            <a:normAutofit/>
          </a:bodyPr>
          <a:lstStyle>
            <a:lvl1pPr marL="0" indent="0">
              <a:buNone/>
              <a:defRPr sz="6000">
                <a:solidFill>
                  <a:schemeClr val="bg1"/>
                </a:solidFill>
              </a:defRPr>
            </a:lvl1pPr>
          </a:lstStyle>
          <a:p>
            <a:pPr lvl="0"/>
            <a:endParaRPr lang="en-US"/>
          </a:p>
        </p:txBody>
      </p:sp>
      <p:pic>
        <p:nvPicPr>
          <p:cNvPr id="11" name="Image" descr="Image">
            <a:extLst>
              <a:ext uri="{FF2B5EF4-FFF2-40B4-BE49-F238E27FC236}">
                <a16:creationId xmlns:a16="http://schemas.microsoft.com/office/drawing/2014/main" id="{B9FFF72B-62D2-4E22-9A98-EF3F6229F4AB}"/>
              </a:ext>
            </a:extLst>
          </p:cNvPr>
          <p:cNvPicPr>
            <a:picLocks noChangeAspect="1"/>
          </p:cNvPicPr>
          <p:nvPr userDrawn="1"/>
        </p:nvPicPr>
        <p:blipFill>
          <a:blip r:embed="rId2"/>
          <a:stretch>
            <a:fillRect/>
          </a:stretch>
        </p:blipFill>
        <p:spPr>
          <a:xfrm>
            <a:off x="11151433" y="6543018"/>
            <a:ext cx="491250" cy="190501"/>
          </a:xfrm>
          <a:prstGeom prst="rect">
            <a:avLst/>
          </a:prstGeom>
          <a:ln w="12700">
            <a:miter lim="400000"/>
          </a:ln>
        </p:spPr>
      </p:pic>
      <p:sp>
        <p:nvSpPr>
          <p:cNvPr id="12" name="Rectangle 11">
            <a:extLst>
              <a:ext uri="{FF2B5EF4-FFF2-40B4-BE49-F238E27FC236}">
                <a16:creationId xmlns:a16="http://schemas.microsoft.com/office/drawing/2014/main" id="{EBD06FF7-C66A-4B8C-9693-1423A8337983}"/>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3" name="Rectangle 12">
            <a:extLst>
              <a:ext uri="{FF2B5EF4-FFF2-40B4-BE49-F238E27FC236}">
                <a16:creationId xmlns:a16="http://schemas.microsoft.com/office/drawing/2014/main" id="{485269BB-7AC7-41A6-BC05-71FDAD0FDBA2}"/>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14" name="Text Placeholder 3">
            <a:extLst>
              <a:ext uri="{FF2B5EF4-FFF2-40B4-BE49-F238E27FC236}">
                <a16:creationId xmlns:a16="http://schemas.microsoft.com/office/drawing/2014/main" id="{222ECF1F-2453-406E-AC0D-F6E6614ECF80}"/>
              </a:ext>
            </a:extLst>
          </p:cNvPr>
          <p:cNvSpPr>
            <a:spLocks noGrp="1"/>
          </p:cNvSpPr>
          <p:nvPr>
            <p:ph type="body" sz="quarter" idx="29"/>
          </p:nvPr>
        </p:nvSpPr>
        <p:spPr>
          <a:xfrm>
            <a:off x="571500" y="5476099"/>
            <a:ext cx="11022013" cy="438150"/>
          </a:xfrm>
        </p:spPr>
        <p:txBody>
          <a:bodyPr/>
          <a:lstStyle>
            <a:lvl1pPr marL="0" indent="0">
              <a:buNone/>
              <a:defRPr>
                <a:solidFill>
                  <a:schemeClr val="bg1"/>
                </a:solidFill>
                <a:latin typeface="+mn-lt"/>
              </a:defRPr>
            </a:lvl1pPr>
            <a:lvl2pPr marL="228600" indent="0">
              <a:buNone/>
              <a:defRPr/>
            </a:lvl2pPr>
          </a:lstStyle>
          <a:p>
            <a:pPr lvl="0"/>
            <a:r>
              <a:rPr lang="en-US"/>
              <a:t>Click to edit Master text styles</a:t>
            </a:r>
          </a:p>
        </p:txBody>
      </p:sp>
      <p:sp>
        <p:nvSpPr>
          <p:cNvPr id="17" name="Rectangle 16">
            <a:extLst>
              <a:ext uri="{FF2B5EF4-FFF2-40B4-BE49-F238E27FC236}">
                <a16:creationId xmlns:a16="http://schemas.microsoft.com/office/drawing/2014/main" id="{16C53A36-6661-45AA-8054-02BA7512E621}"/>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6599770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Break White">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56CA39C9-EAE4-4511-9CE8-BB4D4B47FC0C}"/>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b" anchorCtr="0">
            <a:noAutofit/>
          </a:bodyPr>
          <a:lstStyle>
            <a:lvl1pPr>
              <a:defRPr sz="4800">
                <a:solidFill>
                  <a:srgbClr val="525252"/>
                </a:solidFill>
              </a:defRPr>
            </a:lvl1pPr>
          </a:lstStyle>
          <a:p>
            <a:r>
              <a:rPr lang="en-US"/>
              <a:t>Section Break Text Goes Here</a:t>
            </a:r>
          </a:p>
        </p:txBody>
      </p:sp>
      <p:sp>
        <p:nvSpPr>
          <p:cNvPr id="8" name="Text Placeholder 3">
            <a:extLst>
              <a:ext uri="{FF2B5EF4-FFF2-40B4-BE49-F238E27FC236}">
                <a16:creationId xmlns:a16="http://schemas.microsoft.com/office/drawing/2014/main" id="{4B923F7B-306D-4D7E-9DB3-5B163B8D53FC}"/>
              </a:ext>
            </a:extLst>
          </p:cNvPr>
          <p:cNvSpPr>
            <a:spLocks noGrp="1"/>
          </p:cNvSpPr>
          <p:nvPr>
            <p:ph type="body" sz="quarter" idx="29"/>
          </p:nvPr>
        </p:nvSpPr>
        <p:spPr>
          <a:xfrm>
            <a:off x="571500" y="3939750"/>
            <a:ext cx="11022013" cy="438150"/>
          </a:xfrm>
        </p:spPr>
        <p:txBody>
          <a:bodyPr/>
          <a:lstStyle>
            <a:lvl1pPr marL="0" indent="0">
              <a:buNone/>
              <a:defRPr>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660600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Section Break Blue">
    <p:bg>
      <p:bgPr>
        <a:solidFill>
          <a:schemeClr val="accent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8B5B8CD-DD94-44E8-9F69-C9075C2E0A93}"/>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pic>
        <p:nvPicPr>
          <p:cNvPr id="721"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5" name="TextBox 14">
            <a:extLst>
              <a:ext uri="{FF2B5EF4-FFF2-40B4-BE49-F238E27FC236}">
                <a16:creationId xmlns:a16="http://schemas.microsoft.com/office/drawing/2014/main" id="{3F655609-5439-9C4A-8F0D-9AB5A1AAC9A3}"/>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3" name="Rectangle 12">
            <a:extLst>
              <a:ext uri="{FF2B5EF4-FFF2-40B4-BE49-F238E27FC236}">
                <a16:creationId xmlns:a16="http://schemas.microsoft.com/office/drawing/2014/main" id="{ED4D76E8-466A-4C06-9261-BDE1AA914749}"/>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4" name="Rectangle 13">
            <a:extLst>
              <a:ext uri="{FF2B5EF4-FFF2-40B4-BE49-F238E27FC236}">
                <a16:creationId xmlns:a16="http://schemas.microsoft.com/office/drawing/2014/main" id="{2588B335-02FC-4504-AF46-DF56B2EC52E4}"/>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16" name="Title Text">
            <a:extLst>
              <a:ext uri="{FF2B5EF4-FFF2-40B4-BE49-F238E27FC236}">
                <a16:creationId xmlns:a16="http://schemas.microsoft.com/office/drawing/2014/main" id="{38003A1C-51D1-4427-BFE8-8448E4C61D6B}"/>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b" anchorCtr="0">
            <a:noAutofit/>
          </a:bodyPr>
          <a:lstStyle>
            <a:lvl1pPr>
              <a:defRPr sz="4800">
                <a:solidFill>
                  <a:schemeClr val="bg1"/>
                </a:solidFill>
              </a:defRPr>
            </a:lvl1pPr>
          </a:lstStyle>
          <a:p>
            <a:r>
              <a:rPr lang="en-US"/>
              <a:t>Section Break Text Goes Here</a:t>
            </a:r>
          </a:p>
        </p:txBody>
      </p:sp>
      <p:sp>
        <p:nvSpPr>
          <p:cNvPr id="10" name="Text Placeholder 3">
            <a:extLst>
              <a:ext uri="{FF2B5EF4-FFF2-40B4-BE49-F238E27FC236}">
                <a16:creationId xmlns:a16="http://schemas.microsoft.com/office/drawing/2014/main" id="{130F9DFC-5AE2-4BB1-822C-8EAEAE2CA5F2}"/>
              </a:ext>
            </a:extLst>
          </p:cNvPr>
          <p:cNvSpPr>
            <a:spLocks noGrp="1"/>
          </p:cNvSpPr>
          <p:nvPr>
            <p:ph type="body" sz="quarter" idx="29"/>
          </p:nvPr>
        </p:nvSpPr>
        <p:spPr>
          <a:xfrm>
            <a:off x="571500" y="3948942"/>
            <a:ext cx="11022013" cy="438150"/>
          </a:xfrm>
        </p:spPr>
        <p:txBody>
          <a:bodyPr/>
          <a:lstStyle>
            <a:lvl1pPr marL="0" indent="0">
              <a:buNone/>
              <a:defRPr>
                <a:solidFill>
                  <a:schemeClr val="bg1"/>
                </a:solidFill>
                <a:latin typeface="+mn-lt"/>
              </a:defRPr>
            </a:lvl1pPr>
            <a:lvl2pPr marL="228600" indent="0">
              <a:buNone/>
              <a:defRPr/>
            </a:lvl2pPr>
          </a:lstStyle>
          <a:p>
            <a:pPr lvl="0"/>
            <a:r>
              <a:rPr lang="en-US"/>
              <a:t>Click to edit Master text styles</a:t>
            </a:r>
          </a:p>
        </p:txBody>
      </p:sp>
      <p:sp>
        <p:nvSpPr>
          <p:cNvPr id="12" name="Rectangle 11">
            <a:extLst>
              <a:ext uri="{FF2B5EF4-FFF2-40B4-BE49-F238E27FC236}">
                <a16:creationId xmlns:a16="http://schemas.microsoft.com/office/drawing/2014/main" id="{F82519BB-51CE-4A9C-AFEF-514971F5D779}"/>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111158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Section Break Light Blue">
    <p:bg>
      <p:bgPr>
        <a:solidFill>
          <a:schemeClr val="accent2">
            <a:lumMod val="75000"/>
          </a:schemeClr>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07A2BC2-9250-4B6C-8674-1CD30F0A349F}"/>
              </a:ext>
            </a:extLst>
          </p:cNvPr>
          <p:cNvSpPr/>
          <p:nvPr userDrawn="1"/>
        </p:nvSpPr>
        <p:spPr>
          <a:xfrm>
            <a:off x="0" y="6407451"/>
            <a:ext cx="11736987"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4" name="Rectangle 13">
            <a:extLst>
              <a:ext uri="{FF2B5EF4-FFF2-40B4-BE49-F238E27FC236}">
                <a16:creationId xmlns:a16="http://schemas.microsoft.com/office/drawing/2014/main" id="{FE22C60C-8CBC-40B8-ABEA-44BF775A3581}"/>
              </a:ext>
            </a:extLst>
          </p:cNvPr>
          <p:cNvSpPr/>
          <p:nvPr userDrawn="1"/>
        </p:nvSpPr>
        <p:spPr>
          <a:xfrm rot="5400000">
            <a:off x="8758537" y="2978453"/>
            <a:ext cx="6407450"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5" name="Rectangle 14">
            <a:extLst>
              <a:ext uri="{FF2B5EF4-FFF2-40B4-BE49-F238E27FC236}">
                <a16:creationId xmlns:a16="http://schemas.microsoft.com/office/drawing/2014/main" id="{68A864FA-3818-4931-B452-798F1E7F5A67}"/>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6" name="Rectangle 15">
            <a:extLst>
              <a:ext uri="{FF2B5EF4-FFF2-40B4-BE49-F238E27FC236}">
                <a16:creationId xmlns:a16="http://schemas.microsoft.com/office/drawing/2014/main" id="{48FC8DFF-85CB-4435-B144-6A1DC4093482}"/>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17" name="Title Text">
            <a:extLst>
              <a:ext uri="{FF2B5EF4-FFF2-40B4-BE49-F238E27FC236}">
                <a16:creationId xmlns:a16="http://schemas.microsoft.com/office/drawing/2014/main" id="{5844F860-03F8-4657-A6E6-4E8919DD4FFF}"/>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b" anchorCtr="0">
            <a:noAutofit/>
          </a:bodyPr>
          <a:lstStyle>
            <a:lvl1pPr>
              <a:defRPr sz="4800">
                <a:solidFill>
                  <a:schemeClr val="bg1"/>
                </a:solidFill>
              </a:defRPr>
            </a:lvl1pPr>
          </a:lstStyle>
          <a:p>
            <a:r>
              <a:rPr lang="en-US"/>
              <a:t>Section Break Text Goes Here</a:t>
            </a:r>
          </a:p>
        </p:txBody>
      </p:sp>
      <p:sp>
        <p:nvSpPr>
          <p:cNvPr id="11" name="Text Placeholder 3">
            <a:extLst>
              <a:ext uri="{FF2B5EF4-FFF2-40B4-BE49-F238E27FC236}">
                <a16:creationId xmlns:a16="http://schemas.microsoft.com/office/drawing/2014/main" id="{ADACC9CB-1B2F-42BF-8D9F-62EC595FEA6C}"/>
              </a:ext>
            </a:extLst>
          </p:cNvPr>
          <p:cNvSpPr>
            <a:spLocks noGrp="1"/>
          </p:cNvSpPr>
          <p:nvPr>
            <p:ph type="body" sz="quarter" idx="29"/>
          </p:nvPr>
        </p:nvSpPr>
        <p:spPr>
          <a:xfrm>
            <a:off x="571500" y="3964420"/>
            <a:ext cx="11022013" cy="438150"/>
          </a:xfrm>
        </p:spPr>
        <p:txBody>
          <a:bodyPr/>
          <a:lstStyle>
            <a:lvl1pPr marL="0" indent="0">
              <a:buNone/>
              <a:defRPr>
                <a:solidFill>
                  <a:schemeClr val="bg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0691302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Blue">
    <p:bg>
      <p:bgPr>
        <a:solidFill>
          <a:schemeClr val="tx2"/>
        </a:solidFill>
        <a:effectLst/>
      </p:bgPr>
    </p:bg>
    <p:spTree>
      <p:nvGrpSpPr>
        <p:cNvPr id="1" name=""/>
        <p:cNvGrpSpPr/>
        <p:nvPr/>
      </p:nvGrpSpPr>
      <p:grpSpPr>
        <a:xfrm>
          <a:off x="0" y="0"/>
          <a:ext cx="0" cy="0"/>
          <a:chOff x="0" y="0"/>
          <a:chExt cx="0" cy="0"/>
        </a:xfrm>
      </p:grpSpPr>
      <p:sp>
        <p:nvSpPr>
          <p:cNvPr id="21" name="Square">
            <a:extLst>
              <a:ext uri="{FF2B5EF4-FFF2-40B4-BE49-F238E27FC236}">
                <a16:creationId xmlns:a16="http://schemas.microsoft.com/office/drawing/2014/main" id="{4C58A6BF-BF0D-4749-B07B-7C0A27747D42}"/>
              </a:ext>
            </a:extLst>
          </p:cNvPr>
          <p:cNvSpPr/>
          <p:nvPr userDrawn="1"/>
        </p:nvSpPr>
        <p:spPr>
          <a:xfrm>
            <a:off x="11741697" y="6405280"/>
            <a:ext cx="450068" cy="450068"/>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697" name="Square"/>
          <p:cNvSpPr/>
          <p:nvPr/>
        </p:nvSpPr>
        <p:spPr>
          <a:xfrm>
            <a:off x="709974" y="2295859"/>
            <a:ext cx="318638" cy="318638"/>
          </a:xfrm>
          <a:prstGeom prst="rect">
            <a:avLst/>
          </a:prstGeom>
          <a:solidFill>
            <a:srgbClr val="00C7FD"/>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698" name="Square"/>
          <p:cNvSpPr/>
          <p:nvPr/>
        </p:nvSpPr>
        <p:spPr>
          <a:xfrm>
            <a:off x="536812" y="2122317"/>
            <a:ext cx="174318" cy="174318"/>
          </a:xfrm>
          <a:prstGeom prst="rect">
            <a:avLst/>
          </a:prstGeom>
          <a:solidFill>
            <a:srgbClr val="7BDE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99" name="Square"/>
          <p:cNvSpPr/>
          <p:nvPr/>
        </p:nvSpPr>
        <p:spPr>
          <a:xfrm>
            <a:off x="709974" y="2023075"/>
            <a:ext cx="98724" cy="98723"/>
          </a:xfrm>
          <a:prstGeom prst="rect">
            <a:avLst/>
          </a:prstGeom>
          <a:solidFill>
            <a:srgbClr val="B4F0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700" name="Rectangle"/>
          <p:cNvSpPr/>
          <p:nvPr/>
        </p:nvSpPr>
        <p:spPr>
          <a:xfrm>
            <a:off x="5814183" y="402558"/>
            <a:ext cx="5927511" cy="600347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705"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8" name="TextBox 17">
            <a:extLst>
              <a:ext uri="{FF2B5EF4-FFF2-40B4-BE49-F238E27FC236}">
                <a16:creationId xmlns:a16="http://schemas.microsoft.com/office/drawing/2014/main" id="{F5846515-4871-AA4D-B71A-1561CC2E370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3" name="Content Placeholder 2">
            <a:extLst>
              <a:ext uri="{FF2B5EF4-FFF2-40B4-BE49-F238E27FC236}">
                <a16:creationId xmlns:a16="http://schemas.microsoft.com/office/drawing/2014/main" id="{DFE89D76-523B-456C-9EE9-BC9CB964E5C3}"/>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Rectangle 18">
            <a:extLst>
              <a:ext uri="{FF2B5EF4-FFF2-40B4-BE49-F238E27FC236}">
                <a16:creationId xmlns:a16="http://schemas.microsoft.com/office/drawing/2014/main" id="{D5D8740F-FED9-4D14-9DF3-3BA84ADF820C}"/>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20" name="Rectangle 19">
            <a:extLst>
              <a:ext uri="{FF2B5EF4-FFF2-40B4-BE49-F238E27FC236}">
                <a16:creationId xmlns:a16="http://schemas.microsoft.com/office/drawing/2014/main" id="{1DEF55E0-947C-4281-8A2A-E59398C246AB}"/>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3" name="Title Text">
            <a:extLst>
              <a:ext uri="{FF2B5EF4-FFF2-40B4-BE49-F238E27FC236}">
                <a16:creationId xmlns:a16="http://schemas.microsoft.com/office/drawing/2014/main" id="{5F192548-45E5-4F50-A32B-E61F6CFA996F}"/>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4" name="Text Placeholder 3">
            <a:extLst>
              <a:ext uri="{FF2B5EF4-FFF2-40B4-BE49-F238E27FC236}">
                <a16:creationId xmlns:a16="http://schemas.microsoft.com/office/drawing/2014/main" id="{38703551-AC59-4BD9-8B3C-616B6DFB3DB4}"/>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2929401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Blue 2">
    <p:bg>
      <p:bgPr>
        <a:solidFill>
          <a:schemeClr val="tx2"/>
        </a:solidFill>
        <a:effectLst/>
      </p:bgPr>
    </p:bg>
    <p:spTree>
      <p:nvGrpSpPr>
        <p:cNvPr id="1" name=""/>
        <p:cNvGrpSpPr/>
        <p:nvPr/>
      </p:nvGrpSpPr>
      <p:grpSpPr>
        <a:xfrm>
          <a:off x="0" y="0"/>
          <a:ext cx="0" cy="0"/>
          <a:chOff x="0" y="0"/>
          <a:chExt cx="0" cy="0"/>
        </a:xfrm>
      </p:grpSpPr>
      <p:sp>
        <p:nvSpPr>
          <p:cNvPr id="21" name="Square">
            <a:extLst>
              <a:ext uri="{FF2B5EF4-FFF2-40B4-BE49-F238E27FC236}">
                <a16:creationId xmlns:a16="http://schemas.microsoft.com/office/drawing/2014/main" id="{3B808FDC-D2A2-42EB-B356-E69E4A048F8E}"/>
              </a:ext>
            </a:extLst>
          </p:cNvPr>
          <p:cNvSpPr/>
          <p:nvPr userDrawn="1"/>
        </p:nvSpPr>
        <p:spPr>
          <a:xfrm>
            <a:off x="11741697" y="6405280"/>
            <a:ext cx="450068" cy="450068"/>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22" name="Rectangle">
            <a:extLst>
              <a:ext uri="{FF2B5EF4-FFF2-40B4-BE49-F238E27FC236}">
                <a16:creationId xmlns:a16="http://schemas.microsoft.com/office/drawing/2014/main" id="{8A1BD37C-2C85-4873-ABDD-4B358A87ED4B}"/>
              </a:ext>
            </a:extLst>
          </p:cNvPr>
          <p:cNvSpPr/>
          <p:nvPr userDrawn="1"/>
        </p:nvSpPr>
        <p:spPr>
          <a:xfrm>
            <a:off x="5814183" y="402558"/>
            <a:ext cx="5927511" cy="600347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70" name="Square"/>
          <p:cNvSpPr/>
          <p:nvPr/>
        </p:nvSpPr>
        <p:spPr>
          <a:xfrm>
            <a:off x="707513" y="2295859"/>
            <a:ext cx="318638" cy="318638"/>
          </a:xfrm>
          <a:prstGeom prst="rect">
            <a:avLst/>
          </a:prstGeom>
          <a:solidFill>
            <a:srgbClr val="D9692F"/>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671" name="Square"/>
          <p:cNvSpPr/>
          <p:nvPr/>
        </p:nvSpPr>
        <p:spPr>
          <a:xfrm>
            <a:off x="533946" y="2122317"/>
            <a:ext cx="174318" cy="174318"/>
          </a:xfrm>
          <a:prstGeom prst="rect">
            <a:avLst/>
          </a:prstGeom>
          <a:solidFill>
            <a:srgbClr val="F6CB4B"/>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72" name="Square"/>
          <p:cNvSpPr/>
          <p:nvPr/>
        </p:nvSpPr>
        <p:spPr>
          <a:xfrm>
            <a:off x="707513" y="2023075"/>
            <a:ext cx="98724" cy="98723"/>
          </a:xfrm>
          <a:prstGeom prst="rect">
            <a:avLst/>
          </a:prstGeom>
          <a:solidFill>
            <a:srgbClr val="D9692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673"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9" name="TextBox 18">
            <a:extLst>
              <a:ext uri="{FF2B5EF4-FFF2-40B4-BE49-F238E27FC236}">
                <a16:creationId xmlns:a16="http://schemas.microsoft.com/office/drawing/2014/main" id="{C90FD0E6-78D1-5F44-A938-3A961F43FACD}"/>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3" name="Content Placeholder 2">
            <a:extLst>
              <a:ext uri="{FF2B5EF4-FFF2-40B4-BE49-F238E27FC236}">
                <a16:creationId xmlns:a16="http://schemas.microsoft.com/office/drawing/2014/main" id="{25002A24-73D0-4602-A8A1-5D9281BAF934}"/>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Rectangle 14">
            <a:extLst>
              <a:ext uri="{FF2B5EF4-FFF2-40B4-BE49-F238E27FC236}">
                <a16:creationId xmlns:a16="http://schemas.microsoft.com/office/drawing/2014/main" id="{431659E3-0873-4033-A7E2-31DB4A07B08A}"/>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20" name="Rectangle 19">
            <a:extLst>
              <a:ext uri="{FF2B5EF4-FFF2-40B4-BE49-F238E27FC236}">
                <a16:creationId xmlns:a16="http://schemas.microsoft.com/office/drawing/2014/main" id="{C660C086-3964-411C-85AF-F720D5E83519}"/>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5" name="Title Text">
            <a:extLst>
              <a:ext uri="{FF2B5EF4-FFF2-40B4-BE49-F238E27FC236}">
                <a16:creationId xmlns:a16="http://schemas.microsoft.com/office/drawing/2014/main" id="{1F252960-CAAB-483D-8A6A-5882E4B6282A}"/>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4" name="Text Placeholder 3">
            <a:extLst>
              <a:ext uri="{FF2B5EF4-FFF2-40B4-BE49-F238E27FC236}">
                <a16:creationId xmlns:a16="http://schemas.microsoft.com/office/drawing/2014/main" id="{AAFA146E-21CD-4BD6-A89D-E6C5A6850811}"/>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2063161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Light Blue">
    <p:bg>
      <p:bgPr>
        <a:solidFill>
          <a:schemeClr val="accent2"/>
        </a:solidFill>
        <a:effectLst/>
      </p:bgPr>
    </p:bg>
    <p:spTree>
      <p:nvGrpSpPr>
        <p:cNvPr id="1" name=""/>
        <p:cNvGrpSpPr/>
        <p:nvPr/>
      </p:nvGrpSpPr>
      <p:grpSpPr>
        <a:xfrm>
          <a:off x="0" y="0"/>
          <a:ext cx="0" cy="0"/>
          <a:chOff x="0" y="0"/>
          <a:chExt cx="0" cy="0"/>
        </a:xfrm>
      </p:grpSpPr>
      <p:sp>
        <p:nvSpPr>
          <p:cNvPr id="20" name="Square">
            <a:extLst>
              <a:ext uri="{FF2B5EF4-FFF2-40B4-BE49-F238E27FC236}">
                <a16:creationId xmlns:a16="http://schemas.microsoft.com/office/drawing/2014/main" id="{FE9A3852-307B-4677-A2E2-D7DC495E366A}"/>
              </a:ext>
            </a:extLst>
          </p:cNvPr>
          <p:cNvSpPr/>
          <p:nvPr userDrawn="1"/>
        </p:nvSpPr>
        <p:spPr>
          <a:xfrm>
            <a:off x="11741697" y="6405280"/>
            <a:ext cx="450068" cy="450068"/>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21" name="Rectangle">
            <a:extLst>
              <a:ext uri="{FF2B5EF4-FFF2-40B4-BE49-F238E27FC236}">
                <a16:creationId xmlns:a16="http://schemas.microsoft.com/office/drawing/2014/main" id="{1E9FE6C1-27FB-467A-8BF9-B80A0C35FEDB}"/>
              </a:ext>
            </a:extLst>
          </p:cNvPr>
          <p:cNvSpPr/>
          <p:nvPr userDrawn="1"/>
        </p:nvSpPr>
        <p:spPr>
          <a:xfrm>
            <a:off x="5814183" y="402558"/>
            <a:ext cx="5927511" cy="6003471"/>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1" name="Square">
            <a:extLst>
              <a:ext uri="{FF2B5EF4-FFF2-40B4-BE49-F238E27FC236}">
                <a16:creationId xmlns:a16="http://schemas.microsoft.com/office/drawing/2014/main" id="{C93C8C2E-66DD-E64F-BD60-42EBDC0E958E}"/>
              </a:ext>
            </a:extLst>
          </p:cNvPr>
          <p:cNvSpPr/>
          <p:nvPr userDrawn="1"/>
        </p:nvSpPr>
        <p:spPr>
          <a:xfrm>
            <a:off x="707513" y="2295859"/>
            <a:ext cx="318638" cy="318638"/>
          </a:xfrm>
          <a:prstGeom prst="rect">
            <a:avLst/>
          </a:prstGeom>
          <a:solidFill>
            <a:srgbClr val="004A86"/>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85A14FBD-B953-BA4F-8F83-DE73E3C37290}"/>
              </a:ext>
            </a:extLst>
          </p:cNvPr>
          <p:cNvSpPr/>
          <p:nvPr userDrawn="1"/>
        </p:nvSpPr>
        <p:spPr>
          <a:xfrm>
            <a:off x="533946" y="2122317"/>
            <a:ext cx="174318" cy="174318"/>
          </a:xfrm>
          <a:prstGeom prst="rect">
            <a:avLst/>
          </a:prstGeom>
          <a:solidFill>
            <a:srgbClr val="7BDE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7" name="Square">
            <a:extLst>
              <a:ext uri="{FF2B5EF4-FFF2-40B4-BE49-F238E27FC236}">
                <a16:creationId xmlns:a16="http://schemas.microsoft.com/office/drawing/2014/main" id="{59044771-2E3B-C941-8593-8E508F542287}"/>
              </a:ext>
            </a:extLst>
          </p:cNvPr>
          <p:cNvSpPr/>
          <p:nvPr userDrawn="1"/>
        </p:nvSpPr>
        <p:spPr>
          <a:xfrm>
            <a:off x="707513" y="2023075"/>
            <a:ext cx="98724" cy="98723"/>
          </a:xfrm>
          <a:prstGeom prst="rect">
            <a:avLst/>
          </a:prstGeom>
          <a:solidFill>
            <a:srgbClr val="B4F0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6" name="Content Placeholder 2">
            <a:extLst>
              <a:ext uri="{FF2B5EF4-FFF2-40B4-BE49-F238E27FC236}">
                <a16:creationId xmlns:a16="http://schemas.microsoft.com/office/drawing/2014/main" id="{2093C42A-FAA6-40D8-A663-DDDE456C16CF}"/>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Rectangle 13">
            <a:extLst>
              <a:ext uri="{FF2B5EF4-FFF2-40B4-BE49-F238E27FC236}">
                <a16:creationId xmlns:a16="http://schemas.microsoft.com/office/drawing/2014/main" id="{5C1E74A4-2107-4448-BA31-9630404A452B}"/>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9" name="Rectangle 18">
            <a:extLst>
              <a:ext uri="{FF2B5EF4-FFF2-40B4-BE49-F238E27FC236}">
                <a16:creationId xmlns:a16="http://schemas.microsoft.com/office/drawing/2014/main" id="{1DABA887-D95E-434F-B1E9-73FC7AE8C2A8}"/>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3" name="Title Text">
            <a:extLst>
              <a:ext uri="{FF2B5EF4-FFF2-40B4-BE49-F238E27FC236}">
                <a16:creationId xmlns:a16="http://schemas.microsoft.com/office/drawing/2014/main" id="{5E5861BF-901F-47D4-91BC-0B353503F232}"/>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8" name="Text Placeholder 3">
            <a:extLst>
              <a:ext uri="{FF2B5EF4-FFF2-40B4-BE49-F238E27FC236}">
                <a16:creationId xmlns:a16="http://schemas.microsoft.com/office/drawing/2014/main" id="{3BA33390-07D4-4E2C-BDA6-AE147B9075AE}"/>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848009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ub, Content Gray">
    <p:bg>
      <p:bgPr>
        <a:solidFill>
          <a:schemeClr val="bg1">
            <a:lumMod val="95000"/>
          </a:schemeClr>
        </a:solidFill>
        <a:effectLst/>
      </p:bgPr>
    </p:bg>
    <p:spTree>
      <p:nvGrpSpPr>
        <p:cNvPr id="1" name=""/>
        <p:cNvGrpSpPr/>
        <p:nvPr/>
      </p:nvGrpSpPr>
      <p:grpSpPr>
        <a:xfrm>
          <a:off x="0" y="0"/>
          <a:ext cx="0" cy="0"/>
          <a:chOff x="0" y="0"/>
          <a:chExt cx="0" cy="0"/>
        </a:xfrm>
      </p:grpSpPr>
      <p:sp>
        <p:nvSpPr>
          <p:cNvPr id="12" name="Square">
            <a:extLst>
              <a:ext uri="{FF2B5EF4-FFF2-40B4-BE49-F238E27FC236}">
                <a16:creationId xmlns:a16="http://schemas.microsoft.com/office/drawing/2014/main" id="{55D0C779-F23A-40CE-B4C7-842A10085F59}"/>
              </a:ext>
            </a:extLst>
          </p:cNvPr>
          <p:cNvSpPr/>
          <p:nvPr userDrawn="1"/>
        </p:nvSpPr>
        <p:spPr>
          <a:xfrm>
            <a:off x="11741697" y="6405280"/>
            <a:ext cx="450068" cy="450068"/>
          </a:xfrm>
          <a:prstGeom prst="rect">
            <a:avLst/>
          </a:prstGeom>
          <a:solidFill>
            <a:schemeClr val="bg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9" name="Rectangle">
            <a:extLst>
              <a:ext uri="{FF2B5EF4-FFF2-40B4-BE49-F238E27FC236}">
                <a16:creationId xmlns:a16="http://schemas.microsoft.com/office/drawing/2014/main" id="{1EFAB719-B3C2-4520-AFF9-4A06F169DB2B}"/>
              </a:ext>
            </a:extLst>
          </p:cNvPr>
          <p:cNvSpPr/>
          <p:nvPr userDrawn="1"/>
        </p:nvSpPr>
        <p:spPr>
          <a:xfrm>
            <a:off x="5814183" y="402558"/>
            <a:ext cx="5927511" cy="6003471"/>
          </a:xfrm>
          <a:prstGeom prst="rect">
            <a:avLst/>
          </a:prstGeom>
          <a:solidFill>
            <a:schemeClr val="bg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511" name="Rectangle"/>
          <p:cNvSpPr/>
          <p:nvPr/>
        </p:nvSpPr>
        <p:spPr>
          <a:xfrm>
            <a:off x="5815052" y="401865"/>
            <a:ext cx="5927511" cy="6003471"/>
          </a:xfrm>
          <a:prstGeom prst="rect">
            <a:avLst/>
          </a:prstGeom>
          <a:solidFill>
            <a:srgbClr val="FFFF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0" name="Content Placeholder 2">
            <a:extLst>
              <a:ext uri="{FF2B5EF4-FFF2-40B4-BE49-F238E27FC236}">
                <a16:creationId xmlns:a16="http://schemas.microsoft.com/office/drawing/2014/main" id="{D197FC80-1304-44AF-BD9E-CFB8D3B37C99}"/>
              </a:ext>
            </a:extLst>
          </p:cNvPr>
          <p:cNvSpPr>
            <a:spLocks noGrp="1"/>
          </p:cNvSpPr>
          <p:nvPr>
            <p:ph sz="quarter" idx="27"/>
          </p:nvPr>
        </p:nvSpPr>
        <p:spPr>
          <a:xfrm>
            <a:off x="6394450" y="1974850"/>
            <a:ext cx="4852988" cy="3703638"/>
          </a:xfrm>
        </p:spPr>
        <p:txBody>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itle Text">
            <a:extLst>
              <a:ext uri="{FF2B5EF4-FFF2-40B4-BE49-F238E27FC236}">
                <a16:creationId xmlns:a16="http://schemas.microsoft.com/office/drawing/2014/main" id="{1B60A262-0CE7-4C6B-B734-0B0EA0F1A4A3}"/>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t" anchorCtr="0">
            <a:noAutofit/>
          </a:bodyPr>
          <a:lstStyle>
            <a:lvl1pPr>
              <a:defRPr sz="4000">
                <a:solidFill>
                  <a:schemeClr val="bg2"/>
                </a:solidFill>
              </a:defRPr>
            </a:lvl1pPr>
          </a:lstStyle>
          <a:p>
            <a:r>
              <a:rPr lang="en-US"/>
              <a:t>Title Text Goes Here</a:t>
            </a:r>
          </a:p>
        </p:txBody>
      </p:sp>
      <p:sp>
        <p:nvSpPr>
          <p:cNvPr id="11" name="Text Placeholder 3">
            <a:extLst>
              <a:ext uri="{FF2B5EF4-FFF2-40B4-BE49-F238E27FC236}">
                <a16:creationId xmlns:a16="http://schemas.microsoft.com/office/drawing/2014/main" id="{7B80F0DD-816B-4E0B-8C85-8413DB8C70EF}"/>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2"/>
                </a:solidFill>
                <a:latin typeface="+mn-lt"/>
              </a:defRPr>
            </a:lvl1pPr>
            <a:lvl2pPr marL="228600" indent="0">
              <a:buNone/>
              <a:defRPr/>
            </a:lvl2pPr>
          </a:lstStyle>
          <a:p>
            <a:pPr lvl="0"/>
            <a:r>
              <a:rPr lang="en-US"/>
              <a:t>Click to edit Master text styles</a:t>
            </a:r>
          </a:p>
        </p:txBody>
      </p:sp>
      <p:sp>
        <p:nvSpPr>
          <p:cNvPr id="13" name="TextBox 12">
            <a:extLst>
              <a:ext uri="{FF2B5EF4-FFF2-40B4-BE49-F238E27FC236}">
                <a16:creationId xmlns:a16="http://schemas.microsoft.com/office/drawing/2014/main" id="{4578484E-3DC4-4DF6-819B-FDDDA6F166CB}"/>
              </a:ext>
            </a:extLst>
          </p:cNvPr>
          <p:cNvSpPr txBox="1"/>
          <p:nvPr userDrawn="1"/>
        </p:nvSpPr>
        <p:spPr>
          <a:xfrm>
            <a:off x="11908632" y="6579173"/>
            <a:ext cx="128240" cy="1231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800" b="0" i="0" u="none" strike="noStrike" cap="none" spc="0" normalizeH="0" baseline="0" smtClean="0">
                <a:ln>
                  <a:noFill/>
                </a:ln>
                <a:solidFill>
                  <a:schemeClr val="tx2"/>
                </a:solidFill>
                <a:effectLst/>
                <a:uFillTx/>
                <a:latin typeface="+mn-lt"/>
                <a:ea typeface="+mn-ea"/>
                <a:cs typeface="+mn-cs"/>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err="1">
              <a:ln>
                <a:noFill/>
              </a:ln>
              <a:solidFill>
                <a:schemeClr val="tx2"/>
              </a:solidFill>
              <a:effectLst/>
              <a:uFillTx/>
              <a:latin typeface="+mn-lt"/>
              <a:ea typeface="+mn-ea"/>
              <a:cs typeface="+mn-cs"/>
              <a:sym typeface="Helvetica Neue"/>
            </a:endParaRPr>
          </a:p>
        </p:txBody>
      </p:sp>
    </p:spTree>
    <p:extLst>
      <p:ext uri="{BB962C8B-B14F-4D97-AF65-F5344CB8AC3E}">
        <p14:creationId xmlns:p14="http://schemas.microsoft.com/office/powerpoint/2010/main" val="2949666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Blue 3">
    <p:bg>
      <p:bgPr>
        <a:solidFill>
          <a:schemeClr val="accent1"/>
        </a:solidFill>
        <a:effectLst/>
      </p:bgPr>
    </p:bg>
    <p:spTree>
      <p:nvGrpSpPr>
        <p:cNvPr id="1" name=""/>
        <p:cNvGrpSpPr/>
        <p:nvPr/>
      </p:nvGrpSpPr>
      <p:grpSpPr>
        <a:xfrm>
          <a:off x="0" y="0"/>
          <a:ext cx="0" cy="0"/>
          <a:chOff x="0" y="0"/>
          <a:chExt cx="0" cy="0"/>
        </a:xfrm>
      </p:grpSpPr>
      <p:sp>
        <p:nvSpPr>
          <p:cNvPr id="13" name="Content Placeholder 2">
            <a:extLst>
              <a:ext uri="{FF2B5EF4-FFF2-40B4-BE49-F238E27FC236}">
                <a16:creationId xmlns:a16="http://schemas.microsoft.com/office/drawing/2014/main" id="{DFE89D76-523B-456C-9EE9-BC9CB964E5C3}"/>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itle Text">
            <a:extLst>
              <a:ext uri="{FF2B5EF4-FFF2-40B4-BE49-F238E27FC236}">
                <a16:creationId xmlns:a16="http://schemas.microsoft.com/office/drawing/2014/main" id="{72D74CEB-BA0A-43F1-82CE-384185B612C9}"/>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1" name="Text Placeholder 3">
            <a:extLst>
              <a:ext uri="{FF2B5EF4-FFF2-40B4-BE49-F238E27FC236}">
                <a16:creationId xmlns:a16="http://schemas.microsoft.com/office/drawing/2014/main" id="{50F55EEA-3D90-42F4-B8D0-30E0374D2A5B}"/>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
        <p:nvSpPr>
          <p:cNvPr id="12" name="Rectangle 11">
            <a:extLst>
              <a:ext uri="{FF2B5EF4-FFF2-40B4-BE49-F238E27FC236}">
                <a16:creationId xmlns:a16="http://schemas.microsoft.com/office/drawing/2014/main" id="{84CCC3F4-FFF1-4AD9-8605-41A61B8926CF}"/>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4" name="Square">
            <a:extLst>
              <a:ext uri="{FF2B5EF4-FFF2-40B4-BE49-F238E27FC236}">
                <a16:creationId xmlns:a16="http://schemas.microsoft.com/office/drawing/2014/main" id="{C4A06178-9ACC-4082-8329-4A9A59924508}"/>
              </a:ext>
            </a:extLst>
          </p:cNvPr>
          <p:cNvSpPr/>
          <p:nvPr userDrawn="1"/>
        </p:nvSpPr>
        <p:spPr>
          <a:xfrm>
            <a:off x="11741697" y="6407185"/>
            <a:ext cx="450068" cy="450068"/>
          </a:xfrm>
          <a:prstGeom prst="rect">
            <a:avLst/>
          </a:prstGeom>
          <a:solidFill>
            <a:schemeClr val="accent1">
              <a:alpha val="50000"/>
            </a:schemeClr>
          </a:solidFill>
          <a:ln w="12700">
            <a:miter lim="400000"/>
          </a:ln>
        </p:spPr>
        <p:txBody>
          <a:bodyPr lIns="0" tIns="0" rIns="0" bIns="0" anchor="ctr"/>
          <a:lstStyle/>
          <a:p>
            <a:pPr defTabSz="412750">
              <a:defRPr sz="3200">
                <a:solidFill>
                  <a:srgbClr val="026FC5"/>
                </a:solidFill>
                <a:latin typeface="Helvetica Neue Medium"/>
                <a:ea typeface="Helvetica Neue Medium"/>
                <a:cs typeface="Helvetica Neue Medium"/>
                <a:sym typeface="Helvetica Neue Medium"/>
              </a:defRPr>
            </a:pPr>
            <a:endParaRPr sz="1600"/>
          </a:p>
        </p:txBody>
      </p:sp>
      <p:sp>
        <p:nvSpPr>
          <p:cNvPr id="20" name="TextBox 19">
            <a:extLst>
              <a:ext uri="{FF2B5EF4-FFF2-40B4-BE49-F238E27FC236}">
                <a16:creationId xmlns:a16="http://schemas.microsoft.com/office/drawing/2014/main" id="{DC922DFF-5663-40DE-9B54-4149EDB7740E}"/>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pic>
        <p:nvPicPr>
          <p:cNvPr id="22" name="Image" descr="Image">
            <a:extLst>
              <a:ext uri="{FF2B5EF4-FFF2-40B4-BE49-F238E27FC236}">
                <a16:creationId xmlns:a16="http://schemas.microsoft.com/office/drawing/2014/main" id="{E5997704-33EA-4D7D-8B55-E46DD2216814}"/>
              </a:ext>
            </a:extLst>
          </p:cNvPr>
          <p:cNvPicPr>
            <a:picLocks noChangeAspect="1"/>
          </p:cNvPicPr>
          <p:nvPr userDrawn="1"/>
        </p:nvPicPr>
        <p:blipFill>
          <a:blip r:embed="rId2"/>
          <a:stretch>
            <a:fillRect/>
          </a:stretch>
        </p:blipFill>
        <p:spPr>
          <a:xfrm>
            <a:off x="11151433" y="6543018"/>
            <a:ext cx="491250" cy="190501"/>
          </a:xfrm>
          <a:prstGeom prst="rect">
            <a:avLst/>
          </a:prstGeom>
          <a:ln w="12700">
            <a:miter lim="400000"/>
          </a:ln>
        </p:spPr>
      </p:pic>
      <p:sp>
        <p:nvSpPr>
          <p:cNvPr id="23" name="Rectangle 22">
            <a:extLst>
              <a:ext uri="{FF2B5EF4-FFF2-40B4-BE49-F238E27FC236}">
                <a16:creationId xmlns:a16="http://schemas.microsoft.com/office/drawing/2014/main" id="{3C3544D4-6B59-4B11-BC0E-2FD48F693641}"/>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24" name="Rectangle 23">
            <a:extLst>
              <a:ext uri="{FF2B5EF4-FFF2-40B4-BE49-F238E27FC236}">
                <a16:creationId xmlns:a16="http://schemas.microsoft.com/office/drawing/2014/main" id="{562FEA03-1122-4C36-ACD1-DA42FB8A03DC}"/>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5" name="Rectangle 24">
            <a:extLst>
              <a:ext uri="{FF2B5EF4-FFF2-40B4-BE49-F238E27FC236}">
                <a16:creationId xmlns:a16="http://schemas.microsoft.com/office/drawing/2014/main" id="{373D4EB9-5CAF-4B81-91EA-AD490D0B13E4}"/>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721394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Light Blue 2">
    <p:bg>
      <p:bgPr>
        <a:solidFill>
          <a:schemeClr val="accent2">
            <a:lumMod val="75000"/>
          </a:schemeClr>
        </a:solidFill>
        <a:effectLst/>
      </p:bgPr>
    </p:bg>
    <p:spTree>
      <p:nvGrpSpPr>
        <p:cNvPr id="1" name=""/>
        <p:cNvGrpSpPr/>
        <p:nvPr/>
      </p:nvGrpSpPr>
      <p:grpSpPr>
        <a:xfrm>
          <a:off x="0" y="0"/>
          <a:ext cx="0" cy="0"/>
          <a:chOff x="0" y="0"/>
          <a:chExt cx="0" cy="0"/>
        </a:xfrm>
      </p:grpSpPr>
      <p:sp>
        <p:nvSpPr>
          <p:cNvPr id="16" name="Content Placeholder 2">
            <a:extLst>
              <a:ext uri="{FF2B5EF4-FFF2-40B4-BE49-F238E27FC236}">
                <a16:creationId xmlns:a16="http://schemas.microsoft.com/office/drawing/2014/main" id="{2093C42A-FAA6-40D8-A663-DDDE456C16CF}"/>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itle Text">
            <a:extLst>
              <a:ext uri="{FF2B5EF4-FFF2-40B4-BE49-F238E27FC236}">
                <a16:creationId xmlns:a16="http://schemas.microsoft.com/office/drawing/2014/main" id="{6A03358B-3D25-4A6D-85E6-54F235A943A8}"/>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2" name="Text Placeholder 3">
            <a:extLst>
              <a:ext uri="{FF2B5EF4-FFF2-40B4-BE49-F238E27FC236}">
                <a16:creationId xmlns:a16="http://schemas.microsoft.com/office/drawing/2014/main" id="{F8EBE803-6659-42A1-A094-94B9EF7ABC2F}"/>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
        <p:nvSpPr>
          <p:cNvPr id="15" name="Rectangle 14">
            <a:extLst>
              <a:ext uri="{FF2B5EF4-FFF2-40B4-BE49-F238E27FC236}">
                <a16:creationId xmlns:a16="http://schemas.microsoft.com/office/drawing/2014/main" id="{DC0D4B91-0BAF-46EC-9A7C-9D57C3224A9C}"/>
              </a:ext>
            </a:extLst>
          </p:cNvPr>
          <p:cNvSpPr/>
          <p:nvPr userDrawn="1"/>
        </p:nvSpPr>
        <p:spPr>
          <a:xfrm>
            <a:off x="0" y="6407451"/>
            <a:ext cx="11736987"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7" name="TextBox 16">
            <a:extLst>
              <a:ext uri="{FF2B5EF4-FFF2-40B4-BE49-F238E27FC236}">
                <a16:creationId xmlns:a16="http://schemas.microsoft.com/office/drawing/2014/main" id="{4B30B67E-5DCD-4732-882C-64DE9CC86419}"/>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pic>
        <p:nvPicPr>
          <p:cNvPr id="18" name="Image" descr="Image">
            <a:extLst>
              <a:ext uri="{FF2B5EF4-FFF2-40B4-BE49-F238E27FC236}">
                <a16:creationId xmlns:a16="http://schemas.microsoft.com/office/drawing/2014/main" id="{2F70C4FC-7A21-4AFA-8998-5EAB2E19CBCA}"/>
              </a:ext>
            </a:extLst>
          </p:cNvPr>
          <p:cNvPicPr>
            <a:picLocks noChangeAspect="1"/>
          </p:cNvPicPr>
          <p:nvPr userDrawn="1"/>
        </p:nvPicPr>
        <p:blipFill>
          <a:blip r:embed="rId2"/>
          <a:stretch>
            <a:fillRect/>
          </a:stretch>
        </p:blipFill>
        <p:spPr>
          <a:xfrm>
            <a:off x="11151433" y="6543018"/>
            <a:ext cx="491250" cy="190501"/>
          </a:xfrm>
          <a:prstGeom prst="rect">
            <a:avLst/>
          </a:prstGeom>
          <a:ln w="12700">
            <a:miter lim="400000"/>
          </a:ln>
        </p:spPr>
      </p:pic>
      <p:sp>
        <p:nvSpPr>
          <p:cNvPr id="22" name="Rectangle 21">
            <a:extLst>
              <a:ext uri="{FF2B5EF4-FFF2-40B4-BE49-F238E27FC236}">
                <a16:creationId xmlns:a16="http://schemas.microsoft.com/office/drawing/2014/main" id="{8D716FF7-59F9-414F-85CD-8E23360D2B4C}"/>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24" name="Rectangle 23">
            <a:extLst>
              <a:ext uri="{FF2B5EF4-FFF2-40B4-BE49-F238E27FC236}">
                <a16:creationId xmlns:a16="http://schemas.microsoft.com/office/drawing/2014/main" id="{AD4273EB-E90B-42F7-8CE9-6A1713A08CA3}"/>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5" name="Rectangle 24">
            <a:extLst>
              <a:ext uri="{FF2B5EF4-FFF2-40B4-BE49-F238E27FC236}">
                <a16:creationId xmlns:a16="http://schemas.microsoft.com/office/drawing/2014/main" id="{F98FFA5B-1C6A-486A-A0FE-02206FCDC54A}"/>
              </a:ext>
            </a:extLst>
          </p:cNvPr>
          <p:cNvSpPr/>
          <p:nvPr userDrawn="1"/>
        </p:nvSpPr>
        <p:spPr>
          <a:xfrm rot="5400000">
            <a:off x="8758537" y="2978453"/>
            <a:ext cx="6407450"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2754727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amp; Sub White">
    <p:spTree>
      <p:nvGrpSpPr>
        <p:cNvPr id="1" name=""/>
        <p:cNvGrpSpPr/>
        <p:nvPr/>
      </p:nvGrpSpPr>
      <p:grpSpPr>
        <a:xfrm>
          <a:off x="0" y="0"/>
          <a:ext cx="0" cy="0"/>
          <a:chOff x="0" y="0"/>
          <a:chExt cx="0" cy="0"/>
        </a:xfrm>
      </p:grpSpPr>
      <p:graphicFrame>
        <p:nvGraphicFramePr>
          <p:cNvPr id="13" name="Chart 5">
            <a:extLst>
              <a:ext uri="{FF2B5EF4-FFF2-40B4-BE49-F238E27FC236}">
                <a16:creationId xmlns:a16="http://schemas.microsoft.com/office/drawing/2014/main" id="{F0529FEA-BEC4-644C-94EE-601D5BED26F3}"/>
              </a:ext>
            </a:extLst>
          </p:cNvPr>
          <p:cNvGraphicFramePr/>
          <p:nvPr userDrawn="1">
            <p:extLst>
              <p:ext uri="{D42A27DB-BD31-4B8C-83A1-F6EECF244321}">
                <p14:modId xmlns:p14="http://schemas.microsoft.com/office/powerpoint/2010/main" val="680995965"/>
              </p:ext>
            </p:extLst>
          </p:nvPr>
        </p:nvGraphicFramePr>
        <p:xfrm>
          <a:off x="7201593" y="1799047"/>
          <a:ext cx="3472287" cy="4025676"/>
        </p:xfrm>
        <a:graphic>
          <a:graphicData uri="http://schemas.openxmlformats.org/drawingml/2006/chart">
            <c:chart xmlns:c="http://schemas.openxmlformats.org/drawingml/2006/chart" xmlns:r="http://schemas.openxmlformats.org/officeDocument/2006/relationships" r:id="rId2"/>
          </a:graphicData>
        </a:graphic>
      </p:graphicFrame>
      <p:sp>
        <p:nvSpPr>
          <p:cNvPr id="10" name="Title Text">
            <a:extLst>
              <a:ext uri="{FF2B5EF4-FFF2-40B4-BE49-F238E27FC236}">
                <a16:creationId xmlns:a16="http://schemas.microsoft.com/office/drawing/2014/main" id="{0EA1A176-5931-41CA-86D5-15FC4398AA40}"/>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ctr" anchorCtr="0">
            <a:noAutofit/>
          </a:bodyPr>
          <a:lstStyle>
            <a:lvl1pPr algn="ctr">
              <a:defRPr sz="4800">
                <a:solidFill>
                  <a:schemeClr val="accent1"/>
                </a:solidFill>
              </a:defRPr>
            </a:lvl1pPr>
          </a:lstStyle>
          <a:p>
            <a:r>
              <a:rPr lang="en-US"/>
              <a:t>48pt Intel Clear Light Body. For content that is not a section, but has a big idea in text only.</a:t>
            </a:r>
          </a:p>
        </p:txBody>
      </p:sp>
      <p:sp>
        <p:nvSpPr>
          <p:cNvPr id="8" name="Rectangle 7">
            <a:extLst>
              <a:ext uri="{FF2B5EF4-FFF2-40B4-BE49-F238E27FC236}">
                <a16:creationId xmlns:a16="http://schemas.microsoft.com/office/drawing/2014/main" id="{597652EB-8B2D-46CC-B147-89A4C26A2D8F}"/>
              </a:ext>
            </a:extLst>
          </p:cNvPr>
          <p:cNvSpPr/>
          <p:nvPr userDrawn="1"/>
        </p:nvSpPr>
        <p:spPr>
          <a:xfrm>
            <a:off x="0" y="0"/>
            <a:ext cx="11736987"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9" name="Rectangle 8">
            <a:extLst>
              <a:ext uri="{FF2B5EF4-FFF2-40B4-BE49-F238E27FC236}">
                <a16:creationId xmlns:a16="http://schemas.microsoft.com/office/drawing/2014/main" id="{571A480A-B7B4-498C-9868-A91E2651D429}"/>
              </a:ext>
            </a:extLst>
          </p:cNvPr>
          <p:cNvSpPr/>
          <p:nvPr userDrawn="1"/>
        </p:nvSpPr>
        <p:spPr>
          <a:xfrm rot="5400000">
            <a:off x="-2978450" y="2978453"/>
            <a:ext cx="6407450"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511187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itle &amp; Sub Blue">
    <p:bg>
      <p:bgPr>
        <a:solidFill>
          <a:schemeClr val="tx2"/>
        </a:solidFill>
        <a:effectLst/>
      </p:bgPr>
    </p:bg>
    <p:spTree>
      <p:nvGrpSpPr>
        <p:cNvPr id="1" name=""/>
        <p:cNvGrpSpPr/>
        <p:nvPr/>
      </p:nvGrpSpPr>
      <p:grpSpPr>
        <a:xfrm>
          <a:off x="0" y="0"/>
          <a:ext cx="0" cy="0"/>
          <a:chOff x="0" y="0"/>
          <a:chExt cx="0" cy="0"/>
        </a:xfrm>
      </p:grpSpPr>
      <p:sp>
        <p:nvSpPr>
          <p:cNvPr id="860" name="Rectangle"/>
          <p:cNvSpPr/>
          <p:nvPr userDrawn="1"/>
        </p:nvSpPr>
        <p:spPr>
          <a:xfrm>
            <a:off x="471054" y="464127"/>
            <a:ext cx="11272494" cy="5944838"/>
          </a:xfrm>
          <a:prstGeom prst="rect">
            <a:avLst/>
          </a:prstGeom>
          <a:solidFill>
            <a:schemeClr val="accent1"/>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61" name="Square"/>
          <p:cNvSpPr/>
          <p:nvPr/>
        </p:nvSpPr>
        <p:spPr>
          <a:xfrm>
            <a:off x="11743603" y="6405281"/>
            <a:ext cx="448398" cy="452720"/>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8" name="Rectangle 7">
            <a:extLst>
              <a:ext uri="{FF2B5EF4-FFF2-40B4-BE49-F238E27FC236}">
                <a16:creationId xmlns:a16="http://schemas.microsoft.com/office/drawing/2014/main" id="{41A778AB-F6EC-4101-87E6-DECF7944E661}"/>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0" name="Title Text">
            <a:extLst>
              <a:ext uri="{FF2B5EF4-FFF2-40B4-BE49-F238E27FC236}">
                <a16:creationId xmlns:a16="http://schemas.microsoft.com/office/drawing/2014/main" id="{E400EEBB-F912-40CA-A759-DEFE15164979}"/>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ctr" anchorCtr="0">
            <a:noAutofit/>
          </a:bodyPr>
          <a:lstStyle>
            <a:lvl1pPr algn="ctr">
              <a:defRPr sz="4800">
                <a:solidFill>
                  <a:schemeClr val="bg1"/>
                </a:solidFill>
              </a:defRPr>
            </a:lvl1pPr>
          </a:lstStyle>
          <a:p>
            <a:r>
              <a:rPr lang="en-US"/>
              <a:t>48pt Intel Clear Light Body. For content that is not a section, but has a big idea in text only.</a:t>
            </a:r>
          </a:p>
        </p:txBody>
      </p:sp>
    </p:spTree>
    <p:extLst>
      <p:ext uri="{BB962C8B-B14F-4D97-AF65-F5344CB8AC3E}">
        <p14:creationId xmlns:p14="http://schemas.microsoft.com/office/powerpoint/2010/main" val="4037652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itle &amp; Sub Light Blue">
    <p:bg>
      <p:bgPr>
        <a:solidFill>
          <a:srgbClr val="00C7FD"/>
        </a:solidFill>
        <a:effectLst/>
      </p:bgPr>
    </p:bg>
    <p:spTree>
      <p:nvGrpSpPr>
        <p:cNvPr id="1" name=""/>
        <p:cNvGrpSpPr/>
        <p:nvPr/>
      </p:nvGrpSpPr>
      <p:grpSpPr>
        <a:xfrm>
          <a:off x="0" y="0"/>
          <a:ext cx="0" cy="0"/>
          <a:chOff x="0" y="0"/>
          <a:chExt cx="0" cy="0"/>
        </a:xfrm>
      </p:grpSpPr>
      <p:sp>
        <p:nvSpPr>
          <p:cNvPr id="860" name="Rectangle"/>
          <p:cNvSpPr/>
          <p:nvPr userDrawn="1"/>
        </p:nvSpPr>
        <p:spPr>
          <a:xfrm>
            <a:off x="471054" y="464127"/>
            <a:ext cx="11272494" cy="5944838"/>
          </a:xfrm>
          <a:prstGeom prst="rect">
            <a:avLst/>
          </a:prstGeom>
          <a:solidFill>
            <a:schemeClr val="accent2">
              <a:lumMod val="75000"/>
            </a:schemeClr>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61" name="Square"/>
          <p:cNvSpPr/>
          <p:nvPr/>
        </p:nvSpPr>
        <p:spPr>
          <a:xfrm>
            <a:off x="11743603" y="6405281"/>
            <a:ext cx="448398" cy="452720"/>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8" name="Rectangle 7">
            <a:extLst>
              <a:ext uri="{FF2B5EF4-FFF2-40B4-BE49-F238E27FC236}">
                <a16:creationId xmlns:a16="http://schemas.microsoft.com/office/drawing/2014/main" id="{52E60B70-5DF3-4398-B558-301661292DFC}"/>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9" name="Rectangle 8">
            <a:extLst>
              <a:ext uri="{FF2B5EF4-FFF2-40B4-BE49-F238E27FC236}">
                <a16:creationId xmlns:a16="http://schemas.microsoft.com/office/drawing/2014/main" id="{EC2CF38D-B95A-4CD5-8F7D-86EA9C709AD4}"/>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10" name="Title Text">
            <a:extLst>
              <a:ext uri="{FF2B5EF4-FFF2-40B4-BE49-F238E27FC236}">
                <a16:creationId xmlns:a16="http://schemas.microsoft.com/office/drawing/2014/main" id="{93B25211-1805-4C17-8545-7E02A6786392}"/>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ctr" anchorCtr="0">
            <a:noAutofit/>
          </a:bodyPr>
          <a:lstStyle>
            <a:lvl1pPr algn="ctr">
              <a:defRPr sz="4800">
                <a:solidFill>
                  <a:schemeClr val="bg1"/>
                </a:solidFill>
              </a:defRPr>
            </a:lvl1pPr>
          </a:lstStyle>
          <a:p>
            <a:r>
              <a:rPr lang="en-US"/>
              <a:t>48pt Intel Clear Light Body. For content that is not a section, but has a big idea in text only.</a:t>
            </a:r>
          </a:p>
        </p:txBody>
      </p:sp>
    </p:spTree>
    <p:extLst>
      <p:ext uri="{BB962C8B-B14F-4D97-AF65-F5344CB8AC3E}">
        <p14:creationId xmlns:p14="http://schemas.microsoft.com/office/powerpoint/2010/main" val="3163764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End Slide">
    <p:bg>
      <p:bgPr>
        <a:solidFill>
          <a:schemeClr val="accent1"/>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BDA94F2D-B7BD-4CE9-A606-F00802F3131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099949" y="2409775"/>
            <a:ext cx="4080108" cy="1521396"/>
          </a:xfrm>
          <a:prstGeom prst="rect">
            <a:avLst/>
          </a:prstGeom>
        </p:spPr>
      </p:pic>
      <p:sp>
        <p:nvSpPr>
          <p:cNvPr id="15" name="TextBox 14">
            <a:extLst>
              <a:ext uri="{FF2B5EF4-FFF2-40B4-BE49-F238E27FC236}">
                <a16:creationId xmlns:a16="http://schemas.microsoft.com/office/drawing/2014/main" id="{3F655609-5439-9C4A-8F0D-9AB5A1AAC9A3}"/>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6" name="Rectangle 5">
            <a:extLst>
              <a:ext uri="{FF2B5EF4-FFF2-40B4-BE49-F238E27FC236}">
                <a16:creationId xmlns:a16="http://schemas.microsoft.com/office/drawing/2014/main" id="{69112354-342E-49CE-8E3C-E078BBE1ADF7}"/>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7" name="Rectangle 6">
            <a:extLst>
              <a:ext uri="{FF2B5EF4-FFF2-40B4-BE49-F238E27FC236}">
                <a16:creationId xmlns:a16="http://schemas.microsoft.com/office/drawing/2014/main" id="{CD21D8AD-9194-4DBA-8221-7F294421810B}"/>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0083188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
        <p:nvSpPr>
          <p:cNvPr id="5" name="Text Placeholder 5">
            <a:extLst>
              <a:ext uri="{FF2B5EF4-FFF2-40B4-BE49-F238E27FC236}">
                <a16:creationId xmlns:a16="http://schemas.microsoft.com/office/drawing/2014/main" id="{16E4A77F-3921-494A-A1C7-9B634810D61A}"/>
              </a:ext>
            </a:extLst>
          </p:cNvPr>
          <p:cNvSpPr>
            <a:spLocks noGrp="1"/>
          </p:cNvSpPr>
          <p:nvPr>
            <p:ph type="body" sz="quarter" idx="10"/>
          </p:nvPr>
        </p:nvSpPr>
        <p:spPr>
          <a:xfrm>
            <a:off x="609600" y="1072342"/>
            <a:ext cx="10972800" cy="5116793"/>
          </a:xfrm>
        </p:spPr>
        <p:txBody>
          <a:bodyPr/>
          <a:lstStyle>
            <a:lvl1pPr>
              <a:lnSpc>
                <a:spcPct val="100000"/>
              </a:lnSpc>
              <a:spcBef>
                <a:spcPts val="600"/>
              </a:spcBef>
              <a:defRPr/>
            </a:lvl1pPr>
            <a:lvl2pPr>
              <a:lnSpc>
                <a:spcPct val="100000"/>
              </a:lnSpc>
              <a:spcBef>
                <a:spcPts val="600"/>
              </a:spcBef>
              <a:buClrTx/>
              <a:defRPr sz="2600">
                <a:solidFill>
                  <a:schemeClr val="bg1"/>
                </a:solidFill>
              </a:defRPr>
            </a:lvl2pPr>
            <a:lvl3pPr>
              <a:lnSpc>
                <a:spcPct val="100000"/>
              </a:lnSpc>
              <a:spcBef>
                <a:spcPts val="600"/>
              </a:spcBef>
              <a:buClrTx/>
              <a:defRPr>
                <a:solidFill>
                  <a:schemeClr val="bg1"/>
                </a:solidFill>
              </a:defRPr>
            </a:lvl3pPr>
            <a:lvl5pPr>
              <a:defRPr sz="2000"/>
            </a:lvl5pPr>
          </a:lstStyle>
          <a:p>
            <a:pPr lvl="0"/>
            <a:r>
              <a:rPr lang="en-US"/>
              <a:t>Click to edit Master text styles</a:t>
            </a:r>
          </a:p>
          <a:p>
            <a:pPr lvl="1"/>
            <a:r>
              <a:rPr lang="en-US"/>
              <a:t>Second level</a:t>
            </a:r>
          </a:p>
          <a:p>
            <a:pPr lvl="2"/>
            <a:r>
              <a:rPr lang="en-US"/>
              <a:t>Third level</a:t>
            </a:r>
          </a:p>
        </p:txBody>
      </p:sp>
      <p:sp>
        <p:nvSpPr>
          <p:cNvPr id="4" name="Rectangle 19">
            <a:extLst>
              <a:ext uri="{FF2B5EF4-FFF2-40B4-BE49-F238E27FC236}">
                <a16:creationId xmlns:a16="http://schemas.microsoft.com/office/drawing/2014/main" id="{A59F6A75-BA60-4850-A917-21334D6F90CF}"/>
              </a:ext>
            </a:extLst>
          </p:cNvPr>
          <p:cNvSpPr>
            <a:spLocks noGrp="1" noChangeArrowheads="1"/>
          </p:cNvSpPr>
          <p:nvPr>
            <p:ph type="title" hasCustomPrompt="1"/>
          </p:nvPr>
        </p:nvSpPr>
        <p:spPr bwMode="auto">
          <a:xfrm>
            <a:off x="609600" y="436726"/>
            <a:ext cx="10972800" cy="510925"/>
          </a:xfrm>
          <a:prstGeom prst="rect">
            <a:avLst/>
          </a:prstGeom>
          <a:noFill/>
          <a:ln w="9525">
            <a:noFill/>
            <a:miter lim="800000"/>
            <a:headEnd/>
            <a:tailEnd/>
          </a:ln>
          <a:effectLst/>
        </p:spPr>
        <p:txBody>
          <a:bodyPr vert="horz" wrap="square" lIns="80185" tIns="40092" rIns="80185" bIns="40092" numCol="1" anchor="ctr" anchorCtr="0" compatLnSpc="1">
            <a:prstTxWarp prst="textNoShape">
              <a:avLst/>
            </a:prstTxWarp>
          </a:bodyPr>
          <a:lstStyle>
            <a:lvl1pPr>
              <a:lnSpc>
                <a:spcPct val="100000"/>
              </a:lnSpc>
              <a:defRPr sz="3200"/>
            </a:lvl1pPr>
          </a:lstStyle>
          <a:p>
            <a:pPr lvl="0"/>
            <a:r>
              <a:rPr lang="en-US" dirty="0"/>
              <a:t>Click to edit master title style</a:t>
            </a:r>
          </a:p>
        </p:txBody>
      </p:sp>
    </p:spTree>
    <p:extLst>
      <p:ext uri="{BB962C8B-B14F-4D97-AF65-F5344CB8AC3E}">
        <p14:creationId xmlns:p14="http://schemas.microsoft.com/office/powerpoint/2010/main" val="1157649196"/>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p:txBody>
          <a:bodyPr lIns="0" tIns="0" rIns="0" bIns="0"/>
          <a:lstStyle>
            <a:lvl1pPr>
              <a:defRPr sz="1067" b="0" i="0">
                <a:solidFill>
                  <a:schemeClr val="bg1"/>
                </a:solidFill>
                <a:latin typeface="Intel Clear"/>
                <a:cs typeface="Intel Clear"/>
              </a:defRPr>
            </a:lvl1pPr>
          </a:lstStyle>
          <a:p>
            <a:pPr marL="33866">
              <a:lnSpc>
                <a:spcPct val="100000"/>
              </a:lnSpc>
            </a:pPr>
            <a:fld id="{81D60167-4931-47E6-BA6A-407CBD079E47}" type="slidenum">
              <a:rPr dirty="0"/>
              <a:pPr marL="33866">
                <a:lnSpc>
                  <a:spcPct val="100000"/>
                </a:lnSpc>
              </a:pPr>
              <a:t>‹#›</a:t>
            </a:fld>
            <a:endParaRPr dirty="0"/>
          </a:p>
        </p:txBody>
      </p:sp>
    </p:spTree>
    <p:extLst>
      <p:ext uri="{BB962C8B-B14F-4D97-AF65-F5344CB8AC3E}">
        <p14:creationId xmlns:p14="http://schemas.microsoft.com/office/powerpoint/2010/main" val="16463811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2.sv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1C80E488-8534-4743-924A-62CA17A7A192}"/>
              </a:ext>
            </a:extLst>
          </p:cNvPr>
          <p:cNvSpPr/>
          <p:nvPr userDrawn="1"/>
        </p:nvSpPr>
        <p:spPr>
          <a:xfrm>
            <a:off x="0" y="6407451"/>
            <a:ext cx="11736987"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2" name="Rectangle 11">
            <a:extLst>
              <a:ext uri="{FF2B5EF4-FFF2-40B4-BE49-F238E27FC236}">
                <a16:creationId xmlns:a16="http://schemas.microsoft.com/office/drawing/2014/main" id="{5F27ABEE-91E1-420E-AD52-066ECB7CBDFC}"/>
              </a:ext>
            </a:extLst>
          </p:cNvPr>
          <p:cNvSpPr/>
          <p:nvPr userDrawn="1"/>
        </p:nvSpPr>
        <p:spPr>
          <a:xfrm rot="5400000">
            <a:off x="8758537" y="2978453"/>
            <a:ext cx="6407450"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3" name="Body Level One…"/>
          <p:cNvSpPr txBox="1">
            <a:spLocks noGrp="1"/>
          </p:cNvSpPr>
          <p:nvPr>
            <p:ph type="body" idx="1"/>
          </p:nvPr>
        </p:nvSpPr>
        <p:spPr>
          <a:xfrm>
            <a:off x="592915" y="1524000"/>
            <a:ext cx="10972801" cy="4724402"/>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rmAutofit/>
          </a:bodyPr>
          <a:lstStyle/>
          <a:p>
            <a:r>
              <a:rPr lang="en-US" dirty="0"/>
              <a:t>Body copy Intel clear light 28 point</a:t>
            </a:r>
          </a:p>
          <a:p>
            <a:pPr lvl="1"/>
            <a:r>
              <a:rPr lang="en-US" dirty="0"/>
              <a:t>Sub Bullet one 24 point</a:t>
            </a:r>
          </a:p>
          <a:p>
            <a:pPr lvl="2"/>
            <a:r>
              <a:rPr lang="en-US" dirty="0"/>
              <a:t>Sub Bullet two 20 point</a:t>
            </a:r>
          </a:p>
          <a:p>
            <a:pPr lvl="3"/>
            <a:r>
              <a:rPr lang="en-US" dirty="0"/>
              <a:t>Sub Bullet three 18 point</a:t>
            </a:r>
          </a:p>
          <a:p>
            <a:pPr lvl="4"/>
            <a:r>
              <a:rPr lang="en-US" dirty="0"/>
              <a:t>Sub Bullet four 16 point</a:t>
            </a:r>
            <a:br>
              <a:rPr lang="en-US" dirty="0"/>
            </a:br>
            <a:endParaRPr lang="en-US" dirty="0"/>
          </a:p>
          <a:p>
            <a:pPr lvl="2"/>
            <a:endParaRPr dirty="0"/>
          </a:p>
        </p:txBody>
      </p:sp>
      <p:sp>
        <p:nvSpPr>
          <p:cNvPr id="4" name="Title Text"/>
          <p:cNvSpPr txBox="1">
            <a:spLocks noGrp="1"/>
          </p:cNvSpPr>
          <p:nvPr>
            <p:ph type="title"/>
          </p:nvPr>
        </p:nvSpPr>
        <p:spPr>
          <a:xfrm>
            <a:off x="592916" y="571500"/>
            <a:ext cx="10972801" cy="883673"/>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p>
            <a:r>
              <a:rPr lang="en-US" dirty="0"/>
              <a:t>40pt Intel Clear Light Text Goes Here</a:t>
            </a:r>
            <a:endParaRPr dirty="0"/>
          </a:p>
        </p:txBody>
      </p:sp>
      <p:sp>
        <p:nvSpPr>
          <p:cNvPr id="2" name="Rectangle 1">
            <a:extLst>
              <a:ext uri="{FF2B5EF4-FFF2-40B4-BE49-F238E27FC236}">
                <a16:creationId xmlns:a16="http://schemas.microsoft.com/office/drawing/2014/main" id="{6D33D527-2918-4752-A9A7-0BDBA010BB39}"/>
              </a:ext>
            </a:extLst>
          </p:cNvPr>
          <p:cNvSpPr/>
          <p:nvPr userDrawn="1"/>
        </p:nvSpPr>
        <p:spPr>
          <a:xfrm>
            <a:off x="5428991" y="6562504"/>
            <a:ext cx="1334020" cy="245324"/>
          </a:xfrm>
          <a:prstGeom prst="rect">
            <a:avLst/>
          </a:prstGeom>
        </p:spPr>
        <p:txBody>
          <a:bodyPr wrap="none">
            <a:spAutoFit/>
          </a:bodyPr>
          <a:lstStyle/>
          <a:p>
            <a:pPr algn="ctr"/>
            <a:r>
              <a:rPr lang="en-US" sz="1100" b="1">
                <a:solidFill>
                  <a:schemeClr val="bg2"/>
                </a:solidFill>
              </a:rPr>
              <a:t>Intel Confidential</a:t>
            </a:r>
          </a:p>
        </p:txBody>
      </p:sp>
      <p:pic>
        <p:nvPicPr>
          <p:cNvPr id="6" name="Graphic 5">
            <a:extLst>
              <a:ext uri="{FF2B5EF4-FFF2-40B4-BE49-F238E27FC236}">
                <a16:creationId xmlns:a16="http://schemas.microsoft.com/office/drawing/2014/main" id="{DCACDBB0-BD96-446C-8F63-C56E4AA10FBD}"/>
              </a:ext>
            </a:extLst>
          </p:cNvPr>
          <p:cNvPicPr>
            <a:picLocks noChangeAspect="1"/>
          </p:cNvPicPr>
          <p:nvPr userDrawn="1"/>
        </p:nvPicPr>
        <p:blipFill>
          <a:blip r:embed="rId30">
            <a:extLst>
              <a:ext uri="{96DAC541-7B7A-43D3-8B79-37D633B846F1}">
                <asvg:svgBlip xmlns:asvg="http://schemas.microsoft.com/office/drawing/2016/SVG/main" r:embed="rId31"/>
              </a:ext>
            </a:extLst>
          </a:blip>
          <a:stretch>
            <a:fillRect/>
          </a:stretch>
        </p:blipFill>
        <p:spPr>
          <a:xfrm>
            <a:off x="11137466" y="6554735"/>
            <a:ext cx="476084" cy="177524"/>
          </a:xfrm>
          <a:prstGeom prst="rect">
            <a:avLst/>
          </a:prstGeom>
        </p:spPr>
      </p:pic>
      <p:sp>
        <p:nvSpPr>
          <p:cNvPr id="9" name="TextBox 8">
            <a:extLst>
              <a:ext uri="{FF2B5EF4-FFF2-40B4-BE49-F238E27FC236}">
                <a16:creationId xmlns:a16="http://schemas.microsoft.com/office/drawing/2014/main" id="{51520E06-BF98-49FF-91DB-15EBE855DD9E}"/>
              </a:ext>
            </a:extLst>
          </p:cNvPr>
          <p:cNvSpPr txBox="1"/>
          <p:nvPr userDrawn="1"/>
        </p:nvSpPr>
        <p:spPr>
          <a:xfrm>
            <a:off x="11908632" y="6579173"/>
            <a:ext cx="128240" cy="1231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800" b="0" i="0" u="none" strike="noStrike" cap="none" spc="0" normalizeH="0" baseline="0" smtClean="0">
                <a:ln>
                  <a:noFill/>
                </a:ln>
                <a:solidFill>
                  <a:schemeClr val="bg2"/>
                </a:solidFill>
                <a:effectLst/>
                <a:uFillTx/>
                <a:latin typeface="+mn-lt"/>
                <a:ea typeface="+mn-ea"/>
                <a:cs typeface="+mn-cs"/>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err="1">
              <a:ln>
                <a:noFill/>
              </a:ln>
              <a:solidFill>
                <a:schemeClr val="bg2"/>
              </a:solidFill>
              <a:effectLst/>
              <a:uFillTx/>
              <a:latin typeface="+mn-lt"/>
              <a:ea typeface="+mn-ea"/>
              <a:cs typeface="+mn-cs"/>
              <a:sym typeface="Helvetica Neue"/>
            </a:endParaRPr>
          </a:p>
        </p:txBody>
      </p:sp>
    </p:spTree>
  </p:cSld>
  <p:clrMap bg1="lt1" tx1="dk1" bg2="lt2" tx2="dk2" accent1="accent1" accent2="accent2" accent3="accent3" accent4="accent4" accent5="accent5" accent6="accent6" hlink="hlink" folHlink="folHlink"/>
  <p:sldLayoutIdLst>
    <p:sldLayoutId id="2147483719" r:id="rId1"/>
    <p:sldLayoutId id="2147483767" r:id="rId2"/>
    <p:sldLayoutId id="2147483766" r:id="rId3"/>
    <p:sldLayoutId id="2147483756" r:id="rId4"/>
    <p:sldLayoutId id="2147483759" r:id="rId5"/>
    <p:sldLayoutId id="2147483755" r:id="rId6"/>
    <p:sldLayoutId id="2147483722" r:id="rId7"/>
    <p:sldLayoutId id="2147483778" r:id="rId8"/>
    <p:sldLayoutId id="2147483724" r:id="rId9"/>
    <p:sldLayoutId id="2147483751" r:id="rId10"/>
    <p:sldLayoutId id="2147483730" r:id="rId11"/>
    <p:sldLayoutId id="2147483754" r:id="rId12"/>
    <p:sldLayoutId id="2147483761" r:id="rId13"/>
    <p:sldLayoutId id="2147483749" r:id="rId14"/>
    <p:sldLayoutId id="2147483746" r:id="rId15"/>
    <p:sldLayoutId id="2147483747" r:id="rId16"/>
    <p:sldLayoutId id="2147483769" r:id="rId17"/>
    <p:sldLayoutId id="2147483768" r:id="rId18"/>
    <p:sldLayoutId id="2147483723" r:id="rId19"/>
    <p:sldLayoutId id="2147483770" r:id="rId20"/>
    <p:sldLayoutId id="2147483771" r:id="rId21"/>
    <p:sldLayoutId id="2147483772" r:id="rId22"/>
    <p:sldLayoutId id="2147483745" r:id="rId23"/>
    <p:sldLayoutId id="2147483780" r:id="rId24"/>
    <p:sldLayoutId id="2147483744" r:id="rId25"/>
    <p:sldLayoutId id="2147483750" r:id="rId26"/>
    <p:sldLayoutId id="2147483782" r:id="rId27"/>
    <p:sldLayoutId id="2147483783" r:id="rId28"/>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marL="0" marR="0" indent="0" algn="l" defTabSz="609600" latinLnBrk="0">
        <a:lnSpc>
          <a:spcPct val="90000"/>
        </a:lnSpc>
        <a:spcBef>
          <a:spcPts val="0"/>
        </a:spcBef>
        <a:spcAft>
          <a:spcPts val="0"/>
        </a:spcAft>
        <a:buClrTx/>
        <a:buSzTx/>
        <a:buFontTx/>
        <a:buNone/>
        <a:tabLst/>
        <a:defRPr sz="4000" b="0" i="0" u="none" strike="noStrike" cap="none" spc="0" baseline="0">
          <a:solidFill>
            <a:schemeClr val="tx1"/>
          </a:solidFill>
          <a:uFillTx/>
          <a:latin typeface="Intel Clear" panose="020B0604020203020204" pitchFamily="34" charset="0"/>
          <a:ea typeface="Intel Clear" panose="020B0604020203020204" pitchFamily="34" charset="0"/>
          <a:cs typeface="Intel Clear" panose="020B0604020203020204" pitchFamily="34" charset="0"/>
          <a:sym typeface="Helvetica"/>
        </a:defRPr>
      </a:lvl1pPr>
      <a:lvl2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2pPr>
      <a:lvl3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3pPr>
      <a:lvl4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4pPr>
      <a:lvl5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5pPr>
      <a:lvl6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6pPr>
      <a:lvl7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7pPr>
      <a:lvl8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8pPr>
      <a:lvl9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9pPr>
    </p:titleStyle>
    <p:bodyStyle>
      <a:lvl1pPr marL="228600" marR="0" indent="-228600" algn="l" defTabSz="609600" latinLnBrk="0">
        <a:lnSpc>
          <a:spcPct val="100000"/>
        </a:lnSpc>
        <a:spcBef>
          <a:spcPts val="1200"/>
        </a:spcBef>
        <a:spcAft>
          <a:spcPts val="0"/>
        </a:spcAft>
        <a:buClrTx/>
        <a:buSzTx/>
        <a:buFont typeface="Wingdings" pitchFamily="2" charset="2"/>
        <a:buChar char="§"/>
        <a:tabLst/>
        <a:defRPr sz="2800" b="0" i="0" u="none" strike="noStrike" cap="none" spc="0" baseline="0">
          <a:solidFill>
            <a:schemeClr val="bg2"/>
          </a:solidFill>
          <a:uFillTx/>
          <a:latin typeface="+mj-lt"/>
          <a:ea typeface="Intel Clear Light" panose="020B0404020203020204" pitchFamily="34" charset="0"/>
          <a:cs typeface="Intel Clear Light" panose="020B0404020203020204" pitchFamily="34" charset="0"/>
          <a:sym typeface="Helvetica"/>
        </a:defRPr>
      </a:lvl1pPr>
      <a:lvl2pPr marL="431800" marR="0" indent="-203200" algn="l" defTabSz="609600" latinLnBrk="0">
        <a:lnSpc>
          <a:spcPct val="100000"/>
        </a:lnSpc>
        <a:spcBef>
          <a:spcPts val="1200"/>
        </a:spcBef>
        <a:spcAft>
          <a:spcPts val="0"/>
        </a:spcAft>
        <a:buClrTx/>
        <a:buSzTx/>
        <a:buFont typeface="Arial" panose="020B0604020202020204" pitchFamily="34" charset="0"/>
        <a:buChar char="•"/>
        <a:tabLst/>
        <a:defRPr sz="2400" b="0" i="0" u="none" strike="noStrike" cap="none" spc="0" baseline="0">
          <a:solidFill>
            <a:schemeClr val="bg2"/>
          </a:solidFill>
          <a:uFillTx/>
          <a:latin typeface="+mj-lt"/>
          <a:ea typeface="Intel Clear Light" panose="020B0404020203020204" pitchFamily="34" charset="0"/>
          <a:cs typeface="Intel Clear Light" panose="020B0404020203020204" pitchFamily="34" charset="0"/>
          <a:sym typeface="Helvetica"/>
        </a:defRPr>
      </a:lvl2pPr>
      <a:lvl3pPr marL="686594" marR="0" indent="-197644" algn="l" defTabSz="609600" latinLnBrk="0">
        <a:lnSpc>
          <a:spcPct val="100000"/>
        </a:lnSpc>
        <a:spcBef>
          <a:spcPts val="1200"/>
        </a:spcBef>
        <a:spcAft>
          <a:spcPts val="0"/>
        </a:spcAft>
        <a:buClrTx/>
        <a:buSzTx/>
        <a:buFont typeface="Arial" panose="020B0604020202020204" pitchFamily="34" charset="0"/>
        <a:buChar char="•"/>
        <a:tabLst/>
        <a:defRPr sz="1800" b="0" i="0" u="none" strike="noStrike" cap="none" spc="0" baseline="0">
          <a:solidFill>
            <a:schemeClr val="bg2"/>
          </a:solidFill>
          <a:uFillTx/>
          <a:latin typeface="+mj-lt"/>
          <a:ea typeface="Intel Clear Light" panose="020B0404020203020204" pitchFamily="34" charset="0"/>
          <a:cs typeface="Intel Clear Light" panose="020B0404020203020204" pitchFamily="34" charset="0"/>
          <a:sym typeface="Helvetica"/>
        </a:defRPr>
      </a:lvl3pPr>
      <a:lvl4pPr marL="919957" marR="0" indent="-228600" algn="l" defTabSz="609600" latinLnBrk="0">
        <a:lnSpc>
          <a:spcPct val="100000"/>
        </a:lnSpc>
        <a:spcBef>
          <a:spcPts val="1200"/>
        </a:spcBef>
        <a:spcAft>
          <a:spcPts val="0"/>
        </a:spcAft>
        <a:buClrTx/>
        <a:buSzTx/>
        <a:buFont typeface="Arial" panose="020B0604020202020204" pitchFamily="34" charset="0"/>
        <a:buChar char="•"/>
        <a:tabLst/>
        <a:defRPr sz="1800" b="0" i="0" u="none" strike="noStrike" cap="none" spc="0" baseline="0">
          <a:solidFill>
            <a:schemeClr val="bg2"/>
          </a:solidFill>
          <a:uFillTx/>
          <a:latin typeface="+mj-lt"/>
          <a:ea typeface="Intel Clear Light" panose="020B0404020203020204" pitchFamily="34" charset="0"/>
          <a:cs typeface="Intel Clear Light" panose="020B0404020203020204" pitchFamily="34" charset="0"/>
          <a:sym typeface="Helvetica"/>
        </a:defRPr>
      </a:lvl4pPr>
      <a:lvl5pPr marL="1148557" marR="0" indent="-228600" algn="l" defTabSz="609600" latinLnBrk="0">
        <a:lnSpc>
          <a:spcPct val="100000"/>
        </a:lnSpc>
        <a:spcBef>
          <a:spcPts val="1200"/>
        </a:spcBef>
        <a:spcAft>
          <a:spcPts val="0"/>
        </a:spcAft>
        <a:buClrTx/>
        <a:buSzTx/>
        <a:buFont typeface="Arial" panose="020B0604020202020204" pitchFamily="34" charset="0"/>
        <a:buChar char="•"/>
        <a:tabLst/>
        <a:defRPr sz="1600" b="0" i="0" u="none" strike="noStrike" cap="none" spc="0" baseline="0">
          <a:solidFill>
            <a:schemeClr val="bg2"/>
          </a:solidFill>
          <a:uFillTx/>
          <a:latin typeface="+mj-lt"/>
          <a:ea typeface="Intel Clear Light" panose="020B0404020203020204" pitchFamily="34" charset="0"/>
          <a:cs typeface="Intel Clear Light" panose="020B0404020203020204" pitchFamily="34" charset="0"/>
          <a:sym typeface="Helvetica"/>
        </a:defRPr>
      </a:lvl5pPr>
      <a:lvl6pPr marL="0" marR="0" indent="5715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6pPr>
      <a:lvl7pPr marL="0" marR="0" indent="6858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7pPr>
      <a:lvl8pPr marL="0" marR="0" indent="8001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8pPr>
      <a:lvl9pPr marL="0" marR="0" indent="9144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9pPr>
    </p:bodyStyle>
    <p:otherStyle>
      <a:lvl1pPr marL="0" marR="0" indent="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1pPr>
      <a:lvl2pPr marL="0" marR="0" indent="2286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2pPr>
      <a:lvl3pPr marL="0" marR="0" indent="4572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3pPr>
      <a:lvl4pPr marL="0" marR="0" indent="6858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4pPr>
      <a:lvl5pPr marL="0" marR="0" indent="9144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5pPr>
      <a:lvl6pPr marL="0" marR="0" indent="11430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6pPr>
      <a:lvl7pPr marL="0" marR="0" indent="13716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7pPr>
      <a:lvl8pPr marL="0" marR="0" indent="16002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8pPr>
      <a:lvl9pPr marL="0" marR="0" indent="18288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4.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notesSlide" Target="../notesSlides/notesSlide2.xml"/><Relationship Id="rId1" Type="http://schemas.openxmlformats.org/officeDocument/2006/relationships/slideLayout" Target="../slideLayouts/slideLayout27.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7.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0.png"/><Relationship Id="rId7"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slide" Target="slide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79F4BE2-8E4A-4003-B816-9E34781F7E88}"/>
              </a:ext>
            </a:extLst>
          </p:cNvPr>
          <p:cNvSpPr>
            <a:spLocks noGrp="1"/>
          </p:cNvSpPr>
          <p:nvPr>
            <p:ph type="title"/>
          </p:nvPr>
        </p:nvSpPr>
        <p:spPr>
          <a:xfrm>
            <a:off x="1749556" y="3585279"/>
            <a:ext cx="10215466" cy="1091827"/>
          </a:xfrm>
        </p:spPr>
        <p:txBody>
          <a:bodyPr/>
          <a:lstStyle/>
          <a:p>
            <a:r>
              <a:rPr lang="en-US" sz="3200" dirty="0"/>
              <a:t>Large Form Factor (LFF) ODM SMT Equipment Enabling </a:t>
            </a:r>
            <a:br>
              <a:rPr lang="en-US" sz="3200" dirty="0"/>
            </a:br>
            <a:r>
              <a:rPr lang="en-US" sz="3200" dirty="0"/>
              <a:t>Intel – </a:t>
            </a:r>
            <a:r>
              <a:rPr lang="en-US" sz="3200" dirty="0" err="1"/>
              <a:t>Mitac</a:t>
            </a:r>
            <a:r>
              <a:rPr lang="en-US" sz="3200" dirty="0"/>
              <a:t> Collaboration </a:t>
            </a:r>
          </a:p>
        </p:txBody>
      </p:sp>
      <p:sp>
        <p:nvSpPr>
          <p:cNvPr id="2" name="Text Placeholder 1">
            <a:extLst>
              <a:ext uri="{FF2B5EF4-FFF2-40B4-BE49-F238E27FC236}">
                <a16:creationId xmlns:a16="http://schemas.microsoft.com/office/drawing/2014/main" id="{957F845C-9834-4D66-B99D-E3FBE04EA913}"/>
              </a:ext>
            </a:extLst>
          </p:cNvPr>
          <p:cNvSpPr>
            <a:spLocks noGrp="1"/>
          </p:cNvSpPr>
          <p:nvPr>
            <p:ph type="body" sz="quarter" idx="27"/>
          </p:nvPr>
        </p:nvSpPr>
        <p:spPr>
          <a:xfrm>
            <a:off x="1820796" y="4677106"/>
            <a:ext cx="10283651" cy="984391"/>
          </a:xfrm>
        </p:spPr>
        <p:txBody>
          <a:bodyPr>
            <a:normAutofit/>
          </a:bodyPr>
          <a:lstStyle/>
          <a:p>
            <a:r>
              <a:rPr lang="en-US" dirty="0">
                <a:solidFill>
                  <a:schemeClr val="tx1"/>
                </a:solidFill>
              </a:rPr>
              <a:t>November XX, 2020</a:t>
            </a:r>
          </a:p>
          <a:p>
            <a:r>
              <a:rPr lang="en-US" dirty="0">
                <a:solidFill>
                  <a:srgbClr val="FFC000"/>
                </a:solidFill>
              </a:rPr>
              <a:t>CNDA # NNNNNNNN</a:t>
            </a:r>
          </a:p>
          <a:p>
            <a:endParaRPr lang="en-US" dirty="0"/>
          </a:p>
        </p:txBody>
      </p:sp>
    </p:spTree>
    <p:extLst>
      <p:ext uri="{BB962C8B-B14F-4D97-AF65-F5344CB8AC3E}">
        <p14:creationId xmlns:p14="http://schemas.microsoft.com/office/powerpoint/2010/main" val="32510581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66284-7A99-4C40-B793-540F7DEF8A70}"/>
              </a:ext>
            </a:extLst>
          </p:cNvPr>
          <p:cNvSpPr>
            <a:spLocks noGrp="1"/>
          </p:cNvSpPr>
          <p:nvPr>
            <p:ph type="title"/>
          </p:nvPr>
        </p:nvSpPr>
        <p:spPr/>
        <p:txBody>
          <a:bodyPr/>
          <a:lstStyle/>
          <a:p>
            <a:r>
              <a:rPr lang="en-US" sz="3200" dirty="0">
                <a:solidFill>
                  <a:srgbClr val="000000"/>
                </a:solidFill>
                <a:latin typeface="Intel Clear" panose="020B0604020203020204" pitchFamily="34" charset="0"/>
                <a:ea typeface="Intel Clear" panose="020B0604020203020204" pitchFamily="34" charset="0"/>
                <a:cs typeface="Intel Clear" panose="020B0604020203020204" pitchFamily="34" charset="0"/>
              </a:rPr>
              <a:t>Legal Disclaimer, Terms, &amp; Conditions: </a:t>
            </a:r>
            <a:endParaRPr lang="en-US" sz="3200" dirty="0"/>
          </a:p>
        </p:txBody>
      </p:sp>
      <p:sp>
        <p:nvSpPr>
          <p:cNvPr id="3" name="Content Placeholder 2">
            <a:extLst>
              <a:ext uri="{FF2B5EF4-FFF2-40B4-BE49-F238E27FC236}">
                <a16:creationId xmlns:a16="http://schemas.microsoft.com/office/drawing/2014/main" id="{5A9A9D93-D51C-4210-9C10-57FDD7586CD4}"/>
              </a:ext>
            </a:extLst>
          </p:cNvPr>
          <p:cNvSpPr>
            <a:spLocks noGrp="1"/>
          </p:cNvSpPr>
          <p:nvPr>
            <p:ph sz="quarter" idx="28"/>
          </p:nvPr>
        </p:nvSpPr>
        <p:spPr>
          <a:xfrm>
            <a:off x="571370" y="1413476"/>
            <a:ext cx="11010900" cy="4709418"/>
          </a:xfrm>
        </p:spPr>
        <p:txBody>
          <a:bodyPr>
            <a:normAutofit fontScale="55000" lnSpcReduction="20000"/>
          </a:bodyPr>
          <a:lstStyle/>
          <a:p>
            <a:pPr marL="0" indent="0">
              <a:buNone/>
            </a:pPr>
            <a:r>
              <a:rPr lang="en-US" dirty="0">
                <a:solidFill>
                  <a:schemeClr val="tx1"/>
                </a:solidFill>
              </a:rPr>
              <a:t>INFORMATION IN THIS DOCUMENT IS PROVIDED IN CONNECTION WITH INTEL PRODUCTS. NO LICENSE, EXPRESS OR IMPLIED, BY ESTOPPEL OR OTHERWISE, TO ANY INTELLECTUAL PROPERTY RIGHTS IS GRANTED BY THIS DOCUMENT.  EXCEPT AS PROVIDED IN INTEL'S TERMS AND CONDITIONS OF SALE FOR SUCH PRODUCTS, INTEL ASSUMES NO LIABILITY WHATSOEVER AND INTEL DISCLAIMS ANY EXPRESS OR IMPLIED WARRANTY, RELATING TO SALE AND/OR USE OF INTEL PRODUCTS INCLUDING LIABILITY OR WARRANTIES RELATING TO FITNESS FOR A PARTICULAR PURPOSE, MERCHANTABILITY, OR INFRINGEMENT OF ANY PATENT, COPYRIGHT OR OTHER INTELLECTUAL PROPERTY RIGHT.</a:t>
            </a:r>
            <a:br>
              <a:rPr lang="en-US" dirty="0">
                <a:solidFill>
                  <a:schemeClr val="tx1"/>
                </a:solidFill>
              </a:rPr>
            </a:br>
            <a:br>
              <a:rPr lang="en-US" dirty="0">
                <a:solidFill>
                  <a:schemeClr val="tx1"/>
                </a:solidFill>
              </a:rPr>
            </a:br>
            <a:r>
              <a:rPr lang="en-US" dirty="0">
                <a:solidFill>
                  <a:schemeClr val="tx1"/>
                </a:solidFill>
              </a:rPr>
              <a:t>UNLESS OTHERWISE AGREED IN WRITING BY INTEL, THE INTEL PRODUCTS ARE NOT DESIGNED NOR INTENDED FOR</a:t>
            </a:r>
            <a:r>
              <a:rPr lang="en-US" i="1" dirty="0">
                <a:solidFill>
                  <a:schemeClr val="tx1"/>
                </a:solidFill>
              </a:rPr>
              <a:t> </a:t>
            </a:r>
            <a:r>
              <a:rPr lang="en-US" dirty="0">
                <a:solidFill>
                  <a:schemeClr val="tx1"/>
                </a:solidFill>
              </a:rPr>
              <a:t>ANY</a:t>
            </a:r>
            <a:r>
              <a:rPr lang="en-US" i="1" dirty="0">
                <a:solidFill>
                  <a:schemeClr val="tx1"/>
                </a:solidFill>
              </a:rPr>
              <a:t> </a:t>
            </a:r>
            <a:r>
              <a:rPr lang="en-US" dirty="0">
                <a:solidFill>
                  <a:schemeClr val="tx1"/>
                </a:solidFill>
              </a:rPr>
              <a:t>APPLICATION IN WHICH THE FAILURE OF THE INTEL PRODUCT COULD CREATE A SITUATION WHERE PERSONAL INJURY OR DEATH MAY OCCUR.</a:t>
            </a:r>
            <a:br>
              <a:rPr lang="en-US" dirty="0">
                <a:solidFill>
                  <a:schemeClr val="tx1"/>
                </a:solidFill>
              </a:rPr>
            </a:br>
            <a:br>
              <a:rPr lang="en-US" dirty="0">
                <a:solidFill>
                  <a:schemeClr val="tx1"/>
                </a:solidFill>
              </a:rPr>
            </a:br>
            <a:r>
              <a:rPr lang="en-US" dirty="0">
                <a:solidFill>
                  <a:schemeClr val="tx1"/>
                </a:solidFill>
              </a:rPr>
              <a:t>Intel may make changes to specifications and product descriptions at any time, without notice. The information here is subject to change without notice. Do not finalize a design with this information. All products, computer systems, dates, and figures specified are preliminary based on current expectations, and are subject to change without notice. </a:t>
            </a:r>
          </a:p>
          <a:p>
            <a:pPr marL="0" indent="0">
              <a:buNone/>
            </a:pPr>
            <a:br>
              <a:rPr lang="en-US" dirty="0">
                <a:solidFill>
                  <a:schemeClr val="tx1"/>
                </a:solidFill>
              </a:rPr>
            </a:br>
            <a:r>
              <a:rPr lang="en-US" dirty="0">
                <a:solidFill>
                  <a:schemeClr val="tx1"/>
                </a:solidFill>
              </a:rPr>
              <a:t>The products described in this document may contain design defects or errors known as errata which may cause the product to deviate from published specifications. Current characterized errata are available on request. </a:t>
            </a:r>
            <a:br>
              <a:rPr lang="en-US" dirty="0">
                <a:solidFill>
                  <a:schemeClr val="tx1"/>
                </a:solidFill>
              </a:rPr>
            </a:br>
            <a:br>
              <a:rPr lang="en-US" dirty="0">
                <a:solidFill>
                  <a:schemeClr val="tx1"/>
                </a:solidFill>
              </a:rPr>
            </a:br>
            <a:r>
              <a:rPr lang="en-US" dirty="0">
                <a:solidFill>
                  <a:schemeClr val="tx1"/>
                </a:solidFill>
                <a:cs typeface="Arial" charset="0"/>
              </a:rPr>
              <a:t>Intel, the Intel logo, other Intel brand name(s), and any other Intel logos are registered trademarks of Intel. Intel's trademarks may be used publicly with permission only from Intel. Fair use of Intel's trademarks in advertising and promotion of Intel products requires proper acknowledgement.</a:t>
            </a:r>
          </a:p>
          <a:p>
            <a:pPr marL="0" indent="0">
              <a:buNone/>
            </a:pPr>
            <a:r>
              <a:rPr lang="en-US" dirty="0">
                <a:solidFill>
                  <a:schemeClr val="tx1"/>
                </a:solidFill>
                <a:cs typeface="Arial" charset="0"/>
              </a:rPr>
              <a:t>*Other names and brands are the property of their respective owners.</a:t>
            </a:r>
          </a:p>
          <a:p>
            <a:pPr marL="0" indent="0">
              <a:buNone/>
            </a:pPr>
            <a:r>
              <a:rPr lang="en-US" dirty="0">
                <a:solidFill>
                  <a:schemeClr val="tx1"/>
                </a:solidFill>
                <a:cs typeface="Arial" charset="0"/>
              </a:rPr>
              <a:t>Copyright © 2020, Intel Corporation </a:t>
            </a:r>
          </a:p>
        </p:txBody>
      </p:sp>
    </p:spTree>
    <p:extLst>
      <p:ext uri="{BB962C8B-B14F-4D97-AF65-F5344CB8AC3E}">
        <p14:creationId xmlns:p14="http://schemas.microsoft.com/office/powerpoint/2010/main" val="33246511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9A9D93-D51C-4210-9C10-57FDD7586CD4}"/>
              </a:ext>
            </a:extLst>
          </p:cNvPr>
          <p:cNvSpPr>
            <a:spLocks noGrp="1"/>
          </p:cNvSpPr>
          <p:nvPr>
            <p:ph type="body" sz="quarter" idx="10"/>
          </p:nvPr>
        </p:nvSpPr>
        <p:spPr/>
        <p:txBody>
          <a:bodyPr>
            <a:normAutofit/>
          </a:bodyPr>
          <a:lstStyle/>
          <a:p>
            <a:r>
              <a:rPr lang="en-US" dirty="0"/>
              <a:t>Upcoming Intel Server Sockets</a:t>
            </a:r>
            <a:endParaRPr lang="en-US" dirty="0">
              <a:solidFill>
                <a:schemeClr val="tx1"/>
              </a:solidFill>
            </a:endParaRPr>
          </a:p>
          <a:p>
            <a:r>
              <a:rPr lang="en-US" dirty="0"/>
              <a:t>Intel</a:t>
            </a:r>
            <a:r>
              <a:rPr lang="en-US" dirty="0">
                <a:solidFill>
                  <a:srgbClr val="FFC000"/>
                </a:solidFill>
              </a:rPr>
              <a:t> </a:t>
            </a:r>
            <a:r>
              <a:rPr lang="en-US" dirty="0"/>
              <a:t>Equipment Assessment 2019/20 &amp; Equipment Verification </a:t>
            </a:r>
          </a:p>
          <a:p>
            <a:r>
              <a:rPr lang="en-US" dirty="0"/>
              <a:t>Intel Requested Feedback </a:t>
            </a:r>
          </a:p>
          <a:p>
            <a:r>
              <a:rPr lang="en-US" dirty="0"/>
              <a:t>Q and A’s </a:t>
            </a:r>
          </a:p>
        </p:txBody>
      </p:sp>
      <p:sp>
        <p:nvSpPr>
          <p:cNvPr id="2" name="Title 1">
            <a:extLst>
              <a:ext uri="{FF2B5EF4-FFF2-40B4-BE49-F238E27FC236}">
                <a16:creationId xmlns:a16="http://schemas.microsoft.com/office/drawing/2014/main" id="{6DB66284-7A99-4C40-B793-540F7DEF8A70}"/>
              </a:ext>
            </a:extLst>
          </p:cNvPr>
          <p:cNvSpPr>
            <a:spLocks noGrp="1"/>
          </p:cNvSpPr>
          <p:nvPr>
            <p:ph type="title"/>
          </p:nvPr>
        </p:nvSpPr>
        <p:spPr/>
        <p:txBody>
          <a:bodyPr/>
          <a:lstStyle/>
          <a:p>
            <a:r>
              <a:rPr lang="en-US" sz="2800" dirty="0">
                <a:solidFill>
                  <a:schemeClr val="tx1"/>
                </a:solidFill>
              </a:rPr>
              <a:t>Discussion Agenda: SMT LFF Equipment Enablement</a:t>
            </a:r>
          </a:p>
        </p:txBody>
      </p:sp>
    </p:spTree>
    <p:extLst>
      <p:ext uri="{BB962C8B-B14F-4D97-AF65-F5344CB8AC3E}">
        <p14:creationId xmlns:p14="http://schemas.microsoft.com/office/powerpoint/2010/main" val="541950512"/>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6F058FA-D3A2-402B-A38D-4D5EBAF743B7}"/>
              </a:ext>
            </a:extLst>
          </p:cNvPr>
          <p:cNvSpPr>
            <a:spLocks noGrp="1"/>
          </p:cNvSpPr>
          <p:nvPr>
            <p:ph type="title"/>
          </p:nvPr>
        </p:nvSpPr>
        <p:spPr>
          <a:xfrm>
            <a:off x="353211" y="333078"/>
            <a:ext cx="11150600" cy="413394"/>
          </a:xfrm>
        </p:spPr>
        <p:txBody>
          <a:bodyPr/>
          <a:lstStyle/>
          <a:p>
            <a:pPr algn="l"/>
            <a:r>
              <a:rPr lang="en-US" b="0" dirty="0"/>
              <a:t>Factory Readiness for Upcoming Intel Server Sockets</a:t>
            </a:r>
          </a:p>
        </p:txBody>
      </p:sp>
      <p:graphicFrame>
        <p:nvGraphicFramePr>
          <p:cNvPr id="6" name="Table 6">
            <a:extLst>
              <a:ext uri="{FF2B5EF4-FFF2-40B4-BE49-F238E27FC236}">
                <a16:creationId xmlns:a16="http://schemas.microsoft.com/office/drawing/2014/main" id="{ADC569E5-8360-4AA1-BFF8-09BDB200A8F6}"/>
              </a:ext>
            </a:extLst>
          </p:cNvPr>
          <p:cNvGraphicFramePr>
            <a:graphicFrameLocks noGrp="1"/>
          </p:cNvGraphicFramePr>
          <p:nvPr>
            <p:extLst>
              <p:ext uri="{D42A27DB-BD31-4B8C-83A1-F6EECF244321}">
                <p14:modId xmlns:p14="http://schemas.microsoft.com/office/powerpoint/2010/main" val="2862340332"/>
              </p:ext>
            </p:extLst>
          </p:nvPr>
        </p:nvGraphicFramePr>
        <p:xfrm>
          <a:off x="630725" y="884193"/>
          <a:ext cx="10595573" cy="3898664"/>
        </p:xfrm>
        <a:graphic>
          <a:graphicData uri="http://schemas.openxmlformats.org/drawingml/2006/table">
            <a:tbl>
              <a:tblPr firstRow="1" bandRow="1">
                <a:tableStyleId>{5C22544A-7EE6-4342-B048-85BDC9FD1C3A}</a:tableStyleId>
              </a:tblPr>
              <a:tblGrid>
                <a:gridCol w="2769356">
                  <a:extLst>
                    <a:ext uri="{9D8B030D-6E8A-4147-A177-3AD203B41FA5}">
                      <a16:colId xmlns:a16="http://schemas.microsoft.com/office/drawing/2014/main" val="3230779745"/>
                    </a:ext>
                  </a:extLst>
                </a:gridCol>
                <a:gridCol w="2726677">
                  <a:extLst>
                    <a:ext uri="{9D8B030D-6E8A-4147-A177-3AD203B41FA5}">
                      <a16:colId xmlns:a16="http://schemas.microsoft.com/office/drawing/2014/main" val="695314244"/>
                    </a:ext>
                  </a:extLst>
                </a:gridCol>
                <a:gridCol w="2271073">
                  <a:extLst>
                    <a:ext uri="{9D8B030D-6E8A-4147-A177-3AD203B41FA5}">
                      <a16:colId xmlns:a16="http://schemas.microsoft.com/office/drawing/2014/main" val="3001795913"/>
                    </a:ext>
                  </a:extLst>
                </a:gridCol>
                <a:gridCol w="2828467">
                  <a:extLst>
                    <a:ext uri="{9D8B030D-6E8A-4147-A177-3AD203B41FA5}">
                      <a16:colId xmlns:a16="http://schemas.microsoft.com/office/drawing/2014/main" val="472116317"/>
                    </a:ext>
                  </a:extLst>
                </a:gridCol>
              </a:tblGrid>
              <a:tr h="445987">
                <a:tc rowSpan="2">
                  <a:txBody>
                    <a:bodyPr/>
                    <a:lstStyle/>
                    <a:p>
                      <a:pPr algn="ctr"/>
                      <a:r>
                        <a:rPr lang="en-US" sz="2000" dirty="0"/>
                        <a:t>Socket Features</a:t>
                      </a:r>
                    </a:p>
                  </a:txBody>
                  <a:tcPr>
                    <a:solidFill>
                      <a:schemeClr val="tx2"/>
                    </a:solidFill>
                  </a:tcPr>
                </a:tc>
                <a:tc>
                  <a:txBody>
                    <a:bodyPr/>
                    <a:lstStyle/>
                    <a:p>
                      <a:pPr algn="ctr"/>
                      <a:r>
                        <a:rPr lang="en-US" sz="2000" dirty="0"/>
                        <a:t>Current/Prior</a:t>
                      </a:r>
                    </a:p>
                  </a:txBody>
                  <a:tcPr>
                    <a:solidFill>
                      <a:schemeClr val="tx2"/>
                    </a:solidFill>
                  </a:tcPr>
                </a:tc>
                <a:tc gridSpan="2">
                  <a:txBody>
                    <a:bodyPr/>
                    <a:lstStyle/>
                    <a:p>
                      <a:pPr algn="ctr"/>
                      <a:r>
                        <a:rPr lang="en-US" sz="2000" dirty="0"/>
                        <a:t>Upcoming Server Socket</a:t>
                      </a:r>
                      <a:r>
                        <a:rPr lang="en-US" sz="2000" dirty="0">
                          <a:solidFill>
                            <a:schemeClr val="bg1"/>
                          </a:solidFill>
                        </a:rPr>
                        <a:t>s</a:t>
                      </a:r>
                    </a:p>
                  </a:txBody>
                  <a:tcPr>
                    <a:solidFill>
                      <a:schemeClr val="tx2"/>
                    </a:solidFill>
                  </a:tcPr>
                </a:tc>
                <a:tc hMerge="1">
                  <a:txBody>
                    <a:bodyPr/>
                    <a:lstStyle/>
                    <a:p>
                      <a:endParaRPr lang="en-US" dirty="0"/>
                    </a:p>
                  </a:txBody>
                  <a:tcPr/>
                </a:tc>
                <a:extLst>
                  <a:ext uri="{0D108BD9-81ED-4DB2-BD59-A6C34878D82A}">
                    <a16:rowId xmlns:a16="http://schemas.microsoft.com/office/drawing/2014/main" val="3415482378"/>
                  </a:ext>
                </a:extLst>
              </a:tr>
              <a:tr h="445987">
                <a:tc vMerge="1">
                  <a:txBody>
                    <a:bodyPr/>
                    <a:lstStyle/>
                    <a:p>
                      <a:endParaRPr lang="en-US" dirty="0"/>
                    </a:p>
                  </a:txBody>
                  <a:tcPr>
                    <a:solidFill>
                      <a:schemeClr val="tx2"/>
                    </a:solidFill>
                  </a:tcPr>
                </a:tc>
                <a:tc>
                  <a:txBody>
                    <a:bodyPr/>
                    <a:lstStyle/>
                    <a:p>
                      <a:pPr algn="ctr"/>
                      <a:r>
                        <a:rPr lang="en-US" sz="2000" dirty="0"/>
                        <a:t>Socket P4/5</a:t>
                      </a:r>
                    </a:p>
                  </a:txBody>
                  <a:tcPr>
                    <a:solidFill>
                      <a:schemeClr val="bg1">
                        <a:lumMod val="85000"/>
                      </a:schemeClr>
                    </a:solidFill>
                  </a:tcPr>
                </a:tc>
                <a:tc>
                  <a:txBody>
                    <a:bodyPr/>
                    <a:lstStyle/>
                    <a:p>
                      <a:pPr algn="ctr"/>
                      <a:r>
                        <a:rPr lang="en-US" sz="2000" dirty="0"/>
                        <a:t>Socket E</a:t>
                      </a:r>
                    </a:p>
                  </a:txBody>
                  <a:tcPr>
                    <a:solidFill>
                      <a:schemeClr val="bg1">
                        <a:lumMod val="85000"/>
                      </a:schemeClr>
                    </a:solidFill>
                  </a:tcPr>
                </a:tc>
                <a:tc>
                  <a:txBody>
                    <a:bodyPr/>
                    <a:lstStyle/>
                    <a:p>
                      <a:pPr marL="0" marR="0" indent="0" algn="ctr" defTabSz="609600" latinLnBrk="0">
                        <a:lnSpc>
                          <a:spcPct val="100000"/>
                        </a:lnSpc>
                        <a:spcBef>
                          <a:spcPts val="0"/>
                        </a:spcBef>
                        <a:spcAft>
                          <a:spcPts val="0"/>
                        </a:spcAft>
                        <a:buClrTx/>
                        <a:buSzTx/>
                        <a:buFontTx/>
                        <a:buNone/>
                        <a:tabLst/>
                      </a:pPr>
                      <a:r>
                        <a:rPr lang="en-US" sz="2000" b="0" i="0" u="none" strike="noStrike" cap="none" spc="0" baseline="0" dirty="0">
                          <a:solidFill>
                            <a:schemeClr val="dk1"/>
                          </a:solidFill>
                          <a:uFillTx/>
                          <a:latin typeface="+mn-lt"/>
                          <a:ea typeface="+mn-ea"/>
                          <a:cs typeface="+mn-cs"/>
                          <a:sym typeface="Intel Clear"/>
                        </a:rPr>
                        <a:t>Socket BR</a:t>
                      </a:r>
                    </a:p>
                  </a:txBody>
                  <a:tcPr>
                    <a:solidFill>
                      <a:schemeClr val="bg1">
                        <a:lumMod val="85000"/>
                      </a:schemeClr>
                    </a:solidFill>
                  </a:tcPr>
                </a:tc>
                <a:extLst>
                  <a:ext uri="{0D108BD9-81ED-4DB2-BD59-A6C34878D82A}">
                    <a16:rowId xmlns:a16="http://schemas.microsoft.com/office/drawing/2014/main" val="3896542636"/>
                  </a:ext>
                </a:extLst>
              </a:tr>
              <a:tr h="445987">
                <a:tc>
                  <a:txBody>
                    <a:bodyPr/>
                    <a:lstStyle/>
                    <a:p>
                      <a:pPr algn="ctr"/>
                      <a:r>
                        <a:rPr lang="en-US" sz="2000" dirty="0"/>
                        <a:t>Size (mm)</a:t>
                      </a:r>
                    </a:p>
                  </a:txBody>
                  <a:tcPr>
                    <a:solidFill>
                      <a:schemeClr val="bg1">
                        <a:lumMod val="85000"/>
                      </a:schemeClr>
                    </a:solidFill>
                  </a:tcPr>
                </a:tc>
                <a:tc>
                  <a:txBody>
                    <a:bodyPr/>
                    <a:lstStyle/>
                    <a:p>
                      <a:pPr algn="ctr"/>
                      <a:r>
                        <a:rPr lang="en-US" sz="2000" dirty="0"/>
                        <a:t>82 x 62</a:t>
                      </a:r>
                    </a:p>
                    <a:p>
                      <a:pPr marL="0" marR="0" lvl="0" indent="0" algn="ctr" defTabSz="609600" eaLnBrk="1" fontAlgn="auto" latinLnBrk="0" hangingPunct="1">
                        <a:lnSpc>
                          <a:spcPct val="100000"/>
                        </a:lnSpc>
                        <a:spcBef>
                          <a:spcPts val="0"/>
                        </a:spcBef>
                        <a:spcAft>
                          <a:spcPts val="0"/>
                        </a:spcAft>
                        <a:buClrTx/>
                        <a:buSzTx/>
                        <a:buFontTx/>
                        <a:buNone/>
                        <a:tabLst/>
                        <a:defRPr/>
                      </a:pPr>
                      <a:r>
                        <a:rPr lang="en-US" sz="2000" dirty="0"/>
                        <a:t>(~41 x 31 per piece)</a:t>
                      </a:r>
                    </a:p>
                  </a:txBody>
                  <a:tcPr>
                    <a:solidFill>
                      <a:schemeClr val="bg1">
                        <a:lumMod val="85000"/>
                      </a:schemeClr>
                    </a:solidFill>
                  </a:tcPr>
                </a:tc>
                <a:tc>
                  <a:txBody>
                    <a:bodyPr/>
                    <a:lstStyle/>
                    <a:p>
                      <a:pPr algn="ctr"/>
                      <a:r>
                        <a:rPr lang="en-US" sz="2000" dirty="0"/>
                        <a:t>82 x 64.5</a:t>
                      </a:r>
                    </a:p>
                  </a:txBody>
                  <a:tcPr>
                    <a:solidFill>
                      <a:schemeClr val="bg1">
                        <a:lumMod val="85000"/>
                      </a:schemeClr>
                    </a:solidFill>
                  </a:tcPr>
                </a:tc>
                <a:tc>
                  <a:txBody>
                    <a:bodyPr/>
                    <a:lstStyle/>
                    <a:p>
                      <a:pPr marL="0" marR="0" indent="0" algn="ctr" defTabSz="609600" latinLnBrk="0">
                        <a:lnSpc>
                          <a:spcPct val="100000"/>
                        </a:lnSpc>
                        <a:spcBef>
                          <a:spcPts val="0"/>
                        </a:spcBef>
                        <a:spcAft>
                          <a:spcPts val="0"/>
                        </a:spcAft>
                        <a:buClrTx/>
                        <a:buSzTx/>
                        <a:buFontTx/>
                        <a:buNone/>
                        <a:tabLst/>
                      </a:pPr>
                      <a:r>
                        <a:rPr lang="en-US" sz="2000" b="0" i="0" u="none" strike="noStrike" cap="none" spc="0" baseline="0" dirty="0">
                          <a:solidFill>
                            <a:schemeClr val="dk1"/>
                          </a:solidFill>
                          <a:uFillTx/>
                          <a:latin typeface="+mn-lt"/>
                          <a:ea typeface="+mn-ea"/>
                          <a:cs typeface="+mn-cs"/>
                          <a:sym typeface="Intel Clear"/>
                        </a:rPr>
                        <a:t>109 x 75</a:t>
                      </a:r>
                    </a:p>
                  </a:txBody>
                  <a:tcPr>
                    <a:solidFill>
                      <a:schemeClr val="bg1">
                        <a:lumMod val="85000"/>
                      </a:schemeClr>
                    </a:solidFill>
                  </a:tcPr>
                </a:tc>
                <a:extLst>
                  <a:ext uri="{0D108BD9-81ED-4DB2-BD59-A6C34878D82A}">
                    <a16:rowId xmlns:a16="http://schemas.microsoft.com/office/drawing/2014/main" val="2861941230"/>
                  </a:ext>
                </a:extLst>
              </a:tr>
              <a:tr h="445987">
                <a:tc>
                  <a:txBody>
                    <a:bodyPr/>
                    <a:lstStyle/>
                    <a:p>
                      <a:pPr algn="ctr"/>
                      <a:r>
                        <a:rPr lang="en-US" sz="2000" dirty="0"/>
                        <a:t>Socket Design</a:t>
                      </a:r>
                    </a:p>
                  </a:txBody>
                  <a:tcPr>
                    <a:solidFill>
                      <a:schemeClr val="bg1">
                        <a:lumMod val="85000"/>
                      </a:schemeClr>
                    </a:solidFill>
                  </a:tcPr>
                </a:tc>
                <a:tc>
                  <a:txBody>
                    <a:bodyPr/>
                    <a:lstStyle/>
                    <a:p>
                      <a:pPr algn="ctr"/>
                      <a:r>
                        <a:rPr lang="en-US" sz="2000" dirty="0"/>
                        <a:t>2 pieces</a:t>
                      </a:r>
                    </a:p>
                  </a:txBody>
                  <a:tcPr>
                    <a:solidFill>
                      <a:schemeClr val="bg1">
                        <a:lumMod val="85000"/>
                      </a:schemeClr>
                    </a:solidFill>
                  </a:tcPr>
                </a:tc>
                <a:tc>
                  <a:txBody>
                    <a:bodyPr/>
                    <a:lstStyle/>
                    <a:p>
                      <a:pPr algn="ctr"/>
                      <a:r>
                        <a:rPr lang="en-US" sz="2000" dirty="0"/>
                        <a:t>1 piece</a:t>
                      </a:r>
                    </a:p>
                  </a:txBody>
                  <a:tcPr>
                    <a:solidFill>
                      <a:schemeClr val="bg1">
                        <a:lumMod val="85000"/>
                      </a:schemeClr>
                    </a:solidFill>
                  </a:tcPr>
                </a:tc>
                <a:tc>
                  <a:txBody>
                    <a:bodyPr/>
                    <a:lstStyle/>
                    <a:p>
                      <a:pPr marL="0" marR="0" indent="0" algn="ctr" defTabSz="609600" latinLnBrk="0">
                        <a:lnSpc>
                          <a:spcPct val="100000"/>
                        </a:lnSpc>
                        <a:spcBef>
                          <a:spcPts val="0"/>
                        </a:spcBef>
                        <a:spcAft>
                          <a:spcPts val="0"/>
                        </a:spcAft>
                        <a:buClrTx/>
                        <a:buSzTx/>
                        <a:buFontTx/>
                        <a:buNone/>
                        <a:tabLst/>
                      </a:pPr>
                      <a:r>
                        <a:rPr lang="en-US" sz="2000" b="0" i="0" u="none" strike="noStrike" cap="none" spc="0" baseline="0" dirty="0">
                          <a:solidFill>
                            <a:schemeClr val="dk1"/>
                          </a:solidFill>
                          <a:uFillTx/>
                          <a:latin typeface="+mn-lt"/>
                          <a:ea typeface="+mn-ea"/>
                          <a:cs typeface="+mn-cs"/>
                          <a:sym typeface="Intel Clear"/>
                        </a:rPr>
                        <a:t>1 piece</a:t>
                      </a:r>
                    </a:p>
                  </a:txBody>
                  <a:tcPr>
                    <a:solidFill>
                      <a:schemeClr val="bg1">
                        <a:lumMod val="85000"/>
                      </a:schemeClr>
                    </a:solidFill>
                  </a:tcPr>
                </a:tc>
                <a:extLst>
                  <a:ext uri="{0D108BD9-81ED-4DB2-BD59-A6C34878D82A}">
                    <a16:rowId xmlns:a16="http://schemas.microsoft.com/office/drawing/2014/main" val="4170258115"/>
                  </a:ext>
                </a:extLst>
              </a:tr>
              <a:tr h="445987">
                <a:tc>
                  <a:txBody>
                    <a:bodyPr/>
                    <a:lstStyle/>
                    <a:p>
                      <a:pPr algn="ctr"/>
                      <a:r>
                        <a:rPr lang="en-US" sz="2000" dirty="0"/>
                        <a:t>Weight (g)</a:t>
                      </a:r>
                    </a:p>
                  </a:txBody>
                  <a:tcPr>
                    <a:solidFill>
                      <a:schemeClr val="bg1">
                        <a:lumMod val="85000"/>
                      </a:schemeClr>
                    </a:solidFill>
                  </a:tcPr>
                </a:tc>
                <a:tc>
                  <a:txBody>
                    <a:bodyPr/>
                    <a:lstStyle/>
                    <a:p>
                      <a:pPr algn="ctr"/>
                      <a:r>
                        <a:rPr lang="en-US" sz="2000" dirty="0"/>
                        <a:t>15 per piece</a:t>
                      </a:r>
                    </a:p>
                  </a:txBody>
                  <a:tcPr>
                    <a:solidFill>
                      <a:schemeClr val="bg1">
                        <a:lumMod val="85000"/>
                      </a:schemeClr>
                    </a:solidFill>
                  </a:tcPr>
                </a:tc>
                <a:tc>
                  <a:txBody>
                    <a:bodyPr/>
                    <a:lstStyle/>
                    <a:p>
                      <a:pPr algn="ctr"/>
                      <a:r>
                        <a:rPr lang="en-US" sz="2000" dirty="0"/>
                        <a:t>26</a:t>
                      </a:r>
                    </a:p>
                  </a:txBody>
                  <a:tcPr>
                    <a:solidFill>
                      <a:schemeClr val="bg1">
                        <a:lumMod val="85000"/>
                      </a:schemeClr>
                    </a:solidFill>
                  </a:tcPr>
                </a:tc>
                <a:tc>
                  <a:txBody>
                    <a:bodyPr/>
                    <a:lstStyle/>
                    <a:p>
                      <a:pPr marL="0" marR="0" indent="0" algn="ctr" defTabSz="609600" latinLnBrk="0">
                        <a:lnSpc>
                          <a:spcPct val="100000"/>
                        </a:lnSpc>
                        <a:spcBef>
                          <a:spcPts val="0"/>
                        </a:spcBef>
                        <a:spcAft>
                          <a:spcPts val="0"/>
                        </a:spcAft>
                        <a:buClrTx/>
                        <a:buSzTx/>
                        <a:buFontTx/>
                        <a:buNone/>
                        <a:tabLst/>
                      </a:pPr>
                      <a:r>
                        <a:rPr lang="en-US" sz="2000" b="0" i="0" u="none" strike="noStrike" cap="none" spc="0" baseline="0" dirty="0">
                          <a:solidFill>
                            <a:schemeClr val="dk1"/>
                          </a:solidFill>
                          <a:uFillTx/>
                          <a:latin typeface="+mn-lt"/>
                          <a:ea typeface="+mn-ea"/>
                          <a:cs typeface="+mn-cs"/>
                          <a:sym typeface="Intel Clear"/>
                        </a:rPr>
                        <a:t>39</a:t>
                      </a:r>
                    </a:p>
                  </a:txBody>
                  <a:tcPr>
                    <a:solidFill>
                      <a:schemeClr val="bg1">
                        <a:lumMod val="85000"/>
                      </a:schemeClr>
                    </a:solidFill>
                  </a:tcPr>
                </a:tc>
                <a:extLst>
                  <a:ext uri="{0D108BD9-81ED-4DB2-BD59-A6C34878D82A}">
                    <a16:rowId xmlns:a16="http://schemas.microsoft.com/office/drawing/2014/main" val="4094257102"/>
                  </a:ext>
                </a:extLst>
              </a:tr>
              <a:tr h="696473">
                <a:tc>
                  <a:txBody>
                    <a:bodyPr/>
                    <a:lstStyle/>
                    <a:p>
                      <a:pPr algn="ctr"/>
                      <a:r>
                        <a:rPr lang="en-US" sz="2000" dirty="0"/>
                        <a:t>Total Number of Solder Bumps</a:t>
                      </a:r>
                    </a:p>
                  </a:txBody>
                  <a:tcPr>
                    <a:solidFill>
                      <a:schemeClr val="bg1">
                        <a:lumMod val="85000"/>
                      </a:schemeClr>
                    </a:solidFill>
                  </a:tcPr>
                </a:tc>
                <a:tc>
                  <a:txBody>
                    <a:bodyPr/>
                    <a:lstStyle/>
                    <a:p>
                      <a:pPr algn="ctr"/>
                      <a:r>
                        <a:rPr lang="en-US" sz="2000" dirty="0"/>
                        <a:t>4189</a:t>
                      </a:r>
                    </a:p>
                  </a:txBody>
                  <a:tcPr>
                    <a:solidFill>
                      <a:schemeClr val="bg1">
                        <a:lumMod val="85000"/>
                      </a:schemeClr>
                    </a:solidFill>
                  </a:tcPr>
                </a:tc>
                <a:tc>
                  <a:txBody>
                    <a:bodyPr/>
                    <a:lstStyle/>
                    <a:p>
                      <a:pPr algn="ctr"/>
                      <a:r>
                        <a:rPr lang="en-US" sz="2000" dirty="0"/>
                        <a:t>4677</a:t>
                      </a:r>
                    </a:p>
                  </a:txBody>
                  <a:tcPr>
                    <a:solidFill>
                      <a:schemeClr val="bg1">
                        <a:lumMod val="85000"/>
                      </a:schemeClr>
                    </a:solidFill>
                  </a:tcPr>
                </a:tc>
                <a:tc>
                  <a:txBody>
                    <a:bodyPr/>
                    <a:lstStyle/>
                    <a:p>
                      <a:pPr marL="0" marR="0" indent="0" algn="ctr" defTabSz="609600" latinLnBrk="0">
                        <a:lnSpc>
                          <a:spcPct val="100000"/>
                        </a:lnSpc>
                        <a:spcBef>
                          <a:spcPts val="0"/>
                        </a:spcBef>
                        <a:spcAft>
                          <a:spcPts val="0"/>
                        </a:spcAft>
                        <a:buClrTx/>
                        <a:buSzTx/>
                        <a:buFontTx/>
                        <a:buNone/>
                        <a:tabLst/>
                      </a:pPr>
                      <a:r>
                        <a:rPr lang="en-US" sz="2000" b="0" i="0" u="none" strike="noStrike" cap="none" spc="0" baseline="0" dirty="0">
                          <a:solidFill>
                            <a:schemeClr val="dk1"/>
                          </a:solidFill>
                          <a:uFillTx/>
                          <a:latin typeface="+mn-lt"/>
                          <a:ea typeface="+mn-ea"/>
                          <a:cs typeface="+mn-cs"/>
                          <a:sym typeface="Intel Clear"/>
                        </a:rPr>
                        <a:t>7529</a:t>
                      </a:r>
                    </a:p>
                  </a:txBody>
                  <a:tcPr>
                    <a:solidFill>
                      <a:schemeClr val="bg1">
                        <a:lumMod val="85000"/>
                      </a:schemeClr>
                    </a:solidFill>
                  </a:tcPr>
                </a:tc>
                <a:extLst>
                  <a:ext uri="{0D108BD9-81ED-4DB2-BD59-A6C34878D82A}">
                    <a16:rowId xmlns:a16="http://schemas.microsoft.com/office/drawing/2014/main" val="284969809"/>
                  </a:ext>
                </a:extLst>
              </a:tr>
              <a:tr h="712636">
                <a:tc>
                  <a:txBody>
                    <a:bodyPr/>
                    <a:lstStyle/>
                    <a:p>
                      <a:pPr algn="ctr"/>
                      <a:r>
                        <a:rPr lang="en-US" sz="2000" strike="noStrike" dirty="0"/>
                        <a:t>Target Q/Y Production Readiness</a:t>
                      </a:r>
                    </a:p>
                  </a:txBody>
                  <a:tcPr>
                    <a:solidFill>
                      <a:schemeClr val="bg1">
                        <a:lumMod val="85000"/>
                      </a:schemeClr>
                    </a:solidFill>
                  </a:tcPr>
                </a:tc>
                <a:tc>
                  <a:txBody>
                    <a:bodyPr/>
                    <a:lstStyle/>
                    <a:p>
                      <a:pPr algn="ctr"/>
                      <a:r>
                        <a:rPr lang="en-US" sz="2000" strike="noStrike" dirty="0"/>
                        <a:t>Launched</a:t>
                      </a:r>
                    </a:p>
                  </a:txBody>
                  <a:tcPr>
                    <a:solidFill>
                      <a:schemeClr val="bg1">
                        <a:lumMod val="85000"/>
                      </a:schemeClr>
                    </a:solidFill>
                  </a:tcPr>
                </a:tc>
                <a:tc>
                  <a:txBody>
                    <a:bodyPr/>
                    <a:lstStyle/>
                    <a:p>
                      <a:pPr algn="ctr"/>
                      <a:r>
                        <a:rPr lang="en-US" sz="2000" strike="noStrike" dirty="0"/>
                        <a:t>Q2’21</a:t>
                      </a:r>
                    </a:p>
                  </a:txBody>
                  <a:tcPr>
                    <a:solidFill>
                      <a:schemeClr val="bg1">
                        <a:lumMod val="85000"/>
                      </a:schemeClr>
                    </a:solidFill>
                  </a:tcPr>
                </a:tc>
                <a:tc>
                  <a:txBody>
                    <a:bodyPr/>
                    <a:lstStyle/>
                    <a:p>
                      <a:pPr marL="0" marR="0" indent="0" algn="ctr" defTabSz="609600" latinLnBrk="0">
                        <a:lnSpc>
                          <a:spcPct val="100000"/>
                        </a:lnSpc>
                        <a:spcBef>
                          <a:spcPts val="0"/>
                        </a:spcBef>
                        <a:spcAft>
                          <a:spcPts val="0"/>
                        </a:spcAft>
                        <a:buClrTx/>
                        <a:buSzTx/>
                        <a:buFontTx/>
                        <a:buNone/>
                        <a:tabLst/>
                      </a:pPr>
                      <a:r>
                        <a:rPr lang="en-US" sz="2000" b="0" i="0" u="none" strike="noStrike" cap="none" spc="0" baseline="0" dirty="0">
                          <a:solidFill>
                            <a:schemeClr val="dk1"/>
                          </a:solidFill>
                          <a:uFillTx/>
                          <a:latin typeface="+mn-lt"/>
                          <a:ea typeface="+mn-ea"/>
                          <a:cs typeface="+mn-cs"/>
                          <a:sym typeface="Intel Clear"/>
                        </a:rPr>
                        <a:t>Q2’22</a:t>
                      </a:r>
                    </a:p>
                  </a:txBody>
                  <a:tcPr>
                    <a:solidFill>
                      <a:schemeClr val="bg1">
                        <a:lumMod val="85000"/>
                      </a:schemeClr>
                    </a:solidFill>
                  </a:tcPr>
                </a:tc>
                <a:extLst>
                  <a:ext uri="{0D108BD9-81ED-4DB2-BD59-A6C34878D82A}">
                    <a16:rowId xmlns:a16="http://schemas.microsoft.com/office/drawing/2014/main" val="903641240"/>
                  </a:ext>
                </a:extLst>
              </a:tr>
            </a:tbl>
          </a:graphicData>
        </a:graphic>
      </p:graphicFrame>
      <p:pic>
        <p:nvPicPr>
          <p:cNvPr id="11" name="Picture 10" descr="A picture containing building, clock&#10;&#10;Description automatically generated">
            <a:hlinkClick r:id="rId3" action="ppaction://hlinksldjump"/>
            <a:extLst>
              <a:ext uri="{FF2B5EF4-FFF2-40B4-BE49-F238E27FC236}">
                <a16:creationId xmlns:a16="http://schemas.microsoft.com/office/drawing/2014/main" id="{6B20A9B6-5E1B-431E-81E6-3841C25C5DD2}"/>
              </a:ext>
            </a:extLst>
          </p:cNvPr>
          <p:cNvPicPr>
            <a:picLocks noChangeAspect="1"/>
          </p:cNvPicPr>
          <p:nvPr/>
        </p:nvPicPr>
        <p:blipFill>
          <a:blip r:embed="rId4"/>
          <a:stretch>
            <a:fillRect/>
          </a:stretch>
        </p:blipFill>
        <p:spPr>
          <a:xfrm>
            <a:off x="8671223" y="1415138"/>
            <a:ext cx="315433" cy="315433"/>
          </a:xfrm>
          <a:prstGeom prst="rect">
            <a:avLst/>
          </a:prstGeom>
          <a:solidFill>
            <a:schemeClr val="bg2"/>
          </a:solidFill>
        </p:spPr>
      </p:pic>
      <p:sp>
        <p:nvSpPr>
          <p:cNvPr id="8" name="Rectangle: Rounded Corners 7">
            <a:extLst>
              <a:ext uri="{FF2B5EF4-FFF2-40B4-BE49-F238E27FC236}">
                <a16:creationId xmlns:a16="http://schemas.microsoft.com/office/drawing/2014/main" id="{2F06E67D-83DB-41EC-8306-0A55E9FEC449}"/>
              </a:ext>
            </a:extLst>
          </p:cNvPr>
          <p:cNvSpPr/>
          <p:nvPr/>
        </p:nvSpPr>
        <p:spPr>
          <a:xfrm>
            <a:off x="506306" y="5058300"/>
            <a:ext cx="10719992" cy="1032907"/>
          </a:xfrm>
          <a:prstGeom prst="roundRect">
            <a:avLst/>
          </a:prstGeom>
          <a:solidFill>
            <a:schemeClr val="tx2">
              <a:lumMod val="75000"/>
            </a:schemeClr>
          </a:solidFill>
          <a:ln w="12700" cap="flat">
            <a:solidFill>
              <a:srgbClr val="FFFF00"/>
            </a:solidFill>
            <a:miter lim="400000"/>
          </a:ln>
          <a:effectLst>
            <a:glow rad="139700">
              <a:schemeClr val="accent6">
                <a:satMod val="175000"/>
                <a:alpha val="40000"/>
              </a:schemeClr>
            </a:glo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825500" rtl="0" fontAlgn="auto" latinLnBrk="0" hangingPunct="0">
              <a:lnSpc>
                <a:spcPct val="100000"/>
              </a:lnSpc>
              <a:spcBef>
                <a:spcPts val="0"/>
              </a:spcBef>
              <a:spcAft>
                <a:spcPts val="0"/>
              </a:spcAft>
              <a:buClrTx/>
              <a:buSzTx/>
              <a:buFontTx/>
              <a:buNone/>
              <a:tabLst/>
            </a:pPr>
            <a:r>
              <a:rPr kumimoji="0" lang="en-US" sz="1800" b="0" i="0" u="sng" strike="noStrike" cap="none" spc="0" normalizeH="0" baseline="0" dirty="0">
                <a:ln>
                  <a:noFill/>
                </a:ln>
                <a:solidFill>
                  <a:srgbClr val="FFFF00"/>
                </a:solidFill>
                <a:effectLst/>
                <a:uFillTx/>
                <a:latin typeface="Helvetica Neue Medium"/>
                <a:ea typeface="Helvetica Neue Medium"/>
                <a:cs typeface="Helvetica Neue Medium"/>
                <a:sym typeface="Helvetica Neue Medium"/>
              </a:rPr>
              <a:t>Key Message</a:t>
            </a:r>
          </a:p>
          <a:p>
            <a:pPr marL="182880" indent="-182880" defTabSz="825500">
              <a:lnSpc>
                <a:spcPct val="100000"/>
              </a:lnSpc>
              <a:spcBef>
                <a:spcPts val="0"/>
              </a:spcBef>
              <a:buFont typeface="Arial" panose="020B0604020202020204" pitchFamily="34" charset="0"/>
              <a:buChar char="•"/>
            </a:pPr>
            <a:r>
              <a:rPr lang="en-US" sz="1800" dirty="0">
                <a:solidFill>
                  <a:srgbClr val="FFFFFF"/>
                </a:solidFill>
                <a:latin typeface="Helvetica Neue Medium"/>
                <a:ea typeface="Helvetica Neue Medium"/>
                <a:cs typeface="Helvetica Neue Medium"/>
                <a:sym typeface="Helvetica Neue Medium"/>
              </a:rPr>
              <a:t>With new Large Form factor (LFF) socket it is important to assess PnP SMT &amp; Rework tool Capability  </a:t>
            </a:r>
          </a:p>
          <a:p>
            <a:pPr marL="182880" indent="-182880" defTabSz="825500">
              <a:lnSpc>
                <a:spcPct val="100000"/>
              </a:lnSpc>
              <a:spcBef>
                <a:spcPts val="0"/>
              </a:spcBef>
              <a:buFont typeface="Arial" panose="020B0604020202020204" pitchFamily="34" charset="0"/>
              <a:buChar char="•"/>
            </a:pPr>
            <a:r>
              <a:rPr lang="en-US" sz="1800" dirty="0">
                <a:solidFill>
                  <a:srgbClr val="FFFFFF"/>
                </a:solidFill>
                <a:latin typeface="Helvetica Neue Medium"/>
                <a:ea typeface="Helvetica Neue Medium"/>
                <a:cs typeface="Helvetica Neue Medium"/>
                <a:sym typeface="Helvetica Neue Medium"/>
              </a:rPr>
              <a:t>Intel would like to understand SMT and rework status/readiness to manufacture the parts</a:t>
            </a:r>
          </a:p>
        </p:txBody>
      </p:sp>
    </p:spTree>
    <p:extLst>
      <p:ext uri="{BB962C8B-B14F-4D97-AF65-F5344CB8AC3E}">
        <p14:creationId xmlns:p14="http://schemas.microsoft.com/office/powerpoint/2010/main" val="265289194"/>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FC98B240-E156-42C1-8065-D2417C009F56}"/>
              </a:ext>
            </a:extLst>
          </p:cNvPr>
          <p:cNvSpPr txBox="1"/>
          <p:nvPr/>
        </p:nvSpPr>
        <p:spPr>
          <a:xfrm>
            <a:off x="314324" y="68598"/>
            <a:ext cx="11363326" cy="426079"/>
          </a:xfrm>
          <a:prstGeom prst="rect">
            <a:avLst/>
          </a:prstGeom>
          <a:noFill/>
        </p:spPr>
        <p:txBody>
          <a:bodyPr wrap="square" rtlCol="0">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r>
              <a:rPr lang="en-US" dirty="0">
                <a:latin typeface="Intel Clear" panose="020B0604020203020204" pitchFamily="34" charset="0"/>
                <a:ea typeface="Intel Clear" panose="020B0604020203020204" pitchFamily="34" charset="0"/>
                <a:cs typeface="Intel Clear" panose="020B0604020203020204" pitchFamily="34" charset="0"/>
              </a:rPr>
              <a:t>Intel Equipment Assessment 2019/20 - PnP and Rework Equipment Verification</a:t>
            </a:r>
          </a:p>
        </p:txBody>
      </p:sp>
      <p:graphicFrame>
        <p:nvGraphicFramePr>
          <p:cNvPr id="16" name="Table 15">
            <a:extLst>
              <a:ext uri="{FF2B5EF4-FFF2-40B4-BE49-F238E27FC236}">
                <a16:creationId xmlns:a16="http://schemas.microsoft.com/office/drawing/2014/main" id="{773B1429-A304-44DE-B400-AF7F32515B3F}"/>
              </a:ext>
            </a:extLst>
          </p:cNvPr>
          <p:cNvGraphicFramePr>
            <a:graphicFrameLocks noGrp="1"/>
          </p:cNvGraphicFramePr>
          <p:nvPr>
            <p:extLst>
              <p:ext uri="{D42A27DB-BD31-4B8C-83A1-F6EECF244321}">
                <p14:modId xmlns:p14="http://schemas.microsoft.com/office/powerpoint/2010/main" val="1044042805"/>
              </p:ext>
            </p:extLst>
          </p:nvPr>
        </p:nvGraphicFramePr>
        <p:xfrm>
          <a:off x="174519" y="736849"/>
          <a:ext cx="11575023" cy="2055036"/>
        </p:xfrm>
        <a:graphic>
          <a:graphicData uri="http://schemas.openxmlformats.org/drawingml/2006/table">
            <a:tbl>
              <a:tblPr firstRow="1" firstCol="1" bandRow="1">
                <a:tableStyleId>{5C22544A-7EE6-4342-B048-85BDC9FD1C3A}</a:tableStyleId>
              </a:tblPr>
              <a:tblGrid>
                <a:gridCol w="1163616">
                  <a:extLst>
                    <a:ext uri="{9D8B030D-6E8A-4147-A177-3AD203B41FA5}">
                      <a16:colId xmlns:a16="http://schemas.microsoft.com/office/drawing/2014/main" val="20000"/>
                    </a:ext>
                  </a:extLst>
                </a:gridCol>
                <a:gridCol w="872029">
                  <a:extLst>
                    <a:ext uri="{9D8B030D-6E8A-4147-A177-3AD203B41FA5}">
                      <a16:colId xmlns:a16="http://schemas.microsoft.com/office/drawing/2014/main" val="20001"/>
                    </a:ext>
                  </a:extLst>
                </a:gridCol>
                <a:gridCol w="1045083">
                  <a:extLst>
                    <a:ext uri="{9D8B030D-6E8A-4147-A177-3AD203B41FA5}">
                      <a16:colId xmlns:a16="http://schemas.microsoft.com/office/drawing/2014/main" val="20002"/>
                    </a:ext>
                  </a:extLst>
                </a:gridCol>
                <a:gridCol w="1347537">
                  <a:extLst>
                    <a:ext uri="{9D8B030D-6E8A-4147-A177-3AD203B41FA5}">
                      <a16:colId xmlns:a16="http://schemas.microsoft.com/office/drawing/2014/main" val="20003"/>
                    </a:ext>
                  </a:extLst>
                </a:gridCol>
                <a:gridCol w="1275347">
                  <a:extLst>
                    <a:ext uri="{9D8B030D-6E8A-4147-A177-3AD203B41FA5}">
                      <a16:colId xmlns:a16="http://schemas.microsoft.com/office/drawing/2014/main" val="20007"/>
                    </a:ext>
                  </a:extLst>
                </a:gridCol>
                <a:gridCol w="1106906">
                  <a:extLst>
                    <a:ext uri="{9D8B030D-6E8A-4147-A177-3AD203B41FA5}">
                      <a16:colId xmlns:a16="http://schemas.microsoft.com/office/drawing/2014/main" val="20008"/>
                    </a:ext>
                  </a:extLst>
                </a:gridCol>
                <a:gridCol w="1469311">
                  <a:extLst>
                    <a:ext uri="{9D8B030D-6E8A-4147-A177-3AD203B41FA5}">
                      <a16:colId xmlns:a16="http://schemas.microsoft.com/office/drawing/2014/main" val="210591066"/>
                    </a:ext>
                  </a:extLst>
                </a:gridCol>
                <a:gridCol w="1490457">
                  <a:extLst>
                    <a:ext uri="{9D8B030D-6E8A-4147-A177-3AD203B41FA5}">
                      <a16:colId xmlns:a16="http://schemas.microsoft.com/office/drawing/2014/main" val="732629900"/>
                    </a:ext>
                  </a:extLst>
                </a:gridCol>
                <a:gridCol w="1804737">
                  <a:extLst>
                    <a:ext uri="{9D8B030D-6E8A-4147-A177-3AD203B41FA5}">
                      <a16:colId xmlns:a16="http://schemas.microsoft.com/office/drawing/2014/main" val="3068742036"/>
                    </a:ext>
                  </a:extLst>
                </a:gridCol>
              </a:tblGrid>
              <a:tr h="0">
                <a:tc gridSpan="4">
                  <a:txBody>
                    <a:bodyPr/>
                    <a:lstStyle/>
                    <a:p>
                      <a:pPr marL="0" marR="0" algn="ctr">
                        <a:spcBef>
                          <a:spcPts val="0"/>
                        </a:spcBef>
                        <a:spcAft>
                          <a:spcPts val="0"/>
                        </a:spcAft>
                      </a:pPr>
                      <a:r>
                        <a:rPr lang="en-US" sz="1800" dirty="0">
                          <a:effectLst/>
                          <a:latin typeface="Intel Clear" panose="020B0604020203020204" pitchFamily="34" charset="0"/>
                          <a:ea typeface="Intel Clear" panose="020B0604020203020204" pitchFamily="34" charset="0"/>
                          <a:cs typeface="Intel Clear" panose="020B0604020203020204" pitchFamily="34" charset="0"/>
                        </a:rPr>
                        <a:t>PNP Machine  </a:t>
                      </a:r>
                      <a:r>
                        <a:rPr lang="en-US" sz="1600" dirty="0">
                          <a:effectLst/>
                          <a:latin typeface="Intel Clear" panose="020B0604020203020204" pitchFamily="34" charset="0"/>
                          <a:ea typeface="Intel Clear" panose="020B0604020203020204" pitchFamily="34" charset="0"/>
                          <a:cs typeface="Intel Clear" panose="020B0604020203020204" pitchFamily="34" charset="0"/>
                        </a:rPr>
                        <a:t>(Current Capability)</a:t>
                      </a:r>
                    </a:p>
                  </a:txBody>
                  <a:tcPr marL="51727" marR="51727" marT="0" marB="0" anchor="ctr">
                    <a:solidFill>
                      <a:schemeClr val="bg2"/>
                    </a:solidFill>
                  </a:tcPr>
                </a:tc>
                <a:tc hMerge="1">
                  <a:txBody>
                    <a:bodyPr/>
                    <a:lstStyle/>
                    <a:p>
                      <a:endParaRPr lang="en-US"/>
                    </a:p>
                  </a:txBody>
                  <a:tcPr/>
                </a:tc>
                <a:tc hMerge="1">
                  <a:txBody>
                    <a:bodyPr/>
                    <a:lstStyle/>
                    <a:p>
                      <a:endParaRPr lang="en-US"/>
                    </a:p>
                  </a:txBody>
                  <a:tcPr/>
                </a:tc>
                <a:tc hMerge="1">
                  <a:txBody>
                    <a:bodyPr/>
                    <a:lstStyle/>
                    <a:p>
                      <a:pPr marL="0" marR="0" algn="ctr">
                        <a:spcBef>
                          <a:spcPts val="0"/>
                        </a:spcBef>
                        <a:spcAft>
                          <a:spcPts val="0"/>
                        </a:spcAft>
                      </a:pPr>
                      <a:endParaRPr lang="en-US" sz="1000" dirty="0">
                        <a:effectLst/>
                        <a:latin typeface="Calibri" panose="020F0502020204030204" pitchFamily="34" charset="0"/>
                        <a:ea typeface="Calibri" panose="020F0502020204030204" pitchFamily="34" charset="0"/>
                      </a:endParaRPr>
                    </a:p>
                  </a:txBody>
                  <a:tcPr marL="38795" marR="38795" marT="0" marB="0"/>
                </a:tc>
                <a:tc gridSpan="2">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PNP Capability Assessment</a:t>
                      </a:r>
                    </a:p>
                  </a:txBody>
                  <a:tcPr marL="121920" marR="121920" marT="60960" marB="60960" anchor="ctr">
                    <a:lnB w="12700" cap="flat" cmpd="sng" algn="ctr">
                      <a:solidFill>
                        <a:schemeClr val="tx1"/>
                      </a:solidFill>
                      <a:prstDash val="solid"/>
                      <a:round/>
                      <a:headEnd type="none" w="med" len="med"/>
                      <a:tailEnd type="none" w="med" len="med"/>
                    </a:lnB>
                    <a:solidFill>
                      <a:schemeClr val="bg2"/>
                    </a:solidFill>
                  </a:tcPr>
                </a:tc>
                <a:tc hMerge="1">
                  <a:txBody>
                    <a:bodyPr/>
                    <a:lstStyle/>
                    <a:p>
                      <a:endParaRPr lang="en-US"/>
                    </a:p>
                  </a:txBody>
                  <a:tcPr/>
                </a:tc>
                <a:tc gridSpan="3">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Current No of Lines w/PNP Models</a:t>
                      </a:r>
                    </a:p>
                  </a:txBody>
                  <a:tcPr marL="51727" marR="51727" marT="0" marB="0" anchor="ctr">
                    <a:lnB w="12700" cap="flat" cmpd="sng" algn="ctr">
                      <a:solidFill>
                        <a:schemeClr val="tx1"/>
                      </a:solidFill>
                      <a:prstDash val="solid"/>
                      <a:round/>
                      <a:headEnd type="none" w="med" len="med"/>
                      <a:tailEnd type="none" w="med" len="med"/>
                    </a:lnB>
                    <a:solidFill>
                      <a:schemeClr val="bg2"/>
                    </a:solidFill>
                  </a:tcPr>
                </a:tc>
                <a:tc hMerge="1">
                  <a:txBody>
                    <a:bodyPr/>
                    <a:lstStyle/>
                    <a:p>
                      <a:pPr marL="0" marR="0" algn="ctr">
                        <a:spcBef>
                          <a:spcPts val="0"/>
                        </a:spcBef>
                        <a:spcAft>
                          <a:spcPts val="0"/>
                        </a:spcAft>
                      </a:pPr>
                      <a:endParaRPr lang="en-US" sz="1400" dirty="0">
                        <a:effectLst/>
                        <a:latin typeface="Intel Clear" panose="020B0604020203020204" pitchFamily="34" charset="0"/>
                        <a:ea typeface="Intel Clear" panose="020B0604020203020204" pitchFamily="34" charset="0"/>
                        <a:cs typeface="Intel Clear" panose="020B0604020203020204" pitchFamily="34" charset="0"/>
                      </a:endParaRPr>
                    </a:p>
                  </a:txBody>
                  <a:tcPr marL="121920" marR="121920" marT="60960" marB="60960" anchor="ctr">
                    <a:lnB w="12700" cap="flat" cmpd="sng" algn="ctr">
                      <a:solidFill>
                        <a:schemeClr val="tx1"/>
                      </a:solidFill>
                      <a:prstDash val="solid"/>
                      <a:round/>
                      <a:headEnd type="none" w="med" len="med"/>
                      <a:tailEnd type="none" w="med" len="med"/>
                    </a:lnB>
                    <a:solidFill>
                      <a:schemeClr val="bg2"/>
                    </a:solidFill>
                  </a:tcPr>
                </a:tc>
                <a:tc hMerge="1">
                  <a:txBody>
                    <a:bodyPr/>
                    <a:lstStyle/>
                    <a:p>
                      <a:pPr marL="0" marR="0" algn="ctr">
                        <a:spcBef>
                          <a:spcPts val="0"/>
                        </a:spcBef>
                        <a:spcAft>
                          <a:spcPts val="0"/>
                        </a:spcAft>
                      </a:pPr>
                      <a:endParaRPr lang="en-US" sz="1400" dirty="0">
                        <a:effectLst/>
                        <a:latin typeface="Intel Clear" panose="020B0604020203020204" pitchFamily="34" charset="0"/>
                        <a:ea typeface="Intel Clear" panose="020B0604020203020204" pitchFamily="34" charset="0"/>
                        <a:cs typeface="Intel Clear" panose="020B0604020203020204" pitchFamily="34" charset="0"/>
                      </a:endParaRPr>
                    </a:p>
                  </a:txBody>
                  <a:tcPr marL="51727" marR="51727" marT="0" marB="0" anchor="ctr">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r h="489742">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 ODM (PRC/TW)</a:t>
                      </a:r>
                    </a:p>
                  </a:txBody>
                  <a:tcPr marL="38795" marR="38795" marT="0" marB="0" anchor="ctr">
                    <a:lnR w="12700" cap="flat" cmpd="sng" algn="ctr">
                      <a:solidFill>
                        <a:schemeClr val="tx1"/>
                      </a:solidFill>
                      <a:prstDash val="solid"/>
                      <a:round/>
                      <a:headEnd type="none" w="med" len="med"/>
                      <a:tailEnd type="none" w="med" len="med"/>
                    </a:lnR>
                    <a:solidFill>
                      <a:schemeClr val="bg2"/>
                    </a:solid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Vendor</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Model</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Max Size</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Socket E</a:t>
                      </a:r>
                    </a:p>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(82 x 64.5 mm)</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rPr>
                        <a:t>Socket BR</a:t>
                      </a:r>
                    </a:p>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(109 x 75 mm)</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What component is the PnP equip used to place? </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Current Quantity of Tools (existing Models)</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Planned Upgrades</a:t>
                      </a:r>
                    </a:p>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Quantity (2021-2023) for newer or other Models</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26478">
                <a:tc rowSpan="2">
                  <a:txBody>
                    <a:bodyPr/>
                    <a:lstStyle/>
                    <a:p>
                      <a:pPr marL="0" marR="0" algn="ctr">
                        <a:spcBef>
                          <a:spcPts val="0"/>
                        </a:spcBef>
                        <a:spcAft>
                          <a:spcPts val="0"/>
                        </a:spcAft>
                      </a:pPr>
                      <a:r>
                        <a:rPr lang="en-US" sz="1400" dirty="0" err="1">
                          <a:effectLst/>
                          <a:latin typeface="Intel Clear" panose="020B0604020203020204" pitchFamily="34" charset="0"/>
                          <a:ea typeface="Intel Clear" panose="020B0604020203020204" pitchFamily="34" charset="0"/>
                          <a:cs typeface="Intel Clear" panose="020B0604020203020204" pitchFamily="34" charset="0"/>
                        </a:rPr>
                        <a:t>Mitac</a:t>
                      </a:r>
                      <a:endParaRPr lang="en-US" sz="1400" dirty="0">
                        <a:effectLst/>
                        <a:latin typeface="Intel Clear" panose="020B0604020203020204" pitchFamily="34" charset="0"/>
                        <a:ea typeface="Intel Clear" panose="020B0604020203020204" pitchFamily="34" charset="0"/>
                        <a:cs typeface="Intel Clear" panose="020B0604020203020204" pitchFamily="34" charset="0"/>
                      </a:endParaRPr>
                    </a:p>
                  </a:txBody>
                  <a:tcPr marL="51727" marR="51727" marT="0" marB="0" anchor="ctr">
                    <a:lnR w="12700" cap="flat" cmpd="sng" algn="ctr">
                      <a:solidFill>
                        <a:schemeClr val="tx1"/>
                      </a:solidFill>
                      <a:prstDash val="solid"/>
                      <a:round/>
                      <a:headEnd type="none" w="med" len="med"/>
                      <a:tailEnd type="none" w="med" len="med"/>
                    </a:lnR>
                    <a:solidFill>
                      <a:schemeClr val="bg2"/>
                    </a:solidFill>
                  </a:tcPr>
                </a:tc>
                <a:tc rowSpan="2">
                  <a:txBody>
                    <a:bodyPr/>
                    <a:lstStyle/>
                    <a:p>
                      <a:pPr marL="0" marR="0" algn="ctr">
                        <a:spcBef>
                          <a:spcPts val="0"/>
                        </a:spcBef>
                        <a:spcAft>
                          <a:spcPts val="0"/>
                        </a:spcAft>
                      </a:pPr>
                      <a:r>
                        <a:rPr lang="en-US" sz="1400" i="1" dirty="0">
                          <a:effectLst/>
                          <a:latin typeface="Intel Clear" panose="020B0604020203020204" pitchFamily="34" charset="0"/>
                          <a:ea typeface="Intel Clear" panose="020B0604020203020204" pitchFamily="34" charset="0"/>
                          <a:cs typeface="Intel Clear" panose="020B0604020203020204" pitchFamily="34" charset="0"/>
                        </a:rPr>
                        <a:t>Fuji</a:t>
                      </a:r>
                    </a:p>
                  </a:txBody>
                  <a:tcPr marL="51727" marR="5172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i="1" dirty="0">
                          <a:effectLst/>
                          <a:latin typeface="Intel Clear" panose="020B0604020203020204" pitchFamily="34" charset="0"/>
                          <a:ea typeface="Intel Clear" panose="020B0604020203020204" pitchFamily="34" charset="0"/>
                          <a:cs typeface="Intel Clear" panose="020B0604020203020204" pitchFamily="34" charset="0"/>
                        </a:rPr>
                        <a:t>AIMEX-III</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i="1" dirty="0">
                          <a:effectLst/>
                          <a:latin typeface="Intel Clear" panose="020B0604020203020204" pitchFamily="34" charset="0"/>
                          <a:ea typeface="Intel Clear" panose="020B0604020203020204" pitchFamily="34" charset="0"/>
                          <a:cs typeface="Intel Clear" panose="020B0604020203020204" pitchFamily="34" charset="0"/>
                        </a:rPr>
                        <a:t>120 x 120 mm </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Y</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Y</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endParaRPr lang="en-US" sz="12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4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4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26478">
                <a:tc vMerge="1">
                  <a:txBody>
                    <a:bodyPr/>
                    <a:lstStyle/>
                    <a:p>
                      <a:pPr marL="0" marR="0" algn="ctr">
                        <a:spcBef>
                          <a:spcPts val="0"/>
                        </a:spcBef>
                        <a:spcAft>
                          <a:spcPts val="0"/>
                        </a:spcAft>
                      </a:pPr>
                      <a:endParaRPr lang="en-US" sz="1100" dirty="0">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tc>
                <a:tc vMerge="1">
                  <a:txBody>
                    <a:bodyPr/>
                    <a:lstStyle/>
                    <a:p>
                      <a:pPr marL="0" marR="0">
                        <a:spcBef>
                          <a:spcPts val="0"/>
                        </a:spcBef>
                        <a:spcAft>
                          <a:spcPts val="0"/>
                        </a:spcAft>
                      </a:pPr>
                      <a:endParaRPr lang="en-US" sz="1000" dirty="0">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tc>
                <a:tc>
                  <a:txBody>
                    <a:bodyPr/>
                    <a:lstStyle/>
                    <a:p>
                      <a:pPr marL="0" marR="0" algn="ctr">
                        <a:spcBef>
                          <a:spcPts val="0"/>
                        </a:spcBef>
                        <a:spcAft>
                          <a:spcPts val="0"/>
                        </a:spcAft>
                      </a:pPr>
                      <a:r>
                        <a:rPr lang="en-US" sz="1400" i="1" dirty="0">
                          <a:effectLst/>
                          <a:latin typeface="Intel Clear" panose="020B0604020203020204" pitchFamily="34" charset="0"/>
                          <a:ea typeface="Intel Clear" panose="020B0604020203020204" pitchFamily="34" charset="0"/>
                          <a:cs typeface="Intel Clear" panose="020B0604020203020204" pitchFamily="34" charset="0"/>
                        </a:rPr>
                        <a:t>NXT II</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i="1" dirty="0">
                          <a:effectLst/>
                          <a:latin typeface="Intel Clear" panose="020B0604020203020204" pitchFamily="34" charset="0"/>
                          <a:ea typeface="Intel Clear" panose="020B0604020203020204" pitchFamily="34" charset="0"/>
                          <a:cs typeface="Intel Clear" panose="020B0604020203020204" pitchFamily="34" charset="0"/>
                        </a:rPr>
                        <a:t>74 x 74 mm</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solidFill>
                            <a:srgbClr val="FF0000"/>
                          </a:solidFill>
                          <a:effectLst/>
                          <a:latin typeface="Intel Clear" panose="020B0604020203020204" pitchFamily="34" charset="0"/>
                          <a:ea typeface="Intel Clear" panose="020B0604020203020204" pitchFamily="34" charset="0"/>
                          <a:cs typeface="Intel Clear" panose="020B0604020203020204" pitchFamily="34" charset="0"/>
                        </a:rPr>
                        <a:t>N</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solidFill>
                            <a:srgbClr val="FF0000"/>
                          </a:solidFill>
                          <a:effectLst/>
                          <a:latin typeface="Intel Clear" panose="020B0604020203020204" pitchFamily="34" charset="0"/>
                          <a:ea typeface="Intel Clear" panose="020B0604020203020204" pitchFamily="34" charset="0"/>
                          <a:cs typeface="Intel Clear" panose="020B0604020203020204" pitchFamily="34" charset="0"/>
                        </a:rPr>
                        <a:t>N</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endParaRPr lang="en-US" sz="12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endParaRPr lang="en-US" sz="14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endParaRPr lang="en-US" sz="14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7745156"/>
                  </a:ext>
                </a:extLst>
              </a:tr>
            </a:tbl>
          </a:graphicData>
        </a:graphic>
      </p:graphicFrame>
      <p:graphicFrame>
        <p:nvGraphicFramePr>
          <p:cNvPr id="22" name="Table 21">
            <a:extLst>
              <a:ext uri="{FF2B5EF4-FFF2-40B4-BE49-F238E27FC236}">
                <a16:creationId xmlns:a16="http://schemas.microsoft.com/office/drawing/2014/main" id="{655CA3C1-A071-4E19-8306-444F198F29D1}"/>
              </a:ext>
            </a:extLst>
          </p:cNvPr>
          <p:cNvGraphicFramePr>
            <a:graphicFrameLocks noGrp="1"/>
          </p:cNvGraphicFramePr>
          <p:nvPr>
            <p:extLst>
              <p:ext uri="{D42A27DB-BD31-4B8C-83A1-F6EECF244321}">
                <p14:modId xmlns:p14="http://schemas.microsoft.com/office/powerpoint/2010/main" val="4072951790"/>
              </p:ext>
            </p:extLst>
          </p:nvPr>
        </p:nvGraphicFramePr>
        <p:xfrm>
          <a:off x="143735" y="3037855"/>
          <a:ext cx="11225144" cy="2002874"/>
        </p:xfrm>
        <a:graphic>
          <a:graphicData uri="http://schemas.openxmlformats.org/drawingml/2006/table">
            <a:tbl>
              <a:tblPr firstRow="1" firstCol="1" bandRow="1">
                <a:tableStyleId>{5C22544A-7EE6-4342-B048-85BDC9FD1C3A}</a:tableStyleId>
              </a:tblPr>
              <a:tblGrid>
                <a:gridCol w="1117715">
                  <a:extLst>
                    <a:ext uri="{9D8B030D-6E8A-4147-A177-3AD203B41FA5}">
                      <a16:colId xmlns:a16="http://schemas.microsoft.com/office/drawing/2014/main" val="20000"/>
                    </a:ext>
                  </a:extLst>
                </a:gridCol>
                <a:gridCol w="1352652">
                  <a:extLst>
                    <a:ext uri="{9D8B030D-6E8A-4147-A177-3AD203B41FA5}">
                      <a16:colId xmlns:a16="http://schemas.microsoft.com/office/drawing/2014/main" val="20001"/>
                    </a:ext>
                  </a:extLst>
                </a:gridCol>
                <a:gridCol w="1024454">
                  <a:extLst>
                    <a:ext uri="{9D8B030D-6E8A-4147-A177-3AD203B41FA5}">
                      <a16:colId xmlns:a16="http://schemas.microsoft.com/office/drawing/2014/main" val="20002"/>
                    </a:ext>
                  </a:extLst>
                </a:gridCol>
                <a:gridCol w="1726801">
                  <a:extLst>
                    <a:ext uri="{9D8B030D-6E8A-4147-A177-3AD203B41FA5}">
                      <a16:colId xmlns:a16="http://schemas.microsoft.com/office/drawing/2014/main" val="20003"/>
                    </a:ext>
                  </a:extLst>
                </a:gridCol>
                <a:gridCol w="1203886">
                  <a:extLst>
                    <a:ext uri="{9D8B030D-6E8A-4147-A177-3AD203B41FA5}">
                      <a16:colId xmlns:a16="http://schemas.microsoft.com/office/drawing/2014/main" val="20007"/>
                    </a:ext>
                  </a:extLst>
                </a:gridCol>
                <a:gridCol w="1275347">
                  <a:extLst>
                    <a:ext uri="{9D8B030D-6E8A-4147-A177-3AD203B41FA5}">
                      <a16:colId xmlns:a16="http://schemas.microsoft.com/office/drawing/2014/main" val="20008"/>
                    </a:ext>
                  </a:extLst>
                </a:gridCol>
                <a:gridCol w="1588169">
                  <a:extLst>
                    <a:ext uri="{9D8B030D-6E8A-4147-A177-3AD203B41FA5}">
                      <a16:colId xmlns:a16="http://schemas.microsoft.com/office/drawing/2014/main" val="2338990182"/>
                    </a:ext>
                  </a:extLst>
                </a:gridCol>
                <a:gridCol w="1936120">
                  <a:extLst>
                    <a:ext uri="{9D8B030D-6E8A-4147-A177-3AD203B41FA5}">
                      <a16:colId xmlns:a16="http://schemas.microsoft.com/office/drawing/2014/main" val="3820188341"/>
                    </a:ext>
                  </a:extLst>
                </a:gridCol>
              </a:tblGrid>
              <a:tr h="380871">
                <a:tc gridSpan="4">
                  <a:txBody>
                    <a:bodyPr/>
                    <a:lstStyle/>
                    <a:p>
                      <a:pPr marL="0" marR="0" algn="ctr">
                        <a:spcBef>
                          <a:spcPts val="0"/>
                        </a:spcBef>
                        <a:spcAft>
                          <a:spcPts val="0"/>
                        </a:spcAft>
                      </a:pPr>
                      <a:r>
                        <a:rPr lang="en-US" sz="1800" dirty="0">
                          <a:effectLst/>
                          <a:latin typeface="Intel Clear" panose="020B0604020203020204" pitchFamily="34" charset="0"/>
                          <a:ea typeface="Intel Clear" panose="020B0604020203020204" pitchFamily="34" charset="0"/>
                          <a:cs typeface="Intel Clear" panose="020B0604020203020204" pitchFamily="34" charset="0"/>
                        </a:rPr>
                        <a:t>Rework Machine  </a:t>
                      </a:r>
                      <a:r>
                        <a:rPr lang="en-US" sz="1600" dirty="0">
                          <a:effectLst/>
                          <a:latin typeface="Intel Clear" panose="020B0604020203020204" pitchFamily="34" charset="0"/>
                          <a:ea typeface="Intel Clear" panose="020B0604020203020204" pitchFamily="34" charset="0"/>
                          <a:cs typeface="Intel Clear" panose="020B0604020203020204" pitchFamily="34" charset="0"/>
                        </a:rPr>
                        <a:t>(Current Capability)</a:t>
                      </a:r>
                    </a:p>
                  </a:txBody>
                  <a:tcPr marL="51727" marR="51727" marT="0" marB="0" anchor="ctr">
                    <a:solidFill>
                      <a:schemeClr val="bg2"/>
                    </a:solidFill>
                  </a:tcPr>
                </a:tc>
                <a:tc hMerge="1">
                  <a:txBody>
                    <a:bodyPr/>
                    <a:lstStyle/>
                    <a:p>
                      <a:endParaRPr lang="en-US"/>
                    </a:p>
                  </a:txBody>
                  <a:tcPr/>
                </a:tc>
                <a:tc hMerge="1">
                  <a:txBody>
                    <a:bodyPr/>
                    <a:lstStyle/>
                    <a:p>
                      <a:endParaRPr lang="en-US"/>
                    </a:p>
                  </a:txBody>
                  <a:tcPr/>
                </a:tc>
                <a:tc hMerge="1">
                  <a:txBody>
                    <a:bodyPr/>
                    <a:lstStyle/>
                    <a:p>
                      <a:pPr marL="0" marR="0" algn="ctr">
                        <a:spcBef>
                          <a:spcPts val="0"/>
                        </a:spcBef>
                        <a:spcAft>
                          <a:spcPts val="0"/>
                        </a:spcAft>
                      </a:pPr>
                      <a:endParaRPr lang="en-US" sz="1000" dirty="0">
                        <a:effectLst/>
                        <a:latin typeface="Calibri" panose="020F0502020204030204" pitchFamily="34" charset="0"/>
                        <a:ea typeface="Calibri" panose="020F0502020204030204" pitchFamily="34" charset="0"/>
                      </a:endParaRPr>
                    </a:p>
                  </a:txBody>
                  <a:tcPr marL="38795" marR="38795" marT="0" marB="0"/>
                </a:tc>
                <a:tc gridSpan="2">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Rework Capability Assessment</a:t>
                      </a:r>
                    </a:p>
                  </a:txBody>
                  <a:tcPr marL="121920" marR="121920" marT="60960" marB="60960" anchor="ctr">
                    <a:lnB w="12700" cap="flat" cmpd="sng" algn="ctr">
                      <a:solidFill>
                        <a:schemeClr val="tx1"/>
                      </a:solidFill>
                      <a:prstDash val="solid"/>
                      <a:round/>
                      <a:headEnd type="none" w="med" len="med"/>
                      <a:tailEnd type="none" w="med" len="med"/>
                    </a:lnB>
                    <a:solidFill>
                      <a:schemeClr val="bg2"/>
                    </a:solidFill>
                  </a:tcPr>
                </a:tc>
                <a:tc hMerge="1">
                  <a:txBody>
                    <a:bodyPr/>
                    <a:lstStyle/>
                    <a:p>
                      <a:endParaRPr lang="en-US"/>
                    </a:p>
                  </a:txBody>
                  <a:tcPr/>
                </a:tc>
                <a:tc gridSpan="2">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Current No of Lines w/rework Models</a:t>
                      </a:r>
                    </a:p>
                  </a:txBody>
                  <a:tcPr marL="121920" marR="121920" marT="60960" marB="60960" anchor="ctr">
                    <a:lnB w="12700" cap="flat" cmpd="sng" algn="ctr">
                      <a:solidFill>
                        <a:schemeClr val="tx1"/>
                      </a:solidFill>
                      <a:prstDash val="solid"/>
                      <a:round/>
                      <a:headEnd type="none" w="med" len="med"/>
                      <a:tailEnd type="none" w="med" len="med"/>
                    </a:lnB>
                    <a:solidFill>
                      <a:schemeClr val="bg2"/>
                    </a:solidFill>
                  </a:tcPr>
                </a:tc>
                <a:tc hMerge="1">
                  <a:txBody>
                    <a:bodyPr/>
                    <a:lstStyle/>
                    <a:p>
                      <a:pPr marL="0" marR="0" algn="ctr">
                        <a:spcBef>
                          <a:spcPts val="0"/>
                        </a:spcBef>
                        <a:spcAft>
                          <a:spcPts val="0"/>
                        </a:spcAft>
                      </a:pPr>
                      <a:endParaRPr lang="en-US" sz="1400" dirty="0">
                        <a:effectLst/>
                        <a:latin typeface="Intel Clear" panose="020B0604020203020204" pitchFamily="34" charset="0"/>
                        <a:ea typeface="Intel Clear" panose="020B0604020203020204" pitchFamily="34" charset="0"/>
                        <a:cs typeface="Intel Clear" panose="020B0604020203020204" pitchFamily="34" charset="0"/>
                      </a:endParaRPr>
                    </a:p>
                  </a:txBody>
                  <a:tcPr marL="121920" marR="121920" marT="60960" marB="60960" anchor="ctr">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r h="969489">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 ODM (PRC/TW)</a:t>
                      </a:r>
                    </a:p>
                  </a:txBody>
                  <a:tcPr marL="38795" marR="38795" marT="0" marB="0" anchor="ctr">
                    <a:lnR w="12700" cap="flat" cmpd="sng" algn="ctr">
                      <a:solidFill>
                        <a:schemeClr val="tx1"/>
                      </a:solidFill>
                      <a:prstDash val="solid"/>
                      <a:round/>
                      <a:headEnd type="none" w="med" len="med"/>
                      <a:tailEnd type="none" w="med" len="med"/>
                    </a:lnR>
                    <a:solidFill>
                      <a:schemeClr val="bg2"/>
                    </a:solid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Vendor</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Model</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Max Size</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Socket E</a:t>
                      </a:r>
                    </a:p>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(82 x 64.5 mm)</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rPr>
                        <a:t>Socket BR</a:t>
                      </a:r>
                    </a:p>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(109 x 75 mm)</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Current Quantity at (existing Models)</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Planned Upgrades</a:t>
                      </a:r>
                    </a:p>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Quantity (2021-2023) for newer or other Models</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484745">
                <a:tc>
                  <a:txBody>
                    <a:bodyPr/>
                    <a:lstStyle/>
                    <a:p>
                      <a:pPr marL="0" marR="0" algn="ctr">
                        <a:spcBef>
                          <a:spcPts val="0"/>
                        </a:spcBef>
                        <a:spcAft>
                          <a:spcPts val="0"/>
                        </a:spcAft>
                      </a:pPr>
                      <a:r>
                        <a:rPr lang="en-US" sz="1400" dirty="0" err="1">
                          <a:effectLst/>
                          <a:latin typeface="Intel Clear" panose="020B0604020203020204" pitchFamily="34" charset="0"/>
                          <a:ea typeface="Intel Clear" panose="020B0604020203020204" pitchFamily="34" charset="0"/>
                          <a:cs typeface="Intel Clear" panose="020B0604020203020204" pitchFamily="34" charset="0"/>
                        </a:rPr>
                        <a:t>Mitac</a:t>
                      </a:r>
                      <a:endParaRPr lang="en-US" sz="1400" dirty="0">
                        <a:effectLst/>
                        <a:latin typeface="Intel Clear" panose="020B0604020203020204" pitchFamily="34" charset="0"/>
                        <a:ea typeface="Intel Clear" panose="020B0604020203020204" pitchFamily="34" charset="0"/>
                        <a:cs typeface="Intel Clear" panose="020B0604020203020204" pitchFamily="34" charset="0"/>
                      </a:endParaRPr>
                    </a:p>
                  </a:txBody>
                  <a:tcPr marL="51727" marR="51727" marT="0" marB="0" anchor="ctr">
                    <a:lnR w="12700" cap="flat" cmpd="sng" algn="ctr">
                      <a:solidFill>
                        <a:schemeClr val="tx1"/>
                      </a:solidFill>
                      <a:prstDash val="solid"/>
                      <a:round/>
                      <a:headEnd type="none" w="med" len="med"/>
                      <a:tailEnd type="none" w="med" len="med"/>
                    </a:lnR>
                    <a:solidFill>
                      <a:schemeClr val="bg2"/>
                    </a:solidFill>
                  </a:tcPr>
                </a:tc>
                <a:tc>
                  <a:txBody>
                    <a:bodyPr/>
                    <a:lstStyle/>
                    <a:p>
                      <a:pPr marL="0" marR="0" algn="ctr">
                        <a:spcBef>
                          <a:spcPts val="0"/>
                        </a:spcBef>
                        <a:spcAft>
                          <a:spcPts val="0"/>
                        </a:spcAft>
                      </a:pPr>
                      <a:r>
                        <a:rPr lang="en-US" sz="1400" i="1" dirty="0">
                          <a:effectLst/>
                          <a:latin typeface="Intel Clear" panose="020B0604020203020204" pitchFamily="34" charset="0"/>
                          <a:ea typeface="Intel Clear" panose="020B0604020203020204" pitchFamily="34" charset="0"/>
                          <a:cs typeface="Intel Clear" panose="020B0604020203020204" pitchFamily="34" charset="0"/>
                        </a:rPr>
                        <a:t>VJE</a:t>
                      </a:r>
                    </a:p>
                  </a:txBody>
                  <a:tcPr marL="51727" marR="5172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i="1" dirty="0">
                          <a:effectLst/>
                          <a:latin typeface="Intel Clear" panose="020B0604020203020204" pitchFamily="34" charset="0"/>
                          <a:ea typeface="Intel Clear" panose="020B0604020203020204" pitchFamily="34" charset="0"/>
                          <a:cs typeface="Intel Clear" panose="020B0604020203020204" pitchFamily="34" charset="0"/>
                        </a:rPr>
                        <a:t>SRT-1800</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400" i="1" dirty="0">
                          <a:effectLst/>
                          <a:latin typeface="Intel Clear" panose="020B0604020203020204" pitchFamily="34" charset="0"/>
                          <a:ea typeface="Intel Clear" panose="020B0604020203020204" pitchFamily="34" charset="0"/>
                          <a:cs typeface="Intel Clear" panose="020B0604020203020204" pitchFamily="34" charset="0"/>
                        </a:rPr>
                        <a:t>80 x 80 mm (with prism upgrade)</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solidFill>
                            <a:srgbClr val="FF0000"/>
                          </a:solidFill>
                          <a:effectLst/>
                          <a:latin typeface="Intel Clear" panose="020B0604020203020204" pitchFamily="34" charset="0"/>
                          <a:ea typeface="Intel Clear" panose="020B0604020203020204" pitchFamily="34" charset="0"/>
                          <a:cs typeface="Intel Clear" panose="020B0604020203020204" pitchFamily="34" charset="0"/>
                        </a:rPr>
                        <a:t>N</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400" dirty="0">
                          <a:solidFill>
                            <a:srgbClr val="FF0000"/>
                          </a:solidFill>
                          <a:effectLst/>
                          <a:latin typeface="Intel Clear" panose="020B0604020203020204" pitchFamily="34" charset="0"/>
                          <a:ea typeface="Intel Clear" panose="020B0604020203020204" pitchFamily="34" charset="0"/>
                          <a:cs typeface="Intel Clear" panose="020B0604020203020204" pitchFamily="34" charset="0"/>
                        </a:rPr>
                        <a:t>N</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4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400" dirty="0">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sp>
        <p:nvSpPr>
          <p:cNvPr id="3" name="TextBox 2">
            <a:extLst>
              <a:ext uri="{FF2B5EF4-FFF2-40B4-BE49-F238E27FC236}">
                <a16:creationId xmlns:a16="http://schemas.microsoft.com/office/drawing/2014/main" id="{98C402DD-7EFB-47D2-ADFF-392D88B199FD}"/>
              </a:ext>
            </a:extLst>
          </p:cNvPr>
          <p:cNvSpPr txBox="1"/>
          <p:nvPr/>
        </p:nvSpPr>
        <p:spPr>
          <a:xfrm>
            <a:off x="722376" y="5059011"/>
            <a:ext cx="7123176" cy="2154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algn="l" defTabSz="2438338" rtl="0" fontAlgn="auto" latinLnBrk="0" hangingPunct="0">
              <a:lnSpc>
                <a:spcPct val="100000"/>
              </a:lnSpc>
              <a:spcBef>
                <a:spcPts val="0"/>
              </a:spcBef>
              <a:spcAft>
                <a:spcPts val="0"/>
              </a:spcAft>
              <a:buClrTx/>
              <a:buSzTx/>
              <a:buFontTx/>
              <a:buNone/>
              <a:tabLst/>
            </a:pPr>
            <a:r>
              <a:rPr kumimoji="0" lang="en-US" sz="1400" b="0" i="0" u="none" strike="noStrike" cap="none" spc="0" normalizeH="0" baseline="0" dirty="0">
                <a:ln>
                  <a:noFill/>
                </a:ln>
                <a:solidFill>
                  <a:schemeClr val="tx1"/>
                </a:solidFill>
                <a:effectLst/>
                <a:uFillTx/>
                <a:latin typeface="+mn-lt"/>
                <a:ea typeface="+mn-ea"/>
                <a:cs typeface="+mn-cs"/>
                <a:sym typeface="Helvetica Neue"/>
              </a:rPr>
              <a:t>*SRT-1800 may have some technical challenges</a:t>
            </a:r>
          </a:p>
        </p:txBody>
      </p:sp>
      <p:sp>
        <p:nvSpPr>
          <p:cNvPr id="2" name="Rectangle: Rounded Corners 1">
            <a:extLst>
              <a:ext uri="{FF2B5EF4-FFF2-40B4-BE49-F238E27FC236}">
                <a16:creationId xmlns:a16="http://schemas.microsoft.com/office/drawing/2014/main" id="{E4E54366-289A-4C6A-A73E-90B6899B67BD}"/>
              </a:ext>
            </a:extLst>
          </p:cNvPr>
          <p:cNvSpPr/>
          <p:nvPr/>
        </p:nvSpPr>
        <p:spPr>
          <a:xfrm>
            <a:off x="8059667" y="2362128"/>
            <a:ext cx="2646095" cy="317818"/>
          </a:xfrm>
          <a:prstGeom prst="round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1200" dirty="0">
                <a:solidFill>
                  <a:srgbClr val="FFFFFF"/>
                </a:solidFill>
                <a:latin typeface="Helvetica Neue Medium"/>
                <a:ea typeface="Helvetica Neue Medium"/>
                <a:cs typeface="Helvetica Neue Medium"/>
                <a:sym typeface="Helvetica Neue Medium"/>
              </a:rPr>
              <a:t>Table to be filled by </a:t>
            </a:r>
            <a:r>
              <a:rPr lang="en-US" sz="1200" dirty="0" err="1">
                <a:solidFill>
                  <a:srgbClr val="FFFFFF"/>
                </a:solidFill>
                <a:latin typeface="Helvetica Neue Medium"/>
                <a:ea typeface="Helvetica Neue Medium"/>
                <a:cs typeface="Helvetica Neue Medium"/>
                <a:sym typeface="Helvetica Neue Medium"/>
              </a:rPr>
              <a:t>Mitac</a:t>
            </a:r>
            <a:endParaRPr kumimoji="0" lang="en-US" sz="1200" b="0" i="0" u="none" strike="noStrike" cap="none" spc="0" normalizeH="0" baseline="0" dirty="0">
              <a:ln>
                <a:noFill/>
              </a:ln>
              <a:solidFill>
                <a:srgbClr val="FFFFFF"/>
              </a:solidFill>
              <a:effectLst/>
              <a:uFillTx/>
              <a:latin typeface="Helvetica Neue Medium"/>
              <a:ea typeface="Helvetica Neue Medium"/>
              <a:cs typeface="Helvetica Neue Medium"/>
              <a:sym typeface="Helvetica Neue Medium"/>
            </a:endParaRPr>
          </a:p>
        </p:txBody>
      </p:sp>
      <p:sp>
        <p:nvSpPr>
          <p:cNvPr id="8" name="Rectangle: Rounded Corners 7">
            <a:extLst>
              <a:ext uri="{FF2B5EF4-FFF2-40B4-BE49-F238E27FC236}">
                <a16:creationId xmlns:a16="http://schemas.microsoft.com/office/drawing/2014/main" id="{72CE39B8-1819-40C4-B364-FD56E9FB9C40}"/>
              </a:ext>
            </a:extLst>
          </p:cNvPr>
          <p:cNvSpPr/>
          <p:nvPr/>
        </p:nvSpPr>
        <p:spPr>
          <a:xfrm>
            <a:off x="8504728" y="4816437"/>
            <a:ext cx="2646095" cy="317818"/>
          </a:xfrm>
          <a:prstGeom prst="round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1200" dirty="0">
                <a:solidFill>
                  <a:srgbClr val="FFFFFF"/>
                </a:solidFill>
                <a:latin typeface="Helvetica Neue Medium"/>
                <a:ea typeface="Helvetica Neue Medium"/>
                <a:cs typeface="Helvetica Neue Medium"/>
                <a:sym typeface="Helvetica Neue Medium"/>
              </a:rPr>
              <a:t>Table to be filled by </a:t>
            </a:r>
            <a:r>
              <a:rPr lang="en-US" sz="1200" dirty="0" err="1">
                <a:solidFill>
                  <a:srgbClr val="FFFFFF"/>
                </a:solidFill>
                <a:latin typeface="Helvetica Neue Medium"/>
                <a:ea typeface="Helvetica Neue Medium"/>
                <a:cs typeface="Helvetica Neue Medium"/>
                <a:sym typeface="Helvetica Neue Medium"/>
              </a:rPr>
              <a:t>Mitac</a:t>
            </a:r>
            <a:endParaRPr kumimoji="0" lang="en-US" sz="1200" b="0" i="0" u="none" strike="noStrike" cap="none" spc="0" normalizeH="0" baseline="0" dirty="0">
              <a:ln>
                <a:noFill/>
              </a:ln>
              <a:solidFill>
                <a:srgbClr val="FFFFFF"/>
              </a:solidFill>
              <a:effectLst/>
              <a:uFillTx/>
              <a:latin typeface="Helvetica Neue Medium"/>
              <a:ea typeface="Helvetica Neue Medium"/>
              <a:cs typeface="Helvetica Neue Medium"/>
              <a:sym typeface="Helvetica Neue Medium"/>
            </a:endParaRPr>
          </a:p>
        </p:txBody>
      </p:sp>
      <p:sp>
        <p:nvSpPr>
          <p:cNvPr id="9" name="Rectangle: Rounded Corners 8">
            <a:extLst>
              <a:ext uri="{FF2B5EF4-FFF2-40B4-BE49-F238E27FC236}">
                <a16:creationId xmlns:a16="http://schemas.microsoft.com/office/drawing/2014/main" id="{75396A8E-270A-44E1-BAB3-5D524B215DD8}"/>
              </a:ext>
            </a:extLst>
          </p:cNvPr>
          <p:cNvSpPr/>
          <p:nvPr/>
        </p:nvSpPr>
        <p:spPr>
          <a:xfrm>
            <a:off x="602034" y="5380225"/>
            <a:ext cx="10719992" cy="930751"/>
          </a:xfrm>
          <a:prstGeom prst="roundRect">
            <a:avLst/>
          </a:prstGeom>
          <a:solidFill>
            <a:schemeClr val="tx2">
              <a:lumMod val="75000"/>
            </a:schemeClr>
          </a:solidFill>
          <a:ln w="12700" cap="flat">
            <a:solidFill>
              <a:srgbClr val="FFFF00"/>
            </a:solidFill>
            <a:miter lim="400000"/>
          </a:ln>
          <a:effectLst>
            <a:glow rad="139700">
              <a:schemeClr val="accent6">
                <a:satMod val="175000"/>
                <a:alpha val="40000"/>
              </a:schemeClr>
            </a:glo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825500" rtl="0" fontAlgn="auto" latinLnBrk="0" hangingPunct="0">
              <a:lnSpc>
                <a:spcPct val="100000"/>
              </a:lnSpc>
              <a:spcBef>
                <a:spcPts val="0"/>
              </a:spcBef>
              <a:spcAft>
                <a:spcPts val="0"/>
              </a:spcAft>
              <a:buClrTx/>
              <a:buSzTx/>
              <a:buFontTx/>
              <a:buNone/>
              <a:tabLst/>
            </a:pPr>
            <a:r>
              <a:rPr kumimoji="0" lang="en-US" sz="1600" b="0" i="0" u="sng" strike="noStrike" cap="none" spc="0" normalizeH="0" baseline="0" dirty="0">
                <a:ln>
                  <a:noFill/>
                </a:ln>
                <a:solidFill>
                  <a:srgbClr val="FFFF00"/>
                </a:solidFill>
                <a:effectLst/>
                <a:uFillTx/>
                <a:latin typeface="Helvetica Neue Medium"/>
                <a:ea typeface="Helvetica Neue Medium"/>
                <a:cs typeface="Helvetica Neue Medium"/>
                <a:sym typeface="Helvetica Neue Medium"/>
              </a:rPr>
              <a:t>Key Message</a:t>
            </a:r>
          </a:p>
          <a:p>
            <a:pPr marL="182880" indent="-182880" defTabSz="825500">
              <a:lnSpc>
                <a:spcPct val="100000"/>
              </a:lnSpc>
              <a:spcBef>
                <a:spcPts val="0"/>
              </a:spcBef>
              <a:buFont typeface="Arial" panose="020B0604020202020204" pitchFamily="34" charset="0"/>
              <a:buChar char="•"/>
            </a:pPr>
            <a:r>
              <a:rPr lang="en-US" sz="1600" dirty="0">
                <a:solidFill>
                  <a:srgbClr val="FFFFFF"/>
                </a:solidFill>
                <a:latin typeface="Helvetica Neue Medium"/>
                <a:ea typeface="Helvetica Neue Medium"/>
                <a:cs typeface="Helvetica Neue Medium"/>
                <a:sym typeface="Helvetica Neue Medium"/>
              </a:rPr>
              <a:t>Intel would like to understand the current tool is capable of handling socket E and Socket BR for manufacturing </a:t>
            </a:r>
          </a:p>
          <a:p>
            <a:pPr marL="182880" indent="-182880" defTabSz="825500">
              <a:lnSpc>
                <a:spcPct val="100000"/>
              </a:lnSpc>
              <a:spcBef>
                <a:spcPts val="0"/>
              </a:spcBef>
              <a:buFont typeface="Arial" panose="020B0604020202020204" pitchFamily="34" charset="0"/>
              <a:buChar char="•"/>
            </a:pPr>
            <a:r>
              <a:rPr lang="en-US" sz="1600" dirty="0">
                <a:solidFill>
                  <a:srgbClr val="FFFFFF"/>
                </a:solidFill>
                <a:latin typeface="Helvetica Neue Medium"/>
                <a:ea typeface="Helvetica Neue Medium"/>
                <a:cs typeface="Helvetica Neue Medium"/>
                <a:sym typeface="Helvetica Neue Medium"/>
              </a:rPr>
              <a:t>Are there plans to purchase new equipment or upgrade current equipment </a:t>
            </a:r>
          </a:p>
        </p:txBody>
      </p:sp>
    </p:spTree>
    <p:extLst>
      <p:ext uri="{BB962C8B-B14F-4D97-AF65-F5344CB8AC3E}">
        <p14:creationId xmlns:p14="http://schemas.microsoft.com/office/powerpoint/2010/main" val="1150574017"/>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8AF66B6-4835-4254-9DF3-D325B20515AD}"/>
              </a:ext>
            </a:extLst>
          </p:cNvPr>
          <p:cNvSpPr>
            <a:spLocks noGrp="1"/>
          </p:cNvSpPr>
          <p:nvPr>
            <p:ph type="body" sz="quarter" idx="10"/>
          </p:nvPr>
        </p:nvSpPr>
        <p:spPr>
          <a:xfrm>
            <a:off x="609600" y="938697"/>
            <a:ext cx="10972800" cy="5116793"/>
          </a:xfrm>
        </p:spPr>
        <p:txBody>
          <a:bodyPr>
            <a:normAutofit/>
          </a:bodyPr>
          <a:lstStyle/>
          <a:p>
            <a:r>
              <a:rPr lang="en-US" sz="3200" dirty="0">
                <a:solidFill>
                  <a:schemeClr val="tx1"/>
                </a:solidFill>
              </a:rPr>
              <a:t>Intel would like to verify the capability of your SMT PnP and rework equipment for Socket E/</a:t>
            </a:r>
            <a:r>
              <a:rPr lang="en-US" sz="3200" dirty="0">
                <a:solidFill>
                  <a:srgbClr val="FF0000"/>
                </a:solidFill>
              </a:rPr>
              <a:t>Socket BR</a:t>
            </a:r>
          </a:p>
          <a:p>
            <a:pPr lvl="1"/>
            <a:r>
              <a:rPr lang="en-US" sz="2800" dirty="0">
                <a:solidFill>
                  <a:schemeClr val="tx1"/>
                </a:solidFill>
              </a:rPr>
              <a:t>Intel can share collaterals to perform the assessments (sockets/PCBs)</a:t>
            </a:r>
          </a:p>
          <a:p>
            <a:pPr marL="228600" lvl="1" indent="0">
              <a:buNone/>
            </a:pPr>
            <a:endParaRPr lang="en-US" sz="2800" dirty="0">
              <a:solidFill>
                <a:schemeClr val="tx1"/>
              </a:solidFill>
            </a:endParaRPr>
          </a:p>
          <a:p>
            <a:r>
              <a:rPr lang="en-US" sz="3200" dirty="0">
                <a:solidFill>
                  <a:srgbClr val="FF0000"/>
                </a:solidFill>
              </a:rPr>
              <a:t>Intel would like to collaborate and provide an opportunity for early assessment/readiness checks with Socket BR. </a:t>
            </a:r>
          </a:p>
          <a:p>
            <a:pPr lvl="1"/>
            <a:r>
              <a:rPr lang="en-US" sz="2800" dirty="0">
                <a:solidFill>
                  <a:srgbClr val="FF0000"/>
                </a:solidFill>
              </a:rPr>
              <a:t>Intel will share needed collaterals (sockets/PCBs) when available </a:t>
            </a:r>
          </a:p>
        </p:txBody>
      </p:sp>
      <p:sp>
        <p:nvSpPr>
          <p:cNvPr id="3" name="Title 2">
            <a:extLst>
              <a:ext uri="{FF2B5EF4-FFF2-40B4-BE49-F238E27FC236}">
                <a16:creationId xmlns:a16="http://schemas.microsoft.com/office/drawing/2014/main" id="{A208E4A6-6A26-43C1-A528-439DA0CB35A1}"/>
              </a:ext>
            </a:extLst>
          </p:cNvPr>
          <p:cNvSpPr>
            <a:spLocks noGrp="1"/>
          </p:cNvSpPr>
          <p:nvPr>
            <p:ph type="title"/>
          </p:nvPr>
        </p:nvSpPr>
        <p:spPr>
          <a:xfrm>
            <a:off x="609600" y="338194"/>
            <a:ext cx="10972800" cy="510925"/>
          </a:xfrm>
        </p:spPr>
        <p:txBody>
          <a:bodyPr/>
          <a:lstStyle/>
          <a:p>
            <a:r>
              <a:rPr lang="en-US" sz="2800" dirty="0">
                <a:solidFill>
                  <a:schemeClr val="tx1"/>
                </a:solidFill>
              </a:rPr>
              <a:t>Intel Requests/Help Needed</a:t>
            </a:r>
          </a:p>
        </p:txBody>
      </p:sp>
    </p:spTree>
    <p:extLst>
      <p:ext uri="{BB962C8B-B14F-4D97-AF65-F5344CB8AC3E}">
        <p14:creationId xmlns:p14="http://schemas.microsoft.com/office/powerpoint/2010/main" val="52862318"/>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hidden="1"/>
          <p:cNvSpPr>
            <a:spLocks noGrp="1"/>
          </p:cNvSpPr>
          <p:nvPr>
            <p:ph type="sldNum" sz="quarter" idx="4294967295"/>
          </p:nvPr>
        </p:nvSpPr>
        <p:spPr>
          <a:xfrm>
            <a:off x="11996738" y="6540500"/>
            <a:ext cx="195262" cy="180975"/>
          </a:xfrm>
        </p:spPr>
        <p:txBody>
          <a:bodyPr/>
          <a:lstStyle>
            <a:defPPr>
              <a:defRPr lang="en-US"/>
            </a:defPPr>
            <a:lvl1pPr marL="0" algn="l" defTabSz="1625519" rtl="0" eaLnBrk="1" latinLnBrk="0" hangingPunct="1">
              <a:defRPr sz="3200" kern="1200">
                <a:solidFill>
                  <a:schemeClr val="tx1"/>
                </a:solidFill>
                <a:latin typeface="+mn-lt"/>
                <a:ea typeface="+mn-ea"/>
                <a:cs typeface="+mn-cs"/>
              </a:defRPr>
            </a:lvl1pPr>
            <a:lvl2pPr marL="812760" algn="l" defTabSz="1625519" rtl="0" eaLnBrk="1" latinLnBrk="0" hangingPunct="1">
              <a:defRPr sz="3200" kern="1200">
                <a:solidFill>
                  <a:schemeClr val="tx1"/>
                </a:solidFill>
                <a:latin typeface="+mn-lt"/>
                <a:ea typeface="+mn-ea"/>
                <a:cs typeface="+mn-cs"/>
              </a:defRPr>
            </a:lvl2pPr>
            <a:lvl3pPr marL="1625519" algn="l" defTabSz="1625519" rtl="0" eaLnBrk="1" latinLnBrk="0" hangingPunct="1">
              <a:defRPr sz="3200" kern="1200">
                <a:solidFill>
                  <a:schemeClr val="tx1"/>
                </a:solidFill>
                <a:latin typeface="+mn-lt"/>
                <a:ea typeface="+mn-ea"/>
                <a:cs typeface="+mn-cs"/>
              </a:defRPr>
            </a:lvl3pPr>
            <a:lvl4pPr marL="2438278" algn="l" defTabSz="1625519" rtl="0" eaLnBrk="1" latinLnBrk="0" hangingPunct="1">
              <a:defRPr sz="3200" kern="1200">
                <a:solidFill>
                  <a:schemeClr val="tx1"/>
                </a:solidFill>
                <a:latin typeface="+mn-lt"/>
                <a:ea typeface="+mn-ea"/>
                <a:cs typeface="+mn-cs"/>
              </a:defRPr>
            </a:lvl4pPr>
            <a:lvl5pPr marL="3251037" algn="l" defTabSz="1625519" rtl="0" eaLnBrk="1" latinLnBrk="0" hangingPunct="1">
              <a:defRPr sz="3200" kern="1200">
                <a:solidFill>
                  <a:schemeClr val="tx1"/>
                </a:solidFill>
                <a:latin typeface="+mn-lt"/>
                <a:ea typeface="+mn-ea"/>
                <a:cs typeface="+mn-cs"/>
              </a:defRPr>
            </a:lvl5pPr>
            <a:lvl6pPr marL="4063797" algn="l" defTabSz="1625519" rtl="0" eaLnBrk="1" latinLnBrk="0" hangingPunct="1">
              <a:defRPr sz="3200" kern="1200">
                <a:solidFill>
                  <a:schemeClr val="tx1"/>
                </a:solidFill>
                <a:latin typeface="+mn-lt"/>
                <a:ea typeface="+mn-ea"/>
                <a:cs typeface="+mn-cs"/>
              </a:defRPr>
            </a:lvl6pPr>
            <a:lvl7pPr marL="4876557" algn="l" defTabSz="1625519" rtl="0" eaLnBrk="1" latinLnBrk="0" hangingPunct="1">
              <a:defRPr sz="3200" kern="1200">
                <a:solidFill>
                  <a:schemeClr val="tx1"/>
                </a:solidFill>
                <a:latin typeface="+mn-lt"/>
                <a:ea typeface="+mn-ea"/>
                <a:cs typeface="+mn-cs"/>
              </a:defRPr>
            </a:lvl7pPr>
            <a:lvl8pPr marL="5689315" algn="l" defTabSz="1625519" rtl="0" eaLnBrk="1" latinLnBrk="0" hangingPunct="1">
              <a:defRPr sz="3200" kern="1200">
                <a:solidFill>
                  <a:schemeClr val="tx1"/>
                </a:solidFill>
                <a:latin typeface="+mn-lt"/>
                <a:ea typeface="+mn-ea"/>
                <a:cs typeface="+mn-cs"/>
              </a:defRPr>
            </a:lvl8pPr>
            <a:lvl9pPr marL="6502075" algn="l" defTabSz="1625519" rtl="0" eaLnBrk="1" latinLnBrk="0" hangingPunct="1">
              <a:defRPr sz="3200" kern="1200">
                <a:solidFill>
                  <a:schemeClr val="tx1"/>
                </a:solidFill>
                <a:latin typeface="+mn-lt"/>
                <a:ea typeface="+mn-ea"/>
                <a:cs typeface="+mn-cs"/>
              </a:defRPr>
            </a:lvl9pPr>
          </a:lstStyle>
          <a:p>
            <a:pPr marL="33866">
              <a:lnSpc>
                <a:spcPct val="100000"/>
              </a:lnSpc>
            </a:pPr>
            <a:endParaRPr lang="en-US" sz="1000" dirty="0"/>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75201" y="4460863"/>
            <a:ext cx="2171700" cy="1263132"/>
          </a:xfrm>
          <a:prstGeom prst="rect">
            <a:avLst/>
          </a:prstGeom>
        </p:spPr>
      </p:pic>
    </p:spTree>
    <p:extLst>
      <p:ext uri="{BB962C8B-B14F-4D97-AF65-F5344CB8AC3E}">
        <p14:creationId xmlns:p14="http://schemas.microsoft.com/office/powerpoint/2010/main" val="41968947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4019457" y="3004820"/>
            <a:ext cx="3145367" cy="848360"/>
          </a:xfrm>
          <a:custGeom>
            <a:avLst/>
            <a:gdLst/>
            <a:ahLst/>
            <a:cxnLst/>
            <a:rect l="l" t="t" r="r" b="b"/>
            <a:pathLst>
              <a:path w="2359025" h="636269">
                <a:moveTo>
                  <a:pt x="149504" y="18541"/>
                </a:moveTo>
                <a:lnTo>
                  <a:pt x="0" y="18541"/>
                </a:lnTo>
                <a:lnTo>
                  <a:pt x="0" y="491744"/>
                </a:lnTo>
                <a:lnTo>
                  <a:pt x="177547" y="491543"/>
                </a:lnTo>
                <a:lnTo>
                  <a:pt x="219098" y="487187"/>
                </a:lnTo>
                <a:lnTo>
                  <a:pt x="266447" y="471756"/>
                </a:lnTo>
                <a:lnTo>
                  <a:pt x="305680" y="443178"/>
                </a:lnTo>
                <a:lnTo>
                  <a:pt x="310004" y="437641"/>
                </a:lnTo>
                <a:lnTo>
                  <a:pt x="61721" y="437641"/>
                </a:lnTo>
                <a:lnTo>
                  <a:pt x="61721" y="278510"/>
                </a:lnTo>
                <a:lnTo>
                  <a:pt x="309375" y="278510"/>
                </a:lnTo>
                <a:lnTo>
                  <a:pt x="302120" y="270165"/>
                </a:lnTo>
                <a:lnTo>
                  <a:pt x="292679" y="261452"/>
                </a:lnTo>
                <a:lnTo>
                  <a:pt x="282184" y="253595"/>
                </a:lnTo>
                <a:lnTo>
                  <a:pt x="270683" y="246565"/>
                </a:lnTo>
                <a:lnTo>
                  <a:pt x="258223" y="240338"/>
                </a:lnTo>
                <a:lnTo>
                  <a:pt x="268905" y="232927"/>
                </a:lnTo>
                <a:lnTo>
                  <a:pt x="277191" y="225678"/>
                </a:lnTo>
                <a:lnTo>
                  <a:pt x="61721" y="225678"/>
                </a:lnTo>
                <a:lnTo>
                  <a:pt x="61721" y="72770"/>
                </a:lnTo>
                <a:lnTo>
                  <a:pt x="288179" y="72770"/>
                </a:lnTo>
                <a:lnTo>
                  <a:pt x="282895" y="65937"/>
                </a:lnTo>
                <a:lnTo>
                  <a:pt x="252719" y="40689"/>
                </a:lnTo>
                <a:lnTo>
                  <a:pt x="207215" y="24087"/>
                </a:lnTo>
                <a:lnTo>
                  <a:pt x="165076" y="18889"/>
                </a:lnTo>
                <a:lnTo>
                  <a:pt x="149504" y="18541"/>
                </a:lnTo>
                <a:close/>
              </a:path>
              <a:path w="2359025" h="636269">
                <a:moveTo>
                  <a:pt x="309375" y="278510"/>
                </a:moveTo>
                <a:lnTo>
                  <a:pt x="61721" y="278510"/>
                </a:lnTo>
                <a:lnTo>
                  <a:pt x="188544" y="278831"/>
                </a:lnTo>
                <a:lnTo>
                  <a:pt x="205683" y="280708"/>
                </a:lnTo>
                <a:lnTo>
                  <a:pt x="245000" y="296512"/>
                </a:lnTo>
                <a:lnTo>
                  <a:pt x="269191" y="341709"/>
                </a:lnTo>
                <a:lnTo>
                  <a:pt x="270198" y="357385"/>
                </a:lnTo>
                <a:lnTo>
                  <a:pt x="269234" y="371205"/>
                </a:lnTo>
                <a:lnTo>
                  <a:pt x="245278" y="415163"/>
                </a:lnTo>
                <a:lnTo>
                  <a:pt x="199558" y="434208"/>
                </a:lnTo>
                <a:lnTo>
                  <a:pt x="154990" y="437641"/>
                </a:lnTo>
                <a:lnTo>
                  <a:pt x="310004" y="437641"/>
                </a:lnTo>
                <a:lnTo>
                  <a:pt x="329345" y="398938"/>
                </a:lnTo>
                <a:lnTo>
                  <a:pt x="334670" y="357259"/>
                </a:lnTo>
                <a:lnTo>
                  <a:pt x="333930" y="341709"/>
                </a:lnTo>
                <a:lnTo>
                  <a:pt x="323640" y="301688"/>
                </a:lnTo>
                <a:lnTo>
                  <a:pt x="310459" y="279757"/>
                </a:lnTo>
                <a:lnTo>
                  <a:pt x="309375" y="278510"/>
                </a:lnTo>
                <a:close/>
              </a:path>
              <a:path w="2359025" h="636269">
                <a:moveTo>
                  <a:pt x="288179" y="72770"/>
                </a:moveTo>
                <a:lnTo>
                  <a:pt x="61721" y="72770"/>
                </a:lnTo>
                <a:lnTo>
                  <a:pt x="155337" y="72998"/>
                </a:lnTo>
                <a:lnTo>
                  <a:pt x="169695" y="74084"/>
                </a:lnTo>
                <a:lnTo>
                  <a:pt x="216733" y="89024"/>
                </a:lnTo>
                <a:lnTo>
                  <a:pt x="242373" y="126519"/>
                </a:lnTo>
                <a:lnTo>
                  <a:pt x="245214" y="158386"/>
                </a:lnTo>
                <a:lnTo>
                  <a:pt x="243327" y="171472"/>
                </a:lnTo>
                <a:lnTo>
                  <a:pt x="213276" y="213263"/>
                </a:lnTo>
                <a:lnTo>
                  <a:pt x="164037" y="225182"/>
                </a:lnTo>
                <a:lnTo>
                  <a:pt x="148132" y="225678"/>
                </a:lnTo>
                <a:lnTo>
                  <a:pt x="277191" y="225678"/>
                </a:lnTo>
                <a:lnTo>
                  <a:pt x="299878" y="194313"/>
                </a:lnTo>
                <a:lnTo>
                  <a:pt x="309350" y="157369"/>
                </a:lnTo>
                <a:lnTo>
                  <a:pt x="309981" y="143382"/>
                </a:lnTo>
                <a:lnTo>
                  <a:pt x="309835" y="136434"/>
                </a:lnTo>
                <a:lnTo>
                  <a:pt x="302501" y="98528"/>
                </a:lnTo>
                <a:lnTo>
                  <a:pt x="290897" y="76285"/>
                </a:lnTo>
                <a:lnTo>
                  <a:pt x="288179" y="72770"/>
                </a:lnTo>
                <a:close/>
              </a:path>
              <a:path w="2359025" h="636269">
                <a:moveTo>
                  <a:pt x="646858" y="191107"/>
                </a:moveTo>
                <a:lnTo>
                  <a:pt x="538166" y="191107"/>
                </a:lnTo>
                <a:lnTo>
                  <a:pt x="552151" y="192778"/>
                </a:lnTo>
                <a:lnTo>
                  <a:pt x="564679" y="195987"/>
                </a:lnTo>
                <a:lnTo>
                  <a:pt x="600781" y="227013"/>
                </a:lnTo>
                <a:lnTo>
                  <a:pt x="608304" y="266826"/>
                </a:lnTo>
                <a:lnTo>
                  <a:pt x="608304" y="287400"/>
                </a:lnTo>
                <a:lnTo>
                  <a:pt x="523959" y="287571"/>
                </a:lnTo>
                <a:lnTo>
                  <a:pt x="512360" y="288351"/>
                </a:lnTo>
                <a:lnTo>
                  <a:pt x="472742" y="295571"/>
                </a:lnTo>
                <a:lnTo>
                  <a:pt x="426247" y="318988"/>
                </a:lnTo>
                <a:lnTo>
                  <a:pt x="401812" y="349710"/>
                </a:lnTo>
                <a:lnTo>
                  <a:pt x="392395" y="400628"/>
                </a:lnTo>
                <a:lnTo>
                  <a:pt x="393585" y="413072"/>
                </a:lnTo>
                <a:lnTo>
                  <a:pt x="405689" y="449569"/>
                </a:lnTo>
                <a:lnTo>
                  <a:pt x="438428" y="482492"/>
                </a:lnTo>
                <a:lnTo>
                  <a:pt x="477741" y="497198"/>
                </a:lnTo>
                <a:lnTo>
                  <a:pt x="504375" y="499363"/>
                </a:lnTo>
                <a:lnTo>
                  <a:pt x="517095" y="498885"/>
                </a:lnTo>
                <a:lnTo>
                  <a:pt x="565725" y="486376"/>
                </a:lnTo>
                <a:lnTo>
                  <a:pt x="600091" y="463848"/>
                </a:lnTo>
                <a:lnTo>
                  <a:pt x="616468" y="448554"/>
                </a:lnTo>
                <a:lnTo>
                  <a:pt x="514118" y="448554"/>
                </a:lnTo>
                <a:lnTo>
                  <a:pt x="499270" y="447452"/>
                </a:lnTo>
                <a:lnTo>
                  <a:pt x="459645" y="424308"/>
                </a:lnTo>
                <a:lnTo>
                  <a:pt x="451721" y="383765"/>
                </a:lnTo>
                <a:lnTo>
                  <a:pt x="454398" y="372071"/>
                </a:lnTo>
                <a:lnTo>
                  <a:pt x="481760" y="341435"/>
                </a:lnTo>
                <a:lnTo>
                  <a:pt x="534238" y="331977"/>
                </a:lnTo>
                <a:lnTo>
                  <a:pt x="665877" y="331977"/>
                </a:lnTo>
                <a:lnTo>
                  <a:pt x="665853" y="262829"/>
                </a:lnTo>
                <a:lnTo>
                  <a:pt x="657370" y="213113"/>
                </a:lnTo>
                <a:lnTo>
                  <a:pt x="652533" y="201002"/>
                </a:lnTo>
                <a:lnTo>
                  <a:pt x="646858" y="191107"/>
                </a:lnTo>
                <a:close/>
              </a:path>
              <a:path w="2359025" h="636269">
                <a:moveTo>
                  <a:pt x="700201" y="448355"/>
                </a:moveTo>
                <a:lnTo>
                  <a:pt x="616676" y="448355"/>
                </a:lnTo>
                <a:lnTo>
                  <a:pt x="619607" y="460899"/>
                </a:lnTo>
                <a:lnTo>
                  <a:pt x="654942" y="492543"/>
                </a:lnTo>
                <a:lnTo>
                  <a:pt x="670026" y="493775"/>
                </a:lnTo>
                <a:lnTo>
                  <a:pt x="675513" y="493775"/>
                </a:lnTo>
                <a:lnTo>
                  <a:pt x="680999" y="493394"/>
                </a:lnTo>
                <a:lnTo>
                  <a:pt x="686485" y="492505"/>
                </a:lnTo>
                <a:lnTo>
                  <a:pt x="696544" y="490600"/>
                </a:lnTo>
                <a:lnTo>
                  <a:pt x="700201" y="489711"/>
                </a:lnTo>
                <a:lnTo>
                  <a:pt x="700201" y="448355"/>
                </a:lnTo>
                <a:close/>
              </a:path>
              <a:path w="2359025" h="636269">
                <a:moveTo>
                  <a:pt x="665877" y="331977"/>
                </a:moveTo>
                <a:lnTo>
                  <a:pt x="608304" y="331977"/>
                </a:lnTo>
                <a:lnTo>
                  <a:pt x="607897" y="359979"/>
                </a:lnTo>
                <a:lnTo>
                  <a:pt x="607795" y="361335"/>
                </a:lnTo>
                <a:lnTo>
                  <a:pt x="598230" y="400059"/>
                </a:lnTo>
                <a:lnTo>
                  <a:pt x="565077" y="435973"/>
                </a:lnTo>
                <a:lnTo>
                  <a:pt x="528345" y="447869"/>
                </a:lnTo>
                <a:lnTo>
                  <a:pt x="514118" y="448554"/>
                </a:lnTo>
                <a:lnTo>
                  <a:pt x="616468" y="448554"/>
                </a:lnTo>
                <a:lnTo>
                  <a:pt x="616676" y="448355"/>
                </a:lnTo>
                <a:lnTo>
                  <a:pt x="700201" y="448355"/>
                </a:lnTo>
                <a:lnTo>
                  <a:pt x="700201" y="447166"/>
                </a:lnTo>
                <a:lnTo>
                  <a:pt x="681685" y="447166"/>
                </a:lnTo>
                <a:lnTo>
                  <a:pt x="674484" y="445388"/>
                </a:lnTo>
                <a:lnTo>
                  <a:pt x="667624" y="438016"/>
                </a:lnTo>
                <a:lnTo>
                  <a:pt x="665911" y="431164"/>
                </a:lnTo>
                <a:lnTo>
                  <a:pt x="665877" y="331977"/>
                </a:lnTo>
                <a:close/>
              </a:path>
              <a:path w="2359025" h="636269">
                <a:moveTo>
                  <a:pt x="520682" y="140219"/>
                </a:moveTo>
                <a:lnTo>
                  <a:pt x="470918" y="148087"/>
                </a:lnTo>
                <a:lnTo>
                  <a:pt x="434099" y="161766"/>
                </a:lnTo>
                <a:lnTo>
                  <a:pt x="401878" y="181736"/>
                </a:lnTo>
                <a:lnTo>
                  <a:pt x="429392" y="220969"/>
                </a:lnTo>
                <a:lnTo>
                  <a:pt x="440226" y="214247"/>
                </a:lnTo>
                <a:lnTo>
                  <a:pt x="451399" y="208296"/>
                </a:lnTo>
                <a:lnTo>
                  <a:pt x="495908" y="193596"/>
                </a:lnTo>
                <a:lnTo>
                  <a:pt x="646858" y="191107"/>
                </a:lnTo>
                <a:lnTo>
                  <a:pt x="639634" y="181399"/>
                </a:lnTo>
                <a:lnTo>
                  <a:pt x="608175" y="155265"/>
                </a:lnTo>
                <a:lnTo>
                  <a:pt x="563194" y="142185"/>
                </a:lnTo>
                <a:lnTo>
                  <a:pt x="537117" y="140334"/>
                </a:lnTo>
                <a:lnTo>
                  <a:pt x="520682" y="140219"/>
                </a:lnTo>
                <a:close/>
              </a:path>
              <a:path w="2359025" h="636269">
                <a:moveTo>
                  <a:pt x="924871" y="140004"/>
                </a:moveTo>
                <a:lnTo>
                  <a:pt x="875504" y="146938"/>
                </a:lnTo>
                <a:lnTo>
                  <a:pt x="839028" y="161039"/>
                </a:lnTo>
                <a:lnTo>
                  <a:pt x="798381" y="192569"/>
                </a:lnTo>
                <a:lnTo>
                  <a:pt x="771191" y="235038"/>
                </a:lnTo>
                <a:lnTo>
                  <a:pt x="757340" y="283229"/>
                </a:lnTo>
                <a:lnTo>
                  <a:pt x="754380" y="322877"/>
                </a:lnTo>
                <a:lnTo>
                  <a:pt x="754708" y="335456"/>
                </a:lnTo>
                <a:lnTo>
                  <a:pt x="762725" y="385158"/>
                </a:lnTo>
                <a:lnTo>
                  <a:pt x="776843" y="420776"/>
                </a:lnTo>
                <a:lnTo>
                  <a:pt x="799845" y="452361"/>
                </a:lnTo>
                <a:lnTo>
                  <a:pt x="840435" y="481761"/>
                </a:lnTo>
                <a:lnTo>
                  <a:pt x="883634" y="496339"/>
                </a:lnTo>
                <a:lnTo>
                  <a:pt x="924511" y="500136"/>
                </a:lnTo>
                <a:lnTo>
                  <a:pt x="941469" y="500270"/>
                </a:lnTo>
                <a:lnTo>
                  <a:pt x="955473" y="499068"/>
                </a:lnTo>
                <a:lnTo>
                  <a:pt x="993777" y="490416"/>
                </a:lnTo>
                <a:lnTo>
                  <a:pt x="1036231" y="467105"/>
                </a:lnTo>
                <a:lnTo>
                  <a:pt x="1022219" y="447523"/>
                </a:lnTo>
                <a:lnTo>
                  <a:pt x="921863" y="447523"/>
                </a:lnTo>
                <a:lnTo>
                  <a:pt x="909035" y="445964"/>
                </a:lnTo>
                <a:lnTo>
                  <a:pt x="863128" y="426262"/>
                </a:lnTo>
                <a:lnTo>
                  <a:pt x="835953" y="397330"/>
                </a:lnTo>
                <a:lnTo>
                  <a:pt x="820147" y="349237"/>
                </a:lnTo>
                <a:lnTo>
                  <a:pt x="818201" y="315861"/>
                </a:lnTo>
                <a:lnTo>
                  <a:pt x="818897" y="301377"/>
                </a:lnTo>
                <a:lnTo>
                  <a:pt x="826941" y="262769"/>
                </a:lnTo>
                <a:lnTo>
                  <a:pt x="853232" y="220887"/>
                </a:lnTo>
                <a:lnTo>
                  <a:pt x="895306" y="197942"/>
                </a:lnTo>
                <a:lnTo>
                  <a:pt x="938598" y="192860"/>
                </a:lnTo>
                <a:lnTo>
                  <a:pt x="1022972" y="192860"/>
                </a:lnTo>
                <a:lnTo>
                  <a:pt x="1034481" y="172565"/>
                </a:lnTo>
                <a:lnTo>
                  <a:pt x="993111" y="150006"/>
                </a:lnTo>
                <a:lnTo>
                  <a:pt x="954666" y="141583"/>
                </a:lnTo>
                <a:lnTo>
                  <a:pt x="940213" y="140390"/>
                </a:lnTo>
                <a:lnTo>
                  <a:pt x="924871" y="140004"/>
                </a:lnTo>
                <a:close/>
              </a:path>
              <a:path w="2359025" h="636269">
                <a:moveTo>
                  <a:pt x="1007912" y="427528"/>
                </a:moveTo>
                <a:lnTo>
                  <a:pt x="972701" y="442714"/>
                </a:lnTo>
                <a:lnTo>
                  <a:pt x="921863" y="447523"/>
                </a:lnTo>
                <a:lnTo>
                  <a:pt x="1022219" y="447523"/>
                </a:lnTo>
                <a:lnTo>
                  <a:pt x="1007912" y="427528"/>
                </a:lnTo>
                <a:close/>
              </a:path>
              <a:path w="2359025" h="636269">
                <a:moveTo>
                  <a:pt x="1022972" y="192860"/>
                </a:moveTo>
                <a:lnTo>
                  <a:pt x="938598" y="192860"/>
                </a:lnTo>
                <a:lnTo>
                  <a:pt x="950005" y="193654"/>
                </a:lnTo>
                <a:lnTo>
                  <a:pt x="961722" y="195535"/>
                </a:lnTo>
                <a:lnTo>
                  <a:pt x="974439" y="198777"/>
                </a:lnTo>
                <a:lnTo>
                  <a:pt x="988845" y="203651"/>
                </a:lnTo>
                <a:lnTo>
                  <a:pt x="1000406" y="209244"/>
                </a:lnTo>
                <a:lnTo>
                  <a:pt x="1010196" y="215391"/>
                </a:lnTo>
                <a:lnTo>
                  <a:pt x="1022972" y="192860"/>
                </a:lnTo>
                <a:close/>
              </a:path>
              <a:path w="2359025" h="636269">
                <a:moveTo>
                  <a:pt x="1168184" y="0"/>
                </a:moveTo>
                <a:lnTo>
                  <a:pt x="1107224" y="0"/>
                </a:lnTo>
                <a:lnTo>
                  <a:pt x="1107224" y="491744"/>
                </a:lnTo>
                <a:lnTo>
                  <a:pt x="1168184" y="491744"/>
                </a:lnTo>
                <a:lnTo>
                  <a:pt x="1168184" y="327151"/>
                </a:lnTo>
                <a:lnTo>
                  <a:pt x="1274700" y="327151"/>
                </a:lnTo>
                <a:lnTo>
                  <a:pt x="1251877" y="299719"/>
                </a:lnTo>
                <a:lnTo>
                  <a:pt x="1271238" y="279145"/>
                </a:lnTo>
                <a:lnTo>
                  <a:pt x="1168184" y="279145"/>
                </a:lnTo>
                <a:lnTo>
                  <a:pt x="1168184" y="0"/>
                </a:lnTo>
                <a:close/>
              </a:path>
              <a:path w="2359025" h="636269">
                <a:moveTo>
                  <a:pt x="1274700" y="327151"/>
                </a:moveTo>
                <a:lnTo>
                  <a:pt x="1188758" y="327151"/>
                </a:lnTo>
                <a:lnTo>
                  <a:pt x="1196505" y="329056"/>
                </a:lnTo>
                <a:lnTo>
                  <a:pt x="1202736" y="332776"/>
                </a:lnTo>
                <a:lnTo>
                  <a:pt x="1211738" y="339983"/>
                </a:lnTo>
                <a:lnTo>
                  <a:pt x="1221016" y="350519"/>
                </a:lnTo>
                <a:lnTo>
                  <a:pt x="1333538" y="491744"/>
                </a:lnTo>
                <a:lnTo>
                  <a:pt x="1411643" y="491744"/>
                </a:lnTo>
                <a:lnTo>
                  <a:pt x="1274700" y="327151"/>
                </a:lnTo>
                <a:close/>
              </a:path>
              <a:path w="2359025" h="636269">
                <a:moveTo>
                  <a:pt x="1393863" y="148844"/>
                </a:moveTo>
                <a:lnTo>
                  <a:pt x="1321092" y="148844"/>
                </a:lnTo>
                <a:lnTo>
                  <a:pt x="1218984" y="259969"/>
                </a:lnTo>
                <a:lnTo>
                  <a:pt x="1212126" y="267334"/>
                </a:lnTo>
                <a:lnTo>
                  <a:pt x="1205903" y="272288"/>
                </a:lnTo>
                <a:lnTo>
                  <a:pt x="1200442" y="275081"/>
                </a:lnTo>
                <a:lnTo>
                  <a:pt x="1194981" y="277748"/>
                </a:lnTo>
                <a:lnTo>
                  <a:pt x="1187615" y="279145"/>
                </a:lnTo>
                <a:lnTo>
                  <a:pt x="1271238" y="279145"/>
                </a:lnTo>
                <a:lnTo>
                  <a:pt x="1393863" y="148844"/>
                </a:lnTo>
                <a:close/>
              </a:path>
              <a:path w="2359025" h="636269">
                <a:moveTo>
                  <a:pt x="1692821" y="148844"/>
                </a:moveTo>
                <a:lnTo>
                  <a:pt x="1631734" y="148844"/>
                </a:lnTo>
                <a:lnTo>
                  <a:pt x="1631744" y="366540"/>
                </a:lnTo>
                <a:lnTo>
                  <a:pt x="1635929" y="406020"/>
                </a:lnTo>
                <a:lnTo>
                  <a:pt x="1655441" y="451984"/>
                </a:lnTo>
                <a:lnTo>
                  <a:pt x="1681664" y="480557"/>
                </a:lnTo>
                <a:lnTo>
                  <a:pt x="1728793" y="498387"/>
                </a:lnTo>
                <a:lnTo>
                  <a:pt x="1758902" y="500587"/>
                </a:lnTo>
                <a:lnTo>
                  <a:pt x="1772128" y="499796"/>
                </a:lnTo>
                <a:lnTo>
                  <a:pt x="1819956" y="484863"/>
                </a:lnTo>
                <a:lnTo>
                  <a:pt x="1850601" y="459689"/>
                </a:lnTo>
                <a:lnTo>
                  <a:pt x="1859820" y="447122"/>
                </a:lnTo>
                <a:lnTo>
                  <a:pt x="1751520" y="447122"/>
                </a:lnTo>
                <a:lnTo>
                  <a:pt x="1738632" y="444343"/>
                </a:lnTo>
                <a:lnTo>
                  <a:pt x="1702329" y="412941"/>
                </a:lnTo>
                <a:lnTo>
                  <a:pt x="1693417" y="375103"/>
                </a:lnTo>
                <a:lnTo>
                  <a:pt x="1692908" y="361716"/>
                </a:lnTo>
                <a:lnTo>
                  <a:pt x="1692821" y="148844"/>
                </a:lnTo>
                <a:close/>
              </a:path>
              <a:path w="2359025" h="636269">
                <a:moveTo>
                  <a:pt x="1923199" y="439673"/>
                </a:moveTo>
                <a:lnTo>
                  <a:pt x="1864271" y="439673"/>
                </a:lnTo>
                <a:lnTo>
                  <a:pt x="1867125" y="480328"/>
                </a:lnTo>
                <a:lnTo>
                  <a:pt x="1876457" y="488885"/>
                </a:lnTo>
                <a:lnTo>
                  <a:pt x="1892338" y="491744"/>
                </a:lnTo>
                <a:lnTo>
                  <a:pt x="1923199" y="491744"/>
                </a:lnTo>
                <a:lnTo>
                  <a:pt x="1923199" y="439673"/>
                </a:lnTo>
                <a:close/>
              </a:path>
              <a:path w="2359025" h="636269">
                <a:moveTo>
                  <a:pt x="1923199" y="148844"/>
                </a:moveTo>
                <a:lnTo>
                  <a:pt x="1862112" y="148844"/>
                </a:lnTo>
                <a:lnTo>
                  <a:pt x="1862063" y="333362"/>
                </a:lnTo>
                <a:lnTo>
                  <a:pt x="1861267" y="347986"/>
                </a:lnTo>
                <a:lnTo>
                  <a:pt x="1852870" y="386554"/>
                </a:lnTo>
                <a:lnTo>
                  <a:pt x="1827266" y="425537"/>
                </a:lnTo>
                <a:lnTo>
                  <a:pt x="1783698" y="445140"/>
                </a:lnTo>
                <a:lnTo>
                  <a:pt x="1751520" y="447122"/>
                </a:lnTo>
                <a:lnTo>
                  <a:pt x="1859820" y="447122"/>
                </a:lnTo>
                <a:lnTo>
                  <a:pt x="1864271" y="439673"/>
                </a:lnTo>
                <a:lnTo>
                  <a:pt x="1923199" y="439673"/>
                </a:lnTo>
                <a:lnTo>
                  <a:pt x="1923199" y="148844"/>
                </a:lnTo>
                <a:close/>
              </a:path>
              <a:path w="2359025" h="636269">
                <a:moveTo>
                  <a:pt x="2062264" y="148844"/>
                </a:moveTo>
                <a:lnTo>
                  <a:pt x="2030768" y="148844"/>
                </a:lnTo>
                <a:lnTo>
                  <a:pt x="2030768" y="635761"/>
                </a:lnTo>
                <a:lnTo>
                  <a:pt x="2091728" y="635761"/>
                </a:lnTo>
                <a:lnTo>
                  <a:pt x="2098311" y="454800"/>
                </a:lnTo>
                <a:lnTo>
                  <a:pt x="2311611" y="454800"/>
                </a:lnTo>
                <a:lnTo>
                  <a:pt x="2317970" y="447363"/>
                </a:lnTo>
                <a:lnTo>
                  <a:pt x="2180967" y="447363"/>
                </a:lnTo>
                <a:lnTo>
                  <a:pt x="2168061" y="445340"/>
                </a:lnTo>
                <a:lnTo>
                  <a:pt x="2123666" y="421021"/>
                </a:lnTo>
                <a:lnTo>
                  <a:pt x="2098111" y="378761"/>
                </a:lnTo>
                <a:lnTo>
                  <a:pt x="2090819" y="338835"/>
                </a:lnTo>
                <a:lnTo>
                  <a:pt x="2090388" y="325499"/>
                </a:lnTo>
                <a:lnTo>
                  <a:pt x="2090392" y="318197"/>
                </a:lnTo>
                <a:lnTo>
                  <a:pt x="2095308" y="278682"/>
                </a:lnTo>
                <a:lnTo>
                  <a:pt x="2115778" y="233077"/>
                </a:lnTo>
                <a:lnTo>
                  <a:pt x="2152207" y="202566"/>
                </a:lnTo>
                <a:lnTo>
                  <a:pt x="2154722" y="201675"/>
                </a:lnTo>
                <a:lnTo>
                  <a:pt x="2090331" y="201675"/>
                </a:lnTo>
                <a:lnTo>
                  <a:pt x="2087449" y="160247"/>
                </a:lnTo>
                <a:lnTo>
                  <a:pt x="2078116" y="151694"/>
                </a:lnTo>
                <a:lnTo>
                  <a:pt x="2062264" y="148844"/>
                </a:lnTo>
                <a:close/>
              </a:path>
              <a:path w="2359025" h="636269">
                <a:moveTo>
                  <a:pt x="2311611" y="454800"/>
                </a:moveTo>
                <a:lnTo>
                  <a:pt x="2098311" y="454800"/>
                </a:lnTo>
                <a:lnTo>
                  <a:pt x="2106294" y="464051"/>
                </a:lnTo>
                <a:lnTo>
                  <a:pt x="2138455" y="487331"/>
                </a:lnTo>
                <a:lnTo>
                  <a:pt x="2187025" y="500108"/>
                </a:lnTo>
                <a:lnTo>
                  <a:pt x="2200821" y="500633"/>
                </a:lnTo>
                <a:lnTo>
                  <a:pt x="2210091" y="500424"/>
                </a:lnTo>
                <a:lnTo>
                  <a:pt x="2259678" y="490368"/>
                </a:lnTo>
                <a:lnTo>
                  <a:pt x="2302123" y="464242"/>
                </a:lnTo>
                <a:lnTo>
                  <a:pt x="2311611" y="454800"/>
                </a:lnTo>
                <a:close/>
              </a:path>
              <a:path w="2359025" h="636269">
                <a:moveTo>
                  <a:pt x="2323574" y="193180"/>
                </a:moveTo>
                <a:lnTo>
                  <a:pt x="2208894" y="193180"/>
                </a:lnTo>
                <a:lnTo>
                  <a:pt x="2221740" y="195034"/>
                </a:lnTo>
                <a:lnTo>
                  <a:pt x="2233741" y="198524"/>
                </a:lnTo>
                <a:lnTo>
                  <a:pt x="2265600" y="220124"/>
                </a:lnTo>
                <a:lnTo>
                  <a:pt x="2288380" y="262860"/>
                </a:lnTo>
                <a:lnTo>
                  <a:pt x="2294385" y="304407"/>
                </a:lnTo>
                <a:lnTo>
                  <a:pt x="2294651" y="323722"/>
                </a:lnTo>
                <a:lnTo>
                  <a:pt x="2294187" y="335170"/>
                </a:lnTo>
                <a:lnTo>
                  <a:pt x="2287421" y="374288"/>
                </a:lnTo>
                <a:lnTo>
                  <a:pt x="2265566" y="417483"/>
                </a:lnTo>
                <a:lnTo>
                  <a:pt x="2226759" y="442217"/>
                </a:lnTo>
                <a:lnTo>
                  <a:pt x="2180967" y="447363"/>
                </a:lnTo>
                <a:lnTo>
                  <a:pt x="2317970" y="447363"/>
                </a:lnTo>
                <a:lnTo>
                  <a:pt x="2339262" y="412455"/>
                </a:lnTo>
                <a:lnTo>
                  <a:pt x="2351622" y="375751"/>
                </a:lnTo>
                <a:lnTo>
                  <a:pt x="2358274" y="325499"/>
                </a:lnTo>
                <a:lnTo>
                  <a:pt x="2358549" y="311575"/>
                </a:lnTo>
                <a:lnTo>
                  <a:pt x="2358196" y="299075"/>
                </a:lnTo>
                <a:lnTo>
                  <a:pt x="2350399" y="249429"/>
                </a:lnTo>
                <a:lnTo>
                  <a:pt x="2330763" y="203666"/>
                </a:lnTo>
                <a:lnTo>
                  <a:pt x="2323574" y="193180"/>
                </a:lnTo>
                <a:close/>
              </a:path>
              <a:path w="2359025" h="636269">
                <a:moveTo>
                  <a:pt x="2209789" y="139962"/>
                </a:moveTo>
                <a:lnTo>
                  <a:pt x="2170794" y="144435"/>
                </a:lnTo>
                <a:lnTo>
                  <a:pt x="2123890" y="164568"/>
                </a:lnTo>
                <a:lnTo>
                  <a:pt x="2090331" y="201675"/>
                </a:lnTo>
                <a:lnTo>
                  <a:pt x="2154722" y="201675"/>
                </a:lnTo>
                <a:lnTo>
                  <a:pt x="2164107" y="198354"/>
                </a:lnTo>
                <a:lnTo>
                  <a:pt x="2177431" y="195381"/>
                </a:lnTo>
                <a:lnTo>
                  <a:pt x="2192315" y="193654"/>
                </a:lnTo>
                <a:lnTo>
                  <a:pt x="2208894" y="193180"/>
                </a:lnTo>
                <a:lnTo>
                  <a:pt x="2323574" y="193180"/>
                </a:lnTo>
                <a:lnTo>
                  <a:pt x="2323190" y="192619"/>
                </a:lnTo>
                <a:lnTo>
                  <a:pt x="2295199" y="164655"/>
                </a:lnTo>
                <a:lnTo>
                  <a:pt x="2249818" y="144139"/>
                </a:lnTo>
                <a:lnTo>
                  <a:pt x="2224067" y="140421"/>
                </a:lnTo>
                <a:lnTo>
                  <a:pt x="2209789" y="139962"/>
                </a:lnTo>
                <a:close/>
              </a:path>
            </a:pathLst>
          </a:custGeom>
          <a:solidFill>
            <a:srgbClr val="FFFFFF"/>
          </a:solidFill>
        </p:spPr>
        <p:txBody>
          <a:bodyPr wrap="square" lIns="0" tIns="0" rIns="0" bIns="0" rtlCol="0"/>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sz="3200"/>
          </a:p>
        </p:txBody>
      </p:sp>
    </p:spTree>
    <p:extLst>
      <p:ext uri="{BB962C8B-B14F-4D97-AF65-F5344CB8AC3E}">
        <p14:creationId xmlns:p14="http://schemas.microsoft.com/office/powerpoint/2010/main" val="16057027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8" name="Picture 147">
            <a:extLst>
              <a:ext uri="{FF2B5EF4-FFF2-40B4-BE49-F238E27FC236}">
                <a16:creationId xmlns:a16="http://schemas.microsoft.com/office/drawing/2014/main" id="{4A92F452-BA42-4A57-B708-BA0C6BAD0954}"/>
              </a:ext>
            </a:extLst>
          </p:cNvPr>
          <p:cNvPicPr>
            <a:picLocks noChangeAspect="1"/>
          </p:cNvPicPr>
          <p:nvPr/>
        </p:nvPicPr>
        <p:blipFill>
          <a:blip r:embed="rId3"/>
          <a:stretch>
            <a:fillRect/>
          </a:stretch>
        </p:blipFill>
        <p:spPr>
          <a:xfrm>
            <a:off x="2770200" y="1725095"/>
            <a:ext cx="2812263" cy="3112751"/>
          </a:xfrm>
          <a:prstGeom prst="rect">
            <a:avLst/>
          </a:prstGeom>
        </p:spPr>
      </p:pic>
      <p:sp>
        <p:nvSpPr>
          <p:cNvPr id="3" name="Title 2">
            <a:extLst>
              <a:ext uri="{FF2B5EF4-FFF2-40B4-BE49-F238E27FC236}">
                <a16:creationId xmlns:a16="http://schemas.microsoft.com/office/drawing/2014/main" id="{06F058FA-D3A2-402B-A38D-4D5EBAF743B7}"/>
              </a:ext>
            </a:extLst>
          </p:cNvPr>
          <p:cNvSpPr>
            <a:spLocks noGrp="1"/>
          </p:cNvSpPr>
          <p:nvPr>
            <p:ph type="title"/>
          </p:nvPr>
        </p:nvSpPr>
        <p:spPr>
          <a:xfrm>
            <a:off x="609600" y="436726"/>
            <a:ext cx="10972800" cy="510925"/>
          </a:xfrm>
        </p:spPr>
        <p:txBody>
          <a:bodyPr wrap="square" anchor="ctr">
            <a:normAutofit/>
          </a:bodyPr>
          <a:lstStyle/>
          <a:p>
            <a:pPr>
              <a:lnSpc>
                <a:spcPct val="90000"/>
              </a:lnSpc>
            </a:pPr>
            <a:r>
              <a:rPr lang="en-US" sz="3000" b="0" dirty="0"/>
              <a:t>Socket-E v Socket-BR</a:t>
            </a:r>
          </a:p>
        </p:txBody>
      </p:sp>
      <p:pic>
        <p:nvPicPr>
          <p:cNvPr id="13" name="Picture 12" descr="A close up of a sign&#10;&#10;Description automatically generated">
            <a:hlinkClick r:id="rId4" action="ppaction://hlinksldjump"/>
            <a:extLst>
              <a:ext uri="{FF2B5EF4-FFF2-40B4-BE49-F238E27FC236}">
                <a16:creationId xmlns:a16="http://schemas.microsoft.com/office/drawing/2014/main" id="{32AE53B2-0EA1-4227-BE03-357B4E56CBBB}"/>
              </a:ext>
            </a:extLst>
          </p:cNvPr>
          <p:cNvPicPr>
            <a:picLocks noChangeAspect="1"/>
          </p:cNvPicPr>
          <p:nvPr/>
        </p:nvPicPr>
        <p:blipFill>
          <a:blip r:embed="rId5"/>
          <a:stretch>
            <a:fillRect/>
          </a:stretch>
        </p:blipFill>
        <p:spPr>
          <a:xfrm>
            <a:off x="11505385" y="5593421"/>
            <a:ext cx="641065" cy="641065"/>
          </a:xfrm>
          <a:prstGeom prst="rect">
            <a:avLst/>
          </a:prstGeom>
        </p:spPr>
      </p:pic>
      <p:grpSp>
        <p:nvGrpSpPr>
          <p:cNvPr id="108" name="Group 107">
            <a:extLst>
              <a:ext uri="{FF2B5EF4-FFF2-40B4-BE49-F238E27FC236}">
                <a16:creationId xmlns:a16="http://schemas.microsoft.com/office/drawing/2014/main" id="{B0F3F712-6973-4968-AD39-1F6DDB89692E}"/>
              </a:ext>
            </a:extLst>
          </p:cNvPr>
          <p:cNvGrpSpPr/>
          <p:nvPr/>
        </p:nvGrpSpPr>
        <p:grpSpPr>
          <a:xfrm>
            <a:off x="400378" y="1357757"/>
            <a:ext cx="2602336" cy="3733341"/>
            <a:chOff x="4633242" y="1262844"/>
            <a:chExt cx="3126573" cy="4454174"/>
          </a:xfrm>
        </p:grpSpPr>
        <p:sp>
          <p:nvSpPr>
            <p:cNvPr id="109" name="Rectangle 108">
              <a:extLst>
                <a:ext uri="{FF2B5EF4-FFF2-40B4-BE49-F238E27FC236}">
                  <a16:creationId xmlns:a16="http://schemas.microsoft.com/office/drawing/2014/main" id="{E087D129-6915-4F3C-A99B-718721929EBD}"/>
                </a:ext>
              </a:extLst>
            </p:cNvPr>
            <p:cNvSpPr/>
            <p:nvPr/>
          </p:nvSpPr>
          <p:spPr>
            <a:xfrm>
              <a:off x="5043190" y="1262844"/>
              <a:ext cx="293827" cy="64215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10" name="Picture 109">
              <a:extLst>
                <a:ext uri="{FF2B5EF4-FFF2-40B4-BE49-F238E27FC236}">
                  <a16:creationId xmlns:a16="http://schemas.microsoft.com/office/drawing/2014/main" id="{6B570E5E-6220-4878-BCC5-BBD2EC7CD9BA}"/>
                </a:ext>
              </a:extLst>
            </p:cNvPr>
            <p:cNvPicPr>
              <a:picLocks noChangeAspect="1"/>
            </p:cNvPicPr>
            <p:nvPr/>
          </p:nvPicPr>
          <p:blipFill>
            <a:blip r:embed="rId6">
              <a:clrChange>
                <a:clrFrom>
                  <a:srgbClr val="E8EAED"/>
                </a:clrFrom>
                <a:clrTo>
                  <a:srgbClr val="E8EAED">
                    <a:alpha val="0"/>
                  </a:srgbClr>
                </a:clrTo>
              </a:clrChange>
            </a:blip>
            <a:stretch>
              <a:fillRect/>
            </a:stretch>
          </p:blipFill>
          <p:spPr>
            <a:xfrm>
              <a:off x="4633242" y="1343964"/>
              <a:ext cx="2871427" cy="4092974"/>
            </a:xfrm>
            <a:prstGeom prst="rect">
              <a:avLst/>
            </a:prstGeom>
          </p:spPr>
        </p:pic>
        <p:cxnSp>
          <p:nvCxnSpPr>
            <p:cNvPr id="111" name="Straight Arrow Connector 110">
              <a:extLst>
                <a:ext uri="{FF2B5EF4-FFF2-40B4-BE49-F238E27FC236}">
                  <a16:creationId xmlns:a16="http://schemas.microsoft.com/office/drawing/2014/main" id="{21097BA8-E516-46A4-93DE-89620FBCC83F}"/>
                </a:ext>
              </a:extLst>
            </p:cNvPr>
            <p:cNvCxnSpPr/>
            <p:nvPr/>
          </p:nvCxnSpPr>
          <p:spPr>
            <a:xfrm>
              <a:off x="7413790" y="2089868"/>
              <a:ext cx="0" cy="2622550"/>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112" name="Straight Arrow Connector 111">
              <a:extLst>
                <a:ext uri="{FF2B5EF4-FFF2-40B4-BE49-F238E27FC236}">
                  <a16:creationId xmlns:a16="http://schemas.microsoft.com/office/drawing/2014/main" id="{BB4D6571-9017-4F48-877E-809EABE8F473}"/>
                </a:ext>
              </a:extLst>
            </p:cNvPr>
            <p:cNvCxnSpPr>
              <a:cxnSpLocks/>
            </p:cNvCxnSpPr>
            <p:nvPr/>
          </p:nvCxnSpPr>
          <p:spPr>
            <a:xfrm>
              <a:off x="5023181" y="5355674"/>
              <a:ext cx="1974850" cy="0"/>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113" name="Straight Connector 112">
              <a:extLst>
                <a:ext uri="{FF2B5EF4-FFF2-40B4-BE49-F238E27FC236}">
                  <a16:creationId xmlns:a16="http://schemas.microsoft.com/office/drawing/2014/main" id="{FB5ED8F0-D85A-45A6-9694-FCB0BA7AB12D}"/>
                </a:ext>
              </a:extLst>
            </p:cNvPr>
            <p:cNvCxnSpPr>
              <a:cxnSpLocks/>
            </p:cNvCxnSpPr>
            <p:nvPr/>
          </p:nvCxnSpPr>
          <p:spPr>
            <a:xfrm>
              <a:off x="6957860" y="2089868"/>
              <a:ext cx="54864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14" name="Straight Connector 113">
              <a:extLst>
                <a:ext uri="{FF2B5EF4-FFF2-40B4-BE49-F238E27FC236}">
                  <a16:creationId xmlns:a16="http://schemas.microsoft.com/office/drawing/2014/main" id="{972D4CA5-36CB-4666-99B8-536F2A0EC7D5}"/>
                </a:ext>
              </a:extLst>
            </p:cNvPr>
            <p:cNvCxnSpPr>
              <a:cxnSpLocks/>
            </p:cNvCxnSpPr>
            <p:nvPr/>
          </p:nvCxnSpPr>
          <p:spPr>
            <a:xfrm>
              <a:off x="6957860" y="4720038"/>
              <a:ext cx="54864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15" name="Straight Connector 114">
              <a:extLst>
                <a:ext uri="{FF2B5EF4-FFF2-40B4-BE49-F238E27FC236}">
                  <a16:creationId xmlns:a16="http://schemas.microsoft.com/office/drawing/2014/main" id="{D78B354C-9968-4BA6-A60C-56EF5E041A36}"/>
                </a:ext>
              </a:extLst>
            </p:cNvPr>
            <p:cNvCxnSpPr>
              <a:cxnSpLocks/>
            </p:cNvCxnSpPr>
            <p:nvPr/>
          </p:nvCxnSpPr>
          <p:spPr>
            <a:xfrm>
              <a:off x="5015561" y="4697178"/>
              <a:ext cx="0" cy="73152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16" name="Straight Connector 115">
              <a:extLst>
                <a:ext uri="{FF2B5EF4-FFF2-40B4-BE49-F238E27FC236}">
                  <a16:creationId xmlns:a16="http://schemas.microsoft.com/office/drawing/2014/main" id="{837249C1-D5B0-453A-A519-FAD8F5EA067E}"/>
                </a:ext>
              </a:extLst>
            </p:cNvPr>
            <p:cNvCxnSpPr>
              <a:cxnSpLocks/>
            </p:cNvCxnSpPr>
            <p:nvPr/>
          </p:nvCxnSpPr>
          <p:spPr>
            <a:xfrm>
              <a:off x="7013271" y="4681938"/>
              <a:ext cx="0" cy="73152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17" name="Straight Connector 116">
              <a:extLst>
                <a:ext uri="{FF2B5EF4-FFF2-40B4-BE49-F238E27FC236}">
                  <a16:creationId xmlns:a16="http://schemas.microsoft.com/office/drawing/2014/main" id="{D5AEBA1B-8B06-497C-B67D-127C90B6C7FC}"/>
                </a:ext>
              </a:extLst>
            </p:cNvPr>
            <p:cNvCxnSpPr>
              <a:cxnSpLocks/>
            </p:cNvCxnSpPr>
            <p:nvPr/>
          </p:nvCxnSpPr>
          <p:spPr>
            <a:xfrm>
              <a:off x="7285520" y="1467990"/>
              <a:ext cx="45720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18" name="Straight Connector 117">
              <a:extLst>
                <a:ext uri="{FF2B5EF4-FFF2-40B4-BE49-F238E27FC236}">
                  <a16:creationId xmlns:a16="http://schemas.microsoft.com/office/drawing/2014/main" id="{6EA73415-33F6-4639-9CCF-8F7DF25BFCAD}"/>
                </a:ext>
              </a:extLst>
            </p:cNvPr>
            <p:cNvCxnSpPr>
              <a:cxnSpLocks/>
            </p:cNvCxnSpPr>
            <p:nvPr/>
          </p:nvCxnSpPr>
          <p:spPr>
            <a:xfrm>
              <a:off x="7285520" y="5358096"/>
              <a:ext cx="45720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19" name="Straight Arrow Connector 118">
              <a:extLst>
                <a:ext uri="{FF2B5EF4-FFF2-40B4-BE49-F238E27FC236}">
                  <a16:creationId xmlns:a16="http://schemas.microsoft.com/office/drawing/2014/main" id="{0F6071C1-5023-4D4E-9A98-2E2BF35AD406}"/>
                </a:ext>
              </a:extLst>
            </p:cNvPr>
            <p:cNvCxnSpPr>
              <a:cxnSpLocks/>
            </p:cNvCxnSpPr>
            <p:nvPr/>
          </p:nvCxnSpPr>
          <p:spPr>
            <a:xfrm>
              <a:off x="7665413" y="1467990"/>
              <a:ext cx="0" cy="3887684"/>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120" name="Straight Connector 119">
              <a:extLst>
                <a:ext uri="{FF2B5EF4-FFF2-40B4-BE49-F238E27FC236}">
                  <a16:creationId xmlns:a16="http://schemas.microsoft.com/office/drawing/2014/main" id="{8A58B87C-9391-42FD-9209-98EE8884E1F9}"/>
                </a:ext>
              </a:extLst>
            </p:cNvPr>
            <p:cNvCxnSpPr>
              <a:cxnSpLocks/>
            </p:cNvCxnSpPr>
            <p:nvPr/>
          </p:nvCxnSpPr>
          <p:spPr>
            <a:xfrm>
              <a:off x="4732820" y="5243108"/>
              <a:ext cx="0" cy="45720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21" name="Straight Connector 120">
              <a:extLst>
                <a:ext uri="{FF2B5EF4-FFF2-40B4-BE49-F238E27FC236}">
                  <a16:creationId xmlns:a16="http://schemas.microsoft.com/office/drawing/2014/main" id="{F5229FA5-6825-4386-AE42-83C23C16AD42}"/>
                </a:ext>
              </a:extLst>
            </p:cNvPr>
            <p:cNvCxnSpPr>
              <a:cxnSpLocks/>
            </p:cNvCxnSpPr>
            <p:nvPr/>
          </p:nvCxnSpPr>
          <p:spPr>
            <a:xfrm>
              <a:off x="7293140" y="5228502"/>
              <a:ext cx="0" cy="45720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22" name="Straight Arrow Connector 121">
              <a:extLst>
                <a:ext uri="{FF2B5EF4-FFF2-40B4-BE49-F238E27FC236}">
                  <a16:creationId xmlns:a16="http://schemas.microsoft.com/office/drawing/2014/main" id="{75B99B2C-3779-47F3-AE41-396FA3E184AD}"/>
                </a:ext>
              </a:extLst>
            </p:cNvPr>
            <p:cNvCxnSpPr>
              <a:cxnSpLocks/>
            </p:cNvCxnSpPr>
            <p:nvPr/>
          </p:nvCxnSpPr>
          <p:spPr>
            <a:xfrm>
              <a:off x="4726001" y="5636172"/>
              <a:ext cx="2560320" cy="0"/>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123" name="Rectangle 122">
              <a:extLst>
                <a:ext uri="{FF2B5EF4-FFF2-40B4-BE49-F238E27FC236}">
                  <a16:creationId xmlns:a16="http://schemas.microsoft.com/office/drawing/2014/main" id="{18619815-848D-451A-8A0A-CBC6B0ED24ED}"/>
                </a:ext>
              </a:extLst>
            </p:cNvPr>
            <p:cNvSpPr/>
            <p:nvPr/>
          </p:nvSpPr>
          <p:spPr>
            <a:xfrm>
              <a:off x="5738660" y="5282247"/>
              <a:ext cx="540740" cy="16169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62 mm</a:t>
              </a:r>
              <a:endParaRPr lang="en-US" sz="1000" b="1" dirty="0">
                <a:solidFill>
                  <a:schemeClr val="accent6">
                    <a:lumMod val="60000"/>
                    <a:lumOff val="40000"/>
                  </a:schemeClr>
                </a:solidFill>
              </a:endParaRPr>
            </a:p>
          </p:txBody>
        </p:sp>
        <p:sp>
          <p:nvSpPr>
            <p:cNvPr id="124" name="Rectangle 123">
              <a:extLst>
                <a:ext uri="{FF2B5EF4-FFF2-40B4-BE49-F238E27FC236}">
                  <a16:creationId xmlns:a16="http://schemas.microsoft.com/office/drawing/2014/main" id="{149794EB-A1DB-48DC-A268-58110A2A73FF}"/>
                </a:ext>
              </a:extLst>
            </p:cNvPr>
            <p:cNvSpPr/>
            <p:nvPr/>
          </p:nvSpPr>
          <p:spPr>
            <a:xfrm>
              <a:off x="5730760" y="5555326"/>
              <a:ext cx="540740" cy="16169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80 mm</a:t>
              </a:r>
              <a:endParaRPr lang="en-US" sz="1000" b="1" dirty="0">
                <a:solidFill>
                  <a:schemeClr val="accent6">
                    <a:lumMod val="60000"/>
                    <a:lumOff val="40000"/>
                  </a:schemeClr>
                </a:solidFill>
              </a:endParaRPr>
            </a:p>
          </p:txBody>
        </p:sp>
        <p:sp>
          <p:nvSpPr>
            <p:cNvPr id="125" name="Rectangle 124">
              <a:extLst>
                <a:ext uri="{FF2B5EF4-FFF2-40B4-BE49-F238E27FC236}">
                  <a16:creationId xmlns:a16="http://schemas.microsoft.com/office/drawing/2014/main" id="{F28A2D08-5EC3-425E-9F52-B6DE1DEACF4B}"/>
                </a:ext>
              </a:extLst>
            </p:cNvPr>
            <p:cNvSpPr/>
            <p:nvPr/>
          </p:nvSpPr>
          <p:spPr>
            <a:xfrm rot="16200000">
              <a:off x="7141567" y="3267180"/>
              <a:ext cx="540740" cy="16169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82 mm</a:t>
              </a:r>
              <a:endParaRPr lang="en-US" sz="1000" b="1" dirty="0">
                <a:solidFill>
                  <a:schemeClr val="accent6">
                    <a:lumMod val="60000"/>
                    <a:lumOff val="40000"/>
                  </a:schemeClr>
                </a:solidFill>
              </a:endParaRPr>
            </a:p>
          </p:txBody>
        </p:sp>
        <p:sp>
          <p:nvSpPr>
            <p:cNvPr id="126" name="Rectangle 125">
              <a:extLst>
                <a:ext uri="{FF2B5EF4-FFF2-40B4-BE49-F238E27FC236}">
                  <a16:creationId xmlns:a16="http://schemas.microsoft.com/office/drawing/2014/main" id="{3E14607C-C115-496C-9789-6F898C4F1C1F}"/>
                </a:ext>
              </a:extLst>
            </p:cNvPr>
            <p:cNvSpPr/>
            <p:nvPr/>
          </p:nvSpPr>
          <p:spPr>
            <a:xfrm rot="16200000">
              <a:off x="7281906" y="3352638"/>
              <a:ext cx="752889" cy="20292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120 mm</a:t>
              </a:r>
              <a:endParaRPr lang="en-US" sz="1000" b="1" dirty="0">
                <a:solidFill>
                  <a:schemeClr val="accent6">
                    <a:lumMod val="60000"/>
                    <a:lumOff val="40000"/>
                  </a:schemeClr>
                </a:solidFill>
              </a:endParaRPr>
            </a:p>
          </p:txBody>
        </p:sp>
      </p:grpSp>
      <p:pic>
        <p:nvPicPr>
          <p:cNvPr id="145" name="Picture 144">
            <a:extLst>
              <a:ext uri="{FF2B5EF4-FFF2-40B4-BE49-F238E27FC236}">
                <a16:creationId xmlns:a16="http://schemas.microsoft.com/office/drawing/2014/main" id="{AF12C78C-6AFC-4C03-A2C4-68E6823B1F23}"/>
              </a:ext>
            </a:extLst>
          </p:cNvPr>
          <p:cNvPicPr>
            <a:picLocks noChangeAspect="1"/>
          </p:cNvPicPr>
          <p:nvPr/>
        </p:nvPicPr>
        <p:blipFill>
          <a:blip r:embed="rId7"/>
          <a:stretch>
            <a:fillRect/>
          </a:stretch>
        </p:blipFill>
        <p:spPr>
          <a:xfrm>
            <a:off x="8900440" y="1765423"/>
            <a:ext cx="2831736" cy="2961263"/>
          </a:xfrm>
          <a:prstGeom prst="rect">
            <a:avLst/>
          </a:prstGeom>
        </p:spPr>
      </p:pic>
      <p:grpSp>
        <p:nvGrpSpPr>
          <p:cNvPr id="127" name="Group 126">
            <a:extLst>
              <a:ext uri="{FF2B5EF4-FFF2-40B4-BE49-F238E27FC236}">
                <a16:creationId xmlns:a16="http://schemas.microsoft.com/office/drawing/2014/main" id="{4490DC7A-BEE0-4E41-9D13-D7F7523523FC}"/>
              </a:ext>
            </a:extLst>
          </p:cNvPr>
          <p:cNvGrpSpPr/>
          <p:nvPr/>
        </p:nvGrpSpPr>
        <p:grpSpPr>
          <a:xfrm>
            <a:off x="6016563" y="1418424"/>
            <a:ext cx="3000507" cy="3623565"/>
            <a:chOff x="8518409" y="1343964"/>
            <a:chExt cx="3553750" cy="4723346"/>
          </a:xfrm>
        </p:grpSpPr>
        <p:pic>
          <p:nvPicPr>
            <p:cNvPr id="128" name="Picture 127">
              <a:extLst>
                <a:ext uri="{FF2B5EF4-FFF2-40B4-BE49-F238E27FC236}">
                  <a16:creationId xmlns:a16="http://schemas.microsoft.com/office/drawing/2014/main" id="{624B002E-F258-46DC-8D93-E60C7849C6DB}"/>
                </a:ext>
              </a:extLst>
            </p:cNvPr>
            <p:cNvPicPr>
              <a:picLocks noChangeAspect="1"/>
            </p:cNvPicPr>
            <p:nvPr/>
          </p:nvPicPr>
          <p:blipFill>
            <a:blip r:embed="rId8">
              <a:clrChange>
                <a:clrFrom>
                  <a:srgbClr val="E8EAED"/>
                </a:clrFrom>
                <a:clrTo>
                  <a:srgbClr val="E8EAED">
                    <a:alpha val="0"/>
                  </a:srgbClr>
                </a:clrTo>
              </a:clrChange>
            </a:blip>
            <a:stretch>
              <a:fillRect/>
            </a:stretch>
          </p:blipFill>
          <p:spPr>
            <a:xfrm rot="10800000">
              <a:off x="8518409" y="1343964"/>
              <a:ext cx="3082163" cy="4245629"/>
            </a:xfrm>
            <a:prstGeom prst="rect">
              <a:avLst/>
            </a:prstGeom>
          </p:spPr>
        </p:pic>
        <p:cxnSp>
          <p:nvCxnSpPr>
            <p:cNvPr id="129" name="Straight Arrow Connector 128">
              <a:extLst>
                <a:ext uri="{FF2B5EF4-FFF2-40B4-BE49-F238E27FC236}">
                  <a16:creationId xmlns:a16="http://schemas.microsoft.com/office/drawing/2014/main" id="{63E82B32-D6E9-4B64-B7BD-C8D2305FF882}"/>
                </a:ext>
              </a:extLst>
            </p:cNvPr>
            <p:cNvCxnSpPr/>
            <p:nvPr/>
          </p:nvCxnSpPr>
          <p:spPr>
            <a:xfrm>
              <a:off x="11661466" y="1893197"/>
              <a:ext cx="0" cy="3108960"/>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130" name="Straight Arrow Connector 129">
              <a:extLst>
                <a:ext uri="{FF2B5EF4-FFF2-40B4-BE49-F238E27FC236}">
                  <a16:creationId xmlns:a16="http://schemas.microsoft.com/office/drawing/2014/main" id="{DFE1D8FF-5FA2-4123-9624-A592D83B0B9B}"/>
                </a:ext>
              </a:extLst>
            </p:cNvPr>
            <p:cNvCxnSpPr>
              <a:cxnSpLocks/>
            </p:cNvCxnSpPr>
            <p:nvPr/>
          </p:nvCxnSpPr>
          <p:spPr>
            <a:xfrm>
              <a:off x="8951873" y="5690638"/>
              <a:ext cx="2194560" cy="0"/>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131" name="Straight Connector 130">
              <a:extLst>
                <a:ext uri="{FF2B5EF4-FFF2-40B4-BE49-F238E27FC236}">
                  <a16:creationId xmlns:a16="http://schemas.microsoft.com/office/drawing/2014/main" id="{060FBCE2-32CE-46EA-8F01-85C8662016B1}"/>
                </a:ext>
              </a:extLst>
            </p:cNvPr>
            <p:cNvCxnSpPr>
              <a:cxnSpLocks/>
            </p:cNvCxnSpPr>
            <p:nvPr/>
          </p:nvCxnSpPr>
          <p:spPr>
            <a:xfrm>
              <a:off x="11141741" y="1871934"/>
              <a:ext cx="54864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32" name="Straight Connector 131">
              <a:extLst>
                <a:ext uri="{FF2B5EF4-FFF2-40B4-BE49-F238E27FC236}">
                  <a16:creationId xmlns:a16="http://schemas.microsoft.com/office/drawing/2014/main" id="{366E7491-DC48-47E9-AEA6-A7A1A4F52D32}"/>
                </a:ext>
              </a:extLst>
            </p:cNvPr>
            <p:cNvCxnSpPr>
              <a:cxnSpLocks/>
            </p:cNvCxnSpPr>
            <p:nvPr/>
          </p:nvCxnSpPr>
          <p:spPr>
            <a:xfrm>
              <a:off x="11152372" y="5055002"/>
              <a:ext cx="54864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33" name="Straight Connector 132">
              <a:extLst>
                <a:ext uri="{FF2B5EF4-FFF2-40B4-BE49-F238E27FC236}">
                  <a16:creationId xmlns:a16="http://schemas.microsoft.com/office/drawing/2014/main" id="{CC82C513-4750-4891-91CC-FC4C18D0E315}"/>
                </a:ext>
              </a:extLst>
            </p:cNvPr>
            <p:cNvCxnSpPr>
              <a:cxnSpLocks/>
            </p:cNvCxnSpPr>
            <p:nvPr/>
          </p:nvCxnSpPr>
          <p:spPr>
            <a:xfrm>
              <a:off x="8954886" y="5032142"/>
              <a:ext cx="0" cy="73152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34" name="Straight Connector 133">
              <a:extLst>
                <a:ext uri="{FF2B5EF4-FFF2-40B4-BE49-F238E27FC236}">
                  <a16:creationId xmlns:a16="http://schemas.microsoft.com/office/drawing/2014/main" id="{4A46A363-70D4-4F35-86FE-DC26CE25A9DF}"/>
                </a:ext>
              </a:extLst>
            </p:cNvPr>
            <p:cNvCxnSpPr>
              <a:cxnSpLocks/>
            </p:cNvCxnSpPr>
            <p:nvPr/>
          </p:nvCxnSpPr>
          <p:spPr>
            <a:xfrm>
              <a:off x="11143986" y="5016902"/>
              <a:ext cx="0" cy="73152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35" name="Straight Connector 134">
              <a:extLst>
                <a:ext uri="{FF2B5EF4-FFF2-40B4-BE49-F238E27FC236}">
                  <a16:creationId xmlns:a16="http://schemas.microsoft.com/office/drawing/2014/main" id="{D99646E8-0E6C-4A4F-86D6-59A3E46AF86C}"/>
                </a:ext>
              </a:extLst>
            </p:cNvPr>
            <p:cNvCxnSpPr>
              <a:cxnSpLocks/>
            </p:cNvCxnSpPr>
            <p:nvPr/>
          </p:nvCxnSpPr>
          <p:spPr>
            <a:xfrm>
              <a:off x="11511931" y="1398917"/>
              <a:ext cx="45720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36" name="Straight Connector 135">
              <a:extLst>
                <a:ext uri="{FF2B5EF4-FFF2-40B4-BE49-F238E27FC236}">
                  <a16:creationId xmlns:a16="http://schemas.microsoft.com/office/drawing/2014/main" id="{682FA873-3A3B-4F1C-A82A-1120D68355A5}"/>
                </a:ext>
              </a:extLst>
            </p:cNvPr>
            <p:cNvCxnSpPr>
              <a:cxnSpLocks/>
            </p:cNvCxnSpPr>
            <p:nvPr/>
          </p:nvCxnSpPr>
          <p:spPr>
            <a:xfrm>
              <a:off x="11533190" y="5533565"/>
              <a:ext cx="45720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37" name="Straight Arrow Connector 136">
              <a:extLst>
                <a:ext uri="{FF2B5EF4-FFF2-40B4-BE49-F238E27FC236}">
                  <a16:creationId xmlns:a16="http://schemas.microsoft.com/office/drawing/2014/main" id="{EDE16E73-667C-485F-9960-5BB7A944D075}"/>
                </a:ext>
              </a:extLst>
            </p:cNvPr>
            <p:cNvCxnSpPr/>
            <p:nvPr/>
          </p:nvCxnSpPr>
          <p:spPr>
            <a:xfrm>
              <a:off x="11943083" y="1405267"/>
              <a:ext cx="0" cy="4114800"/>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138" name="Straight Connector 137">
              <a:extLst>
                <a:ext uri="{FF2B5EF4-FFF2-40B4-BE49-F238E27FC236}">
                  <a16:creationId xmlns:a16="http://schemas.microsoft.com/office/drawing/2014/main" id="{2A9A844E-E94E-49B8-8BAC-E192E0AA1F32}"/>
                </a:ext>
              </a:extLst>
            </p:cNvPr>
            <p:cNvCxnSpPr>
              <a:cxnSpLocks/>
            </p:cNvCxnSpPr>
            <p:nvPr/>
          </p:nvCxnSpPr>
          <p:spPr>
            <a:xfrm>
              <a:off x="8565821" y="5514274"/>
              <a:ext cx="0" cy="45720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39" name="Straight Connector 138">
              <a:extLst>
                <a:ext uri="{FF2B5EF4-FFF2-40B4-BE49-F238E27FC236}">
                  <a16:creationId xmlns:a16="http://schemas.microsoft.com/office/drawing/2014/main" id="{286B1AF3-A4C3-421E-99D6-84D328D26F6F}"/>
                </a:ext>
              </a:extLst>
            </p:cNvPr>
            <p:cNvCxnSpPr>
              <a:cxnSpLocks/>
            </p:cNvCxnSpPr>
            <p:nvPr/>
          </p:nvCxnSpPr>
          <p:spPr>
            <a:xfrm>
              <a:off x="11530179" y="5499668"/>
              <a:ext cx="0" cy="45720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40" name="Straight Arrow Connector 139">
              <a:extLst>
                <a:ext uri="{FF2B5EF4-FFF2-40B4-BE49-F238E27FC236}">
                  <a16:creationId xmlns:a16="http://schemas.microsoft.com/office/drawing/2014/main" id="{1A6EA218-CE04-4A3B-89A6-78BE515D60A6}"/>
                </a:ext>
              </a:extLst>
            </p:cNvPr>
            <p:cNvCxnSpPr>
              <a:cxnSpLocks/>
            </p:cNvCxnSpPr>
            <p:nvPr/>
          </p:nvCxnSpPr>
          <p:spPr>
            <a:xfrm>
              <a:off x="8590901" y="5949870"/>
              <a:ext cx="2926080" cy="0"/>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141" name="Rectangle 140">
              <a:extLst>
                <a:ext uri="{FF2B5EF4-FFF2-40B4-BE49-F238E27FC236}">
                  <a16:creationId xmlns:a16="http://schemas.microsoft.com/office/drawing/2014/main" id="{856EAFDB-40CA-430C-B466-C6A1D3E26838}"/>
                </a:ext>
              </a:extLst>
            </p:cNvPr>
            <p:cNvSpPr/>
            <p:nvPr/>
          </p:nvSpPr>
          <p:spPr>
            <a:xfrm>
              <a:off x="9777630" y="5616904"/>
              <a:ext cx="540740" cy="16169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75 mm</a:t>
              </a:r>
              <a:endParaRPr lang="en-US" sz="1000" b="1" dirty="0">
                <a:solidFill>
                  <a:schemeClr val="accent6">
                    <a:lumMod val="60000"/>
                    <a:lumOff val="40000"/>
                  </a:schemeClr>
                </a:solidFill>
              </a:endParaRPr>
            </a:p>
          </p:txBody>
        </p:sp>
        <p:sp>
          <p:nvSpPr>
            <p:cNvPr id="142" name="Rectangle 141">
              <a:extLst>
                <a:ext uri="{FF2B5EF4-FFF2-40B4-BE49-F238E27FC236}">
                  <a16:creationId xmlns:a16="http://schemas.microsoft.com/office/drawing/2014/main" id="{00542824-FA5A-4938-9EC0-14AB75075331}"/>
                </a:ext>
              </a:extLst>
            </p:cNvPr>
            <p:cNvSpPr/>
            <p:nvPr/>
          </p:nvSpPr>
          <p:spPr>
            <a:xfrm>
              <a:off x="9606279" y="5879641"/>
              <a:ext cx="921698" cy="18766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102 mm</a:t>
              </a:r>
              <a:endParaRPr lang="en-US" sz="1000" b="1" dirty="0">
                <a:solidFill>
                  <a:schemeClr val="accent6">
                    <a:lumMod val="60000"/>
                    <a:lumOff val="40000"/>
                  </a:schemeClr>
                </a:solidFill>
              </a:endParaRPr>
            </a:p>
          </p:txBody>
        </p:sp>
        <p:sp>
          <p:nvSpPr>
            <p:cNvPr id="143" name="Rectangle 142">
              <a:extLst>
                <a:ext uri="{FF2B5EF4-FFF2-40B4-BE49-F238E27FC236}">
                  <a16:creationId xmlns:a16="http://schemas.microsoft.com/office/drawing/2014/main" id="{A10D4BC9-76DF-4593-AC16-0288BBA53495}"/>
                </a:ext>
              </a:extLst>
            </p:cNvPr>
            <p:cNvSpPr/>
            <p:nvPr/>
          </p:nvSpPr>
          <p:spPr>
            <a:xfrm rot="16200000">
              <a:off x="11123638" y="3393407"/>
              <a:ext cx="1037461" cy="15145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112 mm</a:t>
              </a:r>
              <a:endParaRPr lang="en-US" sz="1000" b="1" dirty="0">
                <a:solidFill>
                  <a:schemeClr val="accent6">
                    <a:lumMod val="60000"/>
                    <a:lumOff val="40000"/>
                  </a:schemeClr>
                </a:solidFill>
              </a:endParaRPr>
            </a:p>
          </p:txBody>
        </p:sp>
        <p:sp>
          <p:nvSpPr>
            <p:cNvPr id="144" name="Rectangle 143">
              <a:extLst>
                <a:ext uri="{FF2B5EF4-FFF2-40B4-BE49-F238E27FC236}">
                  <a16:creationId xmlns:a16="http://schemas.microsoft.com/office/drawing/2014/main" id="{8479DD8F-B083-47EF-B50F-5CFEA766C982}"/>
                </a:ext>
              </a:extLst>
            </p:cNvPr>
            <p:cNvSpPr/>
            <p:nvPr/>
          </p:nvSpPr>
          <p:spPr>
            <a:xfrm rot="16200000">
              <a:off x="11430127" y="3466152"/>
              <a:ext cx="1037466" cy="24659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142 mm</a:t>
              </a:r>
              <a:endParaRPr lang="en-US" sz="1000" b="1" dirty="0">
                <a:solidFill>
                  <a:schemeClr val="accent6">
                    <a:lumMod val="60000"/>
                    <a:lumOff val="40000"/>
                  </a:schemeClr>
                </a:solidFill>
              </a:endParaRPr>
            </a:p>
          </p:txBody>
        </p:sp>
      </p:grpSp>
      <p:sp>
        <p:nvSpPr>
          <p:cNvPr id="146" name="TextBox 145">
            <a:extLst>
              <a:ext uri="{FF2B5EF4-FFF2-40B4-BE49-F238E27FC236}">
                <a16:creationId xmlns:a16="http://schemas.microsoft.com/office/drawing/2014/main" id="{57E56DAC-49D9-47DF-AB5F-16C9F1454E91}"/>
              </a:ext>
            </a:extLst>
          </p:cNvPr>
          <p:cNvSpPr txBox="1"/>
          <p:nvPr/>
        </p:nvSpPr>
        <p:spPr>
          <a:xfrm>
            <a:off x="322700" y="5113594"/>
            <a:ext cx="5191123" cy="7386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algn="l" defTabSz="2438338"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chemeClr val="tx2"/>
                </a:solidFill>
                <a:effectLst/>
                <a:uFillTx/>
                <a:latin typeface="+mn-lt"/>
                <a:ea typeface="+mn-ea"/>
                <a:cs typeface="+mn-cs"/>
                <a:sym typeface="Helvetica Neue"/>
              </a:rPr>
              <a:t>Top-Down view with socket X,Y dimensions and Iso View of Socket E</a:t>
            </a:r>
          </a:p>
        </p:txBody>
      </p:sp>
      <p:sp>
        <p:nvSpPr>
          <p:cNvPr id="147" name="TextBox 146">
            <a:extLst>
              <a:ext uri="{FF2B5EF4-FFF2-40B4-BE49-F238E27FC236}">
                <a16:creationId xmlns:a16="http://schemas.microsoft.com/office/drawing/2014/main" id="{1D5CEA98-D395-4B93-9A16-151DFF907E01}"/>
              </a:ext>
            </a:extLst>
          </p:cNvPr>
          <p:cNvSpPr txBox="1"/>
          <p:nvPr/>
        </p:nvSpPr>
        <p:spPr>
          <a:xfrm>
            <a:off x="6077770" y="5067815"/>
            <a:ext cx="5400688" cy="7386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defTabSz="2438338">
              <a:lnSpc>
                <a:spcPct val="100000"/>
              </a:lnSpc>
              <a:spcBef>
                <a:spcPts val="0"/>
              </a:spcBef>
            </a:pPr>
            <a:r>
              <a:rPr lang="en-US" dirty="0">
                <a:solidFill>
                  <a:schemeClr val="tx2"/>
                </a:solidFill>
              </a:rPr>
              <a:t>Top-Down view with socket X,Y dimensions and Iso View of Socket BR</a:t>
            </a:r>
          </a:p>
        </p:txBody>
      </p:sp>
    </p:spTree>
    <p:extLst>
      <p:ext uri="{BB962C8B-B14F-4D97-AF65-F5344CB8AC3E}">
        <p14:creationId xmlns:p14="http://schemas.microsoft.com/office/powerpoint/2010/main" val="1146697734"/>
      </p:ext>
    </p:extLst>
  </p:cSld>
  <p:clrMapOvr>
    <a:masterClrMapping/>
  </p:clrMapOvr>
  <p:transition>
    <p:fade/>
  </p:transition>
</p:sld>
</file>

<file path=ppt/theme/theme1.xml><?xml version="1.0" encoding="utf-8"?>
<a:theme xmlns:a="http://schemas.openxmlformats.org/drawingml/2006/main" name="21_BasicWhite">
  <a:themeElements>
    <a:clrScheme name="Intel2020">
      <a:dk1>
        <a:srgbClr val="000000"/>
      </a:dk1>
      <a:lt1>
        <a:srgbClr val="FFFFFF"/>
      </a:lt1>
      <a:dk2>
        <a:srgbClr val="004A86"/>
      </a:dk2>
      <a:lt2>
        <a:srgbClr val="525252"/>
      </a:lt2>
      <a:accent1>
        <a:srgbClr val="0068B5"/>
      </a:accent1>
      <a:accent2>
        <a:srgbClr val="00C7FD"/>
      </a:accent2>
      <a:accent3>
        <a:srgbClr val="F6CB4B"/>
      </a:accent3>
      <a:accent4>
        <a:srgbClr val="D96930"/>
      </a:accent4>
      <a:accent5>
        <a:srgbClr val="8F5DA2"/>
      </a:accent5>
      <a:accent6>
        <a:srgbClr val="8BAE46"/>
      </a:accent6>
      <a:hlink>
        <a:srgbClr val="0068B5"/>
      </a:hlink>
      <a:folHlink>
        <a:srgbClr val="0068B5"/>
      </a:folHlink>
    </a:clrScheme>
    <a:fontScheme name="Custom 11">
      <a:majorFont>
        <a:latin typeface="Intel Clear Light"/>
        <a:ea typeface="Helvetica Neue"/>
        <a:cs typeface="Helvetica Neue"/>
      </a:majorFont>
      <a:minorFont>
        <a:latin typeface="Intel Clear"/>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none" lIns="0" tIns="0" rIns="0" bIns="0" numCol="1" spcCol="38100" rtlCol="0" anchor="t" anchorCtr="0">
        <a:spAutoFit/>
      </a:bodyPr>
      <a:lstStyle>
        <a:defPPr marL="0" marR="0" indent="0" algn="l" defTabSz="2438338" rtl="0" fontAlgn="auto" latinLnBrk="0" hangingPunct="0">
          <a:lnSpc>
            <a:spcPct val="100000"/>
          </a:lnSpc>
          <a:spcBef>
            <a:spcPts val="0"/>
          </a:spcBef>
          <a:spcAft>
            <a:spcPts val="0"/>
          </a:spcAft>
          <a:buClrTx/>
          <a:buSzTx/>
          <a:buFontTx/>
          <a:buNone/>
          <a:tabLst/>
          <a:defRPr kumimoji="0" b="0" i="0" u="none" strike="noStrike" cap="none" spc="0" normalizeH="0" baseline="0" dirty="0" err="1" smtClean="0">
            <a:ln>
              <a:noFill/>
            </a:ln>
            <a:solidFill>
              <a:schemeClr val="tx2"/>
            </a:solidFill>
            <a:effectLst/>
            <a:uFillTx/>
            <a:latin typeface="+mn-lt"/>
            <a:ea typeface="+mn-ea"/>
            <a:cs typeface="+mn-cs"/>
            <a:sym typeface="Helvetica Neue"/>
          </a:defRPr>
        </a:def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b0a3e817-7ff1-4682-9cdc-9e68f1944ac6">
      <Terms xmlns="http://schemas.microsoft.com/office/infopath/2007/PartnerControls"/>
    </lcf76f155ced4ddcb4097134ff3c332f>
    <TaxCatchAll xmlns="a7bc6c04-a6f3-4b85-abcc-278c78dc556b"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C25921F9D4874B40A69C72F5C132575A" ma:contentTypeVersion="18" ma:contentTypeDescription="Create a new document." ma:contentTypeScope="" ma:versionID="f81e1b74fd94b9f916141b297ac694c0">
  <xsd:schema xmlns:xsd="http://www.w3.org/2001/XMLSchema" xmlns:xs="http://www.w3.org/2001/XMLSchema" xmlns:p="http://schemas.microsoft.com/office/2006/metadata/properties" xmlns:ns2="b0a3e817-7ff1-4682-9cdc-9e68f1944ac6" xmlns:ns3="5e37b643-6edd-4e99-882c-9f9c6c52fc16" xmlns:ns4="a7bc6c04-a6f3-4b85-abcc-278c78dc556b" targetNamespace="http://schemas.microsoft.com/office/2006/metadata/properties" ma:root="true" ma:fieldsID="1cd7c1c097ec62e7a9d31b3de7be00f6" ns2:_="" ns3:_="" ns4:_="">
    <xsd:import namespace="b0a3e817-7ff1-4682-9cdc-9e68f1944ac6"/>
    <xsd:import namespace="5e37b643-6edd-4e99-882c-9f9c6c52fc16"/>
    <xsd:import namespace="a7bc6c04-a6f3-4b85-abcc-278c78dc556b"/>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AutoKeyPoints" minOccurs="0"/>
                <xsd:element ref="ns2:MediaServiceKeyPoints" minOccurs="0"/>
                <xsd:element ref="ns2:MediaServiceAutoTags" minOccurs="0"/>
                <xsd:element ref="ns3:SharedWithUsers" minOccurs="0"/>
                <xsd:element ref="ns3:SharedWithDetails" minOccurs="0"/>
                <xsd:element ref="ns2:lcf76f155ced4ddcb4097134ff3c332f" minOccurs="0"/>
                <xsd:element ref="ns4:TaxCatchAll" minOccurs="0"/>
                <xsd:element ref="ns2:MediaServiceOCR" minOccurs="0"/>
                <xsd:element ref="ns2:MediaServiceGenerationTime" minOccurs="0"/>
                <xsd:element ref="ns2:MediaServiceEventHashCode" minOccurs="0"/>
                <xsd:element ref="ns2:MediaServiceLocation"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0a3e817-7ff1-4682-9cdc-9e68f1944ac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Length (seconds)" ma:internalName="MediaLengthInSeconds" ma:readOnly="true">
      <xsd:simpleType>
        <xsd:restriction base="dms:Unknown"/>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72a7515c-90a7-421b-ad67-16208a055132"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e37b643-6edd-4e99-882c-9f9c6c52fc16"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7bc6c04-a6f3-4b85-abcc-278c78dc556b"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d42eb0fb-64ce-47fa-b4a9-0e6c067efc72}" ma:internalName="TaxCatchAll" ma:showField="CatchAllData" ma:web="5e37b643-6edd-4e99-882c-9f9c6c52fc1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01C66F3-FBD8-4B0F-98D9-445FE3649D01}">
  <ds:schemaRefs>
    <ds:schemaRef ds:uri="http://schemas.microsoft.com/sharepoint/v3/contenttype/forms"/>
  </ds:schemaRefs>
</ds:datastoreItem>
</file>

<file path=customXml/itemProps2.xml><?xml version="1.0" encoding="utf-8"?>
<ds:datastoreItem xmlns:ds="http://schemas.openxmlformats.org/officeDocument/2006/customXml" ds:itemID="{724B8A99-8161-4D52-8DFD-478F5C1B3170}">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ADE844FB-DB98-4364-A8D7-F010CCFEDE47}"/>
</file>

<file path=docProps/app.xml><?xml version="1.0" encoding="utf-8"?>
<Properties xmlns="http://schemas.openxmlformats.org/officeDocument/2006/extended-properties" xmlns:vt="http://schemas.openxmlformats.org/officeDocument/2006/docPropsVTypes">
  <Template/>
  <TotalTime>36715</TotalTime>
  <Words>911</Words>
  <Application>Microsoft Office PowerPoint</Application>
  <PresentationFormat>Widescreen</PresentationFormat>
  <Paragraphs>122</Paragraphs>
  <Slides>9</Slides>
  <Notes>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9</vt:i4>
      </vt:variant>
    </vt:vector>
  </HeadingPairs>
  <TitlesOfParts>
    <vt:vector size="18" baseType="lpstr">
      <vt:lpstr>Arial</vt:lpstr>
      <vt:lpstr>Calibri</vt:lpstr>
      <vt:lpstr>Helvetica</vt:lpstr>
      <vt:lpstr>Helvetica Neue</vt:lpstr>
      <vt:lpstr>Helvetica Neue Medium</vt:lpstr>
      <vt:lpstr>Intel Clear</vt:lpstr>
      <vt:lpstr>Intel Clear Light</vt:lpstr>
      <vt:lpstr>Wingdings</vt:lpstr>
      <vt:lpstr>21_BasicWhite</vt:lpstr>
      <vt:lpstr>Large Form Factor (LFF) ODM SMT Equipment Enabling  Intel – Mitac Collaboration </vt:lpstr>
      <vt:lpstr>Legal Disclaimer, Terms, &amp; Conditions: </vt:lpstr>
      <vt:lpstr>Discussion Agenda: SMT LFF Equipment Enablement</vt:lpstr>
      <vt:lpstr>Factory Readiness for Upcoming Intel Server Sockets</vt:lpstr>
      <vt:lpstr>PowerPoint Presentation</vt:lpstr>
      <vt:lpstr>Intel Requests/Help Needed</vt:lpstr>
      <vt:lpstr>PowerPoint Presentation</vt:lpstr>
      <vt:lpstr>PowerPoint Presentation</vt:lpstr>
      <vt:lpstr>Socket-E v Socket-BR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Killeen, Kristine</dc:creator>
  <cp:keywords>CTPClassification=CTP_NT</cp:keywords>
  <cp:lastModifiedBy>Dewitt, Jesse</cp:lastModifiedBy>
  <cp:revision>244</cp:revision>
  <dcterms:modified xsi:type="dcterms:W3CDTF">2020-12-02T01:25:05Z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77294acb-f791-4422-865e-0b7527e37b89</vt:lpwstr>
  </property>
  <property fmtid="{D5CDD505-2E9C-101B-9397-08002B2CF9AE}" pid="3" name="CTP_TimeStamp">
    <vt:lpwstr>2020-08-21 21:49:33Z</vt:lpwstr>
  </property>
  <property fmtid="{D5CDD505-2E9C-101B-9397-08002B2CF9AE}" pid="4" name="CTP_BU">
    <vt:lpwstr>NA</vt:lpwstr>
  </property>
  <property fmtid="{D5CDD505-2E9C-101B-9397-08002B2CF9AE}" pid="5" name="CTP_IDSID">
    <vt:lpwstr>NA</vt:lpwstr>
  </property>
  <property fmtid="{D5CDD505-2E9C-101B-9397-08002B2CF9AE}" pid="6" name="CTP_WWID">
    <vt:lpwstr>NA</vt:lpwstr>
  </property>
  <property fmtid="{D5CDD505-2E9C-101B-9397-08002B2CF9AE}" pid="7" name="CTPClassification">
    <vt:lpwstr>CTP_NT</vt:lpwstr>
  </property>
  <property fmtid="{D5CDD505-2E9C-101B-9397-08002B2CF9AE}" pid="8" name="ContentTypeId">
    <vt:lpwstr>0x010100C25921F9D4874B40A69C72F5C132575A</vt:lpwstr>
  </property>
</Properties>
</file>