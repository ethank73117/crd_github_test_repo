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revisionInfo.xml" ContentType="application/vnd.ms-powerpoint.revisioninfo+xml"/>
  <Override PartName="/ppt/slides/slide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C1C8BB-1000-4BD6-B3DF-707DD136426E}" v="9" dt="2026-05-12T06:17:00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7162C098-2ECC-4132-91F8-E4C4E59DAE32}"/>
    <pc:docChg chg="custSel addSld modSld">
      <pc:chgData name="Yu, Harry" userId="d07dd713-323b-41c6-b24d-c18be50fb4fc" providerId="ADAL" clId="{7162C098-2ECC-4132-91F8-E4C4E59DAE32}" dt="2026-05-12T06:18:29.417" v="44" actId="1076"/>
      <pc:docMkLst>
        <pc:docMk/>
      </pc:docMkLst>
      <pc:sldChg chg="addSp delSp modSp new mod">
        <pc:chgData name="Yu, Harry" userId="d07dd713-323b-41c6-b24d-c18be50fb4fc" providerId="ADAL" clId="{7162C098-2ECC-4132-91F8-E4C4E59DAE32}" dt="2026-05-12T06:16:52.812" v="25" actId="1076"/>
        <pc:sldMkLst>
          <pc:docMk/>
          <pc:sldMk cId="3507203950" sldId="256"/>
        </pc:sldMkLst>
        <pc:spChg chg="del">
          <ac:chgData name="Yu, Harry" userId="d07dd713-323b-41c6-b24d-c18be50fb4fc" providerId="ADAL" clId="{7162C098-2ECC-4132-91F8-E4C4E59DAE32}" dt="2026-05-12T06:15:44.430" v="1" actId="478"/>
          <ac:spMkLst>
            <pc:docMk/>
            <pc:sldMk cId="3507203950" sldId="256"/>
            <ac:spMk id="2" creationId="{DD675C06-EE87-5181-D729-413F38890406}"/>
          </ac:spMkLst>
        </pc:spChg>
        <pc:spChg chg="del">
          <ac:chgData name="Yu, Harry" userId="d07dd713-323b-41c6-b24d-c18be50fb4fc" providerId="ADAL" clId="{7162C098-2ECC-4132-91F8-E4C4E59DAE32}" dt="2026-05-12T06:15:44.430" v="1" actId="478"/>
          <ac:spMkLst>
            <pc:docMk/>
            <pc:sldMk cId="3507203950" sldId="256"/>
            <ac:spMk id="3" creationId="{355FC55A-E011-4F74-F4B2-10A80F8978BA}"/>
          </ac:spMkLst>
        </pc:spChg>
        <pc:spChg chg="add mod">
          <ac:chgData name="Yu, Harry" userId="d07dd713-323b-41c6-b24d-c18be50fb4fc" providerId="ADAL" clId="{7162C098-2ECC-4132-91F8-E4C4E59DAE32}" dt="2026-05-12T06:16:52.812" v="25" actId="1076"/>
          <ac:spMkLst>
            <pc:docMk/>
            <pc:sldMk cId="3507203950" sldId="256"/>
            <ac:spMk id="4" creationId="{44A6355D-87E0-BCF1-E59F-0C96F6131818}"/>
          </ac:spMkLst>
        </pc:spChg>
        <pc:picChg chg="add mod">
          <ac:chgData name="Yu, Harry" userId="d07dd713-323b-41c6-b24d-c18be50fb4fc" providerId="ADAL" clId="{7162C098-2ECC-4132-91F8-E4C4E59DAE32}" dt="2026-05-12T06:16:07.771" v="4" actId="1076"/>
          <ac:picMkLst>
            <pc:docMk/>
            <pc:sldMk cId="3507203950" sldId="256"/>
            <ac:picMk id="1026" creationId="{A80A5026-2B3E-DC24-5D6E-1BED328049EB}"/>
          </ac:picMkLst>
        </pc:picChg>
        <pc:picChg chg="add mod">
          <ac:chgData name="Yu, Harry" userId="d07dd713-323b-41c6-b24d-c18be50fb4fc" providerId="ADAL" clId="{7162C098-2ECC-4132-91F8-E4C4E59DAE32}" dt="2026-05-12T06:16:23.264" v="6" actId="1076"/>
          <ac:picMkLst>
            <pc:docMk/>
            <pc:sldMk cId="3507203950" sldId="256"/>
            <ac:picMk id="1027" creationId="{DDF6FF31-EE82-AA41-CF46-E08A73ABD6FE}"/>
          </ac:picMkLst>
        </pc:picChg>
      </pc:sldChg>
      <pc:sldChg chg="addSp delSp modSp add mod">
        <pc:chgData name="Yu, Harry" userId="d07dd713-323b-41c6-b24d-c18be50fb4fc" providerId="ADAL" clId="{7162C098-2ECC-4132-91F8-E4C4E59DAE32}" dt="2026-05-12T06:18:29.417" v="44" actId="1076"/>
        <pc:sldMkLst>
          <pc:docMk/>
          <pc:sldMk cId="3057070438" sldId="257"/>
        </pc:sldMkLst>
        <pc:spChg chg="mod">
          <ac:chgData name="Yu, Harry" userId="d07dd713-323b-41c6-b24d-c18be50fb4fc" providerId="ADAL" clId="{7162C098-2ECC-4132-91F8-E4C4E59DAE32}" dt="2026-05-12T06:17:06.767" v="40" actId="20577"/>
          <ac:spMkLst>
            <pc:docMk/>
            <pc:sldMk cId="3057070438" sldId="257"/>
            <ac:spMk id="4" creationId="{39CC0AD3-60AF-28C9-7906-DB536EE3733F}"/>
          </ac:spMkLst>
        </pc:spChg>
        <pc:picChg chg="add mod">
          <ac:chgData name="Yu, Harry" userId="d07dd713-323b-41c6-b24d-c18be50fb4fc" providerId="ADAL" clId="{7162C098-2ECC-4132-91F8-E4C4E59DAE32}" dt="2026-05-12T06:18:29.417" v="44" actId="1076"/>
          <ac:picMkLst>
            <pc:docMk/>
            <pc:sldMk cId="3057070438" sldId="257"/>
            <ac:picMk id="3" creationId="{00190BA2-877C-246C-DE63-6E0A2A476A98}"/>
          </ac:picMkLst>
        </pc:picChg>
        <pc:picChg chg="del">
          <ac:chgData name="Yu, Harry" userId="d07dd713-323b-41c6-b24d-c18be50fb4fc" providerId="ADAL" clId="{7162C098-2ECC-4132-91F8-E4C4E59DAE32}" dt="2026-05-12T06:16:59.548" v="27" actId="478"/>
          <ac:picMkLst>
            <pc:docMk/>
            <pc:sldMk cId="3057070438" sldId="257"/>
            <ac:picMk id="1026" creationId="{91E966A8-4847-ECEA-8B61-57EB9D0C37E4}"/>
          </ac:picMkLst>
        </pc:picChg>
        <pc:picChg chg="del">
          <ac:chgData name="Yu, Harry" userId="d07dd713-323b-41c6-b24d-c18be50fb4fc" providerId="ADAL" clId="{7162C098-2ECC-4132-91F8-E4C4E59DAE32}" dt="2026-05-12T06:17:00.195" v="28" actId="478"/>
          <ac:picMkLst>
            <pc:docMk/>
            <pc:sldMk cId="3057070438" sldId="257"/>
            <ac:picMk id="1027" creationId="{3CBCD5E7-A100-D66D-C618-E7B16F49D3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86F6-7505-E5A1-E26C-078586B4F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2F53C-737A-E065-A44C-637687E96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C5665-49AC-168F-4AE0-335C51D4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0A39D-92BE-874E-CB21-F0C98AD1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81A39-2E0D-B585-B29F-6CB5DCC5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9131-639C-7A84-E600-05ECAE69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590F2-9DA8-C0E2-332C-E31FE0DD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613CE-8EF0-3CF6-77BA-6EAA00D0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47BDB-DCB4-938F-4356-501FEFBF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74A65-921C-E0F8-3FCE-7496B9E8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2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A221-0EE2-7561-CD81-67D2AD36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35122-E798-69C9-8E83-21E75208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FCA76-0BD0-DD60-9303-F4522376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D031C-20B8-682F-A465-20BC5E49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D0FE0-043F-E0BE-3995-FBFE338D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9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6011-2D2C-F586-35AE-7143381B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5E3FD-1BB6-F4D7-7F07-276B4F227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CFD0C-3F2C-56F9-6A98-0925795B2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CAED7-F29B-FC2C-D7E4-858E2BA8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6C9D2-E855-02AE-C39F-566ADED6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A8C8-FCEC-C85F-D3A0-047D1473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8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4D38-0CC6-7FF4-2B78-48A6D615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00C68-1417-F1A2-718F-D31B11351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2F6E1-A0EE-0DD7-D07B-697CA047F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0A503-48A4-689F-EDD7-5E7ABDAED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A643A-10E0-2AF4-4A63-AFB00006E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ADB9E-8AE9-F5B1-4363-A6181816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A2A4D-57E9-9D5D-B929-A646F472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7A52E-7ADB-7977-C106-C1DE17D0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EDFB-2F6B-6847-E505-C5B54C24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50CDB-D5AE-8D79-072F-19384310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D107-30F5-0433-13F3-743284BC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A18A7-7810-984B-4BF2-188582B4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5A001B-0AB4-9A45-5529-F10840A1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5BC12-EB22-D789-0555-5C10A85B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CBA3-514D-4801-7747-ACC18BCD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4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B7CB-BDE6-5B99-1692-401465A9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93DF-74EF-E23D-473D-0476DD815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60D09-17A3-6196-AD66-9C71040BA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A992D-A406-A54E-B58F-9980A3A2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8F647-DBE0-AC8F-3D53-C1CF60C8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633D4-EDE5-1E80-ACF4-592D6634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6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85E9-8C1D-679A-C92C-FD05F97D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0601-3562-604A-3A35-3B48D5B5A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2E809-337F-CCE2-BA32-4C3B56343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E384C-D191-3C4B-1C0D-65A51C9A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F9FC8-FD15-B077-92DA-3A2BA995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15A96-24BB-43A1-44F3-9EC54D16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D2414-3DE4-E5FF-7EC2-D86422EB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4746A-4663-13AB-A782-18727AF3D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C2D51-6071-326D-C4A4-C8BCC685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80169-B0EB-9191-FB9F-8967BA3B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3C4D4-F876-14D3-3FA0-09E6C6C5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18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43C480-DEE4-14A1-6311-9E93ECD9C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B708-35C5-7C47-BC3D-3B086385F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FDE3D-B914-F2A2-153E-502B9D6C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D457F-5DC4-7B77-D4B5-E7CC50E1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50A10-152C-377B-DC37-A09F4447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6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3C6F2-E843-8E60-D255-58E92BEFA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87EC-646C-142B-5AE8-45051CA91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BAE26-19F5-0077-FF3A-6EB957F79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01ED4-6AB0-439E-AE01-B73FFEB1F58B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BE932-D5B3-5440-B6A8-8621B0B4F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98466-5E96-23CE-8205-FFB001A67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EE66C-1608-44E4-8DB9-2208AC38B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9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80A5026-2B3E-DC24-5D6E-1BED32804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54" y="1771650"/>
            <a:ext cx="5381625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DDF6FF31-EE82-AA41-CF46-E08A73ABD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337" y="42862"/>
            <a:ext cx="3524250" cy="677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A6355D-87E0-BCF1-E59F-0C96F6131818}"/>
              </a:ext>
            </a:extLst>
          </p:cNvPr>
          <p:cNvSpPr txBox="1"/>
          <p:nvPr/>
        </p:nvSpPr>
        <p:spPr>
          <a:xfrm>
            <a:off x="727587" y="285135"/>
            <a:ext cx="1401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Maginfra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0720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F4FD2-F0C4-AC1F-9576-0B99A90D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CC0AD3-60AF-28C9-7906-DB536EE3733F}"/>
              </a:ext>
            </a:extLst>
          </p:cNvPr>
          <p:cNvSpPr txBox="1"/>
          <p:nvPr/>
        </p:nvSpPr>
        <p:spPr>
          <a:xfrm>
            <a:off x="727587" y="285135"/>
            <a:ext cx="168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Foxconn TJ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90BA2-877C-246C-DE63-6E0A2A476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786" y="201561"/>
            <a:ext cx="5935021" cy="645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7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9" ma:contentTypeDescription="Create a new document." ma:contentTypeScope="" ma:versionID="772cae2c305b4f62e85a22adf2aa3c7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28598a7512f346c30fccd3bc93b29e17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C29CCE2E-CC66-4474-8181-05FBD80A83B8}"/>
</file>

<file path=customXml/itemProps2.xml><?xml version="1.0" encoding="utf-8"?>
<ds:datastoreItem xmlns:ds="http://schemas.openxmlformats.org/officeDocument/2006/customXml" ds:itemID="{56370F00-6671-445C-B0B3-D541B58084BE}"/>
</file>

<file path=customXml/itemProps3.xml><?xml version="1.0" encoding="utf-8"?>
<ds:datastoreItem xmlns:ds="http://schemas.openxmlformats.org/officeDocument/2006/customXml" ds:itemID="{2FA887A2-361D-41F6-8270-6FFC143207BA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Yu, Harry</dc:creator>
  <cp:lastModifiedBy>Yu, Harry</cp:lastModifiedBy>
  <cp:revision>1</cp:revision>
  <dcterms:created xsi:type="dcterms:W3CDTF">2026-05-12T06:15:39Z</dcterms:created>
  <dcterms:modified xsi:type="dcterms:W3CDTF">2026-05-12T06:18:30Z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