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F86E-D323-4F66-9305-BEB608911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77D69-5A0F-42C4-9ABC-4CAC1ACD6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F823-4D3B-43A4-A558-337A4181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141C-A69F-4242-ADA7-FC1EDE9E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CE21-67E2-40E6-BC3B-5C6AA3E4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7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414E-94C3-4C6C-AD28-D28AD146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505B-8C38-44F9-A8D2-D050E425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B52D9-BB5C-4816-B71D-1712CB43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70E47-599F-42DA-9F43-72F91CE2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5346B-F895-4FF9-95F4-0CE91A21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04C1-FFCF-4C23-86D3-043835E1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CEA36-34E2-46B6-B6C0-2B7ECBE2D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88537-D568-4628-9675-C76794BF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D60A-6446-4621-868A-B28095BA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5FEC3-53F0-4702-ACBB-116DE594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7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BC18-1125-41CC-983F-A1F9FA49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5AE91-3E2E-4936-BC60-477747E97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69488-6DFD-4BBD-9FB0-722C40728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D370E-AB1E-4F62-A126-1C684C20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F1FD9-F6FC-4BEB-B87A-1DD55CA4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9E669-7AE1-49AB-9757-D91F27EE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0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3FE7-6A25-4475-8A01-4C5C92BF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5B003-54C6-4795-9C8D-1CC470004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7C7CD-6DBF-479D-B9F0-0091C6B1D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D885C-83A7-4A0A-AA9F-1ABBD2628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A3216-150D-4AE4-AA55-E7DB3D287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FF20B2-6F60-4FF9-8B11-599C860B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1D1E6-4633-465D-A46C-1E0C42C8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A606-92AE-4109-BCCC-CA505191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78B-AA1D-4CCF-A1B4-C5F34924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79056-0856-47FA-8486-F972F961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82A69-CE4F-40F0-B10A-241D2B56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795BB-80DB-49D9-977F-3D6C1FBB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D8284-09D7-4804-AB05-6B5C99D1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24D73-548A-48A5-8C20-1C17F7CF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C0143-2272-4A64-AE7B-61B0FF22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6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55B7-F2E2-4E0D-8CB8-07218D5F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4CE74-8D73-4905-9C66-BE321C45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28474-AFAA-4CE1-BBB5-0E813865D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03FDB-B9A5-4D40-8AB2-7A47397F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58AFE-EB44-4A8D-B565-BAC79555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C18E8-F513-4DAF-908E-27334ADD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0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3A2A-E583-470F-A282-C09C5041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42DB7-D06D-4DD5-8F58-4D678F77A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FAEFD-E1D4-4057-9A39-34C7C722A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69617-7F40-42D6-B5C0-EE29C4AC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1B81C-75E1-49E3-B95B-80A62CBA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32C76-6483-4E6A-8A51-75A08E09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5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A469-B445-438D-8D82-2119D96A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8508F-C6DF-4218-B985-EF3C12BA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7E1A-7C46-4E11-A7DE-FB1A7E85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C1AE-A5AC-466E-87BD-A9813891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F7C3-F368-45D0-A6AB-D190AA5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3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8AFFD-DEA8-4D54-93BB-9F756E2CF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8D366-7FF7-4BFC-9A84-E432215A0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B3CA6-D6D4-4304-9B85-66AC70FD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461B1-0F81-4BBB-A871-85627548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21AFA-DEFC-48A0-BE94-6014C35D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3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710E2-FC43-442E-A870-49D63BEE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DF60A-C938-48A5-AE22-3A8F7667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AE2DD-9CDF-4FF8-99BF-10CB8A4F4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AE2D-07B7-4888-8209-7C6A44AE7FB9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FA57-47A1-4A29-B79C-8B1FC6FED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7FAA-66AC-4CE7-8197-44B7F3785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522C6-41F8-4F8E-BCC8-DB56343D9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9E54252-0A5E-4962-9671-E7813915F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307925"/>
              </p:ext>
            </p:extLst>
          </p:nvPr>
        </p:nvGraphicFramePr>
        <p:xfrm>
          <a:off x="337352" y="1642368"/>
          <a:ext cx="11674124" cy="3675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866">
                  <a:extLst>
                    <a:ext uri="{9D8B030D-6E8A-4147-A177-3AD203B41FA5}">
                      <a16:colId xmlns:a16="http://schemas.microsoft.com/office/drawing/2014/main" val="1204263609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525037833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2277612330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2123934750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3427881886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3654870216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102294481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538874710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1156452233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3984924766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326932346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1864493139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1360379991"/>
                    </a:ext>
                  </a:extLst>
                </a:gridCol>
                <a:gridCol w="833866">
                  <a:extLst>
                    <a:ext uri="{9D8B030D-6E8A-4147-A177-3AD203B41FA5}">
                      <a16:colId xmlns:a16="http://schemas.microsoft.com/office/drawing/2014/main" val="967795579"/>
                    </a:ext>
                  </a:extLst>
                </a:gridCol>
              </a:tblGrid>
              <a:tr h="28408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Lenovo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Huawei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XiaoMi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Dynabook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Panasonic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Fujitsu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36645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Quanta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082759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Compal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364277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Inventec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823899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Wistron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223370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Pegatron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23587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LCFC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413659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 err="1"/>
                        <a:t>Huaqin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221628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In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674321"/>
                  </a:ext>
                </a:extLst>
              </a:tr>
              <a:tr h="366769">
                <a:tc>
                  <a:txBody>
                    <a:bodyPr/>
                    <a:lstStyle/>
                    <a:p>
                      <a:r>
                        <a:rPr lang="en-US" sz="1200" dirty="0"/>
                        <a:t>Marketing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28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73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7" ma:contentTypeDescription="Create a new document." ma:contentTypeScope="" ma:versionID="fef3ffe62929f1eeb6dfc793b0bec48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9bda764ba488f0029c49e465dcc59d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CE6D513B-343B-4054-AD31-99051E1FB90B}"/>
</file>

<file path=customXml/itemProps2.xml><?xml version="1.0" encoding="utf-8"?>
<ds:datastoreItem xmlns:ds="http://schemas.openxmlformats.org/officeDocument/2006/customXml" ds:itemID="{C3FE46B4-D3BA-44DB-995F-B2ACE5BFA167}"/>
</file>

<file path=customXml/itemProps3.xml><?xml version="1.0" encoding="utf-8"?>
<ds:datastoreItem xmlns:ds="http://schemas.openxmlformats.org/officeDocument/2006/customXml" ds:itemID="{203305DD-FA92-4CBF-8D5F-AA3936CFFA22}"/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62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Yu, Harry</dc:creator>
  <cp:lastModifiedBy>Yu, Harry</cp:lastModifiedBy>
  <cp:revision>5</cp:revision>
  <dcterms:created xsi:type="dcterms:W3CDTF">2021-12-10T01:37:35Z</dcterms:created>
  <dcterms:modified xsi:type="dcterms:W3CDTF">2021-12-10T04:18:36Z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