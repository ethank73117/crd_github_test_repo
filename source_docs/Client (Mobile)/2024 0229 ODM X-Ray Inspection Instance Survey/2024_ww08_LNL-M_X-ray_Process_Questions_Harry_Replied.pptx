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17" r:id="rId1"/>
  </p:sld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5" r:id="rId9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73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3AB84-82C0-4851-8CEB-B90B54293AE1}" v="46" dt="2024-02-29T08:51:16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>
        <p:guide orient="horz" pos="4032"/>
        <p:guide pos="7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amudhan, Srinivasa R" userId="efb8c43a-3b33-4e4f-ac49-8dcc19ace818" providerId="ADAL" clId="{7B75A633-E068-4048-B155-2C2CD66B7E32}"/>
    <pc:docChg chg="custSel addSld delSld modSld">
      <pc:chgData name="Aravamudhan, Srinivasa R" userId="efb8c43a-3b33-4e4f-ac49-8dcc19ace818" providerId="ADAL" clId="{7B75A633-E068-4048-B155-2C2CD66B7E32}" dt="2024-02-22T18:01:23.721" v="994" actId="207"/>
      <pc:docMkLst>
        <pc:docMk/>
      </pc:docMkLst>
      <pc:sldChg chg="del">
        <pc:chgData name="Aravamudhan, Srinivasa R" userId="efb8c43a-3b33-4e4f-ac49-8dcc19ace818" providerId="ADAL" clId="{7B75A633-E068-4048-B155-2C2CD66B7E32}" dt="2024-02-22T00:06:48.772" v="993" actId="2696"/>
        <pc:sldMkLst>
          <pc:docMk/>
          <pc:sldMk cId="3264706430" sldId="256"/>
        </pc:sldMkLst>
      </pc:sldChg>
      <pc:sldChg chg="addSp delSp modSp new mod">
        <pc:chgData name="Aravamudhan, Srinivasa R" userId="efb8c43a-3b33-4e4f-ac49-8dcc19ace818" providerId="ADAL" clId="{7B75A633-E068-4048-B155-2C2CD66B7E32}" dt="2024-02-22T18:01:23.721" v="994" actId="207"/>
        <pc:sldMkLst>
          <pc:docMk/>
          <pc:sldMk cId="3362240449" sldId="257"/>
        </pc:sldMkLst>
        <pc:spChg chg="mod">
          <ac:chgData name="Aravamudhan, Srinivasa R" userId="efb8c43a-3b33-4e4f-ac49-8dcc19ace818" providerId="ADAL" clId="{7B75A633-E068-4048-B155-2C2CD66B7E32}" dt="2024-02-22T00:06:44.220" v="992" actId="20577"/>
          <ac:spMkLst>
            <pc:docMk/>
            <pc:sldMk cId="3362240449" sldId="257"/>
            <ac:spMk id="2" creationId="{C16D1EBF-A1F2-7403-BA87-826ACF0D5497}"/>
          </ac:spMkLst>
        </pc:spChg>
        <pc:spChg chg="del">
          <ac:chgData name="Aravamudhan, Srinivasa R" userId="efb8c43a-3b33-4e4f-ac49-8dcc19ace818" providerId="ADAL" clId="{7B75A633-E068-4048-B155-2C2CD66B7E32}" dt="2024-02-21T23:55:16.294" v="40" actId="3680"/>
          <ac:spMkLst>
            <pc:docMk/>
            <pc:sldMk cId="3362240449" sldId="257"/>
            <ac:spMk id="3" creationId="{16C846FB-7B1F-7EB2-98A0-A9235DB5EB9A}"/>
          </ac:spMkLst>
        </pc:spChg>
        <pc:spChg chg="add mod">
          <ac:chgData name="Aravamudhan, Srinivasa R" userId="efb8c43a-3b33-4e4f-ac49-8dcc19ace818" providerId="ADAL" clId="{7B75A633-E068-4048-B155-2C2CD66B7E32}" dt="2024-02-22T18:01:23.721" v="994" actId="207"/>
          <ac:spMkLst>
            <pc:docMk/>
            <pc:sldMk cId="3362240449" sldId="257"/>
            <ac:spMk id="5" creationId="{9447966F-DD45-B2AA-06DC-D3F26FBC9F7E}"/>
          </ac:spMkLst>
        </pc:spChg>
        <pc:graphicFrameChg chg="add mod ord modGraphic">
          <ac:chgData name="Aravamudhan, Srinivasa R" userId="efb8c43a-3b33-4e4f-ac49-8dcc19ace818" providerId="ADAL" clId="{7B75A633-E068-4048-B155-2C2CD66B7E32}" dt="2024-02-22T00:06:34.819" v="982" actId="1076"/>
          <ac:graphicFrameMkLst>
            <pc:docMk/>
            <pc:sldMk cId="3362240449" sldId="257"/>
            <ac:graphicFrameMk id="4" creationId="{33BE6BEF-6A31-9C73-19D8-E8DA0027767B}"/>
          </ac:graphicFrameMkLst>
        </pc:graphicFrameChg>
      </pc:sldChg>
    </pc:docChg>
  </pc:docChgLst>
  <pc:docChgLst>
    <pc:chgData name="Gupta, Saurabh3" userId="S::saurabh3.gupta@intel.com::369c4d4b-e933-4a6d-a425-07061d73df85" providerId="AD" clId="Web-{7C5BDF97-A689-1477-8845-D6F02BC1AE76}"/>
    <pc:docChg chg="modSld">
      <pc:chgData name="Gupta, Saurabh3" userId="S::saurabh3.gupta@intel.com::369c4d4b-e933-4a6d-a425-07061d73df85" providerId="AD" clId="Web-{7C5BDF97-A689-1477-8845-D6F02BC1AE76}" dt="2024-02-22T17:58:22.620" v="170" actId="20577"/>
      <pc:docMkLst>
        <pc:docMk/>
      </pc:docMkLst>
      <pc:sldChg chg="modSp">
        <pc:chgData name="Gupta, Saurabh3" userId="S::saurabh3.gupta@intel.com::369c4d4b-e933-4a6d-a425-07061d73df85" providerId="AD" clId="Web-{7C5BDF97-A689-1477-8845-D6F02BC1AE76}" dt="2024-02-22T17:58:22.620" v="170" actId="20577"/>
        <pc:sldMkLst>
          <pc:docMk/>
          <pc:sldMk cId="3362240449" sldId="257"/>
        </pc:sldMkLst>
        <pc:spChg chg="mod">
          <ac:chgData name="Gupta, Saurabh3" userId="S::saurabh3.gupta@intel.com::369c4d4b-e933-4a6d-a425-07061d73df85" providerId="AD" clId="Web-{7C5BDF97-A689-1477-8845-D6F02BC1AE76}" dt="2024-02-22T17:58:22.620" v="170" actId="20577"/>
          <ac:spMkLst>
            <pc:docMk/>
            <pc:sldMk cId="3362240449" sldId="257"/>
            <ac:spMk id="5" creationId="{9447966F-DD45-B2AA-06DC-D3F26FBC9F7E}"/>
          </ac:spMkLst>
        </pc:spChg>
      </pc:sldChg>
    </pc:docChg>
  </pc:docChgLst>
  <pc:docChgLst>
    <pc:chgData name="Yu, Harry" userId="d07dd713-323b-41c6-b24d-c18be50fb4fc" providerId="ADAL" clId="{7B33AB84-82C0-4851-8CEB-B90B54293AE1}"/>
    <pc:docChg chg="undo custSel addSld delSld modSld sldOrd">
      <pc:chgData name="Yu, Harry" userId="d07dd713-323b-41c6-b24d-c18be50fb4fc" providerId="ADAL" clId="{7B33AB84-82C0-4851-8CEB-B90B54293AE1}" dt="2024-03-01T04:16:08.519" v="3728" actId="207"/>
      <pc:docMkLst>
        <pc:docMk/>
      </pc:docMkLst>
      <pc:sldChg chg="delSp modSp mod">
        <pc:chgData name="Yu, Harry" userId="d07dd713-323b-41c6-b24d-c18be50fb4fc" providerId="ADAL" clId="{7B33AB84-82C0-4851-8CEB-B90B54293AE1}" dt="2024-02-29T05:48:47.989" v="1928" actId="14734"/>
        <pc:sldMkLst>
          <pc:docMk/>
          <pc:sldMk cId="3362240449" sldId="257"/>
        </pc:sldMkLst>
        <pc:spChg chg="del">
          <ac:chgData name="Yu, Harry" userId="d07dd713-323b-41c6-b24d-c18be50fb4fc" providerId="ADAL" clId="{7B33AB84-82C0-4851-8CEB-B90B54293AE1}" dt="2024-02-23T05:14:00.986" v="192" actId="21"/>
          <ac:spMkLst>
            <pc:docMk/>
            <pc:sldMk cId="3362240449" sldId="257"/>
            <ac:spMk id="5" creationId="{9447966F-DD45-B2AA-06DC-D3F26FBC9F7E}"/>
          </ac:spMkLst>
        </pc:spChg>
        <pc:graphicFrameChg chg="mod modGraphic">
          <ac:chgData name="Yu, Harry" userId="d07dd713-323b-41c6-b24d-c18be50fb4fc" providerId="ADAL" clId="{7B33AB84-82C0-4851-8CEB-B90B54293AE1}" dt="2024-02-29T05:48:47.989" v="1928" actId="14734"/>
          <ac:graphicFrameMkLst>
            <pc:docMk/>
            <pc:sldMk cId="3362240449" sldId="257"/>
            <ac:graphicFrameMk id="4" creationId="{33BE6BEF-6A31-9C73-19D8-E8DA0027767B}"/>
          </ac:graphicFrameMkLst>
        </pc:graphicFrameChg>
      </pc:sldChg>
      <pc:sldChg chg="addSp delSp modSp new mod">
        <pc:chgData name="Yu, Harry" userId="d07dd713-323b-41c6-b24d-c18be50fb4fc" providerId="ADAL" clId="{7B33AB84-82C0-4851-8CEB-B90B54293AE1}" dt="2024-02-23T05:36:39.735" v="558" actId="20577"/>
        <pc:sldMkLst>
          <pc:docMk/>
          <pc:sldMk cId="2944338774" sldId="258"/>
        </pc:sldMkLst>
        <pc:spChg chg="del">
          <ac:chgData name="Yu, Harry" userId="d07dd713-323b-41c6-b24d-c18be50fb4fc" providerId="ADAL" clId="{7B33AB84-82C0-4851-8CEB-B90B54293AE1}" dt="2024-02-23T05:14:08.247" v="194" actId="478"/>
          <ac:spMkLst>
            <pc:docMk/>
            <pc:sldMk cId="2944338774" sldId="258"/>
            <ac:spMk id="2" creationId="{21A91231-500E-3947-A572-09C101E7022E}"/>
          </ac:spMkLst>
        </pc:spChg>
        <pc:spChg chg="del">
          <ac:chgData name="Yu, Harry" userId="d07dd713-323b-41c6-b24d-c18be50fb4fc" providerId="ADAL" clId="{7B33AB84-82C0-4851-8CEB-B90B54293AE1}" dt="2024-02-23T05:14:08.247" v="194" actId="478"/>
          <ac:spMkLst>
            <pc:docMk/>
            <pc:sldMk cId="2944338774" sldId="258"/>
            <ac:spMk id="3" creationId="{3BFD05D7-6C88-907C-281B-F12BB603BE4F}"/>
          </ac:spMkLst>
        </pc:spChg>
        <pc:spChg chg="add mod">
          <ac:chgData name="Yu, Harry" userId="d07dd713-323b-41c6-b24d-c18be50fb4fc" providerId="ADAL" clId="{7B33AB84-82C0-4851-8CEB-B90B54293AE1}" dt="2024-02-23T05:29:33.164" v="510" actId="20577"/>
          <ac:spMkLst>
            <pc:docMk/>
            <pc:sldMk cId="2944338774" sldId="258"/>
            <ac:spMk id="5" creationId="{9447966F-DD45-B2AA-06DC-D3F26FBC9F7E}"/>
          </ac:spMkLst>
        </pc:spChg>
        <pc:spChg chg="add mod">
          <ac:chgData name="Yu, Harry" userId="d07dd713-323b-41c6-b24d-c18be50fb4fc" providerId="ADAL" clId="{7B33AB84-82C0-4851-8CEB-B90B54293AE1}" dt="2024-02-23T05:36:39.735" v="558" actId="20577"/>
          <ac:spMkLst>
            <pc:docMk/>
            <pc:sldMk cId="2944338774" sldId="258"/>
            <ac:spMk id="6" creationId="{AF7666A5-AF33-F03A-9ACB-F9C4CC26117E}"/>
          </ac:spMkLst>
        </pc:spChg>
        <pc:graphicFrameChg chg="add mod">
          <ac:chgData name="Yu, Harry" userId="d07dd713-323b-41c6-b24d-c18be50fb4fc" providerId="ADAL" clId="{7B33AB84-82C0-4851-8CEB-B90B54293AE1}" dt="2024-02-23T05:35:53.899" v="514" actId="1076"/>
          <ac:graphicFrameMkLst>
            <pc:docMk/>
            <pc:sldMk cId="2944338774" sldId="258"/>
            <ac:graphicFrameMk id="4" creationId="{5984ABAC-B102-5596-4FC6-61557D83FE95}"/>
          </ac:graphicFrameMkLst>
        </pc:graphicFrameChg>
      </pc:sldChg>
      <pc:sldChg chg="addSp modSp mod ord">
        <pc:chgData name="Yu, Harry" userId="d07dd713-323b-41c6-b24d-c18be50fb4fc" providerId="ADAL" clId="{7B33AB84-82C0-4851-8CEB-B90B54293AE1}" dt="2024-02-23T06:00:32.120" v="1586" actId="20577"/>
        <pc:sldMkLst>
          <pc:docMk/>
          <pc:sldMk cId="2268004312" sldId="259"/>
        </pc:sldMkLst>
        <pc:spChg chg="add mod">
          <ac:chgData name="Yu, Harry" userId="d07dd713-323b-41c6-b24d-c18be50fb4fc" providerId="ADAL" clId="{7B33AB84-82C0-4851-8CEB-B90B54293AE1}" dt="2024-02-23T05:34:37.387" v="511" actId="1076"/>
          <ac:spMkLst>
            <pc:docMk/>
            <pc:sldMk cId="2268004312" sldId="259"/>
            <ac:spMk id="3" creationId="{BC4518E3-54B3-FC71-CC10-31F2D0CF6BC0}"/>
          </ac:spMkLst>
        </pc:spChg>
        <pc:spChg chg="mod">
          <ac:chgData name="Yu, Harry" userId="d07dd713-323b-41c6-b24d-c18be50fb4fc" providerId="ADAL" clId="{7B33AB84-82C0-4851-8CEB-B90B54293AE1}" dt="2024-02-23T05:16:19.304" v="302" actId="20577"/>
          <ac:spMkLst>
            <pc:docMk/>
            <pc:sldMk cId="2268004312" sldId="259"/>
            <ac:spMk id="5" creationId="{9447966F-DD45-B2AA-06DC-D3F26FBC9F7E}"/>
          </ac:spMkLst>
        </pc:spChg>
        <pc:graphicFrameChg chg="add mod modGraphic">
          <ac:chgData name="Yu, Harry" userId="d07dd713-323b-41c6-b24d-c18be50fb4fc" providerId="ADAL" clId="{7B33AB84-82C0-4851-8CEB-B90B54293AE1}" dt="2024-02-23T06:00:32.120" v="1586" actId="20577"/>
          <ac:graphicFrameMkLst>
            <pc:docMk/>
            <pc:sldMk cId="2268004312" sldId="259"/>
            <ac:graphicFrameMk id="2" creationId="{8AEA4DC4-0DBA-18EF-EB4E-85137AAC9591}"/>
          </ac:graphicFrameMkLst>
        </pc:graphicFrameChg>
      </pc:sldChg>
      <pc:sldChg chg="addSp modSp mod">
        <pc:chgData name="Yu, Harry" userId="d07dd713-323b-41c6-b24d-c18be50fb4fc" providerId="ADAL" clId="{7B33AB84-82C0-4851-8CEB-B90B54293AE1}" dt="2024-03-01T04:16:08.519" v="3728" actId="207"/>
        <pc:sldMkLst>
          <pc:docMk/>
          <pc:sldMk cId="152631212" sldId="260"/>
        </pc:sldMkLst>
        <pc:spChg chg="add mod">
          <ac:chgData name="Yu, Harry" userId="d07dd713-323b-41c6-b24d-c18be50fb4fc" providerId="ADAL" clId="{7B33AB84-82C0-4851-8CEB-B90B54293AE1}" dt="2024-02-29T07:23:12.715" v="3093" actId="20577"/>
          <ac:spMkLst>
            <pc:docMk/>
            <pc:sldMk cId="152631212" sldId="260"/>
            <ac:spMk id="3" creationId="{52C26199-1F60-24E6-F3A8-B438792DE409}"/>
          </ac:spMkLst>
        </pc:spChg>
        <pc:spChg chg="mod">
          <ac:chgData name="Yu, Harry" userId="d07dd713-323b-41c6-b24d-c18be50fb4fc" providerId="ADAL" clId="{7B33AB84-82C0-4851-8CEB-B90B54293AE1}" dt="2024-02-23T05:57:55.108" v="1496" actId="313"/>
          <ac:spMkLst>
            <pc:docMk/>
            <pc:sldMk cId="152631212" sldId="260"/>
            <ac:spMk id="5" creationId="{9447966F-DD45-B2AA-06DC-D3F26FBC9F7E}"/>
          </ac:spMkLst>
        </pc:spChg>
        <pc:graphicFrameChg chg="add mod modGraphic">
          <ac:chgData name="Yu, Harry" userId="d07dd713-323b-41c6-b24d-c18be50fb4fc" providerId="ADAL" clId="{7B33AB84-82C0-4851-8CEB-B90B54293AE1}" dt="2024-03-01T04:16:08.519" v="3728" actId="207"/>
          <ac:graphicFrameMkLst>
            <pc:docMk/>
            <pc:sldMk cId="152631212" sldId="260"/>
            <ac:graphicFrameMk id="2" creationId="{AC5F1827-939B-9F46-3A8F-815D710512C5}"/>
          </ac:graphicFrameMkLst>
        </pc:graphicFrameChg>
      </pc:sldChg>
      <pc:sldChg chg="modSp mod">
        <pc:chgData name="Yu, Harry" userId="d07dd713-323b-41c6-b24d-c18be50fb4fc" providerId="ADAL" clId="{7B33AB84-82C0-4851-8CEB-B90B54293AE1}" dt="2024-02-23T05:55:10.498" v="1404" actId="20577"/>
        <pc:sldMkLst>
          <pc:docMk/>
          <pc:sldMk cId="1672726785" sldId="261"/>
        </pc:sldMkLst>
        <pc:spChg chg="mod">
          <ac:chgData name="Yu, Harry" userId="d07dd713-323b-41c6-b24d-c18be50fb4fc" providerId="ADAL" clId="{7B33AB84-82C0-4851-8CEB-B90B54293AE1}" dt="2024-02-23T05:55:10.498" v="1404" actId="20577"/>
          <ac:spMkLst>
            <pc:docMk/>
            <pc:sldMk cId="1672726785" sldId="261"/>
            <ac:spMk id="5" creationId="{9447966F-DD45-B2AA-06DC-D3F26FBC9F7E}"/>
          </ac:spMkLst>
        </pc:spChg>
      </pc:sldChg>
      <pc:sldChg chg="addSp modSp mod">
        <pc:chgData name="Yu, Harry" userId="d07dd713-323b-41c6-b24d-c18be50fb4fc" providerId="ADAL" clId="{7B33AB84-82C0-4851-8CEB-B90B54293AE1}" dt="2024-02-23T05:55:21.313" v="1405" actId="20577"/>
        <pc:sldMkLst>
          <pc:docMk/>
          <pc:sldMk cId="2633008219" sldId="262"/>
        </pc:sldMkLst>
        <pc:spChg chg="add mod">
          <ac:chgData name="Yu, Harry" userId="d07dd713-323b-41c6-b24d-c18be50fb4fc" providerId="ADAL" clId="{7B33AB84-82C0-4851-8CEB-B90B54293AE1}" dt="2024-02-23T05:53:12.695" v="1383" actId="1035"/>
          <ac:spMkLst>
            <pc:docMk/>
            <pc:sldMk cId="2633008219" sldId="262"/>
            <ac:spMk id="4" creationId="{644BA574-9A83-BA7D-8759-251927A61B2A}"/>
          </ac:spMkLst>
        </pc:spChg>
        <pc:spChg chg="mod">
          <ac:chgData name="Yu, Harry" userId="d07dd713-323b-41c6-b24d-c18be50fb4fc" providerId="ADAL" clId="{7B33AB84-82C0-4851-8CEB-B90B54293AE1}" dt="2024-02-23T05:55:21.313" v="1405" actId="20577"/>
          <ac:spMkLst>
            <pc:docMk/>
            <pc:sldMk cId="2633008219" sldId="262"/>
            <ac:spMk id="5" creationId="{9447966F-DD45-B2AA-06DC-D3F26FBC9F7E}"/>
          </ac:spMkLst>
        </pc:spChg>
        <pc:picChg chg="add mod">
          <ac:chgData name="Yu, Harry" userId="d07dd713-323b-41c6-b24d-c18be50fb4fc" providerId="ADAL" clId="{7B33AB84-82C0-4851-8CEB-B90B54293AE1}" dt="2024-02-23T05:53:12.695" v="1383" actId="1035"/>
          <ac:picMkLst>
            <pc:docMk/>
            <pc:sldMk cId="2633008219" sldId="262"/>
            <ac:picMk id="3" creationId="{2AE54BE8-4B73-3164-93CC-95DCE65E933C}"/>
          </ac:picMkLst>
        </pc:picChg>
      </pc:sldChg>
      <pc:sldChg chg="modSp mod ord">
        <pc:chgData name="Yu, Harry" userId="d07dd713-323b-41c6-b24d-c18be50fb4fc" providerId="ADAL" clId="{7B33AB84-82C0-4851-8CEB-B90B54293AE1}" dt="2024-02-23T06:03:40.806" v="1926" actId="20577"/>
        <pc:sldMkLst>
          <pc:docMk/>
          <pc:sldMk cId="1767619735" sldId="263"/>
        </pc:sldMkLst>
        <pc:spChg chg="mod">
          <ac:chgData name="Yu, Harry" userId="d07dd713-323b-41c6-b24d-c18be50fb4fc" providerId="ADAL" clId="{7B33AB84-82C0-4851-8CEB-B90B54293AE1}" dt="2024-02-23T06:03:40.806" v="1926" actId="20577"/>
          <ac:spMkLst>
            <pc:docMk/>
            <pc:sldMk cId="1767619735" sldId="263"/>
            <ac:spMk id="5" creationId="{9447966F-DD45-B2AA-06DC-D3F26FBC9F7E}"/>
          </ac:spMkLst>
        </pc:spChg>
      </pc:sldChg>
      <pc:sldChg chg="modSp del mod ord">
        <pc:chgData name="Yu, Harry" userId="d07dd713-323b-41c6-b24d-c18be50fb4fc" providerId="ADAL" clId="{7B33AB84-82C0-4851-8CEB-B90B54293AE1}" dt="2024-02-23T05:56:56.696" v="1495" actId="47"/>
        <pc:sldMkLst>
          <pc:docMk/>
          <pc:sldMk cId="36469178" sldId="264"/>
        </pc:sldMkLst>
        <pc:spChg chg="mod">
          <ac:chgData name="Yu, Harry" userId="d07dd713-323b-41c6-b24d-c18be50fb4fc" providerId="ADAL" clId="{7B33AB84-82C0-4851-8CEB-B90B54293AE1}" dt="2024-02-23T05:53:42.979" v="1384" actId="20577"/>
          <ac:spMkLst>
            <pc:docMk/>
            <pc:sldMk cId="36469178" sldId="264"/>
            <ac:spMk id="5" creationId="{9447966F-DD45-B2AA-06DC-D3F26FBC9F7E}"/>
          </ac:spMkLst>
        </pc:spChg>
      </pc:sldChg>
      <pc:sldChg chg="modSp mod">
        <pc:chgData name="Yu, Harry" userId="d07dd713-323b-41c6-b24d-c18be50fb4fc" providerId="ADAL" clId="{7B33AB84-82C0-4851-8CEB-B90B54293AE1}" dt="2024-02-23T06:02:51.774" v="1804" actId="20577"/>
        <pc:sldMkLst>
          <pc:docMk/>
          <pc:sldMk cId="364099232" sldId="265"/>
        </pc:sldMkLst>
        <pc:spChg chg="mod">
          <ac:chgData name="Yu, Harry" userId="d07dd713-323b-41c6-b24d-c18be50fb4fc" providerId="ADAL" clId="{7B33AB84-82C0-4851-8CEB-B90B54293AE1}" dt="2024-02-23T06:02:51.774" v="1804" actId="20577"/>
          <ac:spMkLst>
            <pc:docMk/>
            <pc:sldMk cId="364099232" sldId="265"/>
            <ac:spMk id="5" creationId="{9447966F-DD45-B2AA-06DC-D3F26FBC9F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0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701313" y="3090663"/>
            <a:ext cx="10283652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3200" b="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75 </a:t>
            </a:r>
            <a:r>
              <a:rPr lang="en-US" err="1"/>
              <a:t>pt</a:t>
            </a:r>
            <a:r>
              <a:rPr lang="en-US"/>
              <a:t> Intel Clear</a:t>
            </a:r>
            <a:endParaRPr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01314" y="4468058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2"/>
                </a:solidFill>
                <a:latin typeface="IntelOne Display Regular" panose="020B0503020203020204" pitchFamily="34" charset="0"/>
                <a:ea typeface="IntelOne Display Regular" panose="020B0503020203020204" pitchFamily="34" charset="0"/>
                <a:cs typeface="IntelOne Display Regular" panose="020B0503020203020204" pitchFamily="34" charset="0"/>
              </a:defRPr>
            </a:lvl1pPr>
          </a:lstStyle>
          <a:p>
            <a:r>
              <a:rPr lang="en-US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32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90592" y="243696"/>
            <a:ext cx="11010816" cy="553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32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885440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32308"/>
            <a:ext cx="11010816" cy="582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32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035170"/>
            <a:ext cx="11010900" cy="5213232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20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5457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09190"/>
            <a:ext cx="11010816" cy="56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32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88631"/>
            <a:ext cx="11010900" cy="455977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20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60173" y="1013827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bg2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305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66737" y="226444"/>
            <a:ext cx="11010901" cy="582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32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784451"/>
            <a:ext cx="5288525" cy="447378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20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784451"/>
            <a:ext cx="5288525" cy="4473780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20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249926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697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525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32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280160"/>
            <a:ext cx="5288525" cy="4978072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20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280160"/>
            <a:ext cx="5288525" cy="4978072"/>
          </a:xfrm>
        </p:spPr>
        <p:txBody>
          <a:bodyPr>
            <a:normAutofit/>
          </a:bodyPr>
          <a:lstStyle>
            <a:lvl1pPr>
              <a:spcBef>
                <a:spcPts val="600"/>
              </a:spcBef>
              <a:defRPr sz="20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4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2072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28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>
                <a:solidFill>
                  <a:schemeClr val="tx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>
                <a:solidFill>
                  <a:schemeClr val="tx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>
            <a:lvl1pPr>
              <a:defRPr sz="1800"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>
            <a:lvl1pPr>
              <a:defRPr sz="1800"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1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6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1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145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>
            <a:lvl1pPr>
              <a:defRPr sz="1800"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28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>
            <a:lvl1pPr>
              <a:spcBef>
                <a:spcPts val="600"/>
              </a:spcBef>
              <a:defRPr sz="1800">
                <a:latin typeface="IntelOne Display Regular" panose="020B0503020203020204" pitchFamily="34" charset="0"/>
              </a:defRPr>
            </a:lvl1pPr>
            <a:lvl2pPr>
              <a:spcBef>
                <a:spcPts val="600"/>
              </a:spcBef>
              <a:defRPr sz="1600">
                <a:latin typeface="IntelOne Display Regular" panose="020B0503020203020204" pitchFamily="34" charset="0"/>
              </a:defRPr>
            </a:lvl2pPr>
            <a:lvl3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3pPr>
            <a:lvl4pPr>
              <a:spcBef>
                <a:spcPts val="600"/>
              </a:spcBef>
              <a:defRPr sz="1200">
                <a:latin typeface="IntelOne Display Regular" panose="020B0503020203020204" pitchFamily="34" charset="0"/>
              </a:defRPr>
            </a:lvl4pPr>
            <a:lvl5pPr>
              <a:spcBef>
                <a:spcPts val="600"/>
              </a:spcBef>
              <a:defRPr sz="1100"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200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183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>
            <a:normAutofit/>
          </a:bodyPr>
          <a:lstStyle>
            <a:lvl1pPr>
              <a:defRPr sz="1800"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3200">
                <a:solidFill>
                  <a:schemeClr val="tx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2590049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5398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32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480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087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3600">
                <a:solidFill>
                  <a:srgbClr val="52525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588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 sz="2000">
                <a:solidFill>
                  <a:schemeClr val="bg2"/>
                </a:solidFill>
                <a:latin typeface="IntelOne Display Regular" panose="020B0503020203020204" pitchFamily="34" charset="0"/>
              </a:defRPr>
            </a:lvl1pPr>
            <a:lvl2pPr>
              <a:defRPr sz="1800">
                <a:solidFill>
                  <a:schemeClr val="bg2"/>
                </a:solidFill>
                <a:latin typeface="IntelOne Display Regular" panose="020B0503020203020204" pitchFamily="34" charset="0"/>
              </a:defRPr>
            </a:lvl2pPr>
            <a:lvl3pPr>
              <a:defRPr sz="1400">
                <a:solidFill>
                  <a:schemeClr val="bg2"/>
                </a:solidFill>
                <a:latin typeface="IntelOne Display Regular" panose="020B0503020203020204" pitchFamily="34" charset="0"/>
              </a:defRPr>
            </a:lvl3pPr>
            <a:lvl4pPr>
              <a:defRPr sz="1400">
                <a:solidFill>
                  <a:schemeClr val="bg2"/>
                </a:solidFill>
                <a:latin typeface="IntelOne Display Regular" panose="020B0503020203020204" pitchFamily="34" charset="0"/>
              </a:defRPr>
            </a:lvl4pPr>
            <a:lvl5pPr>
              <a:defRPr sz="1200">
                <a:solidFill>
                  <a:schemeClr val="bg2"/>
                </a:solidFill>
                <a:latin typeface="IntelOne Display Regular" panose="020B05030202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3200">
                <a:solidFill>
                  <a:schemeClr val="bg2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  <a:latin typeface="IntelOne Display Regular" panose="020B0503020203020204" pitchFamily="34" charset="0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9294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000">
                <a:solidFill>
                  <a:schemeClr val="accent1"/>
                </a:solidFill>
                <a:latin typeface="IntelOne Display Regular" panose="020B0503020203020204" pitchFamily="34" charset="0"/>
              </a:defRPr>
            </a:lvl1pPr>
          </a:lstStyle>
          <a:p>
            <a:r>
              <a:rPr lang="en-US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4912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RLES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FFA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00AEF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BA1F8A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042F8E6C-B640-4657-968E-8B582B98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19" y="2976280"/>
            <a:ext cx="646564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FEARLESS">
            <a:extLst>
              <a:ext uri="{FF2B5EF4-FFF2-40B4-BE49-F238E27FC236}">
                <a16:creationId xmlns:a16="http://schemas.microsoft.com/office/drawing/2014/main" id="{0138FD46-0C99-4F0C-AB24-B4E34251A9BF}"/>
              </a:ext>
            </a:extLst>
          </p:cNvPr>
          <p:cNvSpPr txBox="1"/>
          <p:nvPr/>
        </p:nvSpPr>
        <p:spPr>
          <a:xfrm>
            <a:off x="76288" y="3664093"/>
            <a:ext cx="765146" cy="21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1"/>
              <a:t>FEARLESS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09D881-D4F4-4402-BDCF-1EEF10F9502B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Regular" panose="020B05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A300"/>
                </a:solidFill>
                <a:effectLst/>
                <a:uLnTx/>
                <a:uFillTx/>
                <a:latin typeface="IntelOne Display Regular" panose="020B05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Fearless</a:t>
            </a:r>
            <a:endParaRPr lang="en-US">
              <a:latin typeface="IntelOne Display Regular" panose="020B0503020203020204" pitchFamily="34" charset="0"/>
            </a:endParaRPr>
          </a:p>
        </p:txBody>
      </p:sp>
      <p:sp>
        <p:nvSpPr>
          <p:cNvPr id="16" name="Line">
            <a:extLst>
              <a:ext uri="{FF2B5EF4-FFF2-40B4-BE49-F238E27FC236}">
                <a16:creationId xmlns:a16="http://schemas.microsoft.com/office/drawing/2014/main" id="{428FBD8E-F7CA-449F-BF76-30125ACD421A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55753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ARLES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9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205345" y="620534"/>
            <a:ext cx="10370282" cy="6340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185" tIns="40092" rIns="80185" bIns="40092" numCol="1" anchor="ctr" anchorCtr="0" compatLnSpc="1">
            <a:prstTxWarp prst="textNoShape">
              <a:avLst/>
            </a:prstTxWarp>
          </a:bodyPr>
          <a:lstStyle>
            <a:lvl1pPr algn="l">
              <a:defRPr sz="3600">
                <a:solidFill>
                  <a:schemeClr val="accent3"/>
                </a:solidFill>
                <a:latin typeface="IntelOne Display Regular" panose="020B0503020203020204" pitchFamily="34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FFA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>
              <a:latin typeface="IntelOne Display Regular" panose="020B0503020203020204" pitchFamily="34" charset="0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00AEF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>
              <a:latin typeface="IntelOne Display Regular" panose="020B0503020203020204" pitchFamily="34" charset="0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BA1F8A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000">
              <a:latin typeface="IntelOne Display Regular" panose="020B0503020203020204" pitchFamily="34" charset="0"/>
            </a:endParaRPr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042F8E6C-B640-4657-968E-8B582B984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19" y="2976280"/>
            <a:ext cx="646564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FEARLESS">
            <a:extLst>
              <a:ext uri="{FF2B5EF4-FFF2-40B4-BE49-F238E27FC236}">
                <a16:creationId xmlns:a16="http://schemas.microsoft.com/office/drawing/2014/main" id="{0138FD46-0C99-4F0C-AB24-B4E34251A9BF}"/>
              </a:ext>
            </a:extLst>
          </p:cNvPr>
          <p:cNvSpPr txBox="1"/>
          <p:nvPr/>
        </p:nvSpPr>
        <p:spPr>
          <a:xfrm>
            <a:off x="76288" y="3672172"/>
            <a:ext cx="794000" cy="196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0">
                <a:latin typeface="IntelOne Display Regular" panose="020B0503020203020204" pitchFamily="34" charset="0"/>
              </a:rPr>
              <a:t>FEARLESS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AF9B4C27-948E-4BB2-A5E6-BF56D7E2ED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5345" y="1521229"/>
            <a:ext cx="10370282" cy="4505498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latin typeface="IntelOne Display Regular" panose="020B0503020203020204" pitchFamily="34" charset="0"/>
              </a:defRPr>
            </a:lvl1pPr>
            <a:lvl4pPr marL="835216" indent="0">
              <a:buFontTx/>
              <a:buNone/>
              <a:defRPr/>
            </a:lvl4pPr>
            <a:lvl5pPr marL="1093902" indent="0">
              <a:buFontTx/>
              <a:buNone/>
              <a:defRPr/>
            </a:lvl5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BF0B46-7BDD-48BE-93EE-88826651AA4D}"/>
              </a:ext>
            </a:extLst>
          </p:cNvPr>
          <p:cNvSpPr/>
          <p:nvPr/>
        </p:nvSpPr>
        <p:spPr>
          <a:xfrm>
            <a:off x="315516" y="158652"/>
            <a:ext cx="11876485" cy="3139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Regular" panose="020B05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A300"/>
                </a:solidFill>
                <a:effectLst/>
                <a:uLnTx/>
                <a:uFillTx/>
                <a:latin typeface="IntelOne Display Regular" panose="020B05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Fearless</a:t>
            </a:r>
            <a:endParaRPr lang="en-US" sz="2000">
              <a:latin typeface="IntelOne Display Regular" panose="020B0503020203020204" pitchFamily="34" charset="0"/>
            </a:endParaRP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C9B54734-DC68-4439-9FB2-FF603E9B8839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83341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792">
          <p15:clr>
            <a:srgbClr val="FBAE40"/>
          </p15:clr>
        </p15:guide>
        <p15:guide id="2" pos="744">
          <p15:clr>
            <a:srgbClr val="FBAE40"/>
          </p15:clr>
        </p15:guide>
        <p15:guide id="3" orient="horz" pos="9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T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00AEF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AFC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FFA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E08A230D-6672-4AB0-9BB4-6FD23B4A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5130" y="3039780"/>
            <a:ext cx="489543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QUALITY">
            <a:extLst>
              <a:ext uri="{FF2B5EF4-FFF2-40B4-BE49-F238E27FC236}">
                <a16:creationId xmlns:a16="http://schemas.microsoft.com/office/drawing/2014/main" id="{A1B03C42-D6B7-4A77-9DEE-4C84E42B6D17}"/>
              </a:ext>
            </a:extLst>
          </p:cNvPr>
          <p:cNvSpPr txBox="1"/>
          <p:nvPr/>
        </p:nvSpPr>
        <p:spPr>
          <a:xfrm>
            <a:off x="118010" y="3727591"/>
            <a:ext cx="683329" cy="21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1"/>
              <a:t>QUALITY</a:t>
            </a:r>
          </a:p>
        </p:txBody>
      </p:sp>
      <p:sp>
        <p:nvSpPr>
          <p:cNvPr id="10" name="Line">
            <a:extLst>
              <a:ext uri="{FF2B5EF4-FFF2-40B4-BE49-F238E27FC236}">
                <a16:creationId xmlns:a16="http://schemas.microsoft.com/office/drawing/2014/main" id="{F5DE7020-0214-404B-8911-669578C3AF6F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050046-D0A7-4D4D-B1DB-36C888E8272E}"/>
              </a:ext>
            </a:extLst>
          </p:cNvPr>
          <p:cNvSpPr/>
          <p:nvPr/>
        </p:nvSpPr>
        <p:spPr>
          <a:xfrm>
            <a:off x="315516" y="158652"/>
            <a:ext cx="11876485" cy="3139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Regular" panose="020B05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lOne Display Regular" panose="020B05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Quality</a:t>
            </a:r>
            <a:endParaRPr lang="en-US" sz="2000">
              <a:solidFill>
                <a:schemeClr val="accent1"/>
              </a:solidFill>
              <a:latin typeface="IntelOne Display Regular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809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T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00AEF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AFC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FFA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E08A230D-6672-4AB0-9BB4-6FD23B4A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5130" y="3039780"/>
            <a:ext cx="489543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9" name="QUALITY">
            <a:extLst>
              <a:ext uri="{FF2B5EF4-FFF2-40B4-BE49-F238E27FC236}">
                <a16:creationId xmlns:a16="http://schemas.microsoft.com/office/drawing/2014/main" id="{A1B03C42-D6B7-4A77-9DEE-4C84E42B6D17}"/>
              </a:ext>
            </a:extLst>
          </p:cNvPr>
          <p:cNvSpPr txBox="1"/>
          <p:nvPr/>
        </p:nvSpPr>
        <p:spPr>
          <a:xfrm>
            <a:off x="118010" y="3727591"/>
            <a:ext cx="683329" cy="21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1"/>
              <a:t>QUALITY</a:t>
            </a: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EC496C32-FF56-4BC2-ADA6-4DB241894D82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180407" y="643957"/>
            <a:ext cx="9730202" cy="6506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185" tIns="40092" rIns="80185" bIns="40092" numCol="1" anchor="ctr" anchorCtr="0" compatLnSpc="1">
            <a:prstTxWarp prst="textNoShape">
              <a:avLst/>
            </a:prstTxWarp>
          </a:bodyPr>
          <a:lstStyle>
            <a:lvl1pPr algn="l">
              <a:defRPr sz="3600">
                <a:solidFill>
                  <a:srgbClr val="00AEF0"/>
                </a:solidFill>
                <a:latin typeface="IntelOne Display Regular" panose="020B0503020203020204" pitchFamily="34" charset="0"/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53A00130-50D7-467B-897F-068CC193B7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0407" y="1471353"/>
            <a:ext cx="10395220" cy="4449104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>
                <a:latin typeface="IntelOne Display Regular" panose="020B0503020203020204" pitchFamily="34" charset="0"/>
              </a:defRPr>
            </a:lvl1pPr>
            <a:lvl4pPr marL="835216" indent="0">
              <a:buFontTx/>
              <a:buNone/>
              <a:defRPr/>
            </a:lvl4pPr>
            <a:lvl5pPr marL="1093902" indent="0">
              <a:buFontTx/>
              <a:buNone/>
              <a:defRPr/>
            </a:lvl5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FA0237-671C-40F2-BCAB-909EF09A18D2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Regular" panose="020B05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IntelOne Display Regular" panose="020B05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Quality</a:t>
            </a:r>
            <a:endParaRPr lang="en-US">
              <a:solidFill>
                <a:schemeClr val="accent1"/>
              </a:solidFill>
              <a:latin typeface="IntelOne Display Regular" panose="020B0503020203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B8C000CF-EF6F-417F-864A-315D42CFC72F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142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PARENCY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AFC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1A3F7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00AEF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7086A7DB-7C96-49FF-98C2-332DBB7BE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7725" y="2976280"/>
            <a:ext cx="484353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RUTH &amp;…">
            <a:extLst>
              <a:ext uri="{FF2B5EF4-FFF2-40B4-BE49-F238E27FC236}">
                <a16:creationId xmlns:a16="http://schemas.microsoft.com/office/drawing/2014/main" id="{63456235-3538-4BB1-A961-08AAB7E16416}"/>
              </a:ext>
            </a:extLst>
          </p:cNvPr>
          <p:cNvSpPr txBox="1"/>
          <p:nvPr/>
        </p:nvSpPr>
        <p:spPr>
          <a:xfrm>
            <a:off x="-3605" y="3638344"/>
            <a:ext cx="926664" cy="25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z="1600" b="1" spc="48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800"/>
              <a:t>TRUTH &amp;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z="1600" b="1" spc="48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800"/>
              <a:t>TRANSPARENCY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BA6F140-5F84-40E0-B4F9-65F09B3AB886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Truth &amp; Transparency</a:t>
            </a:r>
            <a:endParaRPr lang="en-US">
              <a:solidFill>
                <a:schemeClr val="accent5">
                  <a:lumMod val="75000"/>
                </a:schemeClr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B102BFB6-0A01-4B14-BE17-322BFE1B8B23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6743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ANSPARENCY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AFC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1A3F7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00AEF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14" name="Image" descr="Image">
            <a:extLst>
              <a:ext uri="{FF2B5EF4-FFF2-40B4-BE49-F238E27FC236}">
                <a16:creationId xmlns:a16="http://schemas.microsoft.com/office/drawing/2014/main" id="{7086A7DB-7C96-49FF-98C2-332DBB7BE6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27725" y="2976280"/>
            <a:ext cx="484353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RUTH &amp;…">
            <a:extLst>
              <a:ext uri="{FF2B5EF4-FFF2-40B4-BE49-F238E27FC236}">
                <a16:creationId xmlns:a16="http://schemas.microsoft.com/office/drawing/2014/main" id="{63456235-3538-4BB1-A961-08AAB7E16416}"/>
              </a:ext>
            </a:extLst>
          </p:cNvPr>
          <p:cNvSpPr txBox="1"/>
          <p:nvPr/>
        </p:nvSpPr>
        <p:spPr>
          <a:xfrm>
            <a:off x="-3605" y="3638344"/>
            <a:ext cx="926664" cy="25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defRPr sz="1600" b="1" spc="48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800"/>
              <a:t>TRUTH &amp;</a:t>
            </a:r>
          </a:p>
          <a:p>
            <a:pPr>
              <a:lnSpc>
                <a:spcPct val="80000"/>
              </a:lnSpc>
              <a:spcBef>
                <a:spcPts val="0"/>
              </a:spcBef>
              <a:defRPr sz="1600" b="1" spc="48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800"/>
              <a:t>TRANSPARENCY</a:t>
            </a:r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2E8C1FB6-44A4-44B6-92DA-59E37C903A94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183917" y="674567"/>
            <a:ext cx="9427434" cy="525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185" tIns="40092" rIns="80185" bIns="40092" numCol="1" anchor="ctr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AFC300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2E2AF2-2459-4ABD-9552-400ED8F0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3917" y="1471353"/>
            <a:ext cx="10391710" cy="4449104"/>
          </a:xfrm>
        </p:spPr>
        <p:txBody>
          <a:bodyPr/>
          <a:lstStyle>
            <a:lvl1pPr marL="0" indent="0">
              <a:buFontTx/>
              <a:buNone/>
              <a:defRPr sz="1867"/>
            </a:lvl1pPr>
            <a:lvl4pPr marL="835216" indent="0">
              <a:buFontTx/>
              <a:buNone/>
              <a:defRPr/>
            </a:lvl4pPr>
            <a:lvl5pPr marL="1093902" indent="0">
              <a:buFontTx/>
              <a:buNone/>
              <a:defRPr/>
            </a:lvl5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4A3065-7554-4062-88BD-107F0501D809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5">
                    <a:lumMod val="75000"/>
                  </a:schemeClr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Truth &amp; Transparency</a:t>
            </a:r>
            <a:endParaRPr lang="en-US">
              <a:solidFill>
                <a:schemeClr val="accent5">
                  <a:lumMod val="75000"/>
                </a:schemeClr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D50448F1-D649-40C5-9C85-8FB8F7C45126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18469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INTEL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1A3F7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ED1C25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AFC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584CA8C2-6FF9-4C72-B734-450C603CD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619" y="3077642"/>
            <a:ext cx="646564" cy="535007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ONE INTEL">
            <a:extLst>
              <a:ext uri="{FF2B5EF4-FFF2-40B4-BE49-F238E27FC236}">
                <a16:creationId xmlns:a16="http://schemas.microsoft.com/office/drawing/2014/main" id="{DFD02967-A30A-4E42-A60E-90746CDEF8B2}"/>
              </a:ext>
            </a:extLst>
          </p:cNvPr>
          <p:cNvSpPr txBox="1"/>
          <p:nvPr/>
        </p:nvSpPr>
        <p:spPr>
          <a:xfrm>
            <a:off x="50597" y="3740292"/>
            <a:ext cx="816506" cy="21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1"/>
              <a:t>ONE INTEL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B80A3D-9EA3-452A-845D-271C3EF8E3E0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One Intel</a:t>
            </a:r>
            <a:endParaRPr lang="en-US">
              <a:solidFill>
                <a:schemeClr val="bg2"/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A4B5884F-3E65-46F8-B405-B04307D2F135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4680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INTE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1A3F7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ED1C25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AFC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584CA8C2-6FF9-4C72-B734-450C603CD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6619" y="3077642"/>
            <a:ext cx="646564" cy="535007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ONE INTEL">
            <a:extLst>
              <a:ext uri="{FF2B5EF4-FFF2-40B4-BE49-F238E27FC236}">
                <a16:creationId xmlns:a16="http://schemas.microsoft.com/office/drawing/2014/main" id="{DFD02967-A30A-4E42-A60E-90746CDEF8B2}"/>
              </a:ext>
            </a:extLst>
          </p:cNvPr>
          <p:cNvSpPr txBox="1"/>
          <p:nvPr/>
        </p:nvSpPr>
        <p:spPr>
          <a:xfrm>
            <a:off x="50597" y="3740292"/>
            <a:ext cx="816506" cy="21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1"/>
              <a:t>ONE INTEL</a:t>
            </a: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E2F927A6-25B3-43D2-8037-1710F9DA4779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155161" y="694945"/>
            <a:ext cx="9489440" cy="49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185" tIns="40092" rIns="80185" bIns="40092" numCol="1" anchor="ctr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1A3F70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6C3FFB2-D48A-48BC-92A0-61A93D52D6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161" y="1479665"/>
            <a:ext cx="10420466" cy="4440792"/>
          </a:xfrm>
        </p:spPr>
        <p:txBody>
          <a:bodyPr/>
          <a:lstStyle>
            <a:lvl1pPr marL="0" indent="0">
              <a:buFontTx/>
              <a:buNone/>
              <a:defRPr sz="1867"/>
            </a:lvl1pPr>
            <a:lvl4pPr marL="835216" indent="0">
              <a:buFontTx/>
              <a:buNone/>
              <a:defRPr/>
            </a:lvl4pPr>
            <a:lvl5pPr marL="1093902" indent="0">
              <a:buFontTx/>
              <a:buNone/>
              <a:defRPr/>
            </a:lvl5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AFADBD-2F87-4482-8A97-A040E4456434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One Intel</a:t>
            </a:r>
            <a:endParaRPr lang="en-US">
              <a:solidFill>
                <a:schemeClr val="bg2"/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17" name="Line">
            <a:extLst>
              <a:ext uri="{FF2B5EF4-FFF2-40B4-BE49-F238E27FC236}">
                <a16:creationId xmlns:a16="http://schemas.microsoft.com/office/drawing/2014/main" id="{614DD753-AA4A-4E7D-BB0C-F58FF74E2BB6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04048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S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ED1C25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BA1F8A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1A3F7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CB1DE203-1E76-421F-8BDA-B0240106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7238" y="2976280"/>
            <a:ext cx="645327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CUSTOMER…">
            <a:extLst>
              <a:ext uri="{FF2B5EF4-FFF2-40B4-BE49-F238E27FC236}">
                <a16:creationId xmlns:a16="http://schemas.microsoft.com/office/drawing/2014/main" id="{66024444-7601-48DB-B189-9193B2BD6F6C}"/>
              </a:ext>
            </a:extLst>
          </p:cNvPr>
          <p:cNvSpPr txBox="1"/>
          <p:nvPr/>
        </p:nvSpPr>
        <p:spPr>
          <a:xfrm>
            <a:off x="33542" y="3627414"/>
            <a:ext cx="850105" cy="286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lnSpc>
                <a:spcPct val="70000"/>
              </a:lnSpc>
              <a:spcBef>
                <a:spcPts val="0"/>
              </a:spcBef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1051"/>
              <a:t>CUSTOMER</a:t>
            </a:r>
          </a:p>
          <a:p>
            <a:pPr>
              <a:lnSpc>
                <a:spcPct val="70000"/>
              </a:lnSpc>
              <a:spcBef>
                <a:spcPts val="0"/>
              </a:spcBef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1051"/>
              <a:t>OBSESSED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E90686-220F-417F-93E7-93DACC68EEC9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Obsessed</a:t>
            </a:r>
            <a:endParaRPr lang="en-US">
              <a:solidFill>
                <a:srgbClr val="FF0000"/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13" name="Line">
            <a:extLst>
              <a:ext uri="{FF2B5EF4-FFF2-40B4-BE49-F238E27FC236}">
                <a16:creationId xmlns:a16="http://schemas.microsoft.com/office/drawing/2014/main" id="{FA445E92-B69D-4E84-8215-F65D747ADB56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4273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ER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ED1C25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BA1F8A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1A3F7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CB1DE203-1E76-421F-8BDA-B0240106A8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7238" y="2976280"/>
            <a:ext cx="645327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CUSTOMER…">
            <a:extLst>
              <a:ext uri="{FF2B5EF4-FFF2-40B4-BE49-F238E27FC236}">
                <a16:creationId xmlns:a16="http://schemas.microsoft.com/office/drawing/2014/main" id="{66024444-7601-48DB-B189-9193B2BD6F6C}"/>
              </a:ext>
            </a:extLst>
          </p:cNvPr>
          <p:cNvSpPr txBox="1"/>
          <p:nvPr/>
        </p:nvSpPr>
        <p:spPr>
          <a:xfrm>
            <a:off x="33542" y="3627414"/>
            <a:ext cx="850105" cy="286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/>
          <a:p>
            <a:pPr>
              <a:lnSpc>
                <a:spcPct val="70000"/>
              </a:lnSpc>
              <a:spcBef>
                <a:spcPts val="0"/>
              </a:spcBef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1051"/>
              <a:t>CUSTOMER</a:t>
            </a:r>
          </a:p>
          <a:p>
            <a:pPr>
              <a:lnSpc>
                <a:spcPct val="70000"/>
              </a:lnSpc>
              <a:spcBef>
                <a:spcPts val="0"/>
              </a:spcBef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r>
              <a:rPr sz="1051"/>
              <a:t>OBSESSED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7E5DFB32-D380-40EE-8B3E-4C14FBED8060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188413" y="641316"/>
            <a:ext cx="10387214" cy="592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185" tIns="40092" rIns="80185" bIns="40092" numCol="1" anchor="ctr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ED1C25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7B67268-D5C4-46C3-9A60-FA39A15D029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8413" y="1512916"/>
            <a:ext cx="10387214" cy="4555375"/>
          </a:xfrm>
        </p:spPr>
        <p:txBody>
          <a:bodyPr/>
          <a:lstStyle>
            <a:lvl1pPr marL="0" indent="0">
              <a:buFontTx/>
              <a:buNone/>
              <a:defRPr sz="1867"/>
            </a:lvl1pPr>
            <a:lvl4pPr marL="835216" indent="0">
              <a:buFontTx/>
              <a:buNone/>
              <a:defRPr/>
            </a:lvl4pPr>
            <a:lvl5pPr marL="1093902" indent="0">
              <a:buFontTx/>
              <a:buNone/>
              <a:defRPr/>
            </a:lvl5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B00A67-C279-4965-B034-CE51BA683FC7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Obsessed</a:t>
            </a:r>
            <a:endParaRPr lang="en-US">
              <a:solidFill>
                <a:srgbClr val="FF0000"/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19" name="Line">
            <a:extLst>
              <a:ext uri="{FF2B5EF4-FFF2-40B4-BE49-F238E27FC236}">
                <a16:creationId xmlns:a16="http://schemas.microsoft.com/office/drawing/2014/main" id="{9C97A8E5-636C-41BB-BA0F-7CC4A4AF3A9F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994539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CLUSION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BA1F8A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FFA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ED1C25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7EADDA75-6CBA-47D4-A876-6D54FA246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39" y="2976280"/>
            <a:ext cx="585324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INCLUSION">
            <a:extLst>
              <a:ext uri="{FF2B5EF4-FFF2-40B4-BE49-F238E27FC236}">
                <a16:creationId xmlns:a16="http://schemas.microsoft.com/office/drawing/2014/main" id="{82BED131-0652-4551-9329-6DA58AAD54AE}"/>
              </a:ext>
            </a:extLst>
          </p:cNvPr>
          <p:cNvSpPr txBox="1"/>
          <p:nvPr/>
        </p:nvSpPr>
        <p:spPr>
          <a:xfrm>
            <a:off x="33499" y="3664093"/>
            <a:ext cx="845360" cy="21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1"/>
              <a:t>INCLUSION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48289A-6910-497B-847E-B03A97479B7D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Inclusion</a:t>
            </a:r>
            <a:endParaRPr lang="en-US">
              <a:solidFill>
                <a:schemeClr val="accent6"/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F5ABA576-C33B-427B-87AA-1AC2C4E06B6B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92879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CLUSIO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B083A9-F582-4DE6-8B02-A1EBF9231D1E}"/>
              </a:ext>
            </a:extLst>
          </p:cNvPr>
          <p:cNvSpPr/>
          <p:nvPr/>
        </p:nvSpPr>
        <p:spPr>
          <a:xfrm>
            <a:off x="315516" y="158652"/>
            <a:ext cx="11876485" cy="341632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0"/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IntelOne Display Light" panose="020B0403020203020204" pitchFamily="34" charset="0"/>
                <a:ea typeface="+mn-ea"/>
                <a:cs typeface="+mn-cs"/>
              </a:rPr>
              <a:t>Purpose &amp; Vision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IntelOne Display Light" panose="020B0403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Inclusion</a:t>
            </a:r>
            <a:endParaRPr lang="en-US">
              <a:solidFill>
                <a:schemeClr val="accent6"/>
              </a:solidFill>
              <a:latin typeface="IntelOne Display Light" panose="020B0403020203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AE170EA-9B62-452D-8CAC-46039736B705}"/>
              </a:ext>
            </a:extLst>
          </p:cNvPr>
          <p:cNvSpPr/>
          <p:nvPr/>
        </p:nvSpPr>
        <p:spPr>
          <a:xfrm>
            <a:off x="0" y="2340006"/>
            <a:ext cx="956192" cy="2151428"/>
          </a:xfrm>
          <a:custGeom>
            <a:avLst/>
            <a:gdLst>
              <a:gd name="connsiteX0" fmla="*/ 0 w 710512"/>
              <a:gd name="connsiteY0" fmla="*/ 1315830 h 1598652"/>
              <a:gd name="connsiteX1" fmla="*/ 505451 w 710512"/>
              <a:gd name="connsiteY1" fmla="*/ 1606745 h 1598652"/>
              <a:gd name="connsiteX2" fmla="*/ 720381 w 710512"/>
              <a:gd name="connsiteY2" fmla="*/ 805247 h 1598652"/>
              <a:gd name="connsiteX3" fmla="*/ 503280 w 710512"/>
              <a:gd name="connsiteY3" fmla="*/ 0 h 1598652"/>
              <a:gd name="connsiteX4" fmla="*/ 0 w 710512"/>
              <a:gd name="connsiteY4" fmla="*/ 291507 h 1598652"/>
              <a:gd name="connsiteX5" fmla="*/ 0 w 710512"/>
              <a:gd name="connsiteY5" fmla="*/ 1315830 h 1598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0512" h="1598652">
                <a:moveTo>
                  <a:pt x="0" y="1315830"/>
                </a:moveTo>
                <a:lnTo>
                  <a:pt x="505451" y="1606745"/>
                </a:lnTo>
                <a:cubicBezTo>
                  <a:pt x="641830" y="1370697"/>
                  <a:pt x="720381" y="1097150"/>
                  <a:pt x="720381" y="805247"/>
                </a:cubicBezTo>
                <a:cubicBezTo>
                  <a:pt x="720381" y="511569"/>
                  <a:pt x="641040" y="236640"/>
                  <a:pt x="503280" y="0"/>
                </a:cubicBezTo>
                <a:lnTo>
                  <a:pt x="0" y="291507"/>
                </a:lnTo>
                <a:lnTo>
                  <a:pt x="0" y="1315830"/>
                </a:lnTo>
                <a:close/>
              </a:path>
            </a:pathLst>
          </a:custGeom>
          <a:solidFill>
            <a:srgbClr val="BA1F8A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25FE84C-0896-4B7E-8D37-73832D4A105F}"/>
              </a:ext>
            </a:extLst>
          </p:cNvPr>
          <p:cNvSpPr/>
          <p:nvPr/>
        </p:nvSpPr>
        <p:spPr>
          <a:xfrm>
            <a:off x="0" y="1622863"/>
            <a:ext cx="664021" cy="1088995"/>
          </a:xfrm>
          <a:custGeom>
            <a:avLst/>
            <a:gdLst>
              <a:gd name="connsiteX0" fmla="*/ 503280 w 493411"/>
              <a:gd name="connsiteY0" fmla="*/ 532687 h 809194"/>
              <a:gd name="connsiteX1" fmla="*/ 0 w 493411"/>
              <a:gd name="connsiteY1" fmla="*/ 0 h 809194"/>
              <a:gd name="connsiteX2" fmla="*/ 0 w 493411"/>
              <a:gd name="connsiteY2" fmla="*/ 824392 h 809194"/>
              <a:gd name="connsiteX3" fmla="*/ 503280 w 493411"/>
              <a:gd name="connsiteY3" fmla="*/ 532687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3280" y="532687"/>
                </a:moveTo>
                <a:cubicBezTo>
                  <a:pt x="378743" y="318744"/>
                  <a:pt x="205851" y="136379"/>
                  <a:pt x="0" y="0"/>
                </a:cubicBezTo>
                <a:lnTo>
                  <a:pt x="0" y="824392"/>
                </a:lnTo>
                <a:lnTo>
                  <a:pt x="503280" y="532687"/>
                </a:lnTo>
                <a:close/>
              </a:path>
            </a:pathLst>
          </a:custGeom>
          <a:solidFill>
            <a:srgbClr val="FFA300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473655A8-A2B3-454E-A738-BB3B6998ECDB}"/>
              </a:ext>
            </a:extLst>
          </p:cNvPr>
          <p:cNvSpPr/>
          <p:nvPr/>
        </p:nvSpPr>
        <p:spPr>
          <a:xfrm>
            <a:off x="0" y="4110817"/>
            <a:ext cx="664021" cy="1088995"/>
          </a:xfrm>
          <a:custGeom>
            <a:avLst/>
            <a:gdLst>
              <a:gd name="connsiteX0" fmla="*/ 505451 w 493411"/>
              <a:gd name="connsiteY0" fmla="*/ 290718 h 809194"/>
              <a:gd name="connsiteX1" fmla="*/ 0 w 493411"/>
              <a:gd name="connsiteY1" fmla="*/ 0 h 809194"/>
              <a:gd name="connsiteX2" fmla="*/ 0 w 493411"/>
              <a:gd name="connsiteY2" fmla="*/ 827352 h 809194"/>
              <a:gd name="connsiteX3" fmla="*/ 505451 w 493411"/>
              <a:gd name="connsiteY3" fmla="*/ 290718 h 809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411" h="809194">
                <a:moveTo>
                  <a:pt x="505451" y="290718"/>
                </a:moveTo>
                <a:lnTo>
                  <a:pt x="0" y="0"/>
                </a:lnTo>
                <a:lnTo>
                  <a:pt x="0" y="827352"/>
                </a:lnTo>
                <a:cubicBezTo>
                  <a:pt x="207233" y="690184"/>
                  <a:pt x="380716" y="506438"/>
                  <a:pt x="505451" y="290718"/>
                </a:cubicBezTo>
                <a:close/>
              </a:path>
            </a:pathLst>
          </a:custGeom>
          <a:solidFill>
            <a:srgbClr val="ED1C25"/>
          </a:solidFill>
          <a:ln w="1956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sz="2400"/>
          </a:p>
        </p:txBody>
      </p:sp>
      <p:pic>
        <p:nvPicPr>
          <p:cNvPr id="9" name="Image" descr="Image">
            <a:extLst>
              <a:ext uri="{FF2B5EF4-FFF2-40B4-BE49-F238E27FC236}">
                <a16:creationId xmlns:a16="http://schemas.microsoft.com/office/drawing/2014/main" id="{7EADDA75-6CBA-47D4-A876-6D54FA246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39" y="2976280"/>
            <a:ext cx="585324" cy="58532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INCLUSION">
            <a:extLst>
              <a:ext uri="{FF2B5EF4-FFF2-40B4-BE49-F238E27FC236}">
                <a16:creationId xmlns:a16="http://schemas.microsoft.com/office/drawing/2014/main" id="{82BED131-0652-4551-9329-6DA58AAD54AE}"/>
              </a:ext>
            </a:extLst>
          </p:cNvPr>
          <p:cNvSpPr txBox="1"/>
          <p:nvPr/>
        </p:nvSpPr>
        <p:spPr>
          <a:xfrm>
            <a:off x="33499" y="3664093"/>
            <a:ext cx="845360" cy="213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>
              <a:defRPr sz="2100" b="1" spc="63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lvl1pPr>
          </a:lstStyle>
          <a:p>
            <a:r>
              <a:rPr sz="1051"/>
              <a:t>INCLUSION</a:t>
            </a: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12AF84CA-DA40-4885-A5C3-49ABA7547B06}"/>
              </a:ext>
            </a:extLst>
          </p:cNvPr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133431" y="653785"/>
            <a:ext cx="10442196" cy="567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0185" tIns="40092" rIns="80185" bIns="40092" numCol="1" anchor="ctr" anchorCtr="0" compatLnSpc="1">
            <a:prstTxWarp prst="textNoShape">
              <a:avLst/>
            </a:prstTxWarp>
          </a:bodyPr>
          <a:lstStyle>
            <a:lvl1pPr algn="l">
              <a:defRPr>
                <a:solidFill>
                  <a:srgbClr val="BA1F8A"/>
                </a:solidFill>
              </a:defRPr>
            </a:lvl1pPr>
          </a:lstStyle>
          <a:p>
            <a:pPr lvl="0"/>
            <a:r>
              <a:rPr lang="en-US"/>
              <a:t>Header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D8BC066-A883-44CE-82E6-E783E7E245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33431" y="1429789"/>
            <a:ext cx="10442196" cy="4490668"/>
          </a:xfrm>
        </p:spPr>
        <p:txBody>
          <a:bodyPr/>
          <a:lstStyle>
            <a:lvl1pPr marL="0" indent="0">
              <a:buFontTx/>
              <a:buNone/>
              <a:defRPr sz="1867"/>
            </a:lvl1pPr>
            <a:lvl4pPr marL="835216" indent="0">
              <a:buFontTx/>
              <a:buNone/>
              <a:defRPr/>
            </a:lvl4pPr>
            <a:lvl5pPr marL="1093902" indent="0">
              <a:buFontTx/>
              <a:buNone/>
              <a:defRPr/>
            </a:lvl5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1" name="Line">
            <a:extLst>
              <a:ext uri="{FF2B5EF4-FFF2-40B4-BE49-F238E27FC236}">
                <a16:creationId xmlns:a16="http://schemas.microsoft.com/office/drawing/2014/main" id="{82252181-981E-473F-AFE7-9D4E9F747F29}"/>
              </a:ext>
            </a:extLst>
          </p:cNvPr>
          <p:cNvSpPr/>
          <p:nvPr/>
        </p:nvSpPr>
        <p:spPr>
          <a:xfrm>
            <a:off x="315516" y="519579"/>
            <a:ext cx="11876485" cy="0"/>
          </a:xfrm>
          <a:prstGeom prst="line">
            <a:avLst/>
          </a:prstGeom>
          <a:ln w="12700">
            <a:solidFill>
              <a:srgbClr val="020203">
                <a:hueOff val="-14400000"/>
                <a:satOff val="-19999"/>
              </a:srgbClr>
            </a:solidFill>
            <a:miter lim="400000"/>
          </a:ln>
        </p:spPr>
        <p:txBody>
          <a:bodyPr lIns="0" tIns="0" rIns="0" bIns="0" anchor="ctr"/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9957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0542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043796"/>
            <a:ext cx="10972801" cy="5204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/>
              <a:t>Body copy Intel clear light 28 point</a:t>
            </a:r>
          </a:p>
          <a:p>
            <a:pPr lvl="1"/>
            <a:r>
              <a:rPr lang="en-US"/>
              <a:t>Sub Bullet one 24 point</a:t>
            </a:r>
          </a:p>
          <a:p>
            <a:pPr lvl="2"/>
            <a:r>
              <a:rPr lang="en-US"/>
              <a:t>Sub Bullet two 20 point</a:t>
            </a:r>
          </a:p>
          <a:p>
            <a:pPr lvl="3"/>
            <a:r>
              <a:rPr lang="en-US"/>
              <a:t>Sub Bullet three 18 point</a:t>
            </a:r>
          </a:p>
          <a:p>
            <a:pPr lvl="4"/>
            <a:r>
              <a:rPr lang="en-US"/>
              <a:t>Sub Bullet four 16 point</a:t>
            </a:r>
            <a:br>
              <a:rPr lang="en-US"/>
            </a:br>
            <a:endParaRPr lang="en-US"/>
          </a:p>
          <a:p>
            <a:pPr lvl="2"/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4" y="241693"/>
            <a:ext cx="10972801" cy="567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/>
              <a:t>40pt Intel Clear Light Text Goes Here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/>
        </p:nvSpPr>
        <p:spPr>
          <a:xfrm>
            <a:off x="5582878" y="6583362"/>
            <a:ext cx="1026243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900">
                <a:solidFill>
                  <a:schemeClr val="bg2"/>
                </a:solidFill>
                <a:latin typeface="IntelOne Display Regular" panose="020B0503020203020204" pitchFamily="34" charset="0"/>
              </a:rPr>
              <a:t>Intel Confidential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/>
        </p:nvSpPr>
        <p:spPr>
          <a:xfrm>
            <a:off x="483010" y="6562504"/>
            <a:ext cx="1066318" cy="216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900">
                <a:solidFill>
                  <a:schemeClr val="bg2"/>
                </a:solidFill>
                <a:latin typeface="IntelOne Display Regular" panose="020B0503020203020204" pitchFamily="34" charset="0"/>
              </a:rPr>
              <a:t>TD/ATTD/TPTD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/>
        </p:nvSpPr>
        <p:spPr>
          <a:xfrm>
            <a:off x="11908632" y="6579173"/>
            <a:ext cx="128240" cy="13849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9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IntelOne Display Regular" panose="020B0503020203020204" pitchFamily="34" charset="0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700" b="0" i="0" u="none" strike="noStrike" cap="none" spc="0" normalizeH="0" baseline="0" err="1">
              <a:ln>
                <a:noFill/>
              </a:ln>
              <a:solidFill>
                <a:schemeClr val="bg2"/>
              </a:solidFill>
              <a:effectLst/>
              <a:uFillTx/>
              <a:latin typeface="IntelOne Display Regular" panose="020B0503020203020204" pitchFamily="34" charset="0"/>
              <a:ea typeface="+mn-ea"/>
              <a:cs typeface="+mn-cs"/>
              <a:sym typeface="Helvetica Neue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5200AE-C154-42C8-958F-02E53A382490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858450" y="6495565"/>
            <a:ext cx="735875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46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  <p:sldLayoutId id="2147483929" r:id="rId12"/>
    <p:sldLayoutId id="2147483930" r:id="rId13"/>
    <p:sldLayoutId id="2147483931" r:id="rId14"/>
    <p:sldLayoutId id="2147483932" r:id="rId15"/>
    <p:sldLayoutId id="2147483933" r:id="rId16"/>
    <p:sldLayoutId id="2147483934" r:id="rId17"/>
    <p:sldLayoutId id="2147483935" r:id="rId18"/>
    <p:sldLayoutId id="2147483936" r:id="rId19"/>
    <p:sldLayoutId id="2147483937" r:id="rId20"/>
    <p:sldLayoutId id="2147483938" r:id="rId21"/>
    <p:sldLayoutId id="2147483939" r:id="rId22"/>
    <p:sldLayoutId id="2147483940" r:id="rId23"/>
    <p:sldLayoutId id="2147483941" r:id="rId24"/>
    <p:sldLayoutId id="2147483942" r:id="rId25"/>
    <p:sldLayoutId id="2147483943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One Display Light" panose="020B0403020203020204" pitchFamily="34" charset="0"/>
          <a:ea typeface="IntelOne Display Light" panose="020B0403020203020204" pitchFamily="34" charset="0"/>
          <a:cs typeface="IntelOne Display Light" panose="020B0403020203020204" pitchFamily="34" charset="0"/>
          <a:sym typeface="Helvetica"/>
        </a:defRPr>
      </a:lvl1pPr>
      <a:lvl2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One Display Light" panose="020B0403020203020204" pitchFamily="34" charset="0"/>
          <a:ea typeface="IntelOne Display Light" panose="020B0403020203020204" pitchFamily="34" charset="0"/>
          <a:cs typeface="IntelOne Display Light" panose="020B0403020203020204" pitchFamily="34" charset="0"/>
          <a:sym typeface="Helvetica"/>
        </a:defRPr>
      </a:lvl1pPr>
      <a:lvl2pPr marL="431800" marR="0" indent="-2032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One Display Light" panose="020B0403020203020204" pitchFamily="34" charset="0"/>
          <a:ea typeface="IntelOne Display Light" panose="020B0403020203020204" pitchFamily="34" charset="0"/>
          <a:cs typeface="IntelOne Display Light" panose="020B0403020203020204" pitchFamily="34" charset="0"/>
          <a:sym typeface="Helvetica"/>
        </a:defRPr>
      </a:lvl2pPr>
      <a:lvl3pPr marL="686594" marR="0" indent="-197644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One Display Light" panose="020B0403020203020204" pitchFamily="34" charset="0"/>
          <a:ea typeface="IntelOne Display Light" panose="020B0403020203020204" pitchFamily="34" charset="0"/>
          <a:cs typeface="IntelOne Display Light" panose="020B0403020203020204" pitchFamily="34" charset="0"/>
          <a:sym typeface="Helvetica"/>
        </a:defRPr>
      </a:lvl3pPr>
      <a:lvl4pPr marL="919957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One Display Light" panose="020B0403020203020204" pitchFamily="34" charset="0"/>
          <a:ea typeface="IntelOne Display Light" panose="020B0403020203020204" pitchFamily="34" charset="0"/>
          <a:cs typeface="IntelOne Display Light" panose="020B0403020203020204" pitchFamily="34" charset="0"/>
          <a:sym typeface="Helvetica"/>
        </a:defRPr>
      </a:lvl4pPr>
      <a:lvl5pPr marL="1148557" marR="0" indent="-228600" algn="l" defTabSz="609600" eaLnBrk="1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One Display Light" panose="020B0403020203020204" pitchFamily="34" charset="0"/>
          <a:ea typeface="IntelOne Display Light" panose="020B0403020203020204" pitchFamily="34" charset="0"/>
          <a:cs typeface="IntelOne Display Light" panose="020B0403020203020204" pitchFamily="34" charset="0"/>
          <a:sym typeface="Helvetica"/>
        </a:defRPr>
      </a:lvl5pPr>
      <a:lvl6pPr marL="0" marR="0" indent="5715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D1EBF-A1F2-7403-BA87-826ACF0D5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LNL-M Customer X-ray Inspection Process Questions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BE6BEF-6A31-9C73-19D8-E8DA0027767B}"/>
              </a:ext>
            </a:extLst>
          </p:cNvPr>
          <p:cNvGraphicFramePr>
            <a:graphicFrameLocks noGrp="1"/>
          </p:cNvGraphicFramePr>
          <p:nvPr>
            <p:ph sz="quarter" idx="28"/>
            <p:extLst>
              <p:ext uri="{D42A27DB-BD31-4B8C-83A1-F6EECF244321}">
                <p14:modId xmlns:p14="http://schemas.microsoft.com/office/powerpoint/2010/main" val="3492086489"/>
              </p:ext>
            </p:extLst>
          </p:nvPr>
        </p:nvGraphicFramePr>
        <p:xfrm>
          <a:off x="2209800" y="1056958"/>
          <a:ext cx="8336280" cy="2992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168">
                  <a:extLst>
                    <a:ext uri="{9D8B030D-6E8A-4147-A177-3AD203B41FA5}">
                      <a16:colId xmlns:a16="http://schemas.microsoft.com/office/drawing/2014/main" val="3468298076"/>
                    </a:ext>
                  </a:extLst>
                </a:gridCol>
                <a:gridCol w="822643">
                  <a:extLst>
                    <a:ext uri="{9D8B030D-6E8A-4147-A177-3AD203B41FA5}">
                      <a16:colId xmlns:a16="http://schemas.microsoft.com/office/drawing/2014/main" val="415420887"/>
                    </a:ext>
                  </a:extLst>
                </a:gridCol>
                <a:gridCol w="836930">
                  <a:extLst>
                    <a:ext uri="{9D8B030D-6E8A-4147-A177-3AD203B41FA5}">
                      <a16:colId xmlns:a16="http://schemas.microsoft.com/office/drawing/2014/main" val="1202162154"/>
                    </a:ext>
                  </a:extLst>
                </a:gridCol>
                <a:gridCol w="3159759">
                  <a:extLst>
                    <a:ext uri="{9D8B030D-6E8A-4147-A177-3AD203B41FA5}">
                      <a16:colId xmlns:a16="http://schemas.microsoft.com/office/drawing/2014/main" val="68364115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285555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latin typeface="IntelOne Display Regular" panose="020B0503020203020204" pitchFamily="34" charset="0"/>
                        </a:rPr>
                        <a:t>OEM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latin typeface="IntelOne Display Regular" panose="020B0503020203020204" pitchFamily="34" charset="0"/>
                        </a:rPr>
                        <a:t>ODM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latin typeface="IntelOne Display Regular" panose="020B0503020203020204" pitchFamily="34" charset="0"/>
                        </a:rP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IntelOne Display Regular" panose="020B0503020203020204" pitchFamily="34" charset="0"/>
                        </a:rPr>
                        <a:t>LNL-M PCBA X-ray Inspection Process Flow (till PRQ)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>
                          <a:latin typeface="IntelOne Display Regular" panose="020B0503020203020204" pitchFamily="34" charset="0"/>
                        </a:rPr>
                        <a:t>LNL-M PCBA X-ray Inspection Process Flow (Post PRQ)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320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IntelOne Display Regular" panose="020B0503020203020204" pitchFamily="34" charset="0"/>
                        </a:rPr>
                        <a:t>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IntelOne Display Regular" panose="020B0503020203020204" pitchFamily="34" charset="0"/>
                        </a:rPr>
                        <a:t>Compal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spc="0" baseline="0">
                          <a:solidFill>
                            <a:schemeClr val="dk1"/>
                          </a:solidFill>
                          <a:effectLst/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Tributo</a:t>
                      </a:r>
                      <a:endParaRPr lang="en-US" sz="140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100% x-ray to inspect SBB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- Sampling check every xxx boards/xx hours (depends on customer request)</a:t>
                      </a:r>
                    </a:p>
                    <a:p>
                      <a:pPr algn="l"/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- Failing board debug to confirm there is/is not CPU SJ failure</a:t>
                      </a:r>
                    </a:p>
                    <a:p>
                      <a:pPr algn="l"/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- SJ inspection after rework/replaced a BGA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61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IntelOne Display Regular" panose="020B0503020203020204" pitchFamily="34" charset="0"/>
                        </a:rPr>
                        <a:t>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IntelOne Display Regular" panose="020B0503020203020204" pitchFamily="34" charset="0"/>
                        </a:rPr>
                        <a:t>Quanta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IntelOne Display Regular" panose="020B0503020203020204" pitchFamily="34" charset="0"/>
                        </a:rPr>
                        <a:t>Regis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Same</a:t>
                      </a:r>
                    </a:p>
                    <a:p>
                      <a:pPr algn="l"/>
                      <a:endParaRPr lang="en-US" sz="14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8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IntelOne Display Regular" panose="020B0503020203020204" pitchFamily="34" charset="0"/>
                        </a:rPr>
                        <a:t>MSFT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latin typeface="IntelOne Display Regular" panose="020B0503020203020204" pitchFamily="34" charset="0"/>
                        </a:rPr>
                        <a:t>JDM1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US" sz="140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same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0286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240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7966F-DD45-B2AA-06DC-D3F26FBC9F7E}"/>
              </a:ext>
            </a:extLst>
          </p:cNvPr>
          <p:cNvSpPr txBox="1"/>
          <p:nvPr/>
        </p:nvSpPr>
        <p:spPr>
          <a:xfrm>
            <a:off x="506487" y="392511"/>
            <a:ext cx="11079480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X-ray machine make/model that will be used for LNL-M PCBA inspection?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endParaRPr lang="en-US" sz="1600" dirty="0">
              <a:solidFill>
                <a:schemeClr val="bg2"/>
              </a:solidFill>
              <a:latin typeface="IntelOne Display Regular" panose="020B0503020203020204" pitchFamily="34" charset="0"/>
            </a:endParaRPr>
          </a:p>
        </p:txBody>
      </p:sp>
      <p:graphicFrame>
        <p:nvGraphicFramePr>
          <p:cNvPr id="2" name="Table 9">
            <a:extLst>
              <a:ext uri="{FF2B5EF4-FFF2-40B4-BE49-F238E27FC236}">
                <a16:creationId xmlns:a16="http://schemas.microsoft.com/office/drawing/2014/main" id="{8AEA4DC4-0DBA-18EF-EB4E-85137AAC95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69716"/>
              </p:ext>
            </p:extLst>
          </p:nvPr>
        </p:nvGraphicFramePr>
        <p:xfrm>
          <a:off x="506487" y="1392555"/>
          <a:ext cx="10767190" cy="1950085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State Xray (Failure Analysis) Supplier Name, Model# and Year of Manufacture, used for Intel BGA?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Intel Clear Light" panose="020B0404020203020204" pitchFamily="34" charset="0"/>
                        </a:rPr>
                        <a:t>Compal KS (Dell)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Intel Clear Light" panose="020B0404020203020204" pitchFamily="34" charset="0"/>
                        </a:rPr>
                        <a:t>Inventec CQ (HP)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Nordson/Dage-XD7500VR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Dage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-XD7500/ Year 2007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NA (Customer didn’t answer, should be same with Compal CD –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Dage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XD7500VR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phoenix xlaminer MXCN000619-332618 March 2019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SEC X-eye SF160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2013/04/25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 (Lenovo)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SZ (JDM1/MSFT)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 (HP)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Wistron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Nordson/Dage-Quadra6-Year2018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Old machine, 15 years ago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Dage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7600NT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Nordson/Dage-Quadra7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Dage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 Light" panose="020B0404020203020204" pitchFamily="34" charset="0"/>
                        </a:rPr>
                        <a:t> &amp; TRI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C4518E3-54B3-FC71-CC10-31F2D0CF6BC0}"/>
              </a:ext>
            </a:extLst>
          </p:cNvPr>
          <p:cNvSpPr txBox="1"/>
          <p:nvPr/>
        </p:nvSpPr>
        <p:spPr>
          <a:xfrm flipH="1">
            <a:off x="3973765" y="3735421"/>
            <a:ext cx="3832633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IntelOne Display Regular" panose="020B0503020203020204" pitchFamily="34" charset="0"/>
                <a:ea typeface="+mn-ea"/>
                <a:cs typeface="+mn-cs"/>
                <a:sym typeface="Helvetica Neue"/>
              </a:rPr>
              <a:t>Data source: 2021 MTL CRD</a:t>
            </a:r>
          </a:p>
        </p:txBody>
      </p:sp>
    </p:spTree>
    <p:extLst>
      <p:ext uri="{BB962C8B-B14F-4D97-AF65-F5344CB8AC3E}">
        <p14:creationId xmlns:p14="http://schemas.microsoft.com/office/powerpoint/2010/main" val="226800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7966F-DD45-B2AA-06DC-D3F26FBC9F7E}"/>
              </a:ext>
            </a:extLst>
          </p:cNvPr>
          <p:cNvSpPr txBox="1"/>
          <p:nvPr/>
        </p:nvSpPr>
        <p:spPr>
          <a:xfrm>
            <a:off x="556260" y="690826"/>
            <a:ext cx="11079480" cy="24622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IntelOne Display Regular" panose="020B0503020203020204" pitchFamily="34" charset="0"/>
                <a:ea typeface="+mn-ea"/>
                <a:cs typeface="+mn-cs"/>
                <a:sym typeface="Helvetica Neue"/>
              </a:rPr>
              <a:t>Tube Voltage and Power of the X-ray machine (Max and Normal usage value for LNL-M)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84ABAC-B102-5596-4FC6-61557D83FE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312522"/>
              </p:ext>
            </p:extLst>
          </p:nvPr>
        </p:nvGraphicFramePr>
        <p:xfrm>
          <a:off x="1714563" y="1757739"/>
          <a:ext cx="8033840" cy="2520910"/>
        </p:xfrm>
        <a:graphic>
          <a:graphicData uri="http://schemas.openxmlformats.org/drawingml/2006/table">
            <a:tbl>
              <a:tblPr/>
              <a:tblGrid>
                <a:gridCol w="631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24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26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833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510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Customer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Segment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X-Ray Machine Brand and Model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Tube voltage Typical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Tube power Typical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Typical scan time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Working distance (typical)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007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Compal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Client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Dage XD6500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MAX:160kv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Normal: 100KV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Max:3w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35s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Not able to provide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0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Inventec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Client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SEC and X-eye SF160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160kVP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32W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1.5min/pcs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0.3m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007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Pegatron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Client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Brand：YXLON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Model:Cougar SMT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100KV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10ua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Not able to define(depends on X-Ray locations and qty).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Not able to define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08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ODM4 (Pegatron)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Client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PHOENIX; model: ANALYSER 160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160kv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20w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 standard inspection time, depends on on FA purpose or FAI validation.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310mm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10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Quanta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Client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Dage XD7600NT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90KV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1.2W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/(per sample size)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90mm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007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Wistron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Client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Brand: Dage</a:t>
                      </a:r>
                      <a:b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</a:b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Model: XD7500NT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a-DK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Max voltage: 160KV</a:t>
                      </a:r>
                      <a:br>
                        <a:rPr lang="da-DK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</a:br>
                      <a:r>
                        <a:rPr lang="da-DK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Normal usage: 80kv~110kv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Max power: 3w</a:t>
                      </a:r>
                      <a:b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</a:br>
                      <a:r>
                        <a:rPr lang="pl-PL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Normal usage: 1.0~1.5W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&lt;1min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Not allow anybody within 1m range except X-Ray machine operator.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510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Inventec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Server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Vitrox V810xxl S2i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130 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30mA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8inch²/s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2.5cm for the above and  8 cm for below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510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Quanta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Server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Agilent 5DX 5000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160KV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16W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120S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30cm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5105"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Quanta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Server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ViTrox V810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130KV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26W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100S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Intel Clear" panose="020B0604020203020204" pitchFamily="34" charset="0"/>
                          <a:cs typeface="Intel Clear" panose="020B0604020203020204" pitchFamily="34" charset="0"/>
                        </a:rPr>
                        <a:t>30cm</a:t>
                      </a:r>
                    </a:p>
                  </a:txBody>
                  <a:tcPr marL="5203" marR="5203" marT="5203" marB="0">
                    <a:lnL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4E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F7666A5-AF33-F03A-9ACB-F9C4CC26117E}"/>
              </a:ext>
            </a:extLst>
          </p:cNvPr>
          <p:cNvSpPr txBox="1"/>
          <p:nvPr/>
        </p:nvSpPr>
        <p:spPr>
          <a:xfrm flipH="1">
            <a:off x="3863518" y="4617396"/>
            <a:ext cx="3832633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IntelOne Display Regular" panose="020B0503020203020204" pitchFamily="34" charset="0"/>
                <a:ea typeface="+mn-ea"/>
                <a:cs typeface="+mn-cs"/>
                <a:sym typeface="Helvetica Neue"/>
              </a:rPr>
              <a:t>Data source: 2019 KBL G X-ray Exposure Survey</a:t>
            </a:r>
          </a:p>
        </p:txBody>
      </p:sp>
    </p:spTree>
    <p:extLst>
      <p:ext uri="{BB962C8B-B14F-4D97-AF65-F5344CB8AC3E}">
        <p14:creationId xmlns:p14="http://schemas.microsoft.com/office/powerpoint/2010/main" val="2944338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7966F-DD45-B2AA-06DC-D3F26FBC9F7E}"/>
              </a:ext>
            </a:extLst>
          </p:cNvPr>
          <p:cNvSpPr txBox="1"/>
          <p:nvPr/>
        </p:nvSpPr>
        <p:spPr>
          <a:xfrm>
            <a:off x="556260" y="690826"/>
            <a:ext cx="1107948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LNL-M PCBA inspection time (Total inspection time of LNL-M BGA including AXI and MXI)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endParaRPr lang="en-US" sz="1600" dirty="0">
              <a:solidFill>
                <a:schemeClr val="bg2"/>
              </a:solidFill>
              <a:latin typeface="IntelOne Display Regular"/>
            </a:endParaRP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So far, I don’t see client ODM use AXI, all of them use offline MXI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Total inspection time varies, typical normal operation (quick scan of SBB issue) 0.5~2min. Can up to 5~10min when engineering judgement is need to inspect suspect SJO issue 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endParaRPr lang="en-US" sz="1600" dirty="0">
              <a:solidFill>
                <a:schemeClr val="bg2"/>
              </a:solidFill>
              <a:latin typeface="IntelOne Display Regular" panose="020B0503020203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5F1827-939B-9F46-3A8F-815D710512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923019"/>
              </p:ext>
            </p:extLst>
          </p:nvPr>
        </p:nvGraphicFramePr>
        <p:xfrm>
          <a:off x="933450" y="2721531"/>
          <a:ext cx="9820275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475">
                  <a:extLst>
                    <a:ext uri="{9D8B030D-6E8A-4147-A177-3AD203B41FA5}">
                      <a16:colId xmlns:a16="http://schemas.microsoft.com/office/drawing/2014/main" val="2784231639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147857710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435035444"/>
                    </a:ext>
                  </a:extLst>
                </a:gridCol>
                <a:gridCol w="1724025">
                  <a:extLst>
                    <a:ext uri="{9D8B030D-6E8A-4147-A177-3AD203B41FA5}">
                      <a16:colId xmlns:a16="http://schemas.microsoft.com/office/drawing/2014/main" val="1152020242"/>
                    </a:ext>
                  </a:extLst>
                </a:gridCol>
                <a:gridCol w="1800225">
                  <a:extLst>
                    <a:ext uri="{9D8B030D-6E8A-4147-A177-3AD203B41FA5}">
                      <a16:colId xmlns:a16="http://schemas.microsoft.com/office/drawing/2014/main" val="1419173285"/>
                    </a:ext>
                  </a:extLst>
                </a:gridCol>
              </a:tblGrid>
              <a:tr h="210516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IntelOne Display Regular" panose="020B0503020203020204" pitchFamily="34" charset="0"/>
                        </a:rPr>
                        <a:t>JDM1 (MSFT)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IntelOne Display Regular" panose="020B0503020203020204" pitchFamily="34" charset="0"/>
                        </a:rPr>
                        <a:t>Compal (Dell)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IntelOne Display Regular" panose="020B0503020203020204" pitchFamily="34" charset="0"/>
                        </a:rPr>
                        <a:t>Inventec (HP)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IntelOne Display Regular" panose="020B0503020203020204" pitchFamily="34" charset="0"/>
                        </a:rPr>
                        <a:t>LCFC (Lenovo)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latin typeface="IntelOne Display Regular" panose="020B0503020203020204" pitchFamily="34" charset="0"/>
                        </a:rPr>
                        <a:t>Quanta (HP)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810499"/>
                  </a:ext>
                </a:extLst>
              </a:tr>
              <a:tr h="150664">
                <a:tc gridSpan="5"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IntelOne Display Regular" panose="020B0503020203020204" pitchFamily="34" charset="0"/>
                        </a:rPr>
                        <a:t>Q1: What is your HVM x-ray inspection sampling rate?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b="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b="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b="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b="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789470"/>
                  </a:ext>
                </a:extLst>
              </a:tr>
              <a:tr h="150664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1 panel per 2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2 panels per 4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1 panel per 2 hours per SMT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2 panels per work order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3858185"/>
                  </a:ext>
                </a:extLst>
              </a:tr>
              <a:tr h="150664">
                <a:tc gridSpan="5"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IntelOne Display Regular" panose="020B0503020203020204" pitchFamily="34" charset="0"/>
                        </a:rPr>
                        <a:t>Q2: Do you inspect only 1 board a time or inspect multiple boards at same time?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4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8932058"/>
                  </a:ext>
                </a:extLst>
              </a:tr>
              <a:tr h="150664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For inspect efficiency, depends on board size, we put 2~4 panels (4~8 boards) into x-ray machine to inspect at the same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For inspect efficiency, depends on board size, we will put multiple panels into x-ray machine to inspect at the same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We</a:t>
                      </a:r>
                      <a:r>
                        <a:rPr lang="zh-CN" altLang="en-US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 </a:t>
                      </a:r>
                      <a:r>
                        <a:rPr lang="en-US" altLang="zh-CN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can</a:t>
                      </a:r>
                      <a:r>
                        <a:rPr lang="zh-CN" altLang="en-US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 </a:t>
                      </a:r>
                      <a:r>
                        <a:rPr lang="en-US" altLang="zh-CN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do</a:t>
                      </a:r>
                      <a:r>
                        <a:rPr lang="zh-CN" altLang="en-US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 </a:t>
                      </a:r>
                      <a:r>
                        <a:rPr lang="en-US" altLang="zh-CN" sz="12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both</a:t>
                      </a:r>
                      <a:endParaRPr lang="en-US" sz="1200" b="0" i="0" u="none" strike="noStrike" cap="none" spc="0" baseline="0" dirty="0">
                        <a:solidFill>
                          <a:schemeClr val="dk1"/>
                        </a:solidFill>
                        <a:uFillTx/>
                        <a:latin typeface="IntelOne Display Regular" panose="020B0503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We put only 1 panel to inspect at a time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Yes we inspect multiple panels to improve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062439"/>
                  </a:ext>
                </a:extLst>
              </a:tr>
              <a:tr h="150664">
                <a:tc gridSpan="5">
                  <a:txBody>
                    <a:bodyPr/>
                    <a:lstStyle/>
                    <a:p>
                      <a:pPr algn="l"/>
                      <a:r>
                        <a:rPr lang="en-US" sz="1400" b="0" i="0" u="none" strike="noStrike" cap="none" spc="0" baseline="0" dirty="0">
                          <a:solidFill>
                            <a:schemeClr val="dk1"/>
                          </a:solidFill>
                          <a:uFillTx/>
                          <a:latin typeface="IntelOne Display Regular" panose="020B0503020203020204" pitchFamily="34" charset="0"/>
                          <a:ea typeface="+mn-ea"/>
                          <a:cs typeface="+mn-cs"/>
                          <a:sym typeface="Intel Clear"/>
                        </a:rPr>
                        <a:t>Q3: What is your normal inspection time for x-ray sampling?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dirty="0">
                        <a:latin typeface="IntelOne Display Regular" panose="020B0503020203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171126"/>
                  </a:ext>
                </a:extLst>
              </a:tr>
              <a:tr h="150664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X-ray warm up 30s, each board inspect time 30s, total 150~350s (2~4 panels/4~8 boards)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60s/</a:t>
                      </a:r>
                      <a:r>
                        <a:rPr lang="en-US" sz="1200" dirty="0" err="1">
                          <a:latin typeface="IntelOne Display Regular" panose="020B0503020203020204" pitchFamily="34" charset="0"/>
                        </a:rPr>
                        <a:t>brd</a:t>
                      </a:r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, 120s/panel (normally 2brd/panel) , time will be longer if put multiple panels to inspect together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096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60s/</a:t>
                      </a:r>
                      <a:r>
                        <a:rPr lang="en-US" sz="1200" dirty="0" err="1">
                          <a:latin typeface="IntelOne Display Regular" panose="020B0503020203020204" pitchFamily="34" charset="0"/>
                        </a:rPr>
                        <a:t>brd</a:t>
                      </a:r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, 120s/panel (normally 2brd/panel)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X-ray warm up 30s, Inspect CPU 60s, rest of board 60s. </a:t>
                      </a:r>
                      <a:r>
                        <a:rPr lang="en-US" sz="1200">
                          <a:latin typeface="IntelOne Display Regular" panose="020B0503020203020204" pitchFamily="34" charset="0"/>
                        </a:rPr>
                        <a:t>Total 120s </a:t>
                      </a:r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per board (240s per panel)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300s (5min) to take photos for a CPU (</a:t>
                      </a:r>
                      <a:r>
                        <a:rPr lang="en-US" sz="1200" dirty="0">
                          <a:solidFill>
                            <a:srgbClr val="00B050"/>
                          </a:solidFill>
                          <a:latin typeface="IntelOne Display Regular" panose="020B0503020203020204" pitchFamily="34" charset="0"/>
                        </a:rPr>
                        <a:t>believe they are talking about SJ void inspection</a:t>
                      </a:r>
                      <a:r>
                        <a:rPr lang="en-US" sz="1200" dirty="0">
                          <a:latin typeface="IntelOne Display Regular" panose="020B0503020203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3413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2C26199-1F60-24E6-F3A8-B438792DE409}"/>
              </a:ext>
            </a:extLst>
          </p:cNvPr>
          <p:cNvSpPr txBox="1"/>
          <p:nvPr/>
        </p:nvSpPr>
        <p:spPr>
          <a:xfrm>
            <a:off x="933450" y="2168154"/>
            <a:ext cx="9820275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1600" b="1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Instant survey at 2/29/2024. The reply reflects ODM x-ray inspection practice for normal PCBs, doesn’t consider the requirement of SJ void inspection which is special for RH process </a:t>
            </a:r>
          </a:p>
        </p:txBody>
      </p:sp>
    </p:spTree>
    <p:extLst>
      <p:ext uri="{BB962C8B-B14F-4D97-AF65-F5344CB8AC3E}">
        <p14:creationId xmlns:p14="http://schemas.microsoft.com/office/powerpoint/2010/main" val="15263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7966F-DD45-B2AA-06DC-D3F26FBC9F7E}"/>
              </a:ext>
            </a:extLst>
          </p:cNvPr>
          <p:cNvSpPr txBox="1"/>
          <p:nvPr/>
        </p:nvSpPr>
        <p:spPr>
          <a:xfrm>
            <a:off x="556260" y="690826"/>
            <a:ext cx="11079480" cy="98488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LNL-M PCBA inspection rate (100% or sampling). If yes for sampling, please share the sampling rate frequency</a:t>
            </a:r>
          </a:p>
          <a:p>
            <a:pPr marL="342900" marR="0" indent="-342900" algn="l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lang="en-US" sz="1600" dirty="0">
              <a:solidFill>
                <a:schemeClr val="bg2"/>
              </a:solidFill>
              <a:latin typeface="IntelOne Display Regular" panose="020B0503020203020204" pitchFamily="34" charset="0"/>
            </a:endParaRP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In NPI build, 100% scan for SBB issue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During HVM, only sampling check. Sampling rate depends on customer request. Typical operation is 1~2 Pcs per hour</a:t>
            </a:r>
          </a:p>
        </p:txBody>
      </p:sp>
    </p:spTree>
    <p:extLst>
      <p:ext uri="{BB962C8B-B14F-4D97-AF65-F5344CB8AC3E}">
        <p14:creationId xmlns:p14="http://schemas.microsoft.com/office/powerpoint/2010/main" val="1672726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7966F-DD45-B2AA-06DC-D3F26FBC9F7E}"/>
              </a:ext>
            </a:extLst>
          </p:cNvPr>
          <p:cNvSpPr txBox="1"/>
          <p:nvPr/>
        </p:nvSpPr>
        <p:spPr>
          <a:xfrm>
            <a:off x="556260" y="690826"/>
            <a:ext cx="11079480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Do you use any filters in the X-ray inspection (AXI and MXI) process to mitigate the Memory X-ray exposure risk? If yes, please share the filter thickness and material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endParaRPr lang="en-US" sz="1600" dirty="0">
              <a:solidFill>
                <a:schemeClr val="bg2"/>
              </a:solidFill>
              <a:latin typeface="IntelOne Display Regular"/>
            </a:endParaRP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No ODM use filters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Wistron said they can meet 3~12 RAD (30~120 </a:t>
            </a:r>
            <a:r>
              <a:rPr lang="en-US" sz="1600" dirty="0" err="1">
                <a:solidFill>
                  <a:schemeClr val="bg2"/>
                </a:solidFill>
                <a:latin typeface="IntelOne Display Regular"/>
              </a:rPr>
              <a:t>mGy</a:t>
            </a: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) with their latest machine (measured by dosimeter)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E54BE8-4B73-3164-93CC-95DCE65E9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461" y="1908012"/>
            <a:ext cx="7923356" cy="44769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4BA574-9A83-BA7D-8759-251927A61B2A}"/>
              </a:ext>
            </a:extLst>
          </p:cNvPr>
          <p:cNvSpPr txBox="1"/>
          <p:nvPr/>
        </p:nvSpPr>
        <p:spPr>
          <a:xfrm flipH="1">
            <a:off x="9959518" y="5687439"/>
            <a:ext cx="1603427" cy="492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IntelOne Display Regular" panose="020B0503020203020204" pitchFamily="34" charset="0"/>
                <a:ea typeface="+mn-ea"/>
                <a:cs typeface="+mn-cs"/>
                <a:sym typeface="Helvetica Neue"/>
              </a:rPr>
              <a:t>Data source: 2020 ADL CRD</a:t>
            </a:r>
          </a:p>
        </p:txBody>
      </p:sp>
    </p:spTree>
    <p:extLst>
      <p:ext uri="{BB962C8B-B14F-4D97-AF65-F5344CB8AC3E}">
        <p14:creationId xmlns:p14="http://schemas.microsoft.com/office/powerpoint/2010/main" val="263300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7966F-DD45-B2AA-06DC-D3F26FBC9F7E}"/>
              </a:ext>
            </a:extLst>
          </p:cNvPr>
          <p:cNvSpPr txBox="1"/>
          <p:nvPr/>
        </p:nvSpPr>
        <p:spPr>
          <a:xfrm>
            <a:off x="556260" y="690826"/>
            <a:ext cx="11079480" cy="12311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Do you have access to a dosimeter for X-ray exposure measurements? If yes, please mention the supplier and accuracy of the dosimeter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endParaRPr lang="en-US" sz="1600" dirty="0">
              <a:solidFill>
                <a:schemeClr val="bg2"/>
              </a:solidFill>
              <a:latin typeface="IntelOne Display Regular"/>
            </a:endParaRP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No ODM ever have experience of using dosimeter, except Wistron</a:t>
            </a: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X-ray machine vendor normally have connection with </a:t>
            </a:r>
            <a:r>
              <a:rPr lang="en-US" sz="1600">
                <a:solidFill>
                  <a:schemeClr val="bg2"/>
                </a:solidFill>
                <a:latin typeface="IntelOne Display Regular" panose="020B0503020203020204" pitchFamily="34" charset="0"/>
              </a:rPr>
              <a:t>dosimeter suppliers</a:t>
            </a:r>
            <a:endParaRPr lang="en-US" sz="1600" dirty="0">
              <a:solidFill>
                <a:schemeClr val="bg2"/>
              </a:solidFill>
              <a:latin typeface="IntelOne Display Regular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61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47966F-DD45-B2AA-06DC-D3F26FBC9F7E}"/>
              </a:ext>
            </a:extLst>
          </p:cNvPr>
          <p:cNvSpPr txBox="1"/>
          <p:nvPr/>
        </p:nvSpPr>
        <p:spPr>
          <a:xfrm>
            <a:off x="556260" y="690826"/>
            <a:ext cx="11079480" cy="1477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r>
              <a:rPr lang="en-US" sz="1600" dirty="0">
                <a:solidFill>
                  <a:schemeClr val="bg2"/>
                </a:solidFill>
                <a:latin typeface="IntelOne Display Regular"/>
              </a:rPr>
              <a:t>Do you have issues with inspecting the LNL-M package with the package facing away from the X-ray source (AXI and MXI)?</a:t>
            </a:r>
            <a:endParaRPr lang="en-US" sz="1600" b="0" i="0" u="none" strike="noStrike" cap="none" spc="0" normalizeH="0" baseline="0" dirty="0">
              <a:ln>
                <a:noFill/>
              </a:ln>
              <a:solidFill>
                <a:schemeClr val="bg2"/>
              </a:solidFill>
              <a:effectLst/>
              <a:uFillTx/>
              <a:latin typeface="IntelOne Display Regular" panose="020B0503020203020204" pitchFamily="34" charset="0"/>
              <a:ea typeface="+mn-ea"/>
              <a:cs typeface="+mn-cs"/>
            </a:endParaRP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Tx/>
              <a:buAutoNum type="arabicPeriod"/>
            </a:pPr>
            <a:endParaRPr lang="en-US" sz="1600" dirty="0">
              <a:solidFill>
                <a:schemeClr val="bg2"/>
              </a:solidFill>
              <a:latin typeface="IntelOne Display Regular" panose="020B0503020203020204" pitchFamily="34" charset="0"/>
            </a:endParaRPr>
          </a:p>
          <a:p>
            <a:pPr marL="342900" indent="-342900" defTabSz="2438338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2"/>
                </a:solidFill>
                <a:latin typeface="IntelOne Display Regular" panose="020B0503020203020204" pitchFamily="34" charset="0"/>
              </a:rPr>
              <a:t>Dage</a:t>
            </a: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 machine have the largest market share among ODMs, per my understanding, </a:t>
            </a:r>
            <a:r>
              <a:rPr lang="en-US" sz="1600" dirty="0" err="1">
                <a:solidFill>
                  <a:schemeClr val="bg2"/>
                </a:solidFill>
                <a:latin typeface="IntelOne Display Regular" panose="020B0503020203020204" pitchFamily="34" charset="0"/>
              </a:rPr>
              <a:t>Dage</a:t>
            </a:r>
            <a:r>
              <a:rPr lang="en-US" sz="1600" dirty="0">
                <a:solidFill>
                  <a:schemeClr val="bg2"/>
                </a:solidFill>
                <a:latin typeface="IntelOne Display Regular" panose="020B0503020203020204" pitchFamily="34" charset="0"/>
              </a:rPr>
              <a:t> machine have x-ray tube at bottom side, and all customers inspect PCBA with BGA facing up (BGA facing way from x-ray source). So it should not be a big issue</a:t>
            </a:r>
          </a:p>
        </p:txBody>
      </p:sp>
    </p:spTree>
    <p:extLst>
      <p:ext uri="{BB962C8B-B14F-4D97-AF65-F5344CB8AC3E}">
        <p14:creationId xmlns:p14="http://schemas.microsoft.com/office/powerpoint/2010/main" val="36409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 dirty="0">
            <a:ln>
              <a:noFill/>
            </a:ln>
            <a:solidFill>
              <a:srgbClr val="FFFFFF"/>
            </a:solidFill>
            <a:effectLst/>
            <a:uFillTx/>
            <a:latin typeface="IntelOne Display Regular" panose="020B0503020203020204" pitchFamily="34" charset="0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 dirty="0" err="1" smtClean="0">
            <a:ln>
              <a:noFill/>
            </a:ln>
            <a:solidFill>
              <a:schemeClr val="bg2"/>
            </a:solidFill>
            <a:effectLst/>
            <a:uFillTx/>
            <a:latin typeface="IntelOne Display Regular" panose="020B0503020203020204" pitchFamily="34" charset="0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Default Theme" id="{C6E2F7CF-4396-4A07-A8B9-421203FA381E}" vid="{03C0A9EF-A887-4700-82A6-977D3B82EC7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FF4FBCAE-0398-4267-A266-E6A3F31391A4}"/>
</file>

<file path=customXml/itemProps2.xml><?xml version="1.0" encoding="utf-8"?>
<ds:datastoreItem xmlns:ds="http://schemas.openxmlformats.org/officeDocument/2006/customXml" ds:itemID="{9F2951C0-BE8A-4BAF-9585-B313EF9CE77B}"/>
</file>

<file path=customXml/itemProps3.xml><?xml version="1.0" encoding="utf-8"?>
<ds:datastoreItem xmlns:ds="http://schemas.openxmlformats.org/officeDocument/2006/customXml" ds:itemID="{951EE7FF-6CBB-4887-89B5-484825F87215}"/>
</file>

<file path=docMetadata/LabelInfo.xml><?xml version="1.0" encoding="utf-8"?>
<clbl:labelList xmlns:clbl="http://schemas.microsoft.com/office/2020/mipLabelMetadata">
  <clbl:label id="{f9410587-2dbf-4cbf-9a99-5d54386da03f}" enabled="1" method="Privileged" siteId="{46c98d88-e344-4ed4-8496-4ed7712e255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186</TotalTime>
  <Words>1018</Words>
  <Application>Microsoft Office PowerPoint</Application>
  <PresentationFormat>Widescreen</PresentationFormat>
  <Paragraphs>161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Helvetica Neue Medium</vt:lpstr>
      <vt:lpstr>Arial</vt:lpstr>
      <vt:lpstr>Helvetica</vt:lpstr>
      <vt:lpstr>Intel Clear</vt:lpstr>
      <vt:lpstr>Intel Clear Light</vt:lpstr>
      <vt:lpstr>IntelOne Display Light</vt:lpstr>
      <vt:lpstr>IntelOne Display Regular</vt:lpstr>
      <vt:lpstr>Wingdings</vt:lpstr>
      <vt:lpstr>Default Theme</vt:lpstr>
      <vt:lpstr>LNL-M Customer X-ray Inspection Process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Aravamudhan, Srinivasa R</dc:creator>
  <cp:lastModifiedBy>Yu, Harry</cp:lastModifiedBy>
  <cp:revision>1</cp:revision>
  <dcterms:created xsi:type="dcterms:W3CDTF">2024-02-21T23:53:29Z</dcterms:created>
  <dcterms:modified xsi:type="dcterms:W3CDTF">2024-03-01T04:16:13Z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</Properties>
</file>