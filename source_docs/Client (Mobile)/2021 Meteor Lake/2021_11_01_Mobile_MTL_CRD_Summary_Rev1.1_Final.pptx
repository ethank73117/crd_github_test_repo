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3"/>
  </p:notesMasterIdLst>
  <p:handoutMasterIdLst>
    <p:handoutMasterId r:id="rId54"/>
  </p:handoutMasterIdLst>
  <p:sldIdLst>
    <p:sldId id="256" r:id="rId5"/>
    <p:sldId id="345" r:id="rId6"/>
    <p:sldId id="346" r:id="rId7"/>
    <p:sldId id="402" r:id="rId8"/>
    <p:sldId id="272" r:id="rId9"/>
    <p:sldId id="404" r:id="rId10"/>
    <p:sldId id="405" r:id="rId11"/>
    <p:sldId id="406" r:id="rId12"/>
    <p:sldId id="387" r:id="rId13"/>
    <p:sldId id="407" r:id="rId14"/>
    <p:sldId id="408" r:id="rId15"/>
    <p:sldId id="353" r:id="rId16"/>
    <p:sldId id="354" r:id="rId17"/>
    <p:sldId id="409" r:id="rId18"/>
    <p:sldId id="355" r:id="rId19"/>
    <p:sldId id="410" r:id="rId20"/>
    <p:sldId id="363" r:id="rId21"/>
    <p:sldId id="411" r:id="rId22"/>
    <p:sldId id="412" r:id="rId23"/>
    <p:sldId id="413" r:id="rId24"/>
    <p:sldId id="367" r:id="rId25"/>
    <p:sldId id="416" r:id="rId26"/>
    <p:sldId id="415" r:id="rId27"/>
    <p:sldId id="417" r:id="rId28"/>
    <p:sldId id="418" r:id="rId29"/>
    <p:sldId id="419" r:id="rId30"/>
    <p:sldId id="392" r:id="rId31"/>
    <p:sldId id="420" r:id="rId32"/>
    <p:sldId id="381" r:id="rId33"/>
    <p:sldId id="421" r:id="rId34"/>
    <p:sldId id="422" r:id="rId35"/>
    <p:sldId id="423" r:id="rId36"/>
    <p:sldId id="424" r:id="rId37"/>
    <p:sldId id="425" r:id="rId38"/>
    <p:sldId id="358" r:id="rId39"/>
    <p:sldId id="368" r:id="rId40"/>
    <p:sldId id="384" r:id="rId41"/>
    <p:sldId id="426" r:id="rId42"/>
    <p:sldId id="388" r:id="rId43"/>
    <p:sldId id="428" r:id="rId44"/>
    <p:sldId id="429" r:id="rId45"/>
    <p:sldId id="427" r:id="rId46"/>
    <p:sldId id="397" r:id="rId47"/>
    <p:sldId id="430" r:id="rId48"/>
    <p:sldId id="431" r:id="rId49"/>
    <p:sldId id="432" r:id="rId50"/>
    <p:sldId id="433" r:id="rId51"/>
    <p:sldId id="292" r:id="rId52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5"/>
    <a:srgbClr val="E7EBF3"/>
    <a:srgbClr val="2872C5"/>
    <a:srgbClr val="525252"/>
    <a:srgbClr val="FFFFFF"/>
    <a:srgbClr val="00C7FD"/>
    <a:srgbClr val="004A86"/>
    <a:srgbClr val="FC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1336" autoAdjust="0"/>
  </p:normalViewPr>
  <p:slideViewPr>
    <p:cSldViewPr snapToGrid="0" snapToObjects="1">
      <p:cViewPr>
        <p:scale>
          <a:sx n="110" d="100"/>
          <a:sy n="110" d="100"/>
        </p:scale>
        <p:origin x="726" y="-312"/>
      </p:cViewPr>
      <p:guideLst>
        <p:guide orient="horz" pos="4032"/>
        <p:guide pos="7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45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, Harry" userId="d07dd713-323b-41c6-b24d-c18be50fb4fc" providerId="ADAL" clId="{196D0870-A10A-40F5-A791-3C67912576F2}"/>
    <pc:docChg chg="undo redo custSel addSld delSld modSld sldOrd modMainMaster">
      <pc:chgData name="Yu, Harry" userId="d07dd713-323b-41c6-b24d-c18be50fb4fc" providerId="ADAL" clId="{196D0870-A10A-40F5-A791-3C67912576F2}" dt="2020-11-11T23:43:08.108" v="12880" actId="165"/>
      <pc:docMkLst>
        <pc:docMk/>
      </pc:docMkLst>
      <pc:sldChg chg="addSp delSp modSp">
        <pc:chgData name="Yu, Harry" userId="d07dd713-323b-41c6-b24d-c18be50fb4fc" providerId="ADAL" clId="{196D0870-A10A-40F5-A791-3C67912576F2}" dt="2020-11-11T09:44:51.761" v="12878" actId="20577"/>
        <pc:sldMkLst>
          <pc:docMk/>
          <pc:sldMk cId="2086400740" sldId="256"/>
        </pc:sldMkLst>
        <pc:spChg chg="add del mod">
          <ac:chgData name="Yu, Harry" userId="d07dd713-323b-41c6-b24d-c18be50fb4fc" providerId="ADAL" clId="{196D0870-A10A-40F5-A791-3C67912576F2}" dt="2020-09-24T04:40:39.782" v="77" actId="478"/>
          <ac:spMkLst>
            <pc:docMk/>
            <pc:sldMk cId="2086400740" sldId="256"/>
            <ac:spMk id="3" creationId="{44022660-942C-4D19-BBDF-9AB35BDDDBE6}"/>
          </ac:spMkLst>
        </pc:spChg>
        <pc:spChg chg="del">
          <ac:chgData name="Yu, Harry" userId="d07dd713-323b-41c6-b24d-c18be50fb4fc" providerId="ADAL" clId="{196D0870-A10A-40F5-A791-3C67912576F2}" dt="2020-09-24T04:40:37.110" v="76" actId="478"/>
          <ac:spMkLst>
            <pc:docMk/>
            <pc:sldMk cId="2086400740" sldId="256"/>
            <ac:spMk id="4" creationId="{C5139A39-08BC-4F2F-94A3-F43AAEEFAEB4}"/>
          </ac:spMkLst>
        </pc:spChg>
        <pc:spChg chg="mod">
          <ac:chgData name="Yu, Harry" userId="d07dd713-323b-41c6-b24d-c18be50fb4fc" providerId="ADAL" clId="{196D0870-A10A-40F5-A791-3C67912576F2}" dt="2020-10-12T06:36:43.140" v="8803" actId="20577"/>
          <ac:spMkLst>
            <pc:docMk/>
            <pc:sldMk cId="2086400740" sldId="256"/>
            <ac:spMk id="5" creationId="{679F4BE2-8E4A-4003-B816-9E34781F7E88}"/>
          </ac:spMkLst>
        </pc:spChg>
        <pc:spChg chg="add del mod">
          <ac:chgData name="Yu, Harry" userId="d07dd713-323b-41c6-b24d-c18be50fb4fc" providerId="ADAL" clId="{196D0870-A10A-40F5-A791-3C67912576F2}" dt="2020-09-24T06:38:09.454" v="128" actId="478"/>
          <ac:spMkLst>
            <pc:docMk/>
            <pc:sldMk cId="2086400740" sldId="256"/>
            <ac:spMk id="6" creationId="{B3CBD8B5-2379-41F2-9E22-E2C808622D58}"/>
          </ac:spMkLst>
        </pc:spChg>
        <pc:spChg chg="add del mod">
          <ac:chgData name="Yu, Harry" userId="d07dd713-323b-41c6-b24d-c18be50fb4fc" providerId="ADAL" clId="{196D0870-A10A-40F5-A791-3C67912576F2}" dt="2020-09-24T06:37:58.072" v="117" actId="478"/>
          <ac:spMkLst>
            <pc:docMk/>
            <pc:sldMk cId="2086400740" sldId="256"/>
            <ac:spMk id="7" creationId="{0CD554E0-37CD-4393-8562-2A640063E19C}"/>
          </ac:spMkLst>
        </pc:spChg>
        <pc:spChg chg="add mod">
          <ac:chgData name="Yu, Harry" userId="d07dd713-323b-41c6-b24d-c18be50fb4fc" providerId="ADAL" clId="{196D0870-A10A-40F5-A791-3C67912576F2}" dt="2020-09-29T08:08:42.945" v="4443" actId="115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Yu, Harry" userId="d07dd713-323b-41c6-b24d-c18be50fb4fc" providerId="ADAL" clId="{196D0870-A10A-40F5-A791-3C67912576F2}" dt="2020-11-11T09:44:51.761" v="12878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del">
        <pc:chgData name="Yu, Harry" userId="d07dd713-323b-41c6-b24d-c18be50fb4fc" providerId="ADAL" clId="{196D0870-A10A-40F5-A791-3C67912576F2}" dt="2020-09-24T04:24:42.663" v="0" actId="2696"/>
        <pc:sldMkLst>
          <pc:docMk/>
          <pc:sldMk cId="2222585258" sldId="259"/>
        </pc:sldMkLst>
      </pc:sldChg>
      <pc:sldChg chg="del">
        <pc:chgData name="Yu, Harry" userId="d07dd713-323b-41c6-b24d-c18be50fb4fc" providerId="ADAL" clId="{196D0870-A10A-40F5-A791-3C67912576F2}" dt="2020-09-24T04:24:42.663" v="1" actId="2696"/>
        <pc:sldMkLst>
          <pc:docMk/>
          <pc:sldMk cId="2301136295" sldId="261"/>
        </pc:sldMkLst>
      </pc:sldChg>
      <pc:sldChg chg="del">
        <pc:chgData name="Yu, Harry" userId="d07dd713-323b-41c6-b24d-c18be50fb4fc" providerId="ADAL" clId="{196D0870-A10A-40F5-A791-3C67912576F2}" dt="2020-09-24T04:24:44.924" v="2" actId="2696"/>
        <pc:sldMkLst>
          <pc:docMk/>
          <pc:sldMk cId="3102934450" sldId="262"/>
        </pc:sldMkLst>
      </pc:sldChg>
      <pc:sldChg chg="del">
        <pc:chgData name="Yu, Harry" userId="d07dd713-323b-41c6-b24d-c18be50fb4fc" providerId="ADAL" clId="{196D0870-A10A-40F5-A791-3C67912576F2}" dt="2020-09-24T04:25:37.180" v="5" actId="2696"/>
        <pc:sldMkLst>
          <pc:docMk/>
          <pc:sldMk cId="1796647801" sldId="264"/>
        </pc:sldMkLst>
      </pc:sldChg>
      <pc:sldChg chg="del">
        <pc:chgData name="Yu, Harry" userId="d07dd713-323b-41c6-b24d-c18be50fb4fc" providerId="ADAL" clId="{196D0870-A10A-40F5-A791-3C67912576F2}" dt="2020-09-24T04:25:40.382" v="6" actId="2696"/>
        <pc:sldMkLst>
          <pc:docMk/>
          <pc:sldMk cId="2462848399" sldId="266"/>
        </pc:sldMkLst>
      </pc:sldChg>
      <pc:sldChg chg="del">
        <pc:chgData name="Yu, Harry" userId="d07dd713-323b-41c6-b24d-c18be50fb4fc" providerId="ADAL" clId="{196D0870-A10A-40F5-A791-3C67912576F2}" dt="2020-09-24T04:25:42.245" v="8" actId="2696"/>
        <pc:sldMkLst>
          <pc:docMk/>
          <pc:sldMk cId="1870387867" sldId="267"/>
        </pc:sldMkLst>
      </pc:sldChg>
      <pc:sldChg chg="del">
        <pc:chgData name="Yu, Harry" userId="d07dd713-323b-41c6-b24d-c18be50fb4fc" providerId="ADAL" clId="{196D0870-A10A-40F5-A791-3C67912576F2}" dt="2020-09-24T04:25:57.230" v="16" actId="2696"/>
        <pc:sldMkLst>
          <pc:docMk/>
          <pc:sldMk cId="3721864086" sldId="268"/>
        </pc:sldMkLst>
      </pc:sldChg>
      <pc:sldChg chg="del">
        <pc:chgData name="Yu, Harry" userId="d07dd713-323b-41c6-b24d-c18be50fb4fc" providerId="ADAL" clId="{196D0870-A10A-40F5-A791-3C67912576F2}" dt="2020-09-24T04:25:57.747" v="17" actId="2696"/>
        <pc:sldMkLst>
          <pc:docMk/>
          <pc:sldMk cId="3146036487" sldId="269"/>
        </pc:sldMkLst>
      </pc:sldChg>
      <pc:sldChg chg="del">
        <pc:chgData name="Yu, Harry" userId="d07dd713-323b-41c6-b24d-c18be50fb4fc" providerId="ADAL" clId="{196D0870-A10A-40F5-A791-3C67912576F2}" dt="2020-09-24T04:25:08.072" v="3" actId="2696"/>
        <pc:sldMkLst>
          <pc:docMk/>
          <pc:sldMk cId="1309855124" sldId="271"/>
        </pc:sldMkLst>
      </pc:sldChg>
      <pc:sldChg chg="addSp delSp modSp">
        <pc:chgData name="Yu, Harry" userId="d07dd713-323b-41c6-b24d-c18be50fb4fc" providerId="ADAL" clId="{196D0870-A10A-40F5-A791-3C67912576F2}" dt="2020-09-24T07:01:23.421" v="756" actId="20577"/>
        <pc:sldMkLst>
          <pc:docMk/>
          <pc:sldMk cId="3615015588" sldId="272"/>
        </pc:sldMkLst>
        <pc:spChg chg="add del mod">
          <ac:chgData name="Yu, Harry" userId="d07dd713-323b-41c6-b24d-c18be50fb4fc" providerId="ADAL" clId="{196D0870-A10A-40F5-A791-3C67912576F2}" dt="2020-09-24T07:01:03.826" v="736" actId="478"/>
          <ac:spMkLst>
            <pc:docMk/>
            <pc:sldMk cId="3615015588" sldId="272"/>
            <ac:spMk id="3" creationId="{0BA7D23A-07D4-47DB-9386-133612A2C85A}"/>
          </ac:spMkLst>
        </pc:spChg>
        <pc:spChg chg="mod">
          <ac:chgData name="Yu, Harry" userId="d07dd713-323b-41c6-b24d-c18be50fb4fc" providerId="ADAL" clId="{196D0870-A10A-40F5-A791-3C67912576F2}" dt="2020-09-24T07:01:23.421" v="756" actId="20577"/>
          <ac:spMkLst>
            <pc:docMk/>
            <pc:sldMk cId="3615015588" sldId="272"/>
            <ac:spMk id="4" creationId="{1567C550-8534-4752-A750-4145E9563059}"/>
          </ac:spMkLst>
        </pc:spChg>
        <pc:spChg chg="del">
          <ac:chgData name="Yu, Harry" userId="d07dd713-323b-41c6-b24d-c18be50fb4fc" providerId="ADAL" clId="{196D0870-A10A-40F5-A791-3C67912576F2}" dt="2020-09-24T07:01:00.167" v="735" actId="478"/>
          <ac:spMkLst>
            <pc:docMk/>
            <pc:sldMk cId="3615015588" sldId="272"/>
            <ac:spMk id="9" creationId="{E5293A40-AD51-4281-A953-0D5B5C5DF6B0}"/>
          </ac:spMkLst>
        </pc:spChg>
      </pc:sldChg>
      <pc:sldChg chg="del">
        <pc:chgData name="Yu, Harry" userId="d07dd713-323b-41c6-b24d-c18be50fb4fc" providerId="ADAL" clId="{196D0870-A10A-40F5-A791-3C67912576F2}" dt="2020-09-24T04:25:14.233" v="4" actId="2696"/>
        <pc:sldMkLst>
          <pc:docMk/>
          <pc:sldMk cId="343892357" sldId="273"/>
        </pc:sldMkLst>
      </pc:sldChg>
      <pc:sldChg chg="del">
        <pc:chgData name="Yu, Harry" userId="d07dd713-323b-41c6-b24d-c18be50fb4fc" providerId="ADAL" clId="{196D0870-A10A-40F5-A791-3C67912576F2}" dt="2020-09-24T04:25:41.505" v="7" actId="2696"/>
        <pc:sldMkLst>
          <pc:docMk/>
          <pc:sldMk cId="1629129991" sldId="293"/>
        </pc:sldMkLst>
      </pc:sldChg>
      <pc:sldChg chg="del">
        <pc:chgData name="Yu, Harry" userId="d07dd713-323b-41c6-b24d-c18be50fb4fc" providerId="ADAL" clId="{196D0870-A10A-40F5-A791-3C67912576F2}" dt="2020-09-24T04:25:42.746" v="9" actId="2696"/>
        <pc:sldMkLst>
          <pc:docMk/>
          <pc:sldMk cId="3378688598" sldId="294"/>
        </pc:sldMkLst>
      </pc:sldChg>
      <pc:sldChg chg="del">
        <pc:chgData name="Yu, Harry" userId="d07dd713-323b-41c6-b24d-c18be50fb4fc" providerId="ADAL" clId="{196D0870-A10A-40F5-A791-3C67912576F2}" dt="2020-09-24T04:25:44.212" v="10" actId="2696"/>
        <pc:sldMkLst>
          <pc:docMk/>
          <pc:sldMk cId="2536559925" sldId="310"/>
        </pc:sldMkLst>
      </pc:sldChg>
      <pc:sldChg chg="del">
        <pc:chgData name="Yu, Harry" userId="d07dd713-323b-41c6-b24d-c18be50fb4fc" providerId="ADAL" clId="{196D0870-A10A-40F5-A791-3C67912576F2}" dt="2020-09-24T04:25:49.773" v="12" actId="2696"/>
        <pc:sldMkLst>
          <pc:docMk/>
          <pc:sldMk cId="1203370729" sldId="311"/>
        </pc:sldMkLst>
      </pc:sldChg>
      <pc:sldChg chg="del">
        <pc:chgData name="Yu, Harry" userId="d07dd713-323b-41c6-b24d-c18be50fb4fc" providerId="ADAL" clId="{196D0870-A10A-40F5-A791-3C67912576F2}" dt="2020-09-24T04:25:47.357" v="11" actId="2696"/>
        <pc:sldMkLst>
          <pc:docMk/>
          <pc:sldMk cId="2620751609" sldId="312"/>
        </pc:sldMkLst>
      </pc:sldChg>
      <pc:sldChg chg="del">
        <pc:chgData name="Yu, Harry" userId="d07dd713-323b-41c6-b24d-c18be50fb4fc" providerId="ADAL" clId="{196D0870-A10A-40F5-A791-3C67912576F2}" dt="2020-09-24T04:25:50.630" v="13" actId="2696"/>
        <pc:sldMkLst>
          <pc:docMk/>
          <pc:sldMk cId="3133878703" sldId="313"/>
        </pc:sldMkLst>
      </pc:sldChg>
      <pc:sldChg chg="del">
        <pc:chgData name="Yu, Harry" userId="d07dd713-323b-41c6-b24d-c18be50fb4fc" providerId="ADAL" clId="{196D0870-A10A-40F5-A791-3C67912576F2}" dt="2020-09-24T04:25:51.734" v="14" actId="2696"/>
        <pc:sldMkLst>
          <pc:docMk/>
          <pc:sldMk cId="2881057640" sldId="314"/>
        </pc:sldMkLst>
      </pc:sldChg>
      <pc:sldChg chg="del">
        <pc:chgData name="Yu, Harry" userId="d07dd713-323b-41c6-b24d-c18be50fb4fc" providerId="ADAL" clId="{196D0870-A10A-40F5-A791-3C67912576F2}" dt="2020-09-24T04:25:56.559" v="15" actId="2696"/>
        <pc:sldMkLst>
          <pc:docMk/>
          <pc:sldMk cId="283679209" sldId="315"/>
        </pc:sldMkLst>
      </pc:sldChg>
      <pc:sldChg chg="del">
        <pc:chgData name="Yu, Harry" userId="d07dd713-323b-41c6-b24d-c18be50fb4fc" providerId="ADAL" clId="{196D0870-A10A-40F5-A791-3C67912576F2}" dt="2020-09-24T04:26:16.813" v="18" actId="2696"/>
        <pc:sldMkLst>
          <pc:docMk/>
          <pc:sldMk cId="4168994620" sldId="330"/>
        </pc:sldMkLst>
      </pc:sldChg>
      <pc:sldChg chg="del">
        <pc:chgData name="Yu, Harry" userId="d07dd713-323b-41c6-b24d-c18be50fb4fc" providerId="ADAL" clId="{196D0870-A10A-40F5-A791-3C67912576F2}" dt="2020-09-24T06:45:32.360" v="282" actId="2696"/>
        <pc:sldMkLst>
          <pc:docMk/>
          <pc:sldMk cId="1994892394" sldId="344"/>
        </pc:sldMkLst>
      </pc:sldChg>
      <pc:sldChg chg="addSp delSp modSp add ord">
        <pc:chgData name="Yu, Harry" userId="d07dd713-323b-41c6-b24d-c18be50fb4fc" providerId="ADAL" clId="{196D0870-A10A-40F5-A791-3C67912576F2}" dt="2020-11-11T23:43:08.108" v="12880" actId="165"/>
        <pc:sldMkLst>
          <pc:docMk/>
          <pc:sldMk cId="2393367446" sldId="345"/>
        </pc:sldMkLst>
        <pc:spChg chg="mod">
          <ac:chgData name="Yu, Harry" userId="d07dd713-323b-41c6-b24d-c18be50fb4fc" providerId="ADAL" clId="{196D0870-A10A-40F5-A791-3C67912576F2}" dt="2020-09-24T06:46:19.404" v="313" actId="20577"/>
          <ac:spMkLst>
            <pc:docMk/>
            <pc:sldMk cId="2393367446" sldId="345"/>
            <ac:spMk id="2" creationId="{8A2F9035-2E54-4883-B353-04ABA460C743}"/>
          </ac:spMkLst>
        </pc:spChg>
        <pc:spChg chg="del">
          <ac:chgData name="Yu, Harry" userId="d07dd713-323b-41c6-b24d-c18be50fb4fc" providerId="ADAL" clId="{196D0870-A10A-40F5-A791-3C67912576F2}" dt="2020-09-24T06:45:22.326" v="281" actId="478"/>
          <ac:spMkLst>
            <pc:docMk/>
            <pc:sldMk cId="2393367446" sldId="345"/>
            <ac:spMk id="3" creationId="{D686A3E6-7413-4E2A-BFDD-57F2C980EF92}"/>
          </ac:spMkLst>
        </pc:spChg>
        <pc:spChg chg="del">
          <ac:chgData name="Yu, Harry" userId="d07dd713-323b-41c6-b24d-c18be50fb4fc" providerId="ADAL" clId="{196D0870-A10A-40F5-A791-3C67912576F2}" dt="2020-09-24T06:45:19.630" v="280" actId="478"/>
          <ac:spMkLst>
            <pc:docMk/>
            <pc:sldMk cId="2393367446" sldId="345"/>
            <ac:spMk id="4" creationId="{681A9CB2-9950-4536-97DE-A6F40F6D94D5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7" creationId="{117AD1CA-9E40-4A83-B158-6161861785B4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10" creationId="{2749D29A-B82C-4221-BE39-D0F88411B680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14" creationId="{06982695-F2F8-46E3-A98A-7B5025ED4C2F}"/>
          </ac:spMkLst>
        </pc:spChg>
        <pc:grpChg chg="add del mod">
          <ac:chgData name="Yu, Harry" userId="d07dd713-323b-41c6-b24d-c18be50fb4fc" providerId="ADAL" clId="{196D0870-A10A-40F5-A791-3C67912576F2}" dt="2020-11-11T23:43:08.108" v="12880" actId="165"/>
          <ac:grpSpMkLst>
            <pc:docMk/>
            <pc:sldMk cId="2393367446" sldId="345"/>
            <ac:grpSpMk id="15" creationId="{406266C5-0975-40AE-B7EA-B35AA647EFBD}"/>
          </ac:grpSpMkLst>
        </pc:grpChg>
        <pc:picChg chg="add mod topLvl">
          <ac:chgData name="Yu, Harry" userId="d07dd713-323b-41c6-b24d-c18be50fb4fc" providerId="ADAL" clId="{196D0870-A10A-40F5-A791-3C67912576F2}" dt="2020-11-11T23:43:08.108" v="12880" actId="165"/>
          <ac:picMkLst>
            <pc:docMk/>
            <pc:sldMk cId="2393367446" sldId="345"/>
            <ac:picMk id="5" creationId="{57F4FA19-8472-4A82-A54B-C1605218127E}"/>
          </ac:picMkLst>
        </pc:pic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6" creationId="{58F69106-D292-407E-A7B9-C515C8437CF0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8" creationId="{FB93E878-13D6-4C2A-856E-4E1228840DD8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9" creationId="{1CFC6F87-4A16-42AE-B754-83982841936D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1" creationId="{D6C88DCD-F20E-4AF5-A366-6C8BAAE1E43B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2" creationId="{BBF56A05-17CF-4253-B856-E47C94C05471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3" creationId="{E780ECD1-3821-42E4-9542-1DF1AE079146}"/>
          </ac:cxnSpMkLst>
        </pc:cxnChg>
      </pc:sldChg>
      <pc:sldChg chg="add del">
        <pc:chgData name="Yu, Harry" userId="d07dd713-323b-41c6-b24d-c18be50fb4fc" providerId="ADAL" clId="{196D0870-A10A-40F5-A791-3C67912576F2}" dt="2020-09-24T06:43:16.902" v="268" actId="2696"/>
        <pc:sldMkLst>
          <pc:docMk/>
          <pc:sldMk cId="2841955666" sldId="345"/>
        </pc:sldMkLst>
      </pc:sldChg>
      <pc:sldChg chg="addSp delSp modSp add">
        <pc:chgData name="Yu, Harry" userId="d07dd713-323b-41c6-b24d-c18be50fb4fc" providerId="ADAL" clId="{196D0870-A10A-40F5-A791-3C67912576F2}" dt="2020-10-20T05:50:54.323" v="10857" actId="20577"/>
        <pc:sldMkLst>
          <pc:docMk/>
          <pc:sldMk cId="1970846983" sldId="346"/>
        </pc:sldMkLst>
        <pc:spChg chg="mod">
          <ac:chgData name="Yu, Harry" userId="d07dd713-323b-41c6-b24d-c18be50fb4fc" providerId="ADAL" clId="{196D0870-A10A-40F5-A791-3C67912576F2}" dt="2020-09-24T06:54:02.624" v="331" actId="20577"/>
          <ac:spMkLst>
            <pc:docMk/>
            <pc:sldMk cId="1970846983" sldId="346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20T05:50:54.323" v="10857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196D0870-A10A-40F5-A791-3C67912576F2}" dt="2020-10-16T06:58:57.921" v="8900" actId="20577"/>
          <ac:spMkLst>
            <pc:docMk/>
            <pc:sldMk cId="1970846983" sldId="346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20T05:48:15.165" v="10554" actId="478"/>
          <ac:spMkLst>
            <pc:docMk/>
            <pc:sldMk cId="1970846983" sldId="346"/>
            <ac:spMk id="5" creationId="{6CDCDAA3-D9B8-498F-A109-7CA02D82C7B4}"/>
          </ac:spMkLst>
        </pc:spChg>
      </pc:sldChg>
      <pc:sldChg chg="addSp delSp modSp add ord">
        <pc:chgData name="Yu, Harry" userId="d07dd713-323b-41c6-b24d-c18be50fb4fc" providerId="ADAL" clId="{196D0870-A10A-40F5-A791-3C67912576F2}" dt="2020-11-11T09:40:09.733" v="12863" actId="20577"/>
        <pc:sldMkLst>
          <pc:docMk/>
          <pc:sldMk cId="1720989735" sldId="347"/>
        </pc:sldMkLst>
        <pc:spChg chg="add mod">
          <ac:chgData name="Yu, Harry" userId="d07dd713-323b-41c6-b24d-c18be50fb4fc" providerId="ADAL" clId="{196D0870-A10A-40F5-A791-3C67912576F2}" dt="2020-10-19T05:59:26.639" v="10373" actId="1035"/>
          <ac:spMkLst>
            <pc:docMk/>
            <pc:sldMk cId="1720989735" sldId="347"/>
            <ac:spMk id="2" creationId="{55BB7C54-D472-43C3-BAD5-8FBDED0C0004}"/>
          </ac:spMkLst>
        </pc:spChg>
        <pc:spChg chg="del mod">
          <ac:chgData name="Yu, Harry" userId="d07dd713-323b-41c6-b24d-c18be50fb4fc" providerId="ADAL" clId="{196D0870-A10A-40F5-A791-3C67912576F2}" dt="2020-09-24T07:04:08.601" v="805" actId="478"/>
          <ac:spMkLst>
            <pc:docMk/>
            <pc:sldMk cId="1720989735" sldId="347"/>
            <ac:spMk id="2" creationId="{E6A2D027-9112-41A8-BEF2-1AABCF902F7B}"/>
          </ac:spMkLst>
        </pc:spChg>
        <pc:spChg chg="add del">
          <ac:chgData name="Yu, Harry" userId="d07dd713-323b-41c6-b24d-c18be50fb4fc" providerId="ADAL" clId="{196D0870-A10A-40F5-A791-3C67912576F2}" dt="2020-09-24T07:07:53.221" v="843" actId="478"/>
          <ac:spMkLst>
            <pc:docMk/>
            <pc:sldMk cId="1720989735" sldId="347"/>
            <ac:spMk id="3" creationId="{ADC0AFF0-3459-4E9B-9304-72B3BBA0BBFA}"/>
          </ac:spMkLst>
        </pc:spChg>
        <pc:spChg chg="add del">
          <ac:chgData name="Yu, Harry" userId="d07dd713-323b-41c6-b24d-c18be50fb4fc" providerId="ADAL" clId="{196D0870-A10A-40F5-A791-3C67912576F2}" dt="2020-09-24T07:07:50.332" v="842" actId="478"/>
          <ac:spMkLst>
            <pc:docMk/>
            <pc:sldMk cId="1720989735" sldId="347"/>
            <ac:spMk id="4" creationId="{3891A0E1-9206-4187-B241-330866471481}"/>
          </ac:spMkLst>
        </pc:spChg>
        <pc:spChg chg="add del mod">
          <ac:chgData name="Yu, Harry" userId="d07dd713-323b-41c6-b24d-c18be50fb4fc" providerId="ADAL" clId="{196D0870-A10A-40F5-A791-3C67912576F2}" dt="2020-09-27T05:32:44.026" v="2222" actId="20577"/>
          <ac:spMkLst>
            <pc:docMk/>
            <pc:sldMk cId="1720989735" sldId="347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10-20T05:58:30.457" v="10861" actId="478"/>
          <ac:spMkLst>
            <pc:docMk/>
            <pc:sldMk cId="1720989735" sldId="347"/>
            <ac:spMk id="7" creationId="{978F45B7-A3CD-4A7C-81EB-E9BDAC99272C}"/>
          </ac:spMkLst>
        </pc:spChg>
        <pc:spChg chg="add mod">
          <ac:chgData name="Yu, Harry" userId="d07dd713-323b-41c6-b24d-c18be50fb4fc" providerId="ADAL" clId="{196D0870-A10A-40F5-A791-3C67912576F2}" dt="2020-09-27T05:10:43.390" v="1682" actId="1036"/>
          <ac:spMkLst>
            <pc:docMk/>
            <pc:sldMk cId="1720989735" sldId="347"/>
            <ac:spMk id="11" creationId="{3B0E5B35-F8D6-4092-AA4A-BCC690B2229D}"/>
          </ac:spMkLst>
        </pc:spChg>
        <pc:graphicFrameChg chg="add del">
          <ac:chgData name="Yu, Harry" userId="d07dd713-323b-41c6-b24d-c18be50fb4fc" providerId="ADAL" clId="{196D0870-A10A-40F5-A791-3C67912576F2}" dt="2020-09-24T07:07:17.745" v="811" actId="3680"/>
          <ac:graphicFrameMkLst>
            <pc:docMk/>
            <pc:sldMk cId="1720989735" sldId="347"/>
            <ac:graphicFrameMk id="7" creationId="{4F4245BB-5E77-4E53-950F-A7FA2AEA27D2}"/>
          </ac:graphicFrameMkLst>
        </pc:graphicFrameChg>
        <pc:graphicFrameChg chg="add mod modGraphic">
          <ac:chgData name="Yu, Harry" userId="d07dd713-323b-41c6-b24d-c18be50fb4fc" providerId="ADAL" clId="{196D0870-A10A-40F5-A791-3C67912576F2}" dt="2020-11-11T09:40:09.733" v="12863" actId="20577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0T06:01:40.418" v="10956" actId="108"/>
        <pc:sldMkLst>
          <pc:docMk/>
          <pc:sldMk cId="1047594624" sldId="348"/>
        </pc:sldMkLst>
        <pc:spChg chg="add mod">
          <ac:chgData name="Yu, Harry" userId="d07dd713-323b-41c6-b24d-c18be50fb4fc" providerId="ADAL" clId="{196D0870-A10A-40F5-A791-3C67912576F2}" dt="2020-10-20T06:01:40.418" v="10956" actId="108"/>
          <ac:spMkLst>
            <pc:docMk/>
            <pc:sldMk cId="1047594624" sldId="348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0:16.518" v="10374"/>
          <ac:spMkLst>
            <pc:docMk/>
            <pc:sldMk cId="1047594624" sldId="348"/>
            <ac:spMk id="5" creationId="{890758CC-83DF-4863-A9EA-FE890100E4C7}"/>
          </ac:spMkLst>
        </pc:spChg>
        <pc:spChg chg="mod">
          <ac:chgData name="Yu, Harry" userId="d07dd713-323b-41c6-b24d-c18be50fb4fc" providerId="ADAL" clId="{196D0870-A10A-40F5-A791-3C67912576F2}" dt="2020-09-27T05:33:02.945" v="2225" actId="20577"/>
          <ac:spMkLst>
            <pc:docMk/>
            <pc:sldMk cId="1047594624" sldId="348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09-24T08:26:07.766" v="1072" actId="478"/>
          <ac:spMkLst>
            <pc:docMk/>
            <pc:sldMk cId="1047594624" sldId="34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7T05:36:54.568" v="2255" actId="20577"/>
          <ac:graphicFrameMkLst>
            <pc:docMk/>
            <pc:sldMk cId="1047594624" sldId="34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28T23:11:34.048" v="12597" actId="20577"/>
        <pc:sldMkLst>
          <pc:docMk/>
          <pc:sldMk cId="1430307301" sldId="349"/>
        </pc:sldMkLst>
        <pc:spChg chg="mod">
          <ac:chgData name="Yu, Harry" userId="d07dd713-323b-41c6-b24d-c18be50fb4fc" providerId="ADAL" clId="{196D0870-A10A-40F5-A791-3C67912576F2}" dt="2020-09-27T04:59:34.235" v="1574" actId="313"/>
          <ac:spMkLst>
            <pc:docMk/>
            <pc:sldMk cId="1430307301" sldId="34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13.508" v="2226"/>
          <ac:spMkLst>
            <pc:docMk/>
            <pc:sldMk cId="1430307301" sldId="34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28T23:11:34.048" v="12597" actId="20577"/>
          <ac:graphicFrameMkLst>
            <pc:docMk/>
            <pc:sldMk cId="1430307301" sldId="34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9T06:02:00.155" v="10375"/>
        <pc:sldMkLst>
          <pc:docMk/>
          <pc:sldMk cId="2694536849" sldId="350"/>
        </pc:sldMkLst>
        <pc:spChg chg="mod">
          <ac:chgData name="Yu, Harry" userId="d07dd713-323b-41c6-b24d-c18be50fb4fc" providerId="ADAL" clId="{196D0870-A10A-40F5-A791-3C67912576F2}" dt="2020-09-27T05:14:29.488" v="1820" actId="20577"/>
          <ac:spMkLst>
            <pc:docMk/>
            <pc:sldMk cId="2694536849" sldId="350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2:00.155" v="10375"/>
          <ac:spMkLst>
            <pc:docMk/>
            <pc:sldMk cId="2694536849" sldId="350"/>
            <ac:spMk id="5" creationId="{349FBFA3-9E25-4376-9E07-B5BAF2407844}"/>
          </ac:spMkLst>
        </pc:spChg>
        <pc:spChg chg="mod">
          <ac:chgData name="Yu, Harry" userId="d07dd713-323b-41c6-b24d-c18be50fb4fc" providerId="ADAL" clId="{196D0870-A10A-40F5-A791-3C67912576F2}" dt="2020-09-27T05:33:19.327" v="2227"/>
          <ac:spMkLst>
            <pc:docMk/>
            <pc:sldMk cId="2694536849" sldId="35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5:36:41.592" v="2251" actId="20577"/>
          <ac:graphicFrameMkLst>
            <pc:docMk/>
            <pc:sldMk cId="2694536849" sldId="350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1T23:32:44.815" v="11002" actId="20577"/>
        <pc:sldMkLst>
          <pc:docMk/>
          <pc:sldMk cId="744400410" sldId="351"/>
        </pc:sldMkLst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2" creationId="{932E1C38-B22C-4609-A3FE-B5DC606ECF11}"/>
          </ac:spMkLst>
        </pc:spChg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5:32:27.963" v="2220" actId="20577"/>
          <ac:spMkLst>
            <pc:docMk/>
            <pc:sldMk cId="744400410" sldId="35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25.993" v="2228"/>
          <ac:spMkLst>
            <pc:docMk/>
            <pc:sldMk cId="744400410" sldId="351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6:13.941" v="10377"/>
          <ac:spMkLst>
            <pc:docMk/>
            <pc:sldMk cId="744400410" sldId="351"/>
            <ac:spMk id="7" creationId="{69CECD5C-2D0E-496B-90DD-6C34C6FF039F}"/>
          </ac:spMkLst>
        </pc:spChg>
        <pc:graphicFrameChg chg="mod modGraphic">
          <ac:chgData name="Yu, Harry" userId="d07dd713-323b-41c6-b24d-c18be50fb4fc" providerId="ADAL" clId="{196D0870-A10A-40F5-A791-3C67912576F2}" dt="2020-10-21T23:32:44.815" v="11002" actId="20577"/>
          <ac:graphicFrameMkLst>
            <pc:docMk/>
            <pc:sldMk cId="744400410" sldId="351"/>
            <ac:graphicFrameMk id="9" creationId="{A471383B-87D3-406F-AEC8-A1732EA53B37}"/>
          </ac:graphicFrameMkLst>
        </pc:graphicFrameChg>
      </pc:sldChg>
      <pc:sldChg chg="addSp delSp modSp add ord">
        <pc:chgData name="Yu, Harry" userId="d07dd713-323b-41c6-b24d-c18be50fb4fc" providerId="ADAL" clId="{196D0870-A10A-40F5-A791-3C67912576F2}" dt="2020-09-27T05:48:14.814" v="2543" actId="11529"/>
        <pc:sldMkLst>
          <pc:docMk/>
          <pc:sldMk cId="20239079" sldId="352"/>
        </pc:sldMkLst>
        <pc:spChg chg="mod">
          <ac:chgData name="Yu, Harry" userId="d07dd713-323b-41c6-b24d-c18be50fb4fc" providerId="ADAL" clId="{196D0870-A10A-40F5-A791-3C67912576F2}" dt="2020-09-27T05:38:11.114" v="2370" actId="20577"/>
          <ac:spMkLst>
            <pc:docMk/>
            <pc:sldMk cId="20239079" sldId="352"/>
            <ac:spMk id="2" creationId="{23388410-9A25-42FC-8E77-7289CC6C2B38}"/>
          </ac:spMkLst>
        </pc:spChg>
        <pc:spChg chg="del">
          <ac:chgData name="Yu, Harry" userId="d07dd713-323b-41c6-b24d-c18be50fb4fc" providerId="ADAL" clId="{196D0870-A10A-40F5-A791-3C67912576F2}" dt="2020-09-27T05:38:20.573" v="2372" actId="478"/>
          <ac:spMkLst>
            <pc:docMk/>
            <pc:sldMk cId="20239079" sldId="352"/>
            <ac:spMk id="3" creationId="{480B5FD8-FFCA-4667-875F-C60C107CD166}"/>
          </ac:spMkLst>
        </pc:spChg>
        <pc:spChg chg="del">
          <ac:chgData name="Yu, Harry" userId="d07dd713-323b-41c6-b24d-c18be50fb4fc" providerId="ADAL" clId="{196D0870-A10A-40F5-A791-3C67912576F2}" dt="2020-09-27T05:38:18.052" v="2371" actId="478"/>
          <ac:spMkLst>
            <pc:docMk/>
            <pc:sldMk cId="20239079" sldId="352"/>
            <ac:spMk id="4" creationId="{ECDADF0A-5653-4428-ACDF-37181255FD54}"/>
          </ac:spMkLst>
        </pc:spChg>
        <pc:spChg chg="add mod">
          <ac:chgData name="Yu, Harry" userId="d07dd713-323b-41c6-b24d-c18be50fb4fc" providerId="ADAL" clId="{196D0870-A10A-40F5-A791-3C67912576F2}" dt="2020-09-27T05:42:22.541" v="2418" actId="1076"/>
          <ac:spMkLst>
            <pc:docMk/>
            <pc:sldMk cId="20239079" sldId="352"/>
            <ac:spMk id="7" creationId="{89B33806-E7E1-4305-9F0C-68C42B8738B2}"/>
          </ac:spMkLst>
        </pc:spChg>
        <pc:spChg chg="add mod">
          <ac:chgData name="Yu, Harry" userId="d07dd713-323b-41c6-b24d-c18be50fb4fc" providerId="ADAL" clId="{196D0870-A10A-40F5-A791-3C67912576F2}" dt="2020-09-27T05:44:06.133" v="2450" actId="1076"/>
          <ac:spMkLst>
            <pc:docMk/>
            <pc:sldMk cId="20239079" sldId="352"/>
            <ac:spMk id="8" creationId="{F49B172A-BAE7-4B0D-8D1C-5E422BCB57BD}"/>
          </ac:spMkLst>
        </pc:spChg>
        <pc:spChg chg="add mod">
          <ac:chgData name="Yu, Harry" userId="d07dd713-323b-41c6-b24d-c18be50fb4fc" providerId="ADAL" clId="{196D0870-A10A-40F5-A791-3C67912576F2}" dt="2020-09-27T05:44:18.462" v="2456" actId="20577"/>
          <ac:spMkLst>
            <pc:docMk/>
            <pc:sldMk cId="20239079" sldId="352"/>
            <ac:spMk id="9" creationId="{4BACE75D-8113-4DA8-902B-05F2294CB0A6}"/>
          </ac:spMkLst>
        </pc:spChg>
        <pc:spChg chg="add mod">
          <ac:chgData name="Yu, Harry" userId="d07dd713-323b-41c6-b24d-c18be50fb4fc" providerId="ADAL" clId="{196D0870-A10A-40F5-A791-3C67912576F2}" dt="2020-09-27T05:47:35.165" v="2519" actId="20577"/>
          <ac:spMkLst>
            <pc:docMk/>
            <pc:sldMk cId="20239079" sldId="352"/>
            <ac:spMk id="14" creationId="{9EEC5408-EE95-44ED-ABD8-5361FB032E13}"/>
          </ac:spMkLst>
        </pc:spChg>
        <pc:spChg chg="add mod">
          <ac:chgData name="Yu, Harry" userId="d07dd713-323b-41c6-b24d-c18be50fb4fc" providerId="ADAL" clId="{196D0870-A10A-40F5-A791-3C67912576F2}" dt="2020-09-27T05:47:20.483" v="2509" actId="20577"/>
          <ac:spMkLst>
            <pc:docMk/>
            <pc:sldMk cId="20239079" sldId="352"/>
            <ac:spMk id="15" creationId="{7C695DD1-5FA4-4A7A-AE5F-1C161F59972B}"/>
          </ac:spMkLst>
        </pc:spChg>
        <pc:spChg chg="add mod">
          <ac:chgData name="Yu, Harry" userId="d07dd713-323b-41c6-b24d-c18be50fb4fc" providerId="ADAL" clId="{196D0870-A10A-40F5-A791-3C67912576F2}" dt="2020-09-27T05:47:04.716" v="2501" actId="20577"/>
          <ac:spMkLst>
            <pc:docMk/>
            <pc:sldMk cId="20239079" sldId="352"/>
            <ac:spMk id="16" creationId="{F2FF4A95-C1C6-4EB5-9316-9BAD4C5DBD0A}"/>
          </ac:spMkLst>
        </pc:spChg>
        <pc:spChg chg="add mod">
          <ac:chgData name="Yu, Harry" userId="d07dd713-323b-41c6-b24d-c18be50fb4fc" providerId="ADAL" clId="{196D0870-A10A-40F5-A791-3C67912576F2}" dt="2020-09-27T05:46:46.793" v="2487" actId="20577"/>
          <ac:spMkLst>
            <pc:docMk/>
            <pc:sldMk cId="20239079" sldId="352"/>
            <ac:spMk id="17" creationId="{5A901FF5-0172-44A8-B98F-0EF16A3F3A57}"/>
          </ac:spMkLst>
        </pc:spChg>
        <pc:spChg chg="add mod">
          <ac:chgData name="Yu, Harry" userId="d07dd713-323b-41c6-b24d-c18be50fb4fc" providerId="ADAL" clId="{196D0870-A10A-40F5-A791-3C67912576F2}" dt="2020-09-27T05:47:57.127" v="2542" actId="20577"/>
          <ac:spMkLst>
            <pc:docMk/>
            <pc:sldMk cId="20239079" sldId="352"/>
            <ac:spMk id="18" creationId="{C36AC84A-C510-4E6A-B2B3-4BB54B828F6C}"/>
          </ac:spMkLst>
        </pc:spChg>
        <pc:spChg chg="add mod">
          <ac:chgData name="Yu, Harry" userId="d07dd713-323b-41c6-b24d-c18be50fb4fc" providerId="ADAL" clId="{196D0870-A10A-40F5-A791-3C67912576F2}" dt="2020-09-27T05:48:14.814" v="2543" actId="11529"/>
          <ac:spMkLst>
            <pc:docMk/>
            <pc:sldMk cId="20239079" sldId="352"/>
            <ac:spMk id="19" creationId="{1D9E6DCE-B4F9-41D3-95D0-1438272A1A1D}"/>
          </ac:spMkLst>
        </pc:spChg>
        <pc:picChg chg="add mod">
          <ac:chgData name="Yu, Harry" userId="d07dd713-323b-41c6-b24d-c18be50fb4fc" providerId="ADAL" clId="{196D0870-A10A-40F5-A791-3C67912576F2}" dt="2020-09-27T05:41:39.427" v="2387" actId="1076"/>
          <ac:picMkLst>
            <pc:docMk/>
            <pc:sldMk cId="20239079" sldId="352"/>
            <ac:picMk id="5" creationId="{424E9EC2-BD73-4D02-8FEF-12EA2523B643}"/>
          </ac:picMkLst>
        </pc:picChg>
        <pc:picChg chg="add mod">
          <ac:chgData name="Yu, Harry" userId="d07dd713-323b-41c6-b24d-c18be50fb4fc" providerId="ADAL" clId="{196D0870-A10A-40F5-A791-3C67912576F2}" dt="2020-09-27T05:41:36.573" v="2386" actId="1076"/>
          <ac:picMkLst>
            <pc:docMk/>
            <pc:sldMk cId="20239079" sldId="352"/>
            <ac:picMk id="6" creationId="{EB5164E0-8FDC-418D-81D8-0A706B2B90A8}"/>
          </ac:picMkLst>
        </pc:picChg>
        <pc:picChg chg="add mod">
          <ac:chgData name="Yu, Harry" userId="d07dd713-323b-41c6-b24d-c18be50fb4fc" providerId="ADAL" clId="{196D0870-A10A-40F5-A791-3C67912576F2}" dt="2020-09-27T05:44:50" v="2460" actId="1076"/>
          <ac:picMkLst>
            <pc:docMk/>
            <pc:sldMk cId="20239079" sldId="352"/>
            <ac:picMk id="10" creationId="{5CA20B42-778F-4970-8599-D016E291C26C}"/>
          </ac:picMkLst>
        </pc:picChg>
        <pc:picChg chg="add mod">
          <ac:chgData name="Yu, Harry" userId="d07dd713-323b-41c6-b24d-c18be50fb4fc" providerId="ADAL" clId="{196D0870-A10A-40F5-A791-3C67912576F2}" dt="2020-09-27T05:45:29.919" v="2464" actId="1076"/>
          <ac:picMkLst>
            <pc:docMk/>
            <pc:sldMk cId="20239079" sldId="352"/>
            <ac:picMk id="11" creationId="{567E21AF-918F-4CF0-95BC-ED560320C4AC}"/>
          </ac:picMkLst>
        </pc:picChg>
        <pc:picChg chg="add mod">
          <ac:chgData name="Yu, Harry" userId="d07dd713-323b-41c6-b24d-c18be50fb4fc" providerId="ADAL" clId="{196D0870-A10A-40F5-A791-3C67912576F2}" dt="2020-09-27T05:45:58.252" v="2466" actId="1076"/>
          <ac:picMkLst>
            <pc:docMk/>
            <pc:sldMk cId="20239079" sldId="352"/>
            <ac:picMk id="12" creationId="{C4D6AAA9-6B44-4EF3-AA46-C3AAE0F4F5B6}"/>
          </ac:picMkLst>
        </pc:picChg>
        <pc:picChg chg="add mod">
          <ac:chgData name="Yu, Harry" userId="d07dd713-323b-41c6-b24d-c18be50fb4fc" providerId="ADAL" clId="{196D0870-A10A-40F5-A791-3C67912576F2}" dt="2020-09-27T05:46:21.477" v="2470" actId="1076"/>
          <ac:picMkLst>
            <pc:docMk/>
            <pc:sldMk cId="20239079" sldId="352"/>
            <ac:picMk id="13" creationId="{3B5ED610-CD2C-4A96-99CA-F67F48A5E9CD}"/>
          </ac:picMkLst>
        </pc:picChg>
      </pc:sldChg>
      <pc:sldChg chg="add del">
        <pc:chgData name="Yu, Harry" userId="d07dd713-323b-41c6-b24d-c18be50fb4fc" providerId="ADAL" clId="{196D0870-A10A-40F5-A791-3C67912576F2}" dt="2020-09-27T05:37:33.654" v="2260"/>
        <pc:sldMkLst>
          <pc:docMk/>
          <pc:sldMk cId="1655303575" sldId="352"/>
        </pc:sldMkLst>
      </pc:sldChg>
      <pc:sldChg chg="modSp">
        <pc:chgData name="Yu, Harry" userId="d07dd713-323b-41c6-b24d-c18be50fb4fc" providerId="ADAL" clId="{196D0870-A10A-40F5-A791-3C67912576F2}" dt="2020-09-27T05:49:36.078" v="2567" actId="20577"/>
        <pc:sldMkLst>
          <pc:docMk/>
          <pc:sldMk cId="1807581627" sldId="353"/>
        </pc:sldMkLst>
        <pc:spChg chg="mod">
          <ac:chgData name="Yu, Harry" userId="d07dd713-323b-41c6-b24d-c18be50fb4fc" providerId="ADAL" clId="{196D0870-A10A-40F5-A791-3C67912576F2}" dt="2020-09-27T05:49:36.078" v="2567" actId="20577"/>
          <ac:spMkLst>
            <pc:docMk/>
            <pc:sldMk cId="1807581627" sldId="353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7:36:35.156" v="2611" actId="478"/>
        <pc:sldMkLst>
          <pc:docMk/>
          <pc:sldMk cId="2793958940" sldId="354"/>
        </pc:sldMkLst>
        <pc:spChg chg="del">
          <ac:chgData name="Yu, Harry" userId="d07dd713-323b-41c6-b24d-c18be50fb4fc" providerId="ADAL" clId="{196D0870-A10A-40F5-A791-3C67912576F2}" dt="2020-09-27T05:49:47.397" v="2570" actId="478"/>
          <ac:spMkLst>
            <pc:docMk/>
            <pc:sldMk cId="2793958940" sldId="354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5:49:50.987" v="2571" actId="478"/>
          <ac:spMkLst>
            <pc:docMk/>
            <pc:sldMk cId="2793958940" sldId="354"/>
            <ac:spMk id="3" creationId="{F9EAAF39-1CE1-4776-9A95-5916AA9098BF}"/>
          </ac:spMkLst>
        </pc:spChg>
        <pc:spChg chg="del mod">
          <ac:chgData name="Yu, Harry" userId="d07dd713-323b-41c6-b24d-c18be50fb4fc" providerId="ADAL" clId="{196D0870-A10A-40F5-A791-3C67912576F2}" dt="2020-09-27T07:36:35.156" v="2611" actId="478"/>
          <ac:spMkLst>
            <pc:docMk/>
            <pc:sldMk cId="2793958940" sldId="354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7:36:04.034" v="2610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7:35:35.190" v="2609" actId="3064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7T07:38:47.160" v="2612"/>
        <pc:sldMkLst>
          <pc:docMk/>
          <pc:sldMk cId="2684987239" sldId="355"/>
        </pc:sldMkLst>
        <pc:spChg chg="mod">
          <ac:chgData name="Yu, Harry" userId="d07dd713-323b-41c6-b24d-c18be50fb4fc" providerId="ADAL" clId="{196D0870-A10A-40F5-A791-3C67912576F2}" dt="2020-09-27T07:38:47.160" v="2612"/>
          <ac:spMkLst>
            <pc:docMk/>
            <pc:sldMk cId="2684987239" sldId="355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8:47:39.356" v="2751" actId="20577"/>
        <pc:sldMkLst>
          <pc:docMk/>
          <pc:sldMk cId="1265383617" sldId="356"/>
        </pc:sldMkLst>
        <pc:spChg chg="del">
          <ac:chgData name="Yu, Harry" userId="d07dd713-323b-41c6-b24d-c18be50fb4fc" providerId="ADAL" clId="{196D0870-A10A-40F5-A791-3C67912576F2}" dt="2020-09-27T08:47:01.897" v="2741" actId="478"/>
          <ac:spMkLst>
            <pc:docMk/>
            <pc:sldMk cId="1265383617" sldId="356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8:47:05.936" v="2742" actId="478"/>
          <ac:spMkLst>
            <pc:docMk/>
            <pc:sldMk cId="1265383617" sldId="356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8:45:54.545" v="2738" actId="20577"/>
          <ac:spMkLst>
            <pc:docMk/>
            <pc:sldMk cId="1265383617" sldId="356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7:39.356" v="2751" actId="20577"/>
          <ac:spMkLst>
            <pc:docMk/>
            <pc:sldMk cId="1265383617" sldId="35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8:44:51.938" v="2643" actId="3064"/>
          <ac:graphicFrameMkLst>
            <pc:docMk/>
            <pc:sldMk cId="1265383617" sldId="35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6:19:53.583" v="6258" actId="313"/>
        <pc:sldMkLst>
          <pc:docMk/>
          <pc:sldMk cId="516112021" sldId="357"/>
        </pc:sldMkLst>
        <pc:spChg chg="del">
          <ac:chgData name="Yu, Harry" userId="d07dd713-323b-41c6-b24d-c18be50fb4fc" providerId="ADAL" clId="{196D0870-A10A-40F5-A791-3C67912576F2}" dt="2020-09-27T09:01:24.034" v="2763" actId="478"/>
          <ac:spMkLst>
            <pc:docMk/>
            <pc:sldMk cId="516112021" sldId="357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8:09.512" v="2753" actId="20577"/>
          <ac:spMkLst>
            <pc:docMk/>
            <pc:sldMk cId="516112021" sldId="35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3.583" v="6258" actId="313"/>
          <ac:graphicFrameMkLst>
            <pc:docMk/>
            <pc:sldMk cId="516112021" sldId="357"/>
            <ac:graphicFrameMk id="9" creationId="{A471383B-87D3-406F-AEC8-A1732EA53B37}"/>
          </ac:graphicFrameMkLst>
        </pc:graphicFrameChg>
        <pc:picChg chg="add mod">
          <ac:chgData name="Yu, Harry" userId="d07dd713-323b-41c6-b24d-c18be50fb4fc" providerId="ADAL" clId="{196D0870-A10A-40F5-A791-3C67912576F2}" dt="2020-09-27T09:02:34.465" v="2793" actId="1037"/>
          <ac:picMkLst>
            <pc:docMk/>
            <pc:sldMk cId="516112021" sldId="357"/>
            <ac:picMk id="5" creationId="{B213D99B-CE90-4C86-AE39-9CEF45453C3D}"/>
          </ac:picMkLst>
        </pc:picChg>
        <pc:picChg chg="add mod">
          <ac:chgData name="Yu, Harry" userId="d07dd713-323b-41c6-b24d-c18be50fb4fc" providerId="ADAL" clId="{196D0870-A10A-40F5-A791-3C67912576F2}" dt="2020-09-27T09:02:42.611" v="2827" actId="1036"/>
          <ac:picMkLst>
            <pc:docMk/>
            <pc:sldMk cId="516112021" sldId="357"/>
            <ac:picMk id="7" creationId="{02D977AE-468E-4209-81A5-69F59D4A07CA}"/>
          </ac:picMkLst>
        </pc:picChg>
        <pc:picChg chg="add mod">
          <ac:chgData name="Yu, Harry" userId="d07dd713-323b-41c6-b24d-c18be50fb4fc" providerId="ADAL" clId="{196D0870-A10A-40F5-A791-3C67912576F2}" dt="2020-09-27T09:03:24.195" v="2843" actId="1037"/>
          <ac:picMkLst>
            <pc:docMk/>
            <pc:sldMk cId="516112021" sldId="357"/>
            <ac:picMk id="8" creationId="{871F3B83-98B3-48D3-AFDC-67923918C6F5}"/>
          </ac:picMkLst>
        </pc:picChg>
      </pc:sldChg>
      <pc:sldChg chg="add del">
        <pc:chgData name="Yu, Harry" userId="d07dd713-323b-41c6-b24d-c18be50fb4fc" providerId="ADAL" clId="{196D0870-A10A-40F5-A791-3C67912576F2}" dt="2020-09-27T09:04:49.282" v="2879"/>
        <pc:sldMkLst>
          <pc:docMk/>
          <pc:sldMk cId="352703078" sldId="358"/>
        </pc:sldMkLst>
      </pc:sldChg>
      <pc:sldChg chg="modSp">
        <pc:chgData name="Yu, Harry" userId="d07dd713-323b-41c6-b24d-c18be50fb4fc" providerId="ADAL" clId="{196D0870-A10A-40F5-A791-3C67912576F2}" dt="2020-09-27T09:06:26.678" v="2889"/>
        <pc:sldMkLst>
          <pc:docMk/>
          <pc:sldMk cId="2573751591" sldId="358"/>
        </pc:sldMkLst>
        <pc:spChg chg="mod">
          <ac:chgData name="Yu, Harry" userId="d07dd713-323b-41c6-b24d-c18be50fb4fc" providerId="ADAL" clId="{196D0870-A10A-40F5-A791-3C67912576F2}" dt="2020-09-27T09:06:26.678" v="2889"/>
          <ac:spMkLst>
            <pc:docMk/>
            <pc:sldMk cId="2573751591" sldId="358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29T06:26:51.228" v="12624" actId="20577"/>
        <pc:sldMkLst>
          <pc:docMk/>
          <pc:sldMk cId="762571728" sldId="359"/>
        </pc:sldMkLst>
        <pc:spChg chg="add mod">
          <ac:chgData name="Yu, Harry" userId="d07dd713-323b-41c6-b24d-c18be50fb4fc" providerId="ADAL" clId="{196D0870-A10A-40F5-A791-3C67912576F2}" dt="2020-09-27T09:11:41.730" v="2926" actId="1076"/>
          <ac:spMkLst>
            <pc:docMk/>
            <pc:sldMk cId="762571728" sldId="359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09-27T09:35:23.628" v="3145" actId="20577"/>
          <ac:spMkLst>
            <pc:docMk/>
            <pc:sldMk cId="762571728" sldId="35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1.228" v="12624" actId="20577"/>
          <ac:spMkLst>
            <pc:docMk/>
            <pc:sldMk cId="762571728" sldId="35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4.219" v="6259" actId="313"/>
          <ac:graphicFrameMkLst>
            <pc:docMk/>
            <pc:sldMk cId="762571728" sldId="359"/>
            <ac:graphicFrameMk id="9" creationId="{A471383B-87D3-406F-AEC8-A1732EA53B37}"/>
          </ac:graphicFrameMkLst>
        </pc:graphicFrameChg>
      </pc:sldChg>
      <pc:sldChg chg="addSp modSp del">
        <pc:chgData name="Yu, Harry" userId="d07dd713-323b-41c6-b24d-c18be50fb4fc" providerId="ADAL" clId="{196D0870-A10A-40F5-A791-3C67912576F2}" dt="2020-10-29T06:26:45.551" v="12622" actId="2696"/>
        <pc:sldMkLst>
          <pc:docMk/>
          <pc:sldMk cId="602838902" sldId="360"/>
        </pc:sldMkLst>
        <pc:spChg chg="mod">
          <ac:chgData name="Yu, Harry" userId="d07dd713-323b-41c6-b24d-c18be50fb4fc" providerId="ADAL" clId="{196D0870-A10A-40F5-A791-3C67912576F2}" dt="2020-09-28T01:38:05.839" v="3453" actId="20577"/>
          <ac:spMkLst>
            <pc:docMk/>
            <pc:sldMk cId="602838902" sldId="360"/>
            <ac:spMk id="6" creationId="{0ED065AC-F3EF-42B0-A34B-DF7EED7FF8B9}"/>
          </ac:spMkLst>
        </pc:spChg>
        <pc:cxnChg chg="add mod">
          <ac:chgData name="Yu, Harry" userId="d07dd713-323b-41c6-b24d-c18be50fb4fc" providerId="ADAL" clId="{196D0870-A10A-40F5-A791-3C67912576F2}" dt="2020-10-28T23:30:16.790" v="12598" actId="11529"/>
          <ac:cxnSpMkLst>
            <pc:docMk/>
            <pc:sldMk cId="602838902" sldId="360"/>
            <ac:cxnSpMk id="3" creationId="{5BFA35B8-C0EE-4309-B5DF-6E1BBE76C8A6}"/>
          </ac:cxnSpMkLst>
        </pc:cxnChg>
      </pc:sldChg>
      <pc:sldChg chg="delSp modSp">
        <pc:chgData name="Yu, Harry" userId="d07dd713-323b-41c6-b24d-c18be50fb4fc" providerId="ADAL" clId="{196D0870-A10A-40F5-A791-3C67912576F2}" dt="2020-10-29T06:26:58.989" v="12628" actId="20577"/>
        <pc:sldMkLst>
          <pc:docMk/>
          <pc:sldMk cId="1738908870" sldId="361"/>
        </pc:sldMkLst>
        <pc:spChg chg="del">
          <ac:chgData name="Yu, Harry" userId="d07dd713-323b-41c6-b24d-c18be50fb4fc" providerId="ADAL" clId="{196D0870-A10A-40F5-A791-3C67912576F2}" dt="2020-09-28T01:09:00.185" v="3165" actId="478"/>
          <ac:spMkLst>
            <pc:docMk/>
            <pc:sldMk cId="1738908870" sldId="36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8.989" v="12628" actId="20577"/>
          <ac:spMkLst>
            <pc:docMk/>
            <pc:sldMk cId="1738908870" sldId="36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1:24:05.302" v="3314" actId="207"/>
          <ac:graphicFrameMkLst>
            <pc:docMk/>
            <pc:sldMk cId="1738908870" sldId="361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9T06:27:07.267" v="12632" actId="20577"/>
        <pc:sldMkLst>
          <pc:docMk/>
          <pc:sldMk cId="1803848135" sldId="362"/>
        </pc:sldMkLst>
        <pc:spChg chg="mod">
          <ac:chgData name="Yu, Harry" userId="d07dd713-323b-41c6-b24d-c18be50fb4fc" providerId="ADAL" clId="{196D0870-A10A-40F5-A791-3C67912576F2}" dt="2020-09-28T01:26:22.426" v="3319" actId="113"/>
          <ac:spMkLst>
            <pc:docMk/>
            <pc:sldMk cId="1803848135" sldId="362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10-12T06:35:13.227" v="8799" actId="20577"/>
          <ac:spMkLst>
            <pc:docMk/>
            <pc:sldMk cId="1803848135" sldId="362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7:07.267" v="12632" actId="20577"/>
          <ac:spMkLst>
            <pc:docMk/>
            <pc:sldMk cId="1803848135" sldId="362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7:34.070" v="10378"/>
          <ac:spMkLst>
            <pc:docMk/>
            <pc:sldMk cId="1803848135" sldId="362"/>
            <ac:spMk id="7" creationId="{2D505846-F083-4C9E-B976-EEED6C71670D}"/>
          </ac:spMkLst>
        </pc:spChg>
        <pc:graphicFrameChg chg="mod modGraphic">
          <ac:chgData name="Yu, Harry" userId="d07dd713-323b-41c6-b24d-c18be50fb4fc" providerId="ADAL" clId="{196D0870-A10A-40F5-A791-3C67912576F2}" dt="2020-09-28T01:33:20.850" v="3355" actId="207"/>
          <ac:graphicFrameMkLst>
            <pc:docMk/>
            <pc:sldMk cId="1803848135" sldId="362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196D0870-A10A-40F5-A791-3C67912576F2}" dt="2020-09-28T01:24:57.391" v="3315" actId="2696"/>
        <pc:sldMkLst>
          <pc:docMk/>
          <pc:sldMk cId="2631405045" sldId="362"/>
        </pc:sldMkLst>
      </pc:sldChg>
      <pc:sldChg chg="modSp">
        <pc:chgData name="Yu, Harry" userId="d07dd713-323b-41c6-b24d-c18be50fb4fc" providerId="ADAL" clId="{196D0870-A10A-40F5-A791-3C67912576F2}" dt="2020-09-28T01:36:19.709" v="3442"/>
        <pc:sldMkLst>
          <pc:docMk/>
          <pc:sldMk cId="830645897" sldId="363"/>
        </pc:sldMkLst>
        <pc:spChg chg="mod">
          <ac:chgData name="Yu, Harry" userId="d07dd713-323b-41c6-b24d-c18be50fb4fc" providerId="ADAL" clId="{196D0870-A10A-40F5-A791-3C67912576F2}" dt="2020-09-28T01:36:19.709" v="3442"/>
          <ac:spMkLst>
            <pc:docMk/>
            <pc:sldMk cId="830645897" sldId="363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19T06:39:46.194" v="10380"/>
        <pc:sldMkLst>
          <pc:docMk/>
          <pc:sldMk cId="2483991268" sldId="364"/>
        </pc:sldMkLst>
        <pc:spChg chg="mod">
          <ac:chgData name="Yu, Harry" userId="d07dd713-323b-41c6-b24d-c18be50fb4fc" providerId="ADAL" clId="{196D0870-A10A-40F5-A791-3C67912576F2}" dt="2020-09-30T07:36:27.431" v="5898" actId="20577"/>
          <ac:spMkLst>
            <pc:docMk/>
            <pc:sldMk cId="2483991268" sldId="364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39:46.194" v="10380"/>
          <ac:spMkLst>
            <pc:docMk/>
            <pc:sldMk cId="2483991268" sldId="364"/>
            <ac:spMk id="5" creationId="{3FB68C6B-3832-4135-B2C8-BC59823ECBE2}"/>
          </ac:spMkLst>
        </pc:spChg>
        <pc:spChg chg="mod">
          <ac:chgData name="Yu, Harry" userId="d07dd713-323b-41c6-b24d-c18be50fb4fc" providerId="ADAL" clId="{196D0870-A10A-40F5-A791-3C67912576F2}" dt="2020-09-28T04:01:54.974" v="4075" actId="20577"/>
          <ac:spMkLst>
            <pc:docMk/>
            <pc:sldMk cId="2483991268" sldId="36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03:17.166" v="4082" actId="207"/>
          <ac:graphicFrameMkLst>
            <pc:docMk/>
            <pc:sldMk cId="2483991268" sldId="364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2T03:55:14.464" v="11019" actId="1038"/>
        <pc:sldMkLst>
          <pc:docMk/>
          <pc:sldMk cId="4124176753" sldId="365"/>
        </pc:sldMkLst>
        <pc:spChg chg="add mod">
          <ac:chgData name="Yu, Harry" userId="d07dd713-323b-41c6-b24d-c18be50fb4fc" providerId="ADAL" clId="{196D0870-A10A-40F5-A791-3C67912576F2}" dt="2020-10-22T03:55:14.464" v="11019" actId="1038"/>
          <ac:spMkLst>
            <pc:docMk/>
            <pc:sldMk cId="4124176753" sldId="365"/>
            <ac:spMk id="2" creationId="{8E4E1CAD-729D-40A3-AA83-C93644CA1EF8}"/>
          </ac:spMkLst>
        </pc:spChg>
        <pc:spChg chg="add">
          <ac:chgData name="Yu, Harry" userId="d07dd713-323b-41c6-b24d-c18be50fb4fc" providerId="ADAL" clId="{196D0870-A10A-40F5-A791-3C67912576F2}" dt="2020-10-19T06:38:34.044" v="10379"/>
          <ac:spMkLst>
            <pc:docMk/>
            <pc:sldMk cId="4124176753" sldId="365"/>
            <ac:spMk id="5" creationId="{E64EDFB3-FFC1-4F3C-9668-8E0017D7B384}"/>
          </ac:spMkLst>
        </pc:spChg>
        <pc:spChg chg="mod">
          <ac:chgData name="Yu, Harry" userId="d07dd713-323b-41c6-b24d-c18be50fb4fc" providerId="ADAL" clId="{196D0870-A10A-40F5-A791-3C67912576F2}" dt="2020-09-28T04:01:59.941" v="4076" actId="20577"/>
          <ac:spMkLst>
            <pc:docMk/>
            <pc:sldMk cId="4124176753" sldId="365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22T03:55:01.625" v="11013" actId="1076"/>
          <ac:spMkLst>
            <pc:docMk/>
            <pc:sldMk cId="4124176753" sldId="36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2:41:32.375" v="3479" actId="207"/>
          <ac:graphicFrameMkLst>
            <pc:docMk/>
            <pc:sldMk cId="4124176753" sldId="365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7:36.966" v="4126" actId="20577"/>
        <pc:sldMkLst>
          <pc:docMk/>
          <pc:sldMk cId="1291149336" sldId="366"/>
        </pc:sldMkLst>
        <pc:spChg chg="mod">
          <ac:chgData name="Yu, Harry" userId="d07dd713-323b-41c6-b24d-c18be50fb4fc" providerId="ADAL" clId="{196D0870-A10A-40F5-A791-3C67912576F2}" dt="2020-09-28T04:01:49.441" v="4074" actId="20577"/>
          <ac:spMkLst>
            <pc:docMk/>
            <pc:sldMk cId="1291149336" sldId="36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17:36.966" v="4126" actId="20577"/>
          <ac:graphicFrameMkLst>
            <pc:docMk/>
            <pc:sldMk cId="1291149336" sldId="36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3:08.590" v="4115"/>
        <pc:sldMkLst>
          <pc:docMk/>
          <pc:sldMk cId="2886081286" sldId="367"/>
        </pc:sldMkLst>
        <pc:spChg chg="mod">
          <ac:chgData name="Yu, Harry" userId="d07dd713-323b-41c6-b24d-c18be50fb4fc" providerId="ADAL" clId="{196D0870-A10A-40F5-A791-3C67912576F2}" dt="2020-09-28T04:13:08.590" v="4115"/>
          <ac:spMkLst>
            <pc:docMk/>
            <pc:sldMk cId="2886081286" sldId="36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0T08:09:16.178" v="6957"/>
        <pc:sldMkLst>
          <pc:docMk/>
          <pc:sldMk cId="914646431" sldId="368"/>
        </pc:sldMkLst>
        <pc:spChg chg="mod">
          <ac:chgData name="Yu, Harry" userId="d07dd713-323b-41c6-b24d-c18be50fb4fc" providerId="ADAL" clId="{196D0870-A10A-40F5-A791-3C67912576F2}" dt="2020-10-10T08:09:16.178" v="695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09-28T04:21:21.179" v="4346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4:19:31.720" v="4136" actId="207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9:22:28.340" v="12713" actId="207"/>
        <pc:sldMkLst>
          <pc:docMk/>
          <pc:sldMk cId="3718417336" sldId="369"/>
        </pc:sldMkLst>
        <pc:spChg chg="mod">
          <ac:chgData name="Yu, Harry" userId="d07dd713-323b-41c6-b24d-c18be50fb4fc" providerId="ADAL" clId="{196D0870-A10A-40F5-A791-3C67912576F2}" dt="2020-10-10T08:09:20.780" v="6958"/>
          <ac:spMkLst>
            <pc:docMk/>
            <pc:sldMk cId="3718417336" sldId="369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09-29T08:42:09.983" v="5042" actId="478"/>
          <ac:spMkLst>
            <pc:docMk/>
            <pc:sldMk cId="3718417336" sldId="369"/>
            <ac:spMk id="7" creationId="{89E1BA4A-1027-431C-BD6B-ADB2E119615C}"/>
          </ac:spMkLst>
        </pc:spChg>
        <pc:spChg chg="del">
          <ac:chgData name="Yu, Harry" userId="d07dd713-323b-41c6-b24d-c18be50fb4fc" providerId="ADAL" clId="{196D0870-A10A-40F5-A791-3C67912576F2}" dt="2020-09-28T04:23:21.229" v="4347" actId="478"/>
          <ac:spMkLst>
            <pc:docMk/>
            <pc:sldMk cId="3718417336" sldId="369"/>
            <ac:spMk id="11" creationId="{3B0E5B35-F8D6-4092-AA4A-BCC690B2229D}"/>
          </ac:spMkLst>
        </pc:spChg>
        <pc:graphicFrameChg chg="add del mod">
          <ac:chgData name="Yu, Harry" userId="d07dd713-323b-41c6-b24d-c18be50fb4fc" providerId="ADAL" clId="{196D0870-A10A-40F5-A791-3C67912576F2}" dt="2020-09-28T04:25:45.968" v="4352" actId="478"/>
          <ac:graphicFrameMkLst>
            <pc:docMk/>
            <pc:sldMk cId="3718417336" sldId="369"/>
            <ac:graphicFrameMk id="2" creationId="{3DD01C5F-FA06-41C4-ABE4-DEE1A15982DD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29T09:22:28.340" v="12713" actId="207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1T23:53:24.129" v="11008" actId="20577"/>
        <pc:sldMkLst>
          <pc:docMk/>
          <pc:sldMk cId="332865271" sldId="370"/>
        </pc:sldMkLst>
        <pc:spChg chg="add del">
          <ac:chgData name="Yu, Harry" userId="d07dd713-323b-41c6-b24d-c18be50fb4fc" providerId="ADAL" clId="{196D0870-A10A-40F5-A791-3C67912576F2}" dt="2020-09-29T08:40:44.729" v="5040" actId="478"/>
          <ac:spMkLst>
            <pc:docMk/>
            <pc:sldMk cId="332865271" sldId="370"/>
            <ac:spMk id="4" creationId="{739ED610-7AC8-45CD-BCC6-B494109E5D9F}"/>
          </ac:spMkLst>
        </pc:spChg>
        <pc:spChg chg="add mod">
          <ac:chgData name="Yu, Harry" userId="d07dd713-323b-41c6-b24d-c18be50fb4fc" providerId="ADAL" clId="{196D0870-A10A-40F5-A791-3C67912576F2}" dt="2020-10-21T23:53:24.129" v="11008" actId="20577"/>
          <ac:spMkLst>
            <pc:docMk/>
            <pc:sldMk cId="332865271" sldId="370"/>
            <ac:spMk id="5" creationId="{CDE95802-C1DE-421A-A844-AD78F2D7EDA6}"/>
          </ac:spMkLst>
        </pc:spChg>
        <pc:spChg chg="mod">
          <ac:chgData name="Yu, Harry" userId="d07dd713-323b-41c6-b24d-c18be50fb4fc" providerId="ADAL" clId="{196D0870-A10A-40F5-A791-3C67912576F2}" dt="2020-10-10T08:09:25.690" v="6959"/>
          <ac:spMkLst>
            <pc:docMk/>
            <pc:sldMk cId="332865271" sldId="370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20T06:04:38.391" v="10961" actId="20577"/>
          <ac:spMkLst>
            <pc:docMk/>
            <pc:sldMk cId="332865271" sldId="370"/>
            <ac:spMk id="7" creationId="{B84CFCD8-C513-4102-B4C7-D143FD02E1EA}"/>
          </ac:spMkLst>
        </pc:spChg>
        <pc:spChg chg="add">
          <ac:chgData name="Yu, Harry" userId="d07dd713-323b-41c6-b24d-c18be50fb4fc" providerId="ADAL" clId="{196D0870-A10A-40F5-A791-3C67912576F2}" dt="2020-10-19T06:40:44.193" v="10381"/>
          <ac:spMkLst>
            <pc:docMk/>
            <pc:sldMk cId="332865271" sldId="370"/>
            <ac:spMk id="8" creationId="{2E568A9A-D1A7-4930-8FAF-022030669388}"/>
          </ac:spMkLst>
        </pc:spChg>
        <pc:graphicFrameChg chg="add del mod modGraphic">
          <ac:chgData name="Yu, Harry" userId="d07dd713-323b-41c6-b24d-c18be50fb4fc" providerId="ADAL" clId="{196D0870-A10A-40F5-A791-3C67912576F2}" dt="2020-10-20T06:06:12.831" v="10979" actId="207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delSp modSp">
        <pc:chgData name="Yu, Harry" userId="d07dd713-323b-41c6-b24d-c18be50fb4fc" providerId="ADAL" clId="{196D0870-A10A-40F5-A791-3C67912576F2}" dt="2020-10-10T08:09:31.715" v="6960"/>
        <pc:sldMkLst>
          <pc:docMk/>
          <pc:sldMk cId="1301221291" sldId="371"/>
        </pc:sldMkLst>
        <pc:spChg chg="del mod">
          <ac:chgData name="Yu, Harry" userId="d07dd713-323b-41c6-b24d-c18be50fb4fc" providerId="ADAL" clId="{196D0870-A10A-40F5-A791-3C67912576F2}" dt="2020-09-30T07:33:05.618" v="5878"/>
          <ac:spMkLst>
            <pc:docMk/>
            <pc:sldMk cId="1301221291" sldId="37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10T08:09:31.715" v="6960"/>
          <ac:spMkLst>
            <pc:docMk/>
            <pc:sldMk cId="1301221291" sldId="37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30T07:45:47.918" v="5977" actId="20577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36.575" v="6961"/>
        <pc:sldMkLst>
          <pc:docMk/>
          <pc:sldMk cId="777599342" sldId="372"/>
        </pc:sldMkLst>
        <pc:spChg chg="add mod">
          <ac:chgData name="Yu, Harry" userId="d07dd713-323b-41c6-b24d-c18be50fb4fc" providerId="ADAL" clId="{196D0870-A10A-40F5-A791-3C67912576F2}" dt="2020-10-10T06:44:04.903" v="6644" actId="1076"/>
          <ac:spMkLst>
            <pc:docMk/>
            <pc:sldMk cId="777599342" sldId="372"/>
            <ac:spMk id="5" creationId="{7F36F3DA-DB26-4EFF-A2D8-5FDFBFA93E48}"/>
          </ac:spMkLst>
        </pc:spChg>
        <pc:spChg chg="mod">
          <ac:chgData name="Yu, Harry" userId="d07dd713-323b-41c6-b24d-c18be50fb4fc" providerId="ADAL" clId="{196D0870-A10A-40F5-A791-3C67912576F2}" dt="2020-10-10T08:09:36.575" v="6961"/>
          <ac:spMkLst>
            <pc:docMk/>
            <pc:sldMk cId="777599342" sldId="372"/>
            <ac:spMk id="6" creationId="{0ED065AC-F3EF-42B0-A34B-DF7EED7FF8B9}"/>
          </ac:spMkLst>
        </pc:spChg>
        <pc:graphicFrameChg chg="add del mod modGraphic">
          <ac:chgData name="Yu, Harry" userId="d07dd713-323b-41c6-b24d-c18be50fb4fc" providerId="ADAL" clId="{196D0870-A10A-40F5-A791-3C67912576F2}" dt="2020-10-10T06:19:56.569" v="6262" actId="313"/>
          <ac:graphicFrameMkLst>
            <pc:docMk/>
            <pc:sldMk cId="777599342" sldId="372"/>
            <ac:graphicFrameMk id="4" creationId="{F9AFED7C-8782-438F-A74C-3F98A375AED2}"/>
          </ac:graphicFrameMkLst>
        </pc:graphicFrameChg>
        <pc:graphicFrameChg chg="del">
          <ac:chgData name="Yu, Harry" userId="d07dd713-323b-41c6-b24d-c18be50fb4fc" providerId="ADAL" clId="{196D0870-A10A-40F5-A791-3C67912576F2}" dt="2020-09-30T07:39:12.967" v="5901" actId="478"/>
          <ac:graphicFrameMkLst>
            <pc:docMk/>
            <pc:sldMk cId="777599342" sldId="37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09:46.182" v="6962"/>
        <pc:sldMkLst>
          <pc:docMk/>
          <pc:sldMk cId="1828527808" sldId="373"/>
        </pc:sldMkLst>
        <pc:spChg chg="mod">
          <ac:chgData name="Yu, Harry" userId="d07dd713-323b-41c6-b24d-c18be50fb4fc" providerId="ADAL" clId="{196D0870-A10A-40F5-A791-3C67912576F2}" dt="2020-10-10T08:09:46.182" v="6962"/>
          <ac:spMkLst>
            <pc:docMk/>
            <pc:sldMk cId="1828527808" sldId="37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28:10.044" v="6315" actId="1076"/>
          <ac:graphicFrameMkLst>
            <pc:docMk/>
            <pc:sldMk cId="1828527808" sldId="373"/>
            <ac:graphicFrameMk id="4" creationId="{F9AFED7C-8782-438F-A74C-3F98A375AED2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55.318" v="6963"/>
        <pc:sldMkLst>
          <pc:docMk/>
          <pc:sldMk cId="2145281802" sldId="374"/>
        </pc:sldMkLst>
        <pc:spChg chg="add mod">
          <ac:chgData name="Yu, Harry" userId="d07dd713-323b-41c6-b24d-c18be50fb4fc" providerId="ADAL" clId="{196D0870-A10A-40F5-A791-3C67912576F2}" dt="2020-10-10T06:30:58.329" v="6330" actId="1076"/>
          <ac:spMkLst>
            <pc:docMk/>
            <pc:sldMk cId="2145281802" sldId="374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09:55.318" v="6963"/>
          <ac:spMkLst>
            <pc:docMk/>
            <pc:sldMk cId="2145281802" sldId="374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0T06:33:29.228" v="6532" actId="1076"/>
          <ac:spMkLst>
            <pc:docMk/>
            <pc:sldMk cId="2145281802" sldId="374"/>
            <ac:spMk id="7" creationId="{0AC2C3EC-5105-4933-BD9F-28D5D48E4395}"/>
          </ac:spMkLst>
        </pc:spChg>
        <pc:graphicFrameChg chg="add del">
          <ac:chgData name="Yu, Harry" userId="d07dd713-323b-41c6-b24d-c18be50fb4fc" providerId="ADAL" clId="{196D0870-A10A-40F5-A791-3C67912576F2}" dt="2020-10-10T06:29:50.215" v="6322"/>
          <ac:graphicFrameMkLst>
            <pc:docMk/>
            <pc:sldMk cId="2145281802" sldId="374"/>
            <ac:graphicFrameMk id="2" creationId="{B25BA877-3A49-4F02-8D74-440135839463}"/>
          </ac:graphicFrameMkLst>
        </pc:graphicFrameChg>
        <pc:graphicFrameChg chg="del">
          <ac:chgData name="Yu, Harry" userId="d07dd713-323b-41c6-b24d-c18be50fb4fc" providerId="ADAL" clId="{196D0870-A10A-40F5-A791-3C67912576F2}" dt="2020-10-10T06:29:36.577" v="6320" actId="478"/>
          <ac:graphicFrameMkLst>
            <pc:docMk/>
            <pc:sldMk cId="2145281802" sldId="374"/>
            <ac:graphicFrameMk id="9" creationId="{A471383B-87D3-406F-AEC8-A1732EA53B37}"/>
          </ac:graphicFrameMkLst>
        </pc:graphicFrameChg>
      </pc:sldChg>
      <pc:sldChg chg="addSp delSp modSp add">
        <pc:chgData name="Yu, Harry" userId="d07dd713-323b-41c6-b24d-c18be50fb4fc" providerId="ADAL" clId="{196D0870-A10A-40F5-A791-3C67912576F2}" dt="2020-10-20T01:41:18.568" v="10533" actId="20577"/>
        <pc:sldMkLst>
          <pc:docMk/>
          <pc:sldMk cId="4193153865" sldId="375"/>
        </pc:sldMkLst>
        <pc:spChg chg="mod">
          <ac:chgData name="Yu, Harry" userId="d07dd713-323b-41c6-b24d-c18be50fb4fc" providerId="ADAL" clId="{196D0870-A10A-40F5-A791-3C67912576F2}" dt="2020-10-20T01:41:18.568" v="10533" actId="20577"/>
          <ac:spMkLst>
            <pc:docMk/>
            <pc:sldMk cId="4193153865" sldId="375"/>
            <ac:spMk id="2" creationId="{16893625-44AD-4340-A7BB-FDBA32164A9A}"/>
          </ac:spMkLst>
        </pc:spChg>
        <pc:spChg chg="del">
          <ac:chgData name="Yu, Harry" userId="d07dd713-323b-41c6-b24d-c18be50fb4fc" providerId="ADAL" clId="{196D0870-A10A-40F5-A791-3C67912576F2}" dt="2020-10-10T06:34:13.070" v="6590" actId="478"/>
          <ac:spMkLst>
            <pc:docMk/>
            <pc:sldMk cId="4193153865" sldId="375"/>
            <ac:spMk id="3" creationId="{1720C4A2-966A-4902-8DD1-6C969CC8A497}"/>
          </ac:spMkLst>
        </pc:spChg>
        <pc:spChg chg="del">
          <ac:chgData name="Yu, Harry" userId="d07dd713-323b-41c6-b24d-c18be50fb4fc" providerId="ADAL" clId="{196D0870-A10A-40F5-A791-3C67912576F2}" dt="2020-10-10T06:34:10.239" v="6589" actId="478"/>
          <ac:spMkLst>
            <pc:docMk/>
            <pc:sldMk cId="4193153865" sldId="375"/>
            <ac:spMk id="4" creationId="{2FCD32BE-60C7-4DD8-8909-BD40875DCB1A}"/>
          </ac:spMkLst>
        </pc:spChg>
        <pc:spChg chg="add">
          <ac:chgData name="Yu, Harry" userId="d07dd713-323b-41c6-b24d-c18be50fb4fc" providerId="ADAL" clId="{196D0870-A10A-40F5-A791-3C67912576F2}" dt="2020-10-10T06:42:51.606" v="6642"/>
          <ac:spMkLst>
            <pc:docMk/>
            <pc:sldMk cId="4193153865" sldId="375"/>
            <ac:spMk id="11" creationId="{AC2B9EA6-5B96-4ABC-9AF2-B6A0D320B885}"/>
          </ac:spMkLst>
        </pc:spChg>
        <pc:picChg chg="add mod">
          <ac:chgData name="Yu, Harry" userId="d07dd713-323b-41c6-b24d-c18be50fb4fc" providerId="ADAL" clId="{196D0870-A10A-40F5-A791-3C67912576F2}" dt="2020-10-10T06:41:09.359" v="6633" actId="1076"/>
          <ac:picMkLst>
            <pc:docMk/>
            <pc:sldMk cId="4193153865" sldId="375"/>
            <ac:picMk id="5" creationId="{402B4C07-621D-4C6B-A2BC-6CEA04D54E7E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6" creationId="{555E482A-3C8D-4D13-8567-77F0D7042613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7" creationId="{C898DDB6-F959-4458-8253-75389D4BAC5F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8" creationId="{51AEEDBF-C1DD-41EB-AFE9-E39CD0B64EE1}"/>
          </ac:picMkLst>
        </pc:picChg>
        <pc:picChg chg="add mod">
          <ac:chgData name="Yu, Harry" userId="d07dd713-323b-41c6-b24d-c18be50fb4fc" providerId="ADAL" clId="{196D0870-A10A-40F5-A791-3C67912576F2}" dt="2020-10-10T06:41:48.453" v="6637" actId="1076"/>
          <ac:picMkLst>
            <pc:docMk/>
            <pc:sldMk cId="4193153865" sldId="375"/>
            <ac:picMk id="9" creationId="{09B9063B-C7A1-4B9A-AFE9-2DA4DDD74F0B}"/>
          </ac:picMkLst>
        </pc:picChg>
        <pc:picChg chg="add mod">
          <ac:chgData name="Yu, Harry" userId="d07dd713-323b-41c6-b24d-c18be50fb4fc" providerId="ADAL" clId="{196D0870-A10A-40F5-A791-3C67912576F2}" dt="2020-10-10T06:42:31.856" v="6641" actId="1076"/>
          <ac:picMkLst>
            <pc:docMk/>
            <pc:sldMk cId="4193153865" sldId="375"/>
            <ac:picMk id="10" creationId="{E742A5ED-307A-4883-A832-D4AF89A33BFE}"/>
          </ac:picMkLst>
        </pc:picChg>
        <pc:cxnChg chg="add mod">
          <ac:chgData name="Yu, Harry" userId="d07dd713-323b-41c6-b24d-c18be50fb4fc" providerId="ADAL" clId="{196D0870-A10A-40F5-A791-3C67912576F2}" dt="2020-10-12T06:48:48.163" v="8852" actId="1076"/>
          <ac:cxnSpMkLst>
            <pc:docMk/>
            <pc:sldMk cId="4193153865" sldId="375"/>
            <ac:cxnSpMk id="4" creationId="{1175DACF-4C9C-44FB-9871-4241D996A7CD}"/>
          </ac:cxnSpMkLst>
        </pc:cxnChg>
        <pc:cxnChg chg="add mod">
          <ac:chgData name="Yu, Harry" userId="d07dd713-323b-41c6-b24d-c18be50fb4fc" providerId="ADAL" clId="{196D0870-A10A-40F5-A791-3C67912576F2}" dt="2020-10-12T06:49:22.552" v="8858" actId="14100"/>
          <ac:cxnSpMkLst>
            <pc:docMk/>
            <pc:sldMk cId="4193153865" sldId="375"/>
            <ac:cxnSpMk id="12" creationId="{A5106D8D-D286-4887-BFC1-AF39868A069A}"/>
          </ac:cxnSpMkLst>
        </pc:cxnChg>
        <pc:cxnChg chg="add mod">
          <ac:chgData name="Yu, Harry" userId="d07dd713-323b-41c6-b24d-c18be50fb4fc" providerId="ADAL" clId="{196D0870-A10A-40F5-A791-3C67912576F2}" dt="2020-10-12T06:49:00.178" v="8854" actId="14100"/>
          <ac:cxnSpMkLst>
            <pc:docMk/>
            <pc:sldMk cId="4193153865" sldId="375"/>
            <ac:cxnSpMk id="13" creationId="{DCE1A7EF-9237-45C6-9F11-BD3CA2CC20CA}"/>
          </ac:cxnSpMkLst>
        </pc:cxnChg>
        <pc:cxnChg chg="add mod">
          <ac:chgData name="Yu, Harry" userId="d07dd713-323b-41c6-b24d-c18be50fb4fc" providerId="ADAL" clId="{196D0870-A10A-40F5-A791-3C67912576F2}" dt="2020-10-12T06:48:42.039" v="8850" actId="14100"/>
          <ac:cxnSpMkLst>
            <pc:docMk/>
            <pc:sldMk cId="4193153865" sldId="375"/>
            <ac:cxnSpMk id="14" creationId="{DEAFD87D-25C2-40C4-B2F0-FEAF3B447BF7}"/>
          </ac:cxnSpMkLst>
        </pc:cxnChg>
        <pc:cxnChg chg="add mod">
          <ac:chgData name="Yu, Harry" userId="d07dd713-323b-41c6-b24d-c18be50fb4fc" providerId="ADAL" clId="{196D0870-A10A-40F5-A791-3C67912576F2}" dt="2020-10-12T06:48:32.258" v="8848" actId="1037"/>
          <ac:cxnSpMkLst>
            <pc:docMk/>
            <pc:sldMk cId="4193153865" sldId="375"/>
            <ac:cxnSpMk id="15" creationId="{9F5ACD1E-3458-4AC8-ABE0-1A977EA73E6B}"/>
          </ac:cxnSpMkLst>
        </pc:cxnChg>
      </pc:sldChg>
      <pc:sldChg chg="modSp">
        <pc:chgData name="Yu, Harry" userId="d07dd713-323b-41c6-b24d-c18be50fb4fc" providerId="ADAL" clId="{196D0870-A10A-40F5-A791-3C67912576F2}" dt="2020-10-10T08:10:02.652" v="6964"/>
        <pc:sldMkLst>
          <pc:docMk/>
          <pc:sldMk cId="1741195623" sldId="376"/>
        </pc:sldMkLst>
        <pc:spChg chg="mod">
          <ac:chgData name="Yu, Harry" userId="d07dd713-323b-41c6-b24d-c18be50fb4fc" providerId="ADAL" clId="{196D0870-A10A-40F5-A791-3C67912576F2}" dt="2020-10-10T08:10:02.652" v="6964"/>
          <ac:spMkLst>
            <pc:docMk/>
            <pc:sldMk cId="1741195623" sldId="37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49:54.915" v="6702" actId="20577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08.050" v="6965"/>
        <pc:sldMkLst>
          <pc:docMk/>
          <pc:sldMk cId="36743268" sldId="377"/>
        </pc:sldMkLst>
        <pc:spChg chg="mod">
          <ac:chgData name="Yu, Harry" userId="d07dd713-323b-41c6-b24d-c18be50fb4fc" providerId="ADAL" clId="{196D0870-A10A-40F5-A791-3C67912576F2}" dt="2020-10-10T08:10:08.050" v="6965"/>
          <ac:spMkLst>
            <pc:docMk/>
            <pc:sldMk cId="36743268" sldId="37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0:24.325" v="6737" actId="207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6:27:33.608" v="12633" actId="478"/>
        <pc:sldMkLst>
          <pc:docMk/>
          <pc:sldMk cId="3668215363" sldId="378"/>
        </pc:sldMkLst>
        <pc:spChg chg="add del mod">
          <ac:chgData name="Yu, Harry" userId="d07dd713-323b-41c6-b24d-c18be50fb4fc" providerId="ADAL" clId="{196D0870-A10A-40F5-A791-3C67912576F2}" dt="2020-10-29T00:02:26.684" v="12621"/>
          <ac:spMkLst>
            <pc:docMk/>
            <pc:sldMk cId="3668215363" sldId="378"/>
            <ac:spMk id="2" creationId="{13038D4B-F9A9-4A3B-82B5-BD94A0EE599C}"/>
          </ac:spMkLst>
        </pc:spChg>
        <pc:spChg chg="add del mod">
          <ac:chgData name="Yu, Harry" userId="d07dd713-323b-41c6-b24d-c18be50fb4fc" providerId="ADAL" clId="{196D0870-A10A-40F5-A791-3C67912576F2}" dt="2020-10-29T06:27:33.608" v="12633" actId="478"/>
          <ac:spMkLst>
            <pc:docMk/>
            <pc:sldMk cId="3668215363" sldId="378"/>
            <ac:spMk id="3" creationId="{83583214-A746-4B1F-8B16-4E020674A3FA}"/>
          </ac:spMkLst>
        </pc:spChg>
        <pc:spChg chg="mod">
          <ac:chgData name="Yu, Harry" userId="d07dd713-323b-41c6-b24d-c18be50fb4fc" providerId="ADAL" clId="{196D0870-A10A-40F5-A791-3C67912576F2}" dt="2020-10-10T08:10:14.367" v="6966"/>
          <ac:spMkLst>
            <pc:docMk/>
            <pc:sldMk cId="3668215363" sldId="37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6:45.332" v="6754" actId="3064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20.297" v="6967"/>
        <pc:sldMkLst>
          <pc:docMk/>
          <pc:sldMk cId="400289930" sldId="379"/>
        </pc:sldMkLst>
        <pc:spChg chg="mod">
          <ac:chgData name="Yu, Harry" userId="d07dd713-323b-41c6-b24d-c18be50fb4fc" providerId="ADAL" clId="{196D0870-A10A-40F5-A791-3C67912576F2}" dt="2020-10-10T07:59:52.906" v="6761"/>
          <ac:spMkLst>
            <pc:docMk/>
            <pc:sldMk cId="400289930" sldId="379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10:20.297" v="6967"/>
          <ac:spMkLst>
            <pc:docMk/>
            <pc:sldMk cId="400289930" sldId="379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10T08:01:11.473" v="6870" actId="20577"/>
          <ac:spMkLst>
            <pc:docMk/>
            <pc:sldMk cId="400289930" sldId="379"/>
            <ac:spMk id="7" creationId="{0AC2C3EC-5105-4933-BD9F-28D5D48E4395}"/>
          </ac:spMkLst>
        </pc:spChg>
      </pc:sldChg>
      <pc:sldChg chg="addSp modSp">
        <pc:chgData name="Yu, Harry" userId="d07dd713-323b-41c6-b24d-c18be50fb4fc" providerId="ADAL" clId="{196D0870-A10A-40F5-A791-3C67912576F2}" dt="2020-10-19T06:41:39.198" v="10382"/>
        <pc:sldMkLst>
          <pc:docMk/>
          <pc:sldMk cId="1634231022" sldId="380"/>
        </pc:sldMkLst>
        <pc:spChg chg="add mod">
          <ac:chgData name="Yu, Harry" userId="d07dd713-323b-41c6-b24d-c18be50fb4fc" providerId="ADAL" clId="{196D0870-A10A-40F5-A791-3C67912576F2}" dt="2020-10-10T08:08:34.438" v="6954" actId="20577"/>
          <ac:spMkLst>
            <pc:docMk/>
            <pc:sldMk cId="1634231022" sldId="380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1:39.198" v="10382"/>
          <ac:spMkLst>
            <pc:docMk/>
            <pc:sldMk cId="1634231022" sldId="380"/>
            <ac:spMk id="5" creationId="{80BD0569-8F10-4729-92AF-393D5AE934BA}"/>
          </ac:spMkLst>
        </pc:spChg>
        <pc:spChg chg="mod">
          <ac:chgData name="Yu, Harry" userId="d07dd713-323b-41c6-b24d-c18be50fb4fc" providerId="ADAL" clId="{196D0870-A10A-40F5-A791-3C67912576F2}" dt="2020-10-10T08:09:03.964" v="6956" actId="20577"/>
          <ac:spMkLst>
            <pc:docMk/>
            <pc:sldMk cId="1634231022" sldId="38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07:13.106" v="6897" actId="207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1:31.735" v="6973" actId="20577"/>
        <pc:sldMkLst>
          <pc:docMk/>
          <pc:sldMk cId="224488440" sldId="381"/>
        </pc:sldMkLst>
        <pc:spChg chg="mod">
          <ac:chgData name="Yu, Harry" userId="d07dd713-323b-41c6-b24d-c18be50fb4fc" providerId="ADAL" clId="{196D0870-A10A-40F5-A791-3C67912576F2}" dt="2020-10-10T08:11:31.735" v="6973" actId="20577"/>
          <ac:spMkLst>
            <pc:docMk/>
            <pc:sldMk cId="224488440" sldId="381"/>
            <ac:spMk id="4" creationId="{1567C550-8534-4752-A750-4145E9563059}"/>
          </ac:spMkLst>
        </pc:spChg>
      </pc:sldChg>
      <pc:sldChg chg="modSp del">
        <pc:chgData name="Yu, Harry" userId="d07dd713-323b-41c6-b24d-c18be50fb4fc" providerId="ADAL" clId="{196D0870-A10A-40F5-A791-3C67912576F2}" dt="2020-10-10T08:14:03.102" v="6983" actId="2696"/>
        <pc:sldMkLst>
          <pc:docMk/>
          <pc:sldMk cId="1486447241" sldId="382"/>
        </pc:sldMkLst>
        <pc:spChg chg="mod">
          <ac:chgData name="Yu, Harry" userId="d07dd713-323b-41c6-b24d-c18be50fb4fc" providerId="ADAL" clId="{196D0870-A10A-40F5-A791-3C67912576F2}" dt="2020-10-10T08:13:45.615" v="6982" actId="20577"/>
          <ac:spMkLst>
            <pc:docMk/>
            <pc:sldMk cId="1486447241" sldId="382"/>
            <ac:spMk id="6" creationId="{0ED065AC-F3EF-42B0-A34B-DF7EED7FF8B9}"/>
          </ac:spMkLst>
        </pc:spChg>
      </pc:sldChg>
      <pc:sldChg chg="addSp modSp">
        <pc:chgData name="Yu, Harry" userId="d07dd713-323b-41c6-b24d-c18be50fb4fc" providerId="ADAL" clId="{196D0870-A10A-40F5-A791-3C67912576F2}" dt="2020-10-19T06:42:58.520" v="10383"/>
        <pc:sldMkLst>
          <pc:docMk/>
          <pc:sldMk cId="3386074264" sldId="382"/>
        </pc:sldMkLst>
        <pc:spChg chg="mod">
          <ac:chgData name="Yu, Harry" userId="d07dd713-323b-41c6-b24d-c18be50fb4fc" providerId="ADAL" clId="{196D0870-A10A-40F5-A791-3C67912576F2}" dt="2020-10-10T08:22:11.591" v="7185" actId="20577"/>
          <ac:spMkLst>
            <pc:docMk/>
            <pc:sldMk cId="3386074264" sldId="382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2:58.520" v="10383"/>
          <ac:spMkLst>
            <pc:docMk/>
            <pc:sldMk cId="3386074264" sldId="382"/>
            <ac:spMk id="5" creationId="{48F09428-E486-4CF7-994E-BD21D4685C22}"/>
          </ac:spMkLst>
        </pc:spChg>
        <pc:spChg chg="mod">
          <ac:chgData name="Yu, Harry" userId="d07dd713-323b-41c6-b24d-c18be50fb4fc" providerId="ADAL" clId="{196D0870-A10A-40F5-A791-3C67912576F2}" dt="2020-10-10T08:14:31.642" v="6992" actId="20577"/>
          <ac:spMkLst>
            <pc:docMk/>
            <pc:sldMk cId="3386074264" sldId="38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0:29.182" v="7014" actId="207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27:56.530" v="7349" actId="20577"/>
        <pc:sldMkLst>
          <pc:docMk/>
          <pc:sldMk cId="1106017697" sldId="383"/>
        </pc:sldMkLst>
        <pc:spChg chg="mod">
          <ac:chgData name="Yu, Harry" userId="d07dd713-323b-41c6-b24d-c18be50fb4fc" providerId="ADAL" clId="{196D0870-A10A-40F5-A791-3C67912576F2}" dt="2020-10-10T08:27:56.530" v="7349" actId="20577"/>
          <ac:spMkLst>
            <pc:docMk/>
            <pc:sldMk cId="1106017697" sldId="383"/>
            <ac:spMk id="4" creationId="{0718C1A6-C379-4663-BDCB-A29217FAE378}"/>
          </ac:spMkLst>
        </pc:spChg>
        <pc:spChg chg="mod">
          <ac:chgData name="Yu, Harry" userId="d07dd713-323b-41c6-b24d-c18be50fb4fc" providerId="ADAL" clId="{196D0870-A10A-40F5-A791-3C67912576F2}" dt="2020-10-10T08:21:53.470" v="7181" actId="20577"/>
          <ac:spMkLst>
            <pc:docMk/>
            <pc:sldMk cId="1106017697" sldId="38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6:40.445" v="7202" actId="207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36:16.261" v="7350"/>
        <pc:sldMkLst>
          <pc:docMk/>
          <pc:sldMk cId="3968152520" sldId="384"/>
        </pc:sldMkLst>
        <pc:spChg chg="mod">
          <ac:chgData name="Yu, Harry" userId="d07dd713-323b-41c6-b24d-c18be50fb4fc" providerId="ADAL" clId="{196D0870-A10A-40F5-A791-3C67912576F2}" dt="2020-10-10T08:36:16.261" v="7350"/>
          <ac:spMkLst>
            <pc:docMk/>
            <pc:sldMk cId="3968152520" sldId="384"/>
            <ac:spMk id="4" creationId="{1567C550-8534-4752-A750-4145E9563059}"/>
          </ac:spMkLst>
        </pc:spChg>
      </pc:sldChg>
      <pc:sldChg chg="addSp delSp modSp">
        <pc:chgData name="Yu, Harry" userId="d07dd713-323b-41c6-b24d-c18be50fb4fc" providerId="ADAL" clId="{196D0870-A10A-40F5-A791-3C67912576F2}" dt="2020-11-11T09:43:58.461" v="12877" actId="20577"/>
        <pc:sldMkLst>
          <pc:docMk/>
          <pc:sldMk cId="4141823049" sldId="385"/>
        </pc:sldMkLst>
        <pc:spChg chg="del">
          <ac:chgData name="Yu, Harry" userId="d07dd713-323b-41c6-b24d-c18be50fb4fc" providerId="ADAL" clId="{196D0870-A10A-40F5-A791-3C67912576F2}" dt="2020-10-10T08:41:39.805" v="7388" actId="478"/>
          <ac:spMkLst>
            <pc:docMk/>
            <pc:sldMk cId="4141823049" sldId="385"/>
            <ac:spMk id="4" creationId="{0718C1A6-C379-4663-BDCB-A29217FAE378}"/>
          </ac:spMkLst>
        </pc:spChg>
        <pc:spChg chg="add mod">
          <ac:chgData name="Yu, Harry" userId="d07dd713-323b-41c6-b24d-c18be50fb4fc" providerId="ADAL" clId="{196D0870-A10A-40F5-A791-3C67912576F2}" dt="2020-10-10T08:58:34.674" v="7466" actId="20577"/>
          <ac:spMkLst>
            <pc:docMk/>
            <pc:sldMk cId="4141823049" sldId="385"/>
            <ac:spMk id="5" creationId="{0D4ACF82-F353-4B05-B918-35159214ED7B}"/>
          </ac:spMkLst>
        </pc:spChg>
        <pc:spChg chg="mod">
          <ac:chgData name="Yu, Harry" userId="d07dd713-323b-41c6-b24d-c18be50fb4fc" providerId="ADAL" clId="{196D0870-A10A-40F5-A791-3C67912576F2}" dt="2020-10-10T09:15:33.470" v="7778" actId="20577"/>
          <ac:spMkLst>
            <pc:docMk/>
            <pc:sldMk cId="4141823049" sldId="38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1-11T09:43:58.461" v="12877" actId="20577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5:49:30.521" v="10125" actId="478"/>
        <pc:sldMkLst>
          <pc:docMk/>
          <pc:sldMk cId="4009894245" sldId="386"/>
        </pc:sldMkLst>
        <pc:spChg chg="add mod">
          <ac:chgData name="Yu, Harry" userId="d07dd713-323b-41c6-b24d-c18be50fb4fc" providerId="ADAL" clId="{196D0870-A10A-40F5-A791-3C67912576F2}" dt="2020-10-19T05:49:21.037" v="10124" actId="404"/>
          <ac:spMkLst>
            <pc:docMk/>
            <pc:sldMk cId="4009894245" sldId="386"/>
            <ac:spMk id="4" creationId="{7CF37AFA-0567-4EFA-A2EF-A34EB555397C}"/>
          </ac:spMkLst>
        </pc:spChg>
        <pc:spChg chg="add del mod">
          <ac:chgData name="Yu, Harry" userId="d07dd713-323b-41c6-b24d-c18be50fb4fc" providerId="ADAL" clId="{196D0870-A10A-40F5-A791-3C67912576F2}" dt="2020-10-19T05:49:30.521" v="10125" actId="478"/>
          <ac:spMkLst>
            <pc:docMk/>
            <pc:sldMk cId="4009894245" sldId="386"/>
            <ac:spMk id="5" creationId="{129001FB-F3F7-48BB-AE7A-09E6665BDA45}"/>
          </ac:spMkLst>
        </pc:spChg>
        <pc:spChg chg="mod">
          <ac:chgData name="Yu, Harry" userId="d07dd713-323b-41c6-b24d-c18be50fb4fc" providerId="ADAL" clId="{196D0870-A10A-40F5-A791-3C67912576F2}" dt="2020-10-10T09:15:38.214" v="7779" actId="20577"/>
          <ac:spMkLst>
            <pc:docMk/>
            <pc:sldMk cId="4009894245" sldId="38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9:07:04.549" v="7509" actId="207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3:46.307" v="10384"/>
        <pc:sldMkLst>
          <pc:docMk/>
          <pc:sldMk cId="3675676484" sldId="387"/>
        </pc:sldMkLst>
        <pc:spChg chg="add">
          <ac:chgData name="Yu, Harry" userId="d07dd713-323b-41c6-b24d-c18be50fb4fc" providerId="ADAL" clId="{196D0870-A10A-40F5-A791-3C67912576F2}" dt="2020-10-19T06:43:46.307" v="10384"/>
          <ac:spMkLst>
            <pc:docMk/>
            <pc:sldMk cId="3675676484" sldId="387"/>
            <ac:spMk id="5" creationId="{CB048E8A-DE1E-46FD-9C13-99B8CDEAC8DA}"/>
          </ac:spMkLst>
        </pc:spChg>
        <pc:spChg chg="mod">
          <ac:chgData name="Yu, Harry" userId="d07dd713-323b-41c6-b24d-c18be50fb4fc" providerId="ADAL" clId="{196D0870-A10A-40F5-A791-3C67912576F2}" dt="2020-10-12T05:04:41.187" v="8059" actId="1076"/>
          <ac:spMkLst>
            <pc:docMk/>
            <pc:sldMk cId="3675676484" sldId="387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2T05:05:51.307" v="8108" actId="20577"/>
          <ac:spMkLst>
            <pc:docMk/>
            <pc:sldMk cId="3675676484" sldId="387"/>
            <ac:spMk id="7" creationId="{E979D3E5-B107-4EED-9369-B2A655B62703}"/>
          </ac:spMkLst>
        </pc:spChg>
        <pc:graphicFrameChg chg="add del">
          <ac:chgData name="Yu, Harry" userId="d07dd713-323b-41c6-b24d-c18be50fb4fc" providerId="ADAL" clId="{196D0870-A10A-40F5-A791-3C67912576F2}" dt="2020-10-12T03:17:52.688" v="7808" actId="3680"/>
          <ac:graphicFrameMkLst>
            <pc:docMk/>
            <pc:sldMk cId="3675676484" sldId="387"/>
            <ac:graphicFrameMk id="2" creationId="{E6DF603C-B816-4FB6-8886-CCF315E570C8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12T01:36:09.240" v="7804" actId="207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1:37:19.715" v="7805"/>
        <pc:sldMkLst>
          <pc:docMk/>
          <pc:sldMk cId="3933054710" sldId="388"/>
        </pc:sldMkLst>
        <pc:spChg chg="mod">
          <ac:chgData name="Yu, Harry" userId="d07dd713-323b-41c6-b24d-c18be50fb4fc" providerId="ADAL" clId="{196D0870-A10A-40F5-A791-3C67912576F2}" dt="2020-10-12T01:37:19.715" v="7805"/>
          <ac:spMkLst>
            <pc:docMk/>
            <pc:sldMk cId="3933054710" sldId="388"/>
            <ac:spMk id="4" creationId="{1567C550-8534-4752-A750-4145E9563059}"/>
          </ac:spMkLst>
        </pc:spChg>
      </pc:sldChg>
      <pc:sldChg chg="add del">
        <pc:chgData name="Yu, Harry" userId="d07dd713-323b-41c6-b24d-c18be50fb4fc" providerId="ADAL" clId="{196D0870-A10A-40F5-A791-3C67912576F2}" dt="2020-10-12T03:18:01.404" v="7810"/>
        <pc:sldMkLst>
          <pc:docMk/>
          <pc:sldMk cId="250960633" sldId="389"/>
        </pc:sldMkLst>
      </pc:sldChg>
      <pc:sldChg chg="addSp delSp modSp add ord">
        <pc:chgData name="Yu, Harry" userId="d07dd713-323b-41c6-b24d-c18be50fb4fc" providerId="ADAL" clId="{196D0870-A10A-40F5-A791-3C67912576F2}" dt="2020-10-12T05:02:32.027" v="8001"/>
        <pc:sldMkLst>
          <pc:docMk/>
          <pc:sldMk cId="4023221386" sldId="389"/>
        </pc:sldMkLst>
        <pc:spChg chg="mod">
          <ac:chgData name="Yu, Harry" userId="d07dd713-323b-41c6-b24d-c18be50fb4fc" providerId="ADAL" clId="{196D0870-A10A-40F5-A791-3C67912576F2}" dt="2020-10-12T05:02:32.027" v="8001"/>
          <ac:spMkLst>
            <pc:docMk/>
            <pc:sldMk cId="4023221386" sldId="389"/>
            <ac:spMk id="2" creationId="{FFC8ED2D-44AD-4566-888E-BED91AAFEFCD}"/>
          </ac:spMkLst>
        </pc:spChg>
        <pc:spChg chg="del">
          <ac:chgData name="Yu, Harry" userId="d07dd713-323b-41c6-b24d-c18be50fb4fc" providerId="ADAL" clId="{196D0870-A10A-40F5-A791-3C67912576F2}" dt="2020-10-12T03:18:15.232" v="7814" actId="478"/>
          <ac:spMkLst>
            <pc:docMk/>
            <pc:sldMk cId="4023221386" sldId="389"/>
            <ac:spMk id="3" creationId="{95503911-D4EE-4A70-82F7-B811E86F2BFF}"/>
          </ac:spMkLst>
        </pc:spChg>
        <pc:spChg chg="del">
          <ac:chgData name="Yu, Harry" userId="d07dd713-323b-41c6-b24d-c18be50fb4fc" providerId="ADAL" clId="{196D0870-A10A-40F5-A791-3C67912576F2}" dt="2020-10-12T03:18:12.388" v="7813" actId="478"/>
          <ac:spMkLst>
            <pc:docMk/>
            <pc:sldMk cId="4023221386" sldId="389"/>
            <ac:spMk id="4" creationId="{04610164-2380-4DB6-8F9B-6F6ABE37FDD2}"/>
          </ac:spMkLst>
        </pc:spChg>
        <pc:graphicFrameChg chg="add mod modGraphic">
          <ac:chgData name="Yu, Harry" userId="d07dd713-323b-41c6-b24d-c18be50fb4fc" providerId="ADAL" clId="{196D0870-A10A-40F5-A791-3C67912576F2}" dt="2020-10-12T05:01:15.577" v="7993" actId="20577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ord">
        <pc:chgData name="Yu, Harry" userId="d07dd713-323b-41c6-b24d-c18be50fb4fc" providerId="ADAL" clId="{196D0870-A10A-40F5-A791-3C67912576F2}" dt="2020-11-05T00:21:36.227" v="12720" actId="20577"/>
        <pc:sldMkLst>
          <pc:docMk/>
          <pc:sldMk cId="1891120556" sldId="390"/>
        </pc:sldMkLst>
        <pc:spChg chg="mod">
          <ac:chgData name="Yu, Harry" userId="d07dd713-323b-41c6-b24d-c18be50fb4fc" providerId="ADAL" clId="{196D0870-A10A-40F5-A791-3C67912576F2}" dt="2020-10-12T05:02:27.511" v="7999"/>
          <ac:spMkLst>
            <pc:docMk/>
            <pc:sldMk cId="1891120556" sldId="390"/>
            <ac:spMk id="2" creationId="{FFC8ED2D-44AD-4566-888E-BED91AAFEFCD}"/>
          </ac:spMkLst>
        </pc:spChg>
        <pc:graphicFrameChg chg="modGraphic">
          <ac:chgData name="Yu, Harry" userId="d07dd713-323b-41c6-b24d-c18be50fb4fc" providerId="ADAL" clId="{196D0870-A10A-40F5-A791-3C67912576F2}" dt="2020-11-05T00:21:36.227" v="12720" actId="20577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2:37.550" v="8003"/>
        <pc:sldMkLst>
          <pc:docMk/>
          <pc:sldMk cId="1220728675" sldId="391"/>
        </pc:sldMkLst>
        <pc:spChg chg="mod">
          <ac:chgData name="Yu, Harry" userId="d07dd713-323b-41c6-b24d-c18be50fb4fc" providerId="ADAL" clId="{196D0870-A10A-40F5-A791-3C67912576F2}" dt="2020-10-12T05:02:37.550" v="8003"/>
          <ac:spMkLst>
            <pc:docMk/>
            <pc:sldMk cId="1220728675" sldId="391"/>
            <ac:spMk id="2" creationId="{FFC8ED2D-44AD-4566-888E-BED91AAFEFCD}"/>
          </ac:spMkLst>
        </pc:spChg>
        <pc:graphicFrameChg chg="mod modGraphic">
          <ac:chgData name="Yu, Harry" userId="d07dd713-323b-41c6-b24d-c18be50fb4fc" providerId="ADAL" clId="{196D0870-A10A-40F5-A791-3C67912576F2}" dt="2020-10-12T05:02:14.158" v="7997" actId="20577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7:22.186" v="8109"/>
        <pc:sldMkLst>
          <pc:docMk/>
          <pc:sldMk cId="3818488837" sldId="392"/>
        </pc:sldMkLst>
        <pc:spChg chg="mod">
          <ac:chgData name="Yu, Harry" userId="d07dd713-323b-41c6-b24d-c18be50fb4fc" providerId="ADAL" clId="{196D0870-A10A-40F5-A791-3C67912576F2}" dt="2020-10-12T05:07:22.186" v="8109"/>
          <ac:spMkLst>
            <pc:docMk/>
            <pc:sldMk cId="3818488837" sldId="392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10-12T05:58:13.930" v="8226" actId="20577"/>
        <pc:sldMkLst>
          <pc:docMk/>
          <pc:sldMk cId="20146493" sldId="393"/>
        </pc:sldMkLst>
        <pc:spChg chg="mod">
          <ac:chgData name="Yu, Harry" userId="d07dd713-323b-41c6-b24d-c18be50fb4fc" providerId="ADAL" clId="{196D0870-A10A-40F5-A791-3C67912576F2}" dt="2020-10-12T05:58:13.930" v="8226" actId="20577"/>
          <ac:spMkLst>
            <pc:docMk/>
            <pc:sldMk cId="20146493" sldId="393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10-12T05:10:37.726" v="8117" actId="478"/>
          <ac:spMkLst>
            <pc:docMk/>
            <pc:sldMk cId="20146493" sldId="393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196D0870-A10A-40F5-A791-3C67912576F2}" dt="2020-10-12T05:17:06.086" v="8145" actId="20577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8:18.532" v="8227" actId="20577"/>
        <pc:sldMkLst>
          <pc:docMk/>
          <pc:sldMk cId="1885818837" sldId="394"/>
        </pc:sldMkLst>
        <pc:spChg chg="mod">
          <ac:chgData name="Yu, Harry" userId="d07dd713-323b-41c6-b24d-c18be50fb4fc" providerId="ADAL" clId="{196D0870-A10A-40F5-A791-3C67912576F2}" dt="2020-10-12T05:58:18.532" v="8227" actId="20577"/>
          <ac:spMkLst>
            <pc:docMk/>
            <pc:sldMk cId="1885818837" sldId="39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25:12.382" v="8188" actId="20577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196D0870-A10A-40F5-A791-3C67912576F2}" dt="2020-10-12T05:25:33.616" v="8189" actId="2696"/>
        <pc:sldMkLst>
          <pc:docMk/>
          <pc:sldMk cId="3452057254" sldId="395"/>
        </pc:sldMkLst>
      </pc:sldChg>
      <pc:sldChg chg="modSp">
        <pc:chgData name="Yu, Harry" userId="d07dd713-323b-41c6-b24d-c18be50fb4fc" providerId="ADAL" clId="{196D0870-A10A-40F5-A791-3C67912576F2}" dt="2020-10-12T05:58:23.930" v="8228" actId="20577"/>
        <pc:sldMkLst>
          <pc:docMk/>
          <pc:sldMk cId="3029800416" sldId="396"/>
        </pc:sldMkLst>
        <pc:spChg chg="mod">
          <ac:chgData name="Yu, Harry" userId="d07dd713-323b-41c6-b24d-c18be50fb4fc" providerId="ADAL" clId="{196D0870-A10A-40F5-A791-3C67912576F2}" dt="2020-10-12T05:58:23.930" v="8228" actId="20577"/>
          <ac:spMkLst>
            <pc:docMk/>
            <pc:sldMk cId="3029800416" sldId="39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57:36.589" v="8225" actId="207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9:48.910" v="8245" actId="20577"/>
        <pc:sldMkLst>
          <pc:docMk/>
          <pc:sldMk cId="2484212312" sldId="397"/>
        </pc:sldMkLst>
        <pc:spChg chg="mod">
          <ac:chgData name="Yu, Harry" userId="d07dd713-323b-41c6-b24d-c18be50fb4fc" providerId="ADAL" clId="{196D0870-A10A-40F5-A791-3C67912576F2}" dt="2020-10-12T05:59:48.910" v="8245" actId="20577"/>
          <ac:spMkLst>
            <pc:docMk/>
            <pc:sldMk cId="2484212312" sldId="39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2T06:15:47.545" v="8326" actId="20577"/>
        <pc:sldMkLst>
          <pc:docMk/>
          <pc:sldMk cId="4033781814" sldId="398"/>
        </pc:sldMkLst>
        <pc:spChg chg="mod">
          <ac:chgData name="Yu, Harry" userId="d07dd713-323b-41c6-b24d-c18be50fb4fc" providerId="ADAL" clId="{196D0870-A10A-40F5-A791-3C67912576F2}" dt="2020-10-12T06:15:47.545" v="8326" actId="20577"/>
          <ac:spMkLst>
            <pc:docMk/>
            <pc:sldMk cId="4033781814" sldId="39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06:11.335" v="8280" actId="20577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15:52.602" v="8327" actId="20577"/>
        <pc:sldMkLst>
          <pc:docMk/>
          <pc:sldMk cId="1399147271" sldId="399"/>
        </pc:sldMkLst>
        <pc:spChg chg="mod">
          <ac:chgData name="Yu, Harry" userId="d07dd713-323b-41c6-b24d-c18be50fb4fc" providerId="ADAL" clId="{196D0870-A10A-40F5-A791-3C67912576F2}" dt="2020-10-12T06:15:52.602" v="8327" actId="20577"/>
          <ac:spMkLst>
            <pc:docMk/>
            <pc:sldMk cId="1399147271" sldId="39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15:39.996" v="8325" actId="207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2T06:29:26.105" v="8781" actId="113"/>
        <pc:sldMkLst>
          <pc:docMk/>
          <pc:sldMk cId="2963989402" sldId="400"/>
        </pc:sldMkLst>
        <pc:spChg chg="add mod">
          <ac:chgData name="Yu, Harry" userId="d07dd713-323b-41c6-b24d-c18be50fb4fc" providerId="ADAL" clId="{196D0870-A10A-40F5-A791-3C67912576F2}" dt="2020-10-12T06:29:26.105" v="8781" actId="113"/>
          <ac:spMkLst>
            <pc:docMk/>
            <pc:sldMk cId="2963989402" sldId="400"/>
            <ac:spMk id="4" creationId="{06C3FB2C-3E91-4E40-84F6-2E3C27F2154B}"/>
          </ac:spMkLst>
        </pc:spChg>
        <pc:spChg chg="mod">
          <ac:chgData name="Yu, Harry" userId="d07dd713-323b-41c6-b24d-c18be50fb4fc" providerId="ADAL" clId="{196D0870-A10A-40F5-A791-3C67912576F2}" dt="2020-10-12T06:15:59.842" v="8330" actId="20577"/>
          <ac:spMkLst>
            <pc:docMk/>
            <pc:sldMk cId="2963989402" sldId="40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25:05.995" v="8399" actId="20577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33:44.378" v="8797" actId="207"/>
        <pc:sldMkLst>
          <pc:docMk/>
          <pc:sldMk cId="4220464762" sldId="401"/>
        </pc:sldMkLst>
        <pc:spChg chg="mod">
          <ac:chgData name="Yu, Harry" userId="d07dd713-323b-41c6-b24d-c18be50fb4fc" providerId="ADAL" clId="{196D0870-A10A-40F5-A791-3C67912576F2}" dt="2020-10-12T06:16:06.921" v="8333" actId="20577"/>
          <ac:spMkLst>
            <pc:docMk/>
            <pc:sldMk cId="4220464762" sldId="40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33:44.378" v="8797" actId="207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4:24.783" v="10387" actId="20577"/>
        <pc:sldMkLst>
          <pc:docMk/>
          <pc:sldMk cId="723533408" sldId="402"/>
        </pc:sldMkLst>
        <pc:spChg chg="mod">
          <ac:chgData name="Yu, Harry" userId="d07dd713-323b-41c6-b24d-c18be50fb4fc" providerId="ADAL" clId="{196D0870-A10A-40F5-A791-3C67912576F2}" dt="2020-10-19T05:11:59.819" v="9596"/>
          <ac:spMkLst>
            <pc:docMk/>
            <pc:sldMk cId="723533408" sldId="402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19T06:44:24.783" v="10387" actId="20577"/>
          <ac:spMkLst>
            <pc:docMk/>
            <pc:sldMk cId="723533408" sldId="402"/>
            <ac:spMk id="3" creationId="{96457946-1483-4C9A-8FE4-A2862E3EFF3F}"/>
          </ac:spMkLst>
        </pc:spChg>
        <pc:spChg chg="del">
          <ac:chgData name="Yu, Harry" userId="d07dd713-323b-41c6-b24d-c18be50fb4fc" providerId="ADAL" clId="{196D0870-A10A-40F5-A791-3C67912576F2}" dt="2020-10-16T06:59:15.673" v="8902" actId="478"/>
          <ac:spMkLst>
            <pc:docMk/>
            <pc:sldMk cId="723533408" sldId="402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16T06:59:23.494" v="8903" actId="478"/>
          <ac:spMkLst>
            <pc:docMk/>
            <pc:sldMk cId="723533408" sldId="402"/>
            <ac:spMk id="6" creationId="{D5A259F3-86D1-4963-9E0A-6C3E7516F7F8}"/>
          </ac:spMkLst>
        </pc:spChg>
      </pc:sldChg>
      <pc:sldChg chg="addSp delSp modSp add">
        <pc:chgData name="Yu, Harry" userId="d07dd713-323b-41c6-b24d-c18be50fb4fc" providerId="ADAL" clId="{196D0870-A10A-40F5-A791-3C67912576F2}" dt="2020-10-22T04:39:39.079" v="12519"/>
        <pc:sldMkLst>
          <pc:docMk/>
          <pc:sldMk cId="3004043700" sldId="403"/>
        </pc:sldMkLst>
        <pc:spChg chg="mod">
          <ac:chgData name="Yu, Harry" userId="d07dd713-323b-41c6-b24d-c18be50fb4fc" providerId="ADAL" clId="{196D0870-A10A-40F5-A791-3C67912576F2}" dt="2020-10-22T03:57:25.806" v="11175" actId="20577"/>
          <ac:spMkLst>
            <pc:docMk/>
            <pc:sldMk cId="3004043700" sldId="403"/>
            <ac:spMk id="2" creationId="{ED55F549-94FF-4DE8-832C-177E57CD6E9A}"/>
          </ac:spMkLst>
        </pc:spChg>
        <pc:spChg chg="mod">
          <ac:chgData name="Yu, Harry" userId="d07dd713-323b-41c6-b24d-c18be50fb4fc" providerId="ADAL" clId="{196D0870-A10A-40F5-A791-3C67912576F2}" dt="2020-10-22T04:34:59.274" v="12518" actId="20577"/>
          <ac:spMkLst>
            <pc:docMk/>
            <pc:sldMk cId="3004043700" sldId="403"/>
            <ac:spMk id="3" creationId="{C94C0357-C34C-461F-A62D-2F636771AEF4}"/>
          </ac:spMkLst>
        </pc:spChg>
        <pc:spChg chg="del">
          <ac:chgData name="Yu, Harry" userId="d07dd713-323b-41c6-b24d-c18be50fb4fc" providerId="ADAL" clId="{196D0870-A10A-40F5-A791-3C67912576F2}" dt="2020-10-22T03:57:21.014" v="11172" actId="478"/>
          <ac:spMkLst>
            <pc:docMk/>
            <pc:sldMk cId="3004043700" sldId="403"/>
            <ac:spMk id="4" creationId="{7CEE157C-C9A8-480B-B036-65306144D99B}"/>
          </ac:spMkLst>
        </pc:spChg>
        <pc:spChg chg="add">
          <ac:chgData name="Yu, Harry" userId="d07dd713-323b-41c6-b24d-c18be50fb4fc" providerId="ADAL" clId="{196D0870-A10A-40F5-A791-3C67912576F2}" dt="2020-10-22T04:39:39.079" v="12519"/>
          <ac:spMkLst>
            <pc:docMk/>
            <pc:sldMk cId="3004043700" sldId="403"/>
            <ac:spMk id="6" creationId="{129C9198-1C62-4DB1-85C2-DC41B8111A85}"/>
          </ac:spMkLst>
        </pc:spChg>
        <pc:picChg chg="add mod">
          <ac:chgData name="Yu, Harry" userId="d07dd713-323b-41c6-b24d-c18be50fb4fc" providerId="ADAL" clId="{196D0870-A10A-40F5-A791-3C67912576F2}" dt="2020-10-22T03:59:37.413" v="11183" actId="14100"/>
          <ac:picMkLst>
            <pc:docMk/>
            <pc:sldMk cId="3004043700" sldId="403"/>
            <ac:picMk id="1026" creationId="{9107FF16-6CB8-4839-90F3-C9651F23535F}"/>
          </ac:picMkLst>
        </pc:picChg>
      </pc:sldChg>
      <pc:sldMasterChg chg="modSp modSldLayout">
        <pc:chgData name="Yu, Harry" userId="d07dd713-323b-41c6-b24d-c18be50fb4fc" providerId="ADAL" clId="{196D0870-A10A-40F5-A791-3C67912576F2}" dt="2020-09-24T04:30:17.205" v="49"/>
        <pc:sldMasterMkLst>
          <pc:docMk/>
          <pc:sldMasterMk cId="0" sldId="2147483648"/>
        </pc:sldMasterMkLst>
        <pc:spChg chg="mod">
          <ac:chgData name="Yu, Harry" userId="d07dd713-323b-41c6-b24d-c18be50fb4fc" providerId="ADAL" clId="{196D0870-A10A-40F5-A791-3C67912576F2}" dt="2020-09-24T04:30:17.205" v="49"/>
          <ac:spMkLst>
            <pc:docMk/>
            <pc:sldMasterMk cId="0" sldId="2147483648"/>
            <ac:spMk id="2" creationId="{6D33D527-2918-4752-A9A7-0BDBA010BB39}"/>
          </ac:spMkLst>
        </pc:spChg>
        <pc:spChg chg="mod">
          <ac:chgData name="Yu, Harry" userId="d07dd713-323b-41c6-b24d-c18be50fb4fc" providerId="ADAL" clId="{196D0870-A10A-40F5-A791-3C67912576F2}" dt="2020-09-24T04:27:30.390" v="47" actId="1076"/>
          <ac:spMkLst>
            <pc:docMk/>
            <pc:sldMasterMk cId="0" sldId="2147483648"/>
            <ac:spMk id="11" creationId="{1C80E488-8534-4743-924A-62CA17A7A192}"/>
          </ac:spMkLst>
        </pc:sp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848009137" sldId="2147483723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848009137" sldId="2147483723"/>
              <ac:spMk id="14" creationId="{5C1E74A4-2107-4448-BA31-9630404A452B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3163764267" sldId="2147483744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3163764267" sldId="2147483744"/>
              <ac:spMk id="8" creationId="{52E60B70-5DF3-4398-B558-301661292DF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11115880" sldId="2147483746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11115880" sldId="2147483746"/>
              <ac:spMk id="13" creationId="{ED4D76E8-466A-4C06-9261-BDE1AA914749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069130286" sldId="2147483747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069130286" sldId="2147483747"/>
              <ac:spMk id="15" creationId="{68A864FA-3818-4931-B452-798F1E7F5A67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659977097" sldId="214748376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659977097" sldId="2147483761"/>
              <ac:spMk id="12" creationId="{EBD06FF7-C66A-4B8C-9693-1423A8337983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06316103" sldId="2147483768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06316103" sldId="2147483768"/>
              <ac:spMk id="15" creationId="{431659E3-0873-4033-A7E2-31DB4A07B08A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929401118" sldId="2147483769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929401118" sldId="2147483769"/>
              <ac:spMk id="19" creationId="{D5D8740F-FED9-4D14-9DF3-3BA84ADF820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721394469" sldId="214748377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721394469" sldId="2147483771"/>
              <ac:spMk id="23" creationId="{3C3544D4-6B59-4B11-BC0E-2FD48F693641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75472773" sldId="2147483772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75472773" sldId="2147483772"/>
              <ac:spMk id="22" creationId="{8D716FF7-59F9-414F-85CD-8E23360D2B4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4037652969" sldId="2147483780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4037652969" sldId="2147483780"/>
              <ac:spMk id="8" creationId="{41A778AB-F6EC-4101-87E6-DECF7944E661}"/>
            </ac:spMkLst>
          </pc:spChg>
        </pc:sldLayoutChg>
      </pc:sldMasterChg>
    </pc:docChg>
  </pc:docChgLst>
  <pc:docChgLst>
    <pc:chgData name="Yu, Harry" userId="d07dd713-323b-41c6-b24d-c18be50fb4fc" providerId="ADAL" clId="{D83F0C2C-D676-425D-B92E-9A88DAD47D68}"/>
    <pc:docChg chg="custSel modSld">
      <pc:chgData name="Yu, Harry" userId="d07dd713-323b-41c6-b24d-c18be50fb4fc" providerId="ADAL" clId="{D83F0C2C-D676-425D-B92E-9A88DAD47D68}" dt="2021-11-01T05:42:06.395" v="282" actId="20577"/>
      <pc:docMkLst>
        <pc:docMk/>
      </pc:docMkLst>
      <pc:sldChg chg="delSp mod">
        <pc:chgData name="Yu, Harry" userId="d07dd713-323b-41c6-b24d-c18be50fb4fc" providerId="ADAL" clId="{D83F0C2C-D676-425D-B92E-9A88DAD47D68}" dt="2021-11-01T05:39:28.097" v="0" actId="478"/>
        <pc:sldMkLst>
          <pc:docMk/>
          <pc:sldMk cId="914646431" sldId="368"/>
        </pc:sldMkLst>
        <pc:spChg chg="del">
          <ac:chgData name="Yu, Harry" userId="d07dd713-323b-41c6-b24d-c18be50fb4fc" providerId="ADAL" clId="{D83F0C2C-D676-425D-B92E-9A88DAD47D68}" dt="2021-11-01T05:39:28.097" v="0" actId="478"/>
          <ac:spMkLst>
            <pc:docMk/>
            <pc:sldMk cId="914646431" sldId="368"/>
            <ac:spMk id="3" creationId="{EA58FA56-130E-4D6D-A0F3-D10C0C15DD3F}"/>
          </ac:spMkLst>
        </pc:spChg>
      </pc:sldChg>
      <pc:sldChg chg="modSp mod">
        <pc:chgData name="Yu, Harry" userId="d07dd713-323b-41c6-b24d-c18be50fb4fc" providerId="ADAL" clId="{D83F0C2C-D676-425D-B92E-9A88DAD47D68}" dt="2021-11-01T05:42:06.395" v="282" actId="20577"/>
        <pc:sldMkLst>
          <pc:docMk/>
          <pc:sldMk cId="2549360784" sldId="429"/>
        </pc:sldMkLst>
        <pc:spChg chg="mod">
          <ac:chgData name="Yu, Harry" userId="d07dd713-323b-41c6-b24d-c18be50fb4fc" providerId="ADAL" clId="{D83F0C2C-D676-425D-B92E-9A88DAD47D68}" dt="2021-11-01T05:42:06.395" v="282" actId="20577"/>
          <ac:spMkLst>
            <pc:docMk/>
            <pc:sldMk cId="2549360784" sldId="429"/>
            <ac:spMk id="2" creationId="{04417B0E-2535-41CF-BF65-EDAC494977E0}"/>
          </ac:spMkLst>
        </pc:spChg>
      </pc:sldChg>
    </pc:docChg>
  </pc:docChgLst>
  <pc:docChgLst>
    <pc:chgData name="Yu, Harry" userId="d07dd713-323b-41c6-b24d-c18be50fb4fc" providerId="ADAL" clId="{F08C8037-C502-4E6D-8951-FBC0DBE5BF1B}"/>
    <pc:docChg chg="undo redo custSel addSld delSld modSld sldOrd">
      <pc:chgData name="Yu, Harry" userId="d07dd713-323b-41c6-b24d-c18be50fb4fc" providerId="ADAL" clId="{F08C8037-C502-4E6D-8951-FBC0DBE5BF1B}" dt="2021-09-16T06:13:24.393" v="4621" actId="20577"/>
      <pc:docMkLst>
        <pc:docMk/>
      </pc:docMkLst>
      <pc:sldChg chg="modSp mod">
        <pc:chgData name="Yu, Harry" userId="d07dd713-323b-41c6-b24d-c18be50fb4fc" providerId="ADAL" clId="{F08C8037-C502-4E6D-8951-FBC0DBE5BF1B}" dt="2021-07-30T06:56:42.379" v="15" actId="20577"/>
        <pc:sldMkLst>
          <pc:docMk/>
          <pc:sldMk cId="2086400740" sldId="256"/>
        </pc:sldMkLst>
        <pc:spChg chg="mod">
          <ac:chgData name="Yu, Harry" userId="d07dd713-323b-41c6-b24d-c18be50fb4fc" providerId="ADAL" clId="{F08C8037-C502-4E6D-8951-FBC0DBE5BF1B}" dt="2021-07-30T06:56:32.261" v="7" actId="20577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Yu, Harry" userId="d07dd713-323b-41c6-b24d-c18be50fb4fc" providerId="ADAL" clId="{F08C8037-C502-4E6D-8951-FBC0DBE5BF1B}" dt="2021-07-30T06:56:42.379" v="15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Yu, Harry" userId="d07dd713-323b-41c6-b24d-c18be50fb4fc" providerId="ADAL" clId="{F08C8037-C502-4E6D-8951-FBC0DBE5BF1B}" dt="2021-08-09T02:06:30.873" v="634" actId="20577"/>
        <pc:sldMkLst>
          <pc:docMk/>
          <pc:sldMk cId="1970846983" sldId="346"/>
        </pc:sldMkLst>
        <pc:spChg chg="mod">
          <ac:chgData name="Yu, Harry" userId="d07dd713-323b-41c6-b24d-c18be50fb4fc" providerId="ADAL" clId="{F08C8037-C502-4E6D-8951-FBC0DBE5BF1B}" dt="2021-08-09T02:06:30.873" v="634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F08C8037-C502-4E6D-8951-FBC0DBE5BF1B}" dt="2021-08-09T02:04:51.540" v="561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modSp del mod">
        <pc:chgData name="Yu, Harry" userId="d07dd713-323b-41c6-b24d-c18be50fb4fc" providerId="ADAL" clId="{F08C8037-C502-4E6D-8951-FBC0DBE5BF1B}" dt="2021-07-30T07:29:33.142" v="50" actId="47"/>
        <pc:sldMkLst>
          <pc:docMk/>
          <pc:sldMk cId="1720989735" sldId="347"/>
        </pc:sldMkLst>
        <pc:graphicFrameChg chg="mod modGraphic">
          <ac:chgData name="Yu, Harry" userId="d07dd713-323b-41c6-b24d-c18be50fb4fc" providerId="ADAL" clId="{F08C8037-C502-4E6D-8951-FBC0DBE5BF1B}" dt="2021-07-30T07:28:21.727" v="49" actId="108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047594624" sldId="348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430307301" sldId="349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2694536849" sldId="350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744400410" sldId="351"/>
        </pc:sldMkLst>
      </pc:sldChg>
      <pc:sldChg chg="modSp del">
        <pc:chgData name="Yu, Harry" userId="d07dd713-323b-41c6-b24d-c18be50fb4fc" providerId="ADAL" clId="{F08C8037-C502-4E6D-8951-FBC0DBE5BF1B}" dt="2021-08-06T08:17:04.461" v="496" actId="47"/>
        <pc:sldMkLst>
          <pc:docMk/>
          <pc:sldMk cId="20239079" sldId="352"/>
        </pc:sldMkLst>
        <pc:spChg chg="mod">
          <ac:chgData name="Yu, Harry" userId="d07dd713-323b-41c6-b24d-c18be50fb4fc" providerId="ADAL" clId="{F08C8037-C502-4E6D-8951-FBC0DBE5BF1B}" dt="2021-08-05T08:30:47.882" v="395"/>
          <ac:spMkLst>
            <pc:docMk/>
            <pc:sldMk cId="20239079" sldId="352"/>
            <ac:spMk id="8" creationId="{F49B172A-BAE7-4B0D-8D1C-5E422BCB57BD}"/>
          </ac:spMkLst>
        </pc:spChg>
      </pc:sldChg>
      <pc:sldChg chg="addSp modSp mod">
        <pc:chgData name="Yu, Harry" userId="d07dd713-323b-41c6-b24d-c18be50fb4fc" providerId="ADAL" clId="{F08C8037-C502-4E6D-8951-FBC0DBE5BF1B}" dt="2021-08-24T00:23:22.995" v="4301" actId="20577"/>
        <pc:sldMkLst>
          <pc:docMk/>
          <pc:sldMk cId="2793958940" sldId="354"/>
        </pc:sldMkLst>
        <pc:spChg chg="add mod">
          <ac:chgData name="Yu, Harry" userId="d07dd713-323b-41c6-b24d-c18be50fb4fc" providerId="ADAL" clId="{F08C8037-C502-4E6D-8951-FBC0DBE5BF1B}" dt="2021-08-24T00:23:22.995" v="4301" actId="20577"/>
          <ac:spMkLst>
            <pc:docMk/>
            <pc:sldMk cId="2793958940" sldId="354"/>
            <ac:spMk id="4" creationId="{546F09EE-FEAD-4FF4-800B-158D6A164333}"/>
          </ac:spMkLst>
        </pc:spChg>
        <pc:spChg chg="mod">
          <ac:chgData name="Yu, Harry" userId="d07dd713-323b-41c6-b24d-c18be50fb4fc" providerId="ADAL" clId="{F08C8037-C502-4E6D-8951-FBC0DBE5BF1B}" dt="2021-08-09T02:41:23.132" v="943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5T08:31:06.805" v="396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1265383617" sldId="356"/>
        </pc:sldMkLst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516112021" sldId="357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762571728" sldId="359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738908870" sldId="361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803848135" sldId="362"/>
        </pc:sldMkLst>
      </pc:sldChg>
      <pc:sldChg chg="ord">
        <pc:chgData name="Yu, Harry" userId="d07dd713-323b-41c6-b24d-c18be50fb4fc" providerId="ADAL" clId="{F08C8037-C502-4E6D-8951-FBC0DBE5BF1B}" dt="2021-07-30T08:46:48.605" v="204"/>
        <pc:sldMkLst>
          <pc:docMk/>
          <pc:sldMk cId="830645897" sldId="363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2483991268" sldId="364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4124176753" sldId="365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291149336" sldId="366"/>
        </pc:sldMkLst>
      </pc:sldChg>
      <pc:sldChg chg="ord">
        <pc:chgData name="Yu, Harry" userId="d07dd713-323b-41c6-b24d-c18be50fb4fc" providerId="ADAL" clId="{F08C8037-C502-4E6D-8951-FBC0DBE5BF1B}" dt="2021-08-04T06:36:21.500" v="276"/>
        <pc:sldMkLst>
          <pc:docMk/>
          <pc:sldMk cId="2886081286" sldId="367"/>
        </pc:sldMkLst>
      </pc:sldChg>
      <pc:sldChg chg="addSp delSp modSp mod">
        <pc:chgData name="Yu, Harry" userId="d07dd713-323b-41c6-b24d-c18be50fb4fc" providerId="ADAL" clId="{F08C8037-C502-4E6D-8951-FBC0DBE5BF1B}" dt="2021-09-09T03:28:56.933" v="4610" actId="207"/>
        <pc:sldMkLst>
          <pc:docMk/>
          <pc:sldMk cId="914646431" sldId="368"/>
        </pc:sldMkLst>
        <pc:spChg chg="add del mod">
          <ac:chgData name="Yu, Harry" userId="d07dd713-323b-41c6-b24d-c18be50fb4fc" providerId="ADAL" clId="{F08C8037-C502-4E6D-8951-FBC0DBE5BF1B}" dt="2021-09-09T03:28:08.334" v="4583" actId="478"/>
          <ac:spMkLst>
            <pc:docMk/>
            <pc:sldMk cId="914646431" sldId="368"/>
            <ac:spMk id="2" creationId="{D3A62DCA-53DA-4704-ABCE-E08B6A040B2E}"/>
          </ac:spMkLst>
        </pc:spChg>
        <pc:spChg chg="add mod">
          <ac:chgData name="Yu, Harry" userId="d07dd713-323b-41c6-b24d-c18be50fb4fc" providerId="ADAL" clId="{F08C8037-C502-4E6D-8951-FBC0DBE5BF1B}" dt="2021-09-09T03:28:56.933" v="4610" actId="207"/>
          <ac:spMkLst>
            <pc:docMk/>
            <pc:sldMk cId="914646431" sldId="368"/>
            <ac:spMk id="3" creationId="{EA58FA56-130E-4D6D-A0F3-D10C0C15DD3F}"/>
          </ac:spMkLst>
        </pc:spChg>
        <pc:spChg chg="mod">
          <ac:chgData name="Yu, Harry" userId="d07dd713-323b-41c6-b24d-c18be50fb4fc" providerId="ADAL" clId="{F08C8037-C502-4E6D-8951-FBC0DBE5BF1B}" dt="2021-08-10T05:38:13.660" v="1766" actId="2057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F08C8037-C502-4E6D-8951-FBC0DBE5BF1B}" dt="2021-08-10T05:38:56.858" v="1837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">
          <ac:chgData name="Yu, Harry" userId="d07dd713-323b-41c6-b24d-c18be50fb4fc" providerId="ADAL" clId="{F08C8037-C502-4E6D-8951-FBC0DBE5BF1B}" dt="2021-08-05T09:05:18.534" v="440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9:23:31.821" v="454" actId="47"/>
        <pc:sldMkLst>
          <pc:docMk/>
          <pc:sldMk cId="3718417336" sldId="36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43.127" v="494" actId="47"/>
        <pc:sldMkLst>
          <pc:docMk/>
          <pc:sldMk cId="332865271" sldId="37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01221291" sldId="37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777599342" sldId="372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1828527808" sldId="373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2145281802" sldId="374"/>
        </pc:sldMkLst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4193153865" sldId="375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741195623" sldId="37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743268" sldId="377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68215363" sldId="378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400289930" sldId="379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634231022" sldId="38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7:58:39.026" v="326"/>
        <pc:sldMkLst>
          <pc:docMk/>
          <pc:sldMk cId="224488440" sldId="381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386074264" sldId="382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106017697" sldId="383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05:46.725" v="442"/>
        <pc:sldMkLst>
          <pc:docMk/>
          <pc:sldMk cId="3968152520" sldId="384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141823049" sldId="385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09894245" sldId="38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 mod ord">
        <pc:chgData name="Yu, Harry" userId="d07dd713-323b-41c6-b24d-c18be50fb4fc" providerId="ADAL" clId="{F08C8037-C502-4E6D-8951-FBC0DBE5BF1B}" dt="2021-08-24T00:17:09.968" v="4220" actId="1036"/>
        <pc:sldMkLst>
          <pc:docMk/>
          <pc:sldMk cId="3675676484" sldId="387"/>
        </pc:sldMkLst>
        <pc:spChg chg="add del mod">
          <ac:chgData name="Yu, Harry" userId="d07dd713-323b-41c6-b24d-c18be50fb4fc" providerId="ADAL" clId="{F08C8037-C502-4E6D-8951-FBC0DBE5BF1B}" dt="2021-08-09T02:07:52.516" v="654" actId="478"/>
          <ac:spMkLst>
            <pc:docMk/>
            <pc:sldMk cId="3675676484" sldId="387"/>
            <ac:spMk id="3" creationId="{78D176CB-8430-4C81-A43C-7D3BC6CAC8BC}"/>
          </ac:spMkLst>
        </pc:spChg>
        <pc:spChg chg="add mod">
          <ac:chgData name="Yu, Harry" userId="d07dd713-323b-41c6-b24d-c18be50fb4fc" providerId="ADAL" clId="{F08C8037-C502-4E6D-8951-FBC0DBE5BF1B}" dt="2021-08-24T00:17:09.968" v="4220" actId="1036"/>
          <ac:spMkLst>
            <pc:docMk/>
            <pc:sldMk cId="3675676484" sldId="387"/>
            <ac:spMk id="4" creationId="{76EB80B2-3743-4B23-8220-D0BA5623526B}"/>
          </ac:spMkLst>
        </pc:spChg>
        <pc:spChg chg="del">
          <ac:chgData name="Yu, Harry" userId="d07dd713-323b-41c6-b24d-c18be50fb4fc" providerId="ADAL" clId="{F08C8037-C502-4E6D-8951-FBC0DBE5BF1B}" dt="2021-08-09T02:07:42.245" v="651" actId="478"/>
          <ac:spMkLst>
            <pc:docMk/>
            <pc:sldMk cId="3675676484" sldId="387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02:07:49.771" v="653" actId="478"/>
          <ac:spMkLst>
            <pc:docMk/>
            <pc:sldMk cId="3675676484" sldId="387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2:07:45.849" v="652" actId="478"/>
          <ac:spMkLst>
            <pc:docMk/>
            <pc:sldMk cId="3675676484" sldId="387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02:08:05.062" v="678" actId="20577"/>
          <ac:spMkLst>
            <pc:docMk/>
            <pc:sldMk cId="3675676484" sldId="387"/>
            <ac:spMk id="8" creationId="{12673608-296C-4EF8-B666-2574FF5B5548}"/>
          </ac:spMkLst>
        </pc:spChg>
        <pc:graphicFrameChg chg="mod modGraphic">
          <ac:chgData name="Yu, Harry" userId="d07dd713-323b-41c6-b24d-c18be50fb4fc" providerId="ADAL" clId="{F08C8037-C502-4E6D-8951-FBC0DBE5BF1B}" dt="2021-08-24T00:16:47.009" v="4192" actId="1035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15:47.720" v="450"/>
        <pc:sldMkLst>
          <pc:docMk/>
          <pc:sldMk cId="3933054710" sldId="388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23221386" sldId="38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91120556" sldId="39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220728675" sldId="39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ord">
        <pc:chgData name="Yu, Harry" userId="d07dd713-323b-41c6-b24d-c18be50fb4fc" providerId="ADAL" clId="{F08C8037-C502-4E6D-8951-FBC0DBE5BF1B}" dt="2021-08-05T03:43:37.931" v="318"/>
        <pc:sldMkLst>
          <pc:docMk/>
          <pc:sldMk cId="3818488837" sldId="392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0146493" sldId="393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85818837" sldId="394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029800416" sldId="39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23:26.364" v="453"/>
        <pc:sldMkLst>
          <pc:docMk/>
          <pc:sldMk cId="2484212312" sldId="397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33781814" sldId="398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99147271" sldId="39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963989402" sldId="40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220464762" sldId="40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24T02:49:14.317" v="4376" actId="20577"/>
        <pc:sldMkLst>
          <pc:docMk/>
          <pc:sldMk cId="723533408" sldId="402"/>
        </pc:sldMkLst>
        <pc:spChg chg="mod">
          <ac:chgData name="Yu, Harry" userId="d07dd713-323b-41c6-b24d-c18be50fb4fc" providerId="ADAL" clId="{F08C8037-C502-4E6D-8951-FBC0DBE5BF1B}" dt="2021-08-24T02:49:14.317" v="4376" actId="20577"/>
          <ac:spMkLst>
            <pc:docMk/>
            <pc:sldMk cId="723533408" sldId="402"/>
            <ac:spMk id="3" creationId="{96457946-1483-4C9A-8FE4-A2862E3EFF3F}"/>
          </ac:spMkLst>
        </pc:spChg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3004043700" sldId="403"/>
        </pc:sldMkLst>
      </pc:sldChg>
      <pc:sldChg chg="delSp modSp mod">
        <pc:chgData name="Yu, Harry" userId="d07dd713-323b-41c6-b24d-c18be50fb4fc" providerId="ADAL" clId="{F08C8037-C502-4E6D-8951-FBC0DBE5BF1B}" dt="2021-08-17T05:58:58.971" v="3361" actId="20577"/>
        <pc:sldMkLst>
          <pc:docMk/>
          <pc:sldMk cId="2144906693" sldId="404"/>
        </pc:sldMkLst>
        <pc:spChg chg="mod">
          <ac:chgData name="Yu, Harry" userId="d07dd713-323b-41c6-b24d-c18be50fb4fc" providerId="ADAL" clId="{F08C8037-C502-4E6D-8951-FBC0DBE5BF1B}" dt="2021-08-17T05:58:58.971" v="3361" actId="20577"/>
          <ac:spMkLst>
            <pc:docMk/>
            <pc:sldMk cId="2144906693" sldId="404"/>
            <ac:spMk id="4" creationId="{739ED610-7AC8-45CD-BCC6-B494109E5D9F}"/>
          </ac:spMkLst>
        </pc:spChg>
        <pc:spChg chg="del">
          <ac:chgData name="Yu, Harry" userId="d07dd713-323b-41c6-b24d-c18be50fb4fc" providerId="ADAL" clId="{F08C8037-C502-4E6D-8951-FBC0DBE5BF1B}" dt="2021-08-09T02:07:01.668" v="639" actId="478"/>
          <ac:spMkLst>
            <pc:docMk/>
            <pc:sldMk cId="2144906693" sldId="404"/>
            <ac:spMk id="5" creationId="{890758CC-83DF-4863-A9EA-FE890100E4C7}"/>
          </ac:spMkLst>
        </pc:spChg>
        <pc:spChg chg="mod">
          <ac:chgData name="Yu, Harry" userId="d07dd713-323b-41c6-b24d-c18be50fb4fc" providerId="ADAL" clId="{F08C8037-C502-4E6D-8951-FBC0DBE5BF1B}" dt="2021-08-09T02:06:58.591" v="638" actId="20577"/>
          <ac:spMkLst>
            <pc:docMk/>
            <pc:sldMk cId="2144906693" sldId="40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9T02:09:52.426" v="696" actId="207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addSp delSp modSp mod modNotesTx">
        <pc:chgData name="Yu, Harry" userId="d07dd713-323b-41c6-b24d-c18be50fb4fc" providerId="ADAL" clId="{F08C8037-C502-4E6D-8951-FBC0DBE5BF1B}" dt="2021-09-16T06:13:24.393" v="4621" actId="20577"/>
        <pc:sldMkLst>
          <pc:docMk/>
          <pc:sldMk cId="3009095594" sldId="405"/>
        </pc:sldMkLst>
        <pc:spChg chg="add mod">
          <ac:chgData name="Yu, Harry" userId="d07dd713-323b-41c6-b24d-c18be50fb4fc" providerId="ADAL" clId="{F08C8037-C502-4E6D-8951-FBC0DBE5BF1B}" dt="2021-08-24T00:09:40.995" v="4046" actId="20577"/>
          <ac:spMkLst>
            <pc:docMk/>
            <pc:sldMk cId="3009095594" sldId="405"/>
            <ac:spMk id="2" creationId="{66C51D0D-1C4A-4608-BD46-150ECCEC054C}"/>
          </ac:spMkLst>
        </pc:spChg>
        <pc:spChg chg="del">
          <ac:chgData name="Yu, Harry" userId="d07dd713-323b-41c6-b24d-c18be50fb4fc" providerId="ADAL" clId="{F08C8037-C502-4E6D-8951-FBC0DBE5BF1B}" dt="2021-07-30T07:37:45.883" v="84" actId="478"/>
          <ac:spMkLst>
            <pc:docMk/>
            <pc:sldMk cId="3009095594" sldId="405"/>
            <ac:spMk id="2" creationId="{8E4E1CAD-729D-40A3-AA83-C93644CA1EF8}"/>
          </ac:spMkLst>
        </pc:spChg>
        <pc:spChg chg="add del mod">
          <ac:chgData name="Yu, Harry" userId="d07dd713-323b-41c6-b24d-c18be50fb4fc" providerId="ADAL" clId="{F08C8037-C502-4E6D-8951-FBC0DBE5BF1B}" dt="2021-08-09T02:07:15.308" v="641" actId="478"/>
          <ac:spMkLst>
            <pc:docMk/>
            <pc:sldMk cId="3009095594" sldId="405"/>
            <ac:spMk id="3" creationId="{8E135EFB-9C79-4029-ABCB-BCEAE777EF13}"/>
          </ac:spMkLst>
        </pc:spChg>
        <pc:spChg chg="del">
          <ac:chgData name="Yu, Harry" userId="d07dd713-323b-41c6-b24d-c18be50fb4fc" providerId="ADAL" clId="{F08C8037-C502-4E6D-8951-FBC0DBE5BF1B}" dt="2021-07-30T07:37:48.645" v="85" actId="478"/>
          <ac:spMkLst>
            <pc:docMk/>
            <pc:sldMk cId="3009095594" sldId="405"/>
            <ac:spMk id="5" creationId="{E64EDFB3-FFC1-4F3C-9668-8E0017D7B384}"/>
          </ac:spMkLst>
        </pc:spChg>
        <pc:spChg chg="del">
          <ac:chgData name="Yu, Harry" userId="d07dd713-323b-41c6-b24d-c18be50fb4fc" providerId="ADAL" clId="{F08C8037-C502-4E6D-8951-FBC0DBE5BF1B}" dt="2021-08-09T02:07:13.341" v="640" actId="478"/>
          <ac:spMkLst>
            <pc:docMk/>
            <pc:sldMk cId="3009095594" sldId="405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7:19.711" v="644" actId="20577"/>
          <ac:spMkLst>
            <pc:docMk/>
            <pc:sldMk cId="3009095594" sldId="405"/>
            <ac:spMk id="7" creationId="{629E619C-8B59-415A-B693-FD918BC19595}"/>
          </ac:spMkLst>
        </pc:spChg>
        <pc:spChg chg="add mod">
          <ac:chgData name="Yu, Harry" userId="d07dd713-323b-41c6-b24d-c18be50fb4fc" providerId="ADAL" clId="{F08C8037-C502-4E6D-8951-FBC0DBE5BF1B}" dt="2021-08-17T05:10:21.350" v="2701" actId="20577"/>
          <ac:spMkLst>
            <pc:docMk/>
            <pc:sldMk cId="3009095594" sldId="405"/>
            <ac:spMk id="8" creationId="{696F6F8F-FEB5-45D4-9BB9-8820763444D8}"/>
          </ac:spMkLst>
        </pc:spChg>
        <pc:spChg chg="del">
          <ac:chgData name="Yu, Harry" userId="d07dd713-323b-41c6-b24d-c18be50fb4fc" providerId="ADAL" clId="{F08C8037-C502-4E6D-8951-FBC0DBE5BF1B}" dt="2021-08-09T02:12:39.254" v="799" actId="478"/>
          <ac:spMkLst>
            <pc:docMk/>
            <pc:sldMk cId="3009095594" sldId="40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9-16T06:13:24.393" v="4621" actId="20577"/>
          <ac:graphicFrameMkLst>
            <pc:docMk/>
            <pc:sldMk cId="3009095594" sldId="405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13:23.712" v="4101" actId="20577"/>
        <pc:sldMkLst>
          <pc:docMk/>
          <pc:sldMk cId="3247937829" sldId="406"/>
        </pc:sldMkLst>
        <pc:spChg chg="add mod">
          <ac:chgData name="Yu, Harry" userId="d07dd713-323b-41c6-b24d-c18be50fb4fc" providerId="ADAL" clId="{F08C8037-C502-4E6D-8951-FBC0DBE5BF1B}" dt="2021-08-17T06:01:09.856" v="3485" actId="11529"/>
          <ac:spMkLst>
            <pc:docMk/>
            <pc:sldMk cId="3247937829" sldId="406"/>
            <ac:spMk id="2" creationId="{3A6C5708-6263-48D7-AB97-9D4DFB664AE7}"/>
          </ac:spMkLst>
        </pc:spChg>
        <pc:spChg chg="add del mod">
          <ac:chgData name="Yu, Harry" userId="d07dd713-323b-41c6-b24d-c18be50fb4fc" providerId="ADAL" clId="{F08C8037-C502-4E6D-8951-FBC0DBE5BF1B}" dt="2021-08-09T02:07:32.323" v="647" actId="478"/>
          <ac:spMkLst>
            <pc:docMk/>
            <pc:sldMk cId="3247937829" sldId="406"/>
            <ac:spMk id="3" creationId="{E74C70AD-E70C-4F0D-B1B1-F5C1E42FE0CA}"/>
          </ac:spMkLst>
        </pc:spChg>
        <pc:spChg chg="mod">
          <ac:chgData name="Yu, Harry" userId="d07dd713-323b-41c6-b24d-c18be50fb4fc" providerId="ADAL" clId="{F08C8037-C502-4E6D-8951-FBC0DBE5BF1B}" dt="2021-08-24T00:13:23.712" v="4101" actId="20577"/>
          <ac:spMkLst>
            <pc:docMk/>
            <pc:sldMk cId="3247937829" sldId="406"/>
            <ac:spMk id="4" creationId="{739ED610-7AC8-45CD-BCC6-B494109E5D9F}"/>
          </ac:spMkLst>
        </pc:spChg>
        <pc:spChg chg="del">
          <ac:chgData name="Yu, Harry" userId="d07dd713-323b-41c6-b24d-c18be50fb4fc" providerId="ADAL" clId="{F08C8037-C502-4E6D-8951-FBC0DBE5BF1B}" dt="2021-08-09T02:07:25.581" v="645" actId="478"/>
          <ac:spMkLst>
            <pc:docMk/>
            <pc:sldMk cId="3247937829" sldId="406"/>
            <ac:spMk id="5" creationId="{890758CC-83DF-4863-A9EA-FE890100E4C7}"/>
          </ac:spMkLst>
        </pc:spChg>
        <pc:spChg chg="del">
          <ac:chgData name="Yu, Harry" userId="d07dd713-323b-41c6-b24d-c18be50fb4fc" providerId="ADAL" clId="{F08C8037-C502-4E6D-8951-FBC0DBE5BF1B}" dt="2021-08-09T02:07:28.757" v="646" actId="478"/>
          <ac:spMkLst>
            <pc:docMk/>
            <pc:sldMk cId="3247937829" sldId="406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7:36.988" v="650" actId="20577"/>
          <ac:spMkLst>
            <pc:docMk/>
            <pc:sldMk cId="3247937829" sldId="406"/>
            <ac:spMk id="8" creationId="{63049DF1-CB24-4105-8420-E845C0282291}"/>
          </ac:spMkLst>
        </pc:spChg>
        <pc:graphicFrameChg chg="mod modGraphic">
          <ac:chgData name="Yu, Harry" userId="d07dd713-323b-41c6-b24d-c18be50fb4fc" providerId="ADAL" clId="{F08C8037-C502-4E6D-8951-FBC0DBE5BF1B}" dt="2021-08-09T02:37:54.752" v="917" actId="313"/>
          <ac:graphicFrameMkLst>
            <pc:docMk/>
            <pc:sldMk cId="3247937829" sldId="406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19:41.940" v="4266" actId="20577"/>
        <pc:sldMkLst>
          <pc:docMk/>
          <pc:sldMk cId="1787811616" sldId="407"/>
        </pc:sldMkLst>
        <pc:spChg chg="add del mod">
          <ac:chgData name="Yu, Harry" userId="d07dd713-323b-41c6-b24d-c18be50fb4fc" providerId="ADAL" clId="{F08C8037-C502-4E6D-8951-FBC0DBE5BF1B}" dt="2021-08-09T02:08:24.290" v="682" actId="478"/>
          <ac:spMkLst>
            <pc:docMk/>
            <pc:sldMk cId="1787811616" sldId="407"/>
            <ac:spMk id="3" creationId="{8A7AF988-CB1C-4C51-AE6F-772297CD2C09}"/>
          </ac:spMkLst>
        </pc:spChg>
        <pc:spChg chg="del">
          <ac:chgData name="Yu, Harry" userId="d07dd713-323b-41c6-b24d-c18be50fb4fc" providerId="ADAL" clId="{F08C8037-C502-4E6D-8951-FBC0DBE5BF1B}" dt="2021-08-09T02:08:15.013" v="680" actId="478"/>
          <ac:spMkLst>
            <pc:docMk/>
            <pc:sldMk cId="1787811616" sldId="407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02:08:18.434" v="681" actId="478"/>
          <ac:spMkLst>
            <pc:docMk/>
            <pc:sldMk cId="1787811616" sldId="407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2:08:13.044" v="679" actId="478"/>
          <ac:spMkLst>
            <pc:docMk/>
            <pc:sldMk cId="1787811616" sldId="407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02:08:37.825" v="685" actId="20577"/>
          <ac:spMkLst>
            <pc:docMk/>
            <pc:sldMk cId="1787811616" sldId="407"/>
            <ac:spMk id="8" creationId="{F669C231-FD24-40C2-AFC4-CF67CC3C3EF6}"/>
          </ac:spMkLst>
        </pc:spChg>
        <pc:graphicFrameChg chg="mod modGraphic">
          <ac:chgData name="Yu, Harry" userId="d07dd713-323b-41c6-b24d-c18be50fb4fc" providerId="ADAL" clId="{F08C8037-C502-4E6D-8951-FBC0DBE5BF1B}" dt="2021-08-24T00:19:41.940" v="4266" actId="20577"/>
          <ac:graphicFrameMkLst>
            <pc:docMk/>
            <pc:sldMk cId="1787811616" sldId="407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17T05:12:42.837" v="2773" actId="20577"/>
        <pc:sldMkLst>
          <pc:docMk/>
          <pc:sldMk cId="702712558" sldId="408"/>
        </pc:sldMkLst>
        <pc:spChg chg="add del mod">
          <ac:chgData name="Yu, Harry" userId="d07dd713-323b-41c6-b24d-c18be50fb4fc" providerId="ADAL" clId="{F08C8037-C502-4E6D-8951-FBC0DBE5BF1B}" dt="2021-08-09T02:08:47.769" v="688" actId="478"/>
          <ac:spMkLst>
            <pc:docMk/>
            <pc:sldMk cId="702712558" sldId="408"/>
            <ac:spMk id="3" creationId="{759C194F-7DBC-4578-B343-80CF4675742B}"/>
          </ac:spMkLst>
        </pc:spChg>
        <pc:spChg chg="del">
          <ac:chgData name="Yu, Harry" userId="d07dd713-323b-41c6-b24d-c18be50fb4fc" providerId="ADAL" clId="{F08C8037-C502-4E6D-8951-FBC0DBE5BF1B}" dt="2021-08-09T02:40:50.419" v="931" actId="478"/>
          <ac:spMkLst>
            <pc:docMk/>
            <pc:sldMk cId="702712558" sldId="408"/>
            <ac:spMk id="4" creationId="{739ED610-7AC8-45CD-BCC6-B494109E5D9F}"/>
          </ac:spMkLst>
        </pc:spChg>
        <pc:spChg chg="add mod">
          <ac:chgData name="Yu, Harry" userId="d07dd713-323b-41c6-b24d-c18be50fb4fc" providerId="ADAL" clId="{F08C8037-C502-4E6D-8951-FBC0DBE5BF1B}" dt="2021-08-17T05:12:42.837" v="2773" actId="20577"/>
          <ac:spMkLst>
            <pc:docMk/>
            <pc:sldMk cId="702712558" sldId="408"/>
            <ac:spMk id="4" creationId="{E8BCA230-A956-4C8E-B80A-0FD85E93661B}"/>
          </ac:spMkLst>
        </pc:spChg>
        <pc:spChg chg="del">
          <ac:chgData name="Yu, Harry" userId="d07dd713-323b-41c6-b24d-c18be50fb4fc" providerId="ADAL" clId="{F08C8037-C502-4E6D-8951-FBC0DBE5BF1B}" dt="2021-08-09T02:08:43.094" v="686" actId="478"/>
          <ac:spMkLst>
            <pc:docMk/>
            <pc:sldMk cId="702712558" sldId="408"/>
            <ac:spMk id="5" creationId="{890758CC-83DF-4863-A9EA-FE890100E4C7}"/>
          </ac:spMkLst>
        </pc:spChg>
        <pc:spChg chg="del">
          <ac:chgData name="Yu, Harry" userId="d07dd713-323b-41c6-b24d-c18be50fb4fc" providerId="ADAL" clId="{F08C8037-C502-4E6D-8951-FBC0DBE5BF1B}" dt="2021-08-09T02:08:45.903" v="687" actId="478"/>
          <ac:spMkLst>
            <pc:docMk/>
            <pc:sldMk cId="702712558" sldId="408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8:59.857" v="691" actId="20577"/>
          <ac:spMkLst>
            <pc:docMk/>
            <pc:sldMk cId="702712558" sldId="408"/>
            <ac:spMk id="8" creationId="{0B7D234A-9F99-4C35-A8A0-6D0F9AEECE71}"/>
          </ac:spMkLst>
        </pc:spChg>
        <pc:spChg chg="add del mod">
          <ac:chgData name="Yu, Harry" userId="d07dd713-323b-41c6-b24d-c18be50fb4fc" providerId="ADAL" clId="{F08C8037-C502-4E6D-8951-FBC0DBE5BF1B}" dt="2021-08-09T03:39:20.389" v="1019" actId="21"/>
          <ac:spMkLst>
            <pc:docMk/>
            <pc:sldMk cId="702712558" sldId="408"/>
            <ac:spMk id="10" creationId="{5F95D868-B614-42AF-9951-E230D440D965}"/>
          </ac:spMkLst>
        </pc:spChg>
        <pc:graphicFrameChg chg="mod modGraphic">
          <ac:chgData name="Yu, Harry" userId="d07dd713-323b-41c6-b24d-c18be50fb4fc" providerId="ADAL" clId="{F08C8037-C502-4E6D-8951-FBC0DBE5BF1B}" dt="2021-08-09T02:40:46.225" v="930" actId="207"/>
          <ac:graphicFrameMkLst>
            <pc:docMk/>
            <pc:sldMk cId="702712558" sldId="408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F08C8037-C502-4E6D-8951-FBC0DBE5BF1B}" dt="2021-07-30T08:21:06.404" v="154" actId="47"/>
        <pc:sldMkLst>
          <pc:docMk/>
          <pc:sldMk cId="1210686159" sldId="408"/>
        </pc:sldMkLst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08597143" sldId="409"/>
        </pc:sldMkLst>
      </pc:sldChg>
      <pc:sldChg chg="addSp delSp modSp mod">
        <pc:chgData name="Yu, Harry" userId="d07dd713-323b-41c6-b24d-c18be50fb4fc" providerId="ADAL" clId="{F08C8037-C502-4E6D-8951-FBC0DBE5BF1B}" dt="2021-08-24T00:24:42.844" v="4312" actId="313"/>
        <pc:sldMkLst>
          <pc:docMk/>
          <pc:sldMk cId="2914717653" sldId="409"/>
        </pc:sldMkLst>
        <pc:spChg chg="add del mod">
          <ac:chgData name="Yu, Harry" userId="d07dd713-323b-41c6-b24d-c18be50fb4fc" providerId="ADAL" clId="{F08C8037-C502-4E6D-8951-FBC0DBE5BF1B}" dt="2021-08-09T02:41:31.368" v="945" actId="478"/>
          <ac:spMkLst>
            <pc:docMk/>
            <pc:sldMk cId="2914717653" sldId="409"/>
            <ac:spMk id="3" creationId="{43291827-3657-4EDC-836A-58766A03309D}"/>
          </ac:spMkLst>
        </pc:spChg>
        <pc:spChg chg="del">
          <ac:chgData name="Yu, Harry" userId="d07dd713-323b-41c6-b24d-c18be50fb4fc" providerId="ADAL" clId="{F08C8037-C502-4E6D-8951-FBC0DBE5BF1B}" dt="2021-08-09T02:41:28.093" v="944" actId="478"/>
          <ac:spMkLst>
            <pc:docMk/>
            <pc:sldMk cId="2914717653" sldId="409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41:44.231" v="948" actId="20577"/>
          <ac:spMkLst>
            <pc:docMk/>
            <pc:sldMk cId="2914717653" sldId="409"/>
            <ac:spMk id="7" creationId="{14999E37-738F-4DDF-830D-1F0F2ACF1ECD}"/>
          </ac:spMkLst>
        </pc:spChg>
        <pc:graphicFrameChg chg="mod modGraphic">
          <ac:chgData name="Yu, Harry" userId="d07dd713-323b-41c6-b24d-c18be50fb4fc" providerId="ADAL" clId="{F08C8037-C502-4E6D-8951-FBC0DBE5BF1B}" dt="2021-08-24T00:24:42.844" v="4312" actId="313"/>
          <ac:graphicFrameMkLst>
            <pc:docMk/>
            <pc:sldMk cId="2914717653" sldId="409"/>
            <ac:graphicFrameMk id="9" creationId="{A471383B-87D3-406F-AEC8-A1732EA53B37}"/>
          </ac:graphicFrameMkLst>
        </pc:graphicFrameChg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967063898" sldId="410"/>
        </pc:sldMkLst>
      </pc:sldChg>
      <pc:sldChg chg="addSp modSp mod">
        <pc:chgData name="Yu, Harry" userId="d07dd713-323b-41c6-b24d-c18be50fb4fc" providerId="ADAL" clId="{F08C8037-C502-4E6D-8951-FBC0DBE5BF1B}" dt="2021-08-17T05:17:49.147" v="2985" actId="404"/>
        <pc:sldMkLst>
          <pc:docMk/>
          <pc:sldMk cId="3552434572" sldId="410"/>
        </pc:sldMkLst>
        <pc:spChg chg="add mod">
          <ac:chgData name="Yu, Harry" userId="d07dd713-323b-41c6-b24d-c18be50fb4fc" providerId="ADAL" clId="{F08C8037-C502-4E6D-8951-FBC0DBE5BF1B}" dt="2021-08-17T05:17:49.147" v="2985" actId="404"/>
          <ac:spMkLst>
            <pc:docMk/>
            <pc:sldMk cId="3552434572" sldId="410"/>
            <ac:spMk id="4" creationId="{9F82CBC9-2951-4E33-B11B-A6D1DDB3C631}"/>
          </ac:spMkLst>
        </pc:spChg>
        <pc:spChg chg="mod">
          <ac:chgData name="Yu, Harry" userId="d07dd713-323b-41c6-b24d-c18be50fb4fc" providerId="ADAL" clId="{F08C8037-C502-4E6D-8951-FBC0DBE5BF1B}" dt="2021-08-09T03:40:38.426" v="1024"/>
          <ac:spMkLst>
            <pc:docMk/>
            <pc:sldMk cId="3552434572" sldId="41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9T03:40:52.974" v="1025" actId="207"/>
          <ac:graphicFrameMkLst>
            <pc:docMk/>
            <pc:sldMk cId="3552434572" sldId="410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27:50.287" v="4313" actId="20577"/>
        <pc:sldMkLst>
          <pc:docMk/>
          <pc:sldMk cId="510519173" sldId="411"/>
        </pc:sldMkLst>
        <pc:spChg chg="add mod">
          <ac:chgData name="Yu, Harry" userId="d07dd713-323b-41c6-b24d-c18be50fb4fc" providerId="ADAL" clId="{F08C8037-C502-4E6D-8951-FBC0DBE5BF1B}" dt="2021-08-24T00:27:50.287" v="4313" actId="20577"/>
          <ac:spMkLst>
            <pc:docMk/>
            <pc:sldMk cId="510519173" sldId="411"/>
            <ac:spMk id="5" creationId="{2E652490-9A07-4E50-A800-4062BB06E679}"/>
          </ac:spMkLst>
        </pc:spChg>
        <pc:spChg chg="del">
          <ac:chgData name="Yu, Harry" userId="d07dd713-323b-41c6-b24d-c18be50fb4fc" providerId="ADAL" clId="{F08C8037-C502-4E6D-8951-FBC0DBE5BF1B}" dt="2021-08-10T03:49:52.616" v="1077" actId="478"/>
          <ac:spMkLst>
            <pc:docMk/>
            <pc:sldMk cId="510519173" sldId="411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8-10T03:49:26.794" v="1076" actId="207"/>
          <ac:graphicFrameMkLst>
            <pc:docMk/>
            <pc:sldMk cId="510519173" sldId="411"/>
            <ac:graphicFrameMk id="9" creationId="{A471383B-87D3-406F-AEC8-A1732EA53B37}"/>
          </ac:graphicFrameMkLst>
        </pc:graphicFrameChg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2609235885" sldId="411"/>
        </pc:sldMkLst>
      </pc:sldChg>
      <pc:sldChg chg="addSp delSp modSp mod modNotesTx">
        <pc:chgData name="Yu, Harry" userId="d07dd713-323b-41c6-b24d-c18be50fb4fc" providerId="ADAL" clId="{F08C8037-C502-4E6D-8951-FBC0DBE5BF1B}" dt="2021-09-02T00:02:29.487" v="4480" actId="21"/>
        <pc:sldMkLst>
          <pc:docMk/>
          <pc:sldMk cId="722008205" sldId="412"/>
        </pc:sldMkLst>
        <pc:spChg chg="add del mod">
          <ac:chgData name="Yu, Harry" userId="d07dd713-323b-41c6-b24d-c18be50fb4fc" providerId="ADAL" clId="{F08C8037-C502-4E6D-8951-FBC0DBE5BF1B}" dt="2021-09-02T00:02:29.487" v="4480" actId="21"/>
          <ac:spMkLst>
            <pc:docMk/>
            <pc:sldMk cId="722008205" sldId="412"/>
            <ac:spMk id="2" creationId="{ABFE04D2-2E71-43C7-90BF-6C08DAA41E2E}"/>
          </ac:spMkLst>
        </pc:spChg>
        <pc:spChg chg="add del mod">
          <ac:chgData name="Yu, Harry" userId="d07dd713-323b-41c6-b24d-c18be50fb4fc" providerId="ADAL" clId="{F08C8037-C502-4E6D-8951-FBC0DBE5BF1B}" dt="2021-08-09T23:28:42.017" v="1029" actId="478"/>
          <ac:spMkLst>
            <pc:docMk/>
            <pc:sldMk cId="722008205" sldId="412"/>
            <ac:spMk id="3" creationId="{B019D7EB-27FB-4383-B477-3B4C4F5FED73}"/>
          </ac:spMkLst>
        </pc:spChg>
        <pc:spChg chg="del">
          <ac:chgData name="Yu, Harry" userId="d07dd713-323b-41c6-b24d-c18be50fb4fc" providerId="ADAL" clId="{F08C8037-C502-4E6D-8951-FBC0DBE5BF1B}" dt="2021-08-09T03:52:12.799" v="1026" actId="478"/>
          <ac:spMkLst>
            <pc:docMk/>
            <pc:sldMk cId="722008205" sldId="412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23:28:38.937" v="1028" actId="478"/>
          <ac:spMkLst>
            <pc:docMk/>
            <pc:sldMk cId="722008205" sldId="412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3:52:16.241" v="1027" actId="21"/>
          <ac:spMkLst>
            <pc:docMk/>
            <pc:sldMk cId="722008205" sldId="412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23:29:00.289" v="1066" actId="20577"/>
          <ac:spMkLst>
            <pc:docMk/>
            <pc:sldMk cId="722008205" sldId="412"/>
            <ac:spMk id="8" creationId="{B8347B9F-ABAF-4E66-8C1B-59C3294E6BF3}"/>
          </ac:spMkLst>
        </pc:spChg>
        <pc:graphicFrameChg chg="mod modGraphic">
          <ac:chgData name="Yu, Harry" userId="d07dd713-323b-41c6-b24d-c18be50fb4fc" providerId="ADAL" clId="{F08C8037-C502-4E6D-8951-FBC0DBE5BF1B}" dt="2021-08-10T03:52:14.241" v="1147" actId="207"/>
          <ac:graphicFrameMkLst>
            <pc:docMk/>
            <pc:sldMk cId="722008205" sldId="412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9-08T23:25:54.546" v="4550" actId="478"/>
        <pc:sldMkLst>
          <pc:docMk/>
          <pc:sldMk cId="561797139" sldId="413"/>
        </pc:sldMkLst>
        <pc:spChg chg="add del mod">
          <ac:chgData name="Yu, Harry" userId="d07dd713-323b-41c6-b24d-c18be50fb4fc" providerId="ADAL" clId="{F08C8037-C502-4E6D-8951-FBC0DBE5BF1B}" dt="2021-08-09T23:29:18.152" v="1070" actId="478"/>
          <ac:spMkLst>
            <pc:docMk/>
            <pc:sldMk cId="561797139" sldId="413"/>
            <ac:spMk id="3" creationId="{6B290CF4-096E-4783-9FEF-8F5B33908820}"/>
          </ac:spMkLst>
        </pc:spChg>
        <pc:spChg chg="add del mod">
          <ac:chgData name="Yu, Harry" userId="d07dd713-323b-41c6-b24d-c18be50fb4fc" providerId="ADAL" clId="{F08C8037-C502-4E6D-8951-FBC0DBE5BF1B}" dt="2021-09-08T23:25:54.546" v="4550" actId="478"/>
          <ac:spMkLst>
            <pc:docMk/>
            <pc:sldMk cId="561797139" sldId="413"/>
            <ac:spMk id="4" creationId="{CA2150CF-476A-4387-8F8E-B1F21C1CDDA9}"/>
          </ac:spMkLst>
        </pc:spChg>
        <pc:spChg chg="del">
          <ac:chgData name="Yu, Harry" userId="d07dd713-323b-41c6-b24d-c18be50fb4fc" providerId="ADAL" clId="{F08C8037-C502-4E6D-8951-FBC0DBE5BF1B}" dt="2021-08-09T23:29:06.894" v="1067" actId="478"/>
          <ac:spMkLst>
            <pc:docMk/>
            <pc:sldMk cId="561797139" sldId="413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23:29:14.673" v="1069" actId="478"/>
          <ac:spMkLst>
            <pc:docMk/>
            <pc:sldMk cId="561797139" sldId="413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23:29:10.569" v="1068" actId="478"/>
          <ac:spMkLst>
            <pc:docMk/>
            <pc:sldMk cId="561797139" sldId="413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23:29:30.633" v="1073" actId="20577"/>
          <ac:spMkLst>
            <pc:docMk/>
            <pc:sldMk cId="561797139" sldId="413"/>
            <ac:spMk id="8" creationId="{86F37CCB-1060-459C-B37D-912E0D6894F7}"/>
          </ac:spMkLst>
        </pc:spChg>
        <pc:graphicFrameChg chg="mod modGraphic">
          <ac:chgData name="Yu, Harry" userId="d07dd713-323b-41c6-b24d-c18be50fb4fc" providerId="ADAL" clId="{F08C8037-C502-4E6D-8951-FBC0DBE5BF1B}" dt="2021-08-24T00:32:28.931" v="4319" actId="20577"/>
          <ac:graphicFrameMkLst>
            <pc:docMk/>
            <pc:sldMk cId="561797139" sldId="413"/>
            <ac:graphicFrameMk id="9" creationId="{A471383B-87D3-406F-AEC8-A1732EA53B37}"/>
          </ac:graphicFrameMkLst>
        </pc:graphicFrameChg>
      </pc:sldChg>
      <pc:sldChg chg="modSp del mod">
        <pc:chgData name="Yu, Harry" userId="d07dd713-323b-41c6-b24d-c18be50fb4fc" providerId="ADAL" clId="{F08C8037-C502-4E6D-8951-FBC0DBE5BF1B}" dt="2021-08-04T06:43:23.143" v="289" actId="47"/>
        <pc:sldMkLst>
          <pc:docMk/>
          <pc:sldMk cId="3250821438" sldId="414"/>
        </pc:sldMkLst>
        <pc:graphicFrameChg chg="mod modGraphic">
          <ac:chgData name="Yu, Harry" userId="d07dd713-323b-41c6-b24d-c18be50fb4fc" providerId="ADAL" clId="{F08C8037-C502-4E6D-8951-FBC0DBE5BF1B}" dt="2021-08-04T06:42:28.805" v="287"/>
          <ac:graphicFrameMkLst>
            <pc:docMk/>
            <pc:sldMk cId="3250821438" sldId="414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36:45.647" v="4322" actId="207"/>
        <pc:sldMkLst>
          <pc:docMk/>
          <pc:sldMk cId="2489166660" sldId="415"/>
        </pc:sldMkLst>
        <pc:spChg chg="add del mod">
          <ac:chgData name="Yu, Harry" userId="d07dd713-323b-41c6-b24d-c18be50fb4fc" providerId="ADAL" clId="{F08C8037-C502-4E6D-8951-FBC0DBE5BF1B}" dt="2021-08-10T03:57:14.215" v="1186" actId="478"/>
          <ac:spMkLst>
            <pc:docMk/>
            <pc:sldMk cId="2489166660" sldId="415"/>
            <ac:spMk id="3" creationId="{D3805D25-9A1C-4D34-8817-965D2B92117C}"/>
          </ac:spMkLst>
        </pc:spChg>
        <pc:spChg chg="add mod">
          <ac:chgData name="Yu, Harry" userId="d07dd713-323b-41c6-b24d-c18be50fb4fc" providerId="ADAL" clId="{F08C8037-C502-4E6D-8951-FBC0DBE5BF1B}" dt="2021-08-17T05:22:04.453" v="3100" actId="20577"/>
          <ac:spMkLst>
            <pc:docMk/>
            <pc:sldMk cId="2489166660" sldId="415"/>
            <ac:spMk id="4" creationId="{B5BB2FE7-14C3-4201-A390-A11CC601CEA4}"/>
          </ac:spMkLst>
        </pc:spChg>
        <pc:spChg chg="del">
          <ac:chgData name="Yu, Harry" userId="d07dd713-323b-41c6-b24d-c18be50fb4fc" providerId="ADAL" clId="{F08C8037-C502-4E6D-8951-FBC0DBE5BF1B}" dt="2021-08-10T03:57:12.472" v="1185" actId="478"/>
          <ac:spMkLst>
            <pc:docMk/>
            <pc:sldMk cId="2489166660" sldId="415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10T03:57:45.243" v="1192" actId="20577"/>
          <ac:spMkLst>
            <pc:docMk/>
            <pc:sldMk cId="2489166660" sldId="415"/>
            <ac:spMk id="7" creationId="{6F1C7CDF-B740-46C3-8205-A0616DDBF48F}"/>
          </ac:spMkLst>
        </pc:spChg>
        <pc:graphicFrameChg chg="mod modGraphic">
          <ac:chgData name="Yu, Harry" userId="d07dd713-323b-41c6-b24d-c18be50fb4fc" providerId="ADAL" clId="{F08C8037-C502-4E6D-8951-FBC0DBE5BF1B}" dt="2021-08-24T00:36:45.647" v="4322" actId="207"/>
          <ac:graphicFrameMkLst>
            <pc:docMk/>
            <pc:sldMk cId="2489166660" sldId="415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34:56.042" v="4320"/>
        <pc:sldMkLst>
          <pc:docMk/>
          <pc:sldMk cId="3585669597" sldId="416"/>
        </pc:sldMkLst>
        <pc:spChg chg="add del mod">
          <ac:chgData name="Yu, Harry" userId="d07dd713-323b-41c6-b24d-c18be50fb4fc" providerId="ADAL" clId="{F08C8037-C502-4E6D-8951-FBC0DBE5BF1B}" dt="2021-08-10T03:53:39.809" v="1152" actId="478"/>
          <ac:spMkLst>
            <pc:docMk/>
            <pc:sldMk cId="3585669597" sldId="416"/>
            <ac:spMk id="3" creationId="{1375B301-E436-444C-8418-535E082EFAE1}"/>
          </ac:spMkLst>
        </pc:spChg>
        <pc:spChg chg="del">
          <ac:chgData name="Yu, Harry" userId="d07dd713-323b-41c6-b24d-c18be50fb4fc" providerId="ADAL" clId="{F08C8037-C502-4E6D-8951-FBC0DBE5BF1B}" dt="2021-08-10T03:53:16.986" v="1149" actId="478"/>
          <ac:spMkLst>
            <pc:docMk/>
            <pc:sldMk cId="3585669597" sldId="416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10T03:53:36.819" v="1151" actId="478"/>
          <ac:spMkLst>
            <pc:docMk/>
            <pc:sldMk cId="3585669597" sldId="416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3:53:21.101" v="1150" actId="478"/>
          <ac:spMkLst>
            <pc:docMk/>
            <pc:sldMk cId="3585669597" sldId="416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10T03:54:14.621" v="1184" actId="20577"/>
          <ac:spMkLst>
            <pc:docMk/>
            <pc:sldMk cId="3585669597" sldId="416"/>
            <ac:spMk id="8" creationId="{40D6C9BC-D257-4ACD-BFBE-80C2730953BD}"/>
          </ac:spMkLst>
        </pc:spChg>
        <pc:graphicFrameChg chg="mod modGraphic">
          <ac:chgData name="Yu, Harry" userId="d07dd713-323b-41c6-b24d-c18be50fb4fc" providerId="ADAL" clId="{F08C8037-C502-4E6D-8951-FBC0DBE5BF1B}" dt="2021-08-24T00:34:56.042" v="4320"/>
          <ac:graphicFrameMkLst>
            <pc:docMk/>
            <pc:sldMk cId="3585669597" sldId="416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24T00:37:12.799" v="4325" actId="20577"/>
        <pc:sldMkLst>
          <pc:docMk/>
          <pc:sldMk cId="1282720685" sldId="417"/>
        </pc:sldMkLst>
        <pc:spChg chg="add mod">
          <ac:chgData name="Yu, Harry" userId="d07dd713-323b-41c6-b24d-c18be50fb4fc" providerId="ADAL" clId="{F08C8037-C502-4E6D-8951-FBC0DBE5BF1B}" dt="2021-08-24T00:37:12.799" v="4325" actId="20577"/>
          <ac:spMkLst>
            <pc:docMk/>
            <pc:sldMk cId="1282720685" sldId="417"/>
            <ac:spMk id="4" creationId="{4F0329E0-3B8C-4E10-90F9-7572909C5D69}"/>
          </ac:spMkLst>
        </pc:spChg>
        <pc:spChg chg="add mod">
          <ac:chgData name="Yu, Harry" userId="d07dd713-323b-41c6-b24d-c18be50fb4fc" providerId="ADAL" clId="{F08C8037-C502-4E6D-8951-FBC0DBE5BF1B}" dt="2021-08-17T06:12:09.970" v="3638"/>
          <ac:spMkLst>
            <pc:docMk/>
            <pc:sldMk cId="1282720685" sldId="417"/>
            <ac:spMk id="5" creationId="{456F3CAF-B248-4F67-B0CB-8FCE7FCC2DE9}"/>
          </ac:spMkLst>
        </pc:spChg>
        <pc:spChg chg="mod">
          <ac:chgData name="Yu, Harry" userId="d07dd713-323b-41c6-b24d-c18be50fb4fc" providerId="ADAL" clId="{F08C8037-C502-4E6D-8951-FBC0DBE5BF1B}" dt="2021-08-10T03:57:55.303" v="1195" actId="20577"/>
          <ac:spMkLst>
            <pc:docMk/>
            <pc:sldMk cId="1282720685" sldId="41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37:09.218" v="4323" actId="207"/>
          <ac:graphicFrameMkLst>
            <pc:docMk/>
            <pc:sldMk cId="1282720685" sldId="417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0T04:18:50.594" v="1487" actId="20577"/>
        <pc:sldMkLst>
          <pc:docMk/>
          <pc:sldMk cId="943981249" sldId="418"/>
        </pc:sldMkLst>
        <pc:spChg chg="add mod">
          <ac:chgData name="Yu, Harry" userId="d07dd713-323b-41c6-b24d-c18be50fb4fc" providerId="ADAL" clId="{F08C8037-C502-4E6D-8951-FBC0DBE5BF1B}" dt="2021-08-10T04:18:50.594" v="1487" actId="20577"/>
          <ac:spMkLst>
            <pc:docMk/>
            <pc:sldMk cId="943981249" sldId="418"/>
            <ac:spMk id="4" creationId="{E6E0E091-B6B1-4F00-8FB9-3C3504E457A1}"/>
          </ac:spMkLst>
        </pc:spChg>
        <pc:spChg chg="mod">
          <ac:chgData name="Yu, Harry" userId="d07dd713-323b-41c6-b24d-c18be50fb4fc" providerId="ADAL" clId="{F08C8037-C502-4E6D-8951-FBC0DBE5BF1B}" dt="2021-08-10T03:58:06.424" v="1198" actId="20577"/>
          <ac:spMkLst>
            <pc:docMk/>
            <pc:sldMk cId="943981249" sldId="41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4:18:03.785" v="1424" actId="207"/>
          <ac:graphicFrameMkLst>
            <pc:docMk/>
            <pc:sldMk cId="943981249" sldId="418"/>
            <ac:graphicFrameMk id="9" creationId="{A471383B-87D3-406F-AEC8-A1732EA53B37}"/>
          </ac:graphicFrameMkLst>
        </pc:graphicFrameChg>
      </pc:sldChg>
      <pc:sldChg chg="addSp modSp add del mod">
        <pc:chgData name="Yu, Harry" userId="d07dd713-323b-41c6-b24d-c18be50fb4fc" providerId="ADAL" clId="{F08C8037-C502-4E6D-8951-FBC0DBE5BF1B}" dt="2021-08-24T00:39:59.858" v="4340" actId="20577"/>
        <pc:sldMkLst>
          <pc:docMk/>
          <pc:sldMk cId="2968888852" sldId="419"/>
        </pc:sldMkLst>
        <pc:spChg chg="add mod">
          <ac:chgData name="Yu, Harry" userId="d07dd713-323b-41c6-b24d-c18be50fb4fc" providerId="ADAL" clId="{F08C8037-C502-4E6D-8951-FBC0DBE5BF1B}" dt="2021-08-24T00:39:59.858" v="4340" actId="20577"/>
          <ac:spMkLst>
            <pc:docMk/>
            <pc:sldMk cId="2968888852" sldId="419"/>
            <ac:spMk id="4" creationId="{2CAE92D0-6EC3-4B58-9578-4724D614A330}"/>
          </ac:spMkLst>
        </pc:spChg>
        <pc:spChg chg="mod">
          <ac:chgData name="Yu, Harry" userId="d07dd713-323b-41c6-b24d-c18be50fb4fc" providerId="ADAL" clId="{F08C8037-C502-4E6D-8951-FBC0DBE5BF1B}" dt="2021-08-10T03:58:15.088" v="1201" actId="20577"/>
          <ac:spMkLst>
            <pc:docMk/>
            <pc:sldMk cId="2968888852" sldId="41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39:39.542" v="4331" actId="207"/>
          <ac:graphicFrameMkLst>
            <pc:docMk/>
            <pc:sldMk cId="2968888852" sldId="419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5:11:49.582" v="1500" actId="20577"/>
        <pc:sldMkLst>
          <pc:docMk/>
          <pc:sldMk cId="1065416071" sldId="420"/>
        </pc:sldMkLst>
        <pc:spChg chg="mod">
          <ac:chgData name="Yu, Harry" userId="d07dd713-323b-41c6-b24d-c18be50fb4fc" providerId="ADAL" clId="{F08C8037-C502-4E6D-8951-FBC0DBE5BF1B}" dt="2021-08-10T05:11:49.582" v="1500" actId="20577"/>
          <ac:spMkLst>
            <pc:docMk/>
            <pc:sldMk cId="1065416071" sldId="420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11:32.602" v="1496" actId="478"/>
          <ac:spMkLst>
            <pc:docMk/>
            <pc:sldMk cId="1065416071" sldId="420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8-05T08:31:06.805" v="396"/>
          <ac:graphicFrameMkLst>
            <pc:docMk/>
            <pc:sldMk cId="1065416071" sldId="420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24T00:42:44.707" v="4341" actId="207"/>
        <pc:sldMkLst>
          <pc:docMk/>
          <pc:sldMk cId="3034569877" sldId="421"/>
        </pc:sldMkLst>
        <pc:spChg chg="del">
          <ac:chgData name="Yu, Harry" userId="d07dd713-323b-41c6-b24d-c18be50fb4fc" providerId="ADAL" clId="{F08C8037-C502-4E6D-8951-FBC0DBE5BF1B}" dt="2021-08-10T05:28:33.165" v="1501" actId="478"/>
          <ac:spMkLst>
            <pc:docMk/>
            <pc:sldMk cId="3034569877" sldId="421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28:52.683" v="1513" actId="20577"/>
          <ac:spMkLst>
            <pc:docMk/>
            <pc:sldMk cId="3034569877" sldId="421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28:36.808" v="1502" actId="478"/>
          <ac:spMkLst>
            <pc:docMk/>
            <pc:sldMk cId="3034569877" sldId="421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24T00:42:44.707" v="4341" actId="207"/>
          <ac:graphicFrameMkLst>
            <pc:docMk/>
            <pc:sldMk cId="3034569877" sldId="421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7T05:39:35.726" v="3320" actId="20577"/>
        <pc:sldMkLst>
          <pc:docMk/>
          <pc:sldMk cId="4238224736" sldId="422"/>
        </pc:sldMkLst>
        <pc:spChg chg="add mod">
          <ac:chgData name="Yu, Harry" userId="d07dd713-323b-41c6-b24d-c18be50fb4fc" providerId="ADAL" clId="{F08C8037-C502-4E6D-8951-FBC0DBE5BF1B}" dt="2021-08-17T05:39:35.726" v="3320" actId="20577"/>
          <ac:spMkLst>
            <pc:docMk/>
            <pc:sldMk cId="4238224736" sldId="422"/>
            <ac:spMk id="4" creationId="{F79FA440-94CB-4AF0-A4C1-D250EADEE9FB}"/>
          </ac:spMkLst>
        </pc:spChg>
        <pc:spChg chg="mod">
          <ac:chgData name="Yu, Harry" userId="d07dd713-323b-41c6-b24d-c18be50fb4fc" providerId="ADAL" clId="{F08C8037-C502-4E6D-8951-FBC0DBE5BF1B}" dt="2021-08-10T05:29:48.504" v="1524" actId="20577"/>
          <ac:spMkLst>
            <pc:docMk/>
            <pc:sldMk cId="4238224736" sldId="42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5:33:36.108" v="1653" actId="207"/>
          <ac:graphicFrameMkLst>
            <pc:docMk/>
            <pc:sldMk cId="4238224736" sldId="422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9-08T23:56:50.337" v="4555" actId="20577"/>
        <pc:sldMkLst>
          <pc:docMk/>
          <pc:sldMk cId="1488326449" sldId="423"/>
        </pc:sldMkLst>
        <pc:spChg chg="mod">
          <ac:chgData name="Yu, Harry" userId="d07dd713-323b-41c6-b24d-c18be50fb4fc" providerId="ADAL" clId="{F08C8037-C502-4E6D-8951-FBC0DBE5BF1B}" dt="2021-08-10T05:33:06.380" v="1650" actId="20577"/>
          <ac:spMkLst>
            <pc:docMk/>
            <pc:sldMk cId="1488326449" sldId="42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9-08T23:56:50.337" v="4555" actId="20577"/>
          <ac:graphicFrameMkLst>
            <pc:docMk/>
            <pc:sldMk cId="1488326449" sldId="423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5:35:41.084" v="1680" actId="207"/>
        <pc:sldMkLst>
          <pc:docMk/>
          <pc:sldMk cId="574681852" sldId="424"/>
        </pc:sldMkLst>
        <pc:spChg chg="del">
          <ac:chgData name="Yu, Harry" userId="d07dd713-323b-41c6-b24d-c18be50fb4fc" providerId="ADAL" clId="{F08C8037-C502-4E6D-8951-FBC0DBE5BF1B}" dt="2021-08-10T05:34:50.524" v="1660" actId="478"/>
          <ac:spMkLst>
            <pc:docMk/>
            <pc:sldMk cId="574681852" sldId="424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35:00.532" v="1678" actId="20577"/>
          <ac:spMkLst>
            <pc:docMk/>
            <pc:sldMk cId="574681852" sldId="424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34:47.886" v="1659" actId="478"/>
          <ac:spMkLst>
            <pc:docMk/>
            <pc:sldMk cId="574681852" sldId="424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5:35:41.084" v="1680" actId="207"/>
          <ac:graphicFrameMkLst>
            <pc:docMk/>
            <pc:sldMk cId="574681852" sldId="424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5T08:50:35.490" v="420" actId="47"/>
        <pc:sldMkLst>
          <pc:docMk/>
          <pc:sldMk cId="3468971131" sldId="424"/>
        </pc:sldMkLst>
      </pc:sldChg>
      <pc:sldChg chg="addSp modSp mod">
        <pc:chgData name="Yu, Harry" userId="d07dd713-323b-41c6-b24d-c18be50fb4fc" providerId="ADAL" clId="{F08C8037-C502-4E6D-8951-FBC0DBE5BF1B}" dt="2021-08-24T00:49:35.340" v="4358" actId="20577"/>
        <pc:sldMkLst>
          <pc:docMk/>
          <pc:sldMk cId="776038252" sldId="425"/>
        </pc:sldMkLst>
        <pc:spChg chg="add mod">
          <ac:chgData name="Yu, Harry" userId="d07dd713-323b-41c6-b24d-c18be50fb4fc" providerId="ADAL" clId="{F08C8037-C502-4E6D-8951-FBC0DBE5BF1B}" dt="2021-08-24T00:49:35.340" v="4358" actId="20577"/>
          <ac:spMkLst>
            <pc:docMk/>
            <pc:sldMk cId="776038252" sldId="425"/>
            <ac:spMk id="4" creationId="{696A248B-A980-4376-92D2-8371AB51A648}"/>
          </ac:spMkLst>
        </pc:spChg>
        <pc:spChg chg="mod">
          <ac:chgData name="Yu, Harry" userId="d07dd713-323b-41c6-b24d-c18be50fb4fc" providerId="ADAL" clId="{F08C8037-C502-4E6D-8951-FBC0DBE5BF1B}" dt="2021-08-10T05:35:58.349" v="1692" actId="20577"/>
          <ac:spMkLst>
            <pc:docMk/>
            <pc:sldMk cId="776038252" sldId="42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5:36:50.112" v="1697" actId="20577"/>
          <ac:graphicFrameMkLst>
            <pc:docMk/>
            <pc:sldMk cId="776038252" sldId="42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8:49:40.448" v="418"/>
        <pc:sldMkLst>
          <pc:docMk/>
          <pc:sldMk cId="3686006551" sldId="425"/>
        </pc:sldMkLst>
        <pc:graphicFrameChg chg="mod">
          <ac:chgData name="Yu, Harry" userId="d07dd713-323b-41c6-b24d-c18be50fb4fc" providerId="ADAL" clId="{F08C8037-C502-4E6D-8951-FBC0DBE5BF1B}" dt="2021-08-05T08:48:05.384" v="415"/>
          <ac:graphicFrameMkLst>
            <pc:docMk/>
            <pc:sldMk cId="3686006551" sldId="42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8:47:34.976" v="414" actId="47"/>
        <pc:sldMkLst>
          <pc:docMk/>
          <pc:sldMk cId="4025012511" sldId="425"/>
        </pc:sldMkLst>
        <pc:graphicFrameChg chg="mod">
          <ac:chgData name="Yu, Harry" userId="d07dd713-323b-41c6-b24d-c18be50fb4fc" providerId="ADAL" clId="{F08C8037-C502-4E6D-8951-FBC0DBE5BF1B}" dt="2021-08-05T08:46:43.883" v="413"/>
          <ac:graphicFrameMkLst>
            <pc:docMk/>
            <pc:sldMk cId="4025012511" sldId="425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24T00:52:59.157" v="4359" actId="207"/>
        <pc:sldMkLst>
          <pc:docMk/>
          <pc:sldMk cId="2176729132" sldId="426"/>
        </pc:sldMkLst>
        <pc:spChg chg="mod">
          <ac:chgData name="Yu, Harry" userId="d07dd713-323b-41c6-b24d-c18be50fb4fc" providerId="ADAL" clId="{F08C8037-C502-4E6D-8951-FBC0DBE5BF1B}" dt="2021-08-10T05:39:11.306" v="1850" actId="20577"/>
          <ac:spMkLst>
            <pc:docMk/>
            <pc:sldMk cId="2176729132" sldId="42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52:59.157" v="4359" actId="207"/>
          <ac:graphicFrameMkLst>
            <pc:docMk/>
            <pc:sldMk cId="2176729132" sldId="426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10T06:00:40.138" v="2059" actId="207"/>
        <pc:sldMkLst>
          <pc:docMk/>
          <pc:sldMk cId="1693173128" sldId="427"/>
        </pc:sldMkLst>
        <pc:spChg chg="mod">
          <ac:chgData name="Yu, Harry" userId="d07dd713-323b-41c6-b24d-c18be50fb4fc" providerId="ADAL" clId="{F08C8037-C502-4E6D-8951-FBC0DBE5BF1B}" dt="2021-08-10T05:59:14.671" v="2048" actId="20577"/>
          <ac:spMkLst>
            <pc:docMk/>
            <pc:sldMk cId="1693173128" sldId="42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6:00:40.138" v="2059" actId="207"/>
          <ac:graphicFrameMkLst>
            <pc:docMk/>
            <pc:sldMk cId="1693173128" sldId="42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5T09:23:10.234" v="451"/>
        <pc:sldMkLst>
          <pc:docMk/>
          <pc:sldMk cId="4148787766" sldId="427"/>
        </pc:sldMkLst>
      </pc:sldChg>
      <pc:sldChg chg="addSp delSp modSp mod">
        <pc:chgData name="Yu, Harry" userId="d07dd713-323b-41c6-b24d-c18be50fb4fc" providerId="ADAL" clId="{F08C8037-C502-4E6D-8951-FBC0DBE5BF1B}" dt="2021-08-17T06:19:47.176" v="3779" actId="1076"/>
        <pc:sldMkLst>
          <pc:docMk/>
          <pc:sldMk cId="1898914133" sldId="428"/>
        </pc:sldMkLst>
        <pc:spChg chg="add mod">
          <ac:chgData name="Yu, Harry" userId="d07dd713-323b-41c6-b24d-c18be50fb4fc" providerId="ADAL" clId="{F08C8037-C502-4E6D-8951-FBC0DBE5BF1B}" dt="2021-08-17T06:19:47.176" v="3779" actId="1076"/>
          <ac:spMkLst>
            <pc:docMk/>
            <pc:sldMk cId="1898914133" sldId="428"/>
            <ac:spMk id="4" creationId="{7D7D8D91-97A3-4302-BC64-08579C998AA8}"/>
          </ac:spMkLst>
        </pc:spChg>
        <pc:spChg chg="del">
          <ac:chgData name="Yu, Harry" userId="d07dd713-323b-41c6-b24d-c18be50fb4fc" providerId="ADAL" clId="{F08C8037-C502-4E6D-8951-FBC0DBE5BF1B}" dt="2021-08-10T05:53:13.024" v="1853" actId="478"/>
          <ac:spMkLst>
            <pc:docMk/>
            <pc:sldMk cId="1898914133" sldId="428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53:38.543" v="1859" actId="20577"/>
          <ac:spMkLst>
            <pc:docMk/>
            <pc:sldMk cId="1898914133" sldId="428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53:17.053" v="1854" actId="478"/>
          <ac:spMkLst>
            <pc:docMk/>
            <pc:sldMk cId="1898914133" sldId="428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5:54:59.775" v="1870" actId="207"/>
          <ac:graphicFrameMkLst>
            <pc:docMk/>
            <pc:sldMk cId="1898914133" sldId="428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9-07T05:49:12.731" v="4548" actId="20577"/>
        <pc:sldMkLst>
          <pc:docMk/>
          <pc:sldMk cId="2549360784" sldId="429"/>
        </pc:sldMkLst>
        <pc:spChg chg="add mod">
          <ac:chgData name="Yu, Harry" userId="d07dd713-323b-41c6-b24d-c18be50fb4fc" providerId="ADAL" clId="{F08C8037-C502-4E6D-8951-FBC0DBE5BF1B}" dt="2021-09-07T05:49:12.731" v="4548" actId="20577"/>
          <ac:spMkLst>
            <pc:docMk/>
            <pc:sldMk cId="2549360784" sldId="429"/>
            <ac:spMk id="2" creationId="{04417B0E-2535-41CF-BF65-EDAC494977E0}"/>
          </ac:spMkLst>
        </pc:spChg>
        <pc:spChg chg="del">
          <ac:chgData name="Yu, Harry" userId="d07dd713-323b-41c6-b24d-c18be50fb4fc" providerId="ADAL" clId="{F08C8037-C502-4E6D-8951-FBC0DBE5BF1B}" dt="2021-08-10T05:55:14.167" v="1871" actId="478"/>
          <ac:spMkLst>
            <pc:docMk/>
            <pc:sldMk cId="2549360784" sldId="429"/>
            <ac:spMk id="5" creationId="{CB048E8A-DE1E-46FD-9C13-99B8CDEAC8DA}"/>
          </ac:spMkLst>
        </pc:spChg>
        <pc:spChg chg="add mod">
          <ac:chgData name="Yu, Harry" userId="d07dd713-323b-41c6-b24d-c18be50fb4fc" providerId="ADAL" clId="{F08C8037-C502-4E6D-8951-FBC0DBE5BF1B}" dt="2021-08-17T06:26:49.057" v="3780"/>
          <ac:spMkLst>
            <pc:docMk/>
            <pc:sldMk cId="2549360784" sldId="429"/>
            <ac:spMk id="5" creationId="{F138F280-C0E4-4DFE-995F-7F9D63B4071C}"/>
          </ac:spMkLst>
        </pc:spChg>
        <pc:spChg chg="mod">
          <ac:chgData name="Yu, Harry" userId="d07dd713-323b-41c6-b24d-c18be50fb4fc" providerId="ADAL" clId="{F08C8037-C502-4E6D-8951-FBC0DBE5BF1B}" dt="2021-08-10T05:55:26.386" v="1875" actId="20577"/>
          <ac:spMkLst>
            <pc:docMk/>
            <pc:sldMk cId="2549360784" sldId="429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55:17.242" v="1872" actId="478"/>
          <ac:spMkLst>
            <pc:docMk/>
            <pc:sldMk cId="2549360784" sldId="429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24T00:55:24.767" v="4360" actId="207"/>
          <ac:graphicFrameMkLst>
            <pc:docMk/>
            <pc:sldMk cId="2549360784" sldId="429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6:11:48.280" v="2074" actId="207"/>
        <pc:sldMkLst>
          <pc:docMk/>
          <pc:sldMk cId="3710500859" sldId="430"/>
        </pc:sldMkLst>
        <pc:spChg chg="del">
          <ac:chgData name="Yu, Harry" userId="d07dd713-323b-41c6-b24d-c18be50fb4fc" providerId="ADAL" clId="{F08C8037-C502-4E6D-8951-FBC0DBE5BF1B}" dt="2021-08-10T06:10:59.115" v="2060" actId="478"/>
          <ac:spMkLst>
            <pc:docMk/>
            <pc:sldMk cId="3710500859" sldId="430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6:11:15.904" v="2073" actId="20577"/>
          <ac:spMkLst>
            <pc:docMk/>
            <pc:sldMk cId="3710500859" sldId="430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6:11:02.153" v="2061" actId="478"/>
          <ac:spMkLst>
            <pc:docMk/>
            <pc:sldMk cId="3710500859" sldId="430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6:11:48.280" v="2074" actId="207"/>
          <ac:graphicFrameMkLst>
            <pc:docMk/>
            <pc:sldMk cId="3710500859" sldId="430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7T05:57:26.151" v="3350" actId="313"/>
        <pc:sldMkLst>
          <pc:docMk/>
          <pc:sldMk cId="3766124570" sldId="431"/>
        </pc:sldMkLst>
        <pc:spChg chg="add mod">
          <ac:chgData name="Yu, Harry" userId="d07dd713-323b-41c6-b24d-c18be50fb4fc" providerId="ADAL" clId="{F08C8037-C502-4E6D-8951-FBC0DBE5BF1B}" dt="2021-08-17T05:57:26.151" v="3350" actId="313"/>
          <ac:spMkLst>
            <pc:docMk/>
            <pc:sldMk cId="3766124570" sldId="431"/>
            <ac:spMk id="4" creationId="{B36CD4A0-CA69-4D31-9E46-5DF25995476A}"/>
          </ac:spMkLst>
        </pc:spChg>
        <pc:spChg chg="mod">
          <ac:chgData name="Yu, Harry" userId="d07dd713-323b-41c6-b24d-c18be50fb4fc" providerId="ADAL" clId="{F08C8037-C502-4E6D-8951-FBC0DBE5BF1B}" dt="2021-08-10T06:12:05.732" v="2086" actId="20577"/>
          <ac:spMkLst>
            <pc:docMk/>
            <pc:sldMk cId="3766124570" sldId="43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6:13:13.705" v="2092" actId="207"/>
          <ac:graphicFrameMkLst>
            <pc:docMk/>
            <pc:sldMk cId="3766124570" sldId="431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6:15:05.456" v="2296" actId="20577"/>
        <pc:sldMkLst>
          <pc:docMk/>
          <pc:sldMk cId="2231879138" sldId="432"/>
        </pc:sldMkLst>
        <pc:spChg chg="del">
          <ac:chgData name="Yu, Harry" userId="d07dd713-323b-41c6-b24d-c18be50fb4fc" providerId="ADAL" clId="{F08C8037-C502-4E6D-8951-FBC0DBE5BF1B}" dt="2021-08-10T06:14:53.498" v="2286" actId="478"/>
          <ac:spMkLst>
            <pc:docMk/>
            <pc:sldMk cId="2231879138" sldId="432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6:15:05.456" v="2296" actId="20577"/>
          <ac:spMkLst>
            <pc:docMk/>
            <pc:sldMk cId="2231879138" sldId="432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6:14:56.461" v="2287" actId="478"/>
          <ac:spMkLst>
            <pc:docMk/>
            <pc:sldMk cId="2231879138" sldId="432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06T08:44:15.853" v="551"/>
          <ac:graphicFrameMkLst>
            <pc:docMk/>
            <pc:sldMk cId="2231879138" sldId="432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17T05:58:08.708" v="3352" actId="20577"/>
        <pc:sldMkLst>
          <pc:docMk/>
          <pc:sldMk cId="2330827398" sldId="433"/>
        </pc:sldMkLst>
        <pc:spChg chg="mod">
          <ac:chgData name="Yu, Harry" userId="d07dd713-323b-41c6-b24d-c18be50fb4fc" providerId="ADAL" clId="{F08C8037-C502-4E6D-8951-FBC0DBE5BF1B}" dt="2021-08-10T06:15:48.427" v="2315" actId="20577"/>
          <ac:spMkLst>
            <pc:docMk/>
            <pc:sldMk cId="2330827398" sldId="43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7T05:58:08.708" v="3352" actId="20577"/>
          <ac:graphicFrameMkLst>
            <pc:docMk/>
            <pc:sldMk cId="2330827398" sldId="433"/>
            <ac:graphicFrameMk id="9" creationId="{A471383B-87D3-406F-AEC8-A1732EA53B3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confirm Think pad LTS paste</a:t>
            </a:r>
          </a:p>
        </p:txBody>
      </p:sp>
    </p:spTree>
    <p:extLst>
      <p:ext uri="{BB962C8B-B14F-4D97-AF65-F5344CB8AC3E}">
        <p14:creationId xmlns:p14="http://schemas.microsoft.com/office/powerpoint/2010/main" val="1022603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97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</a:t>
            </a:r>
            <a:endParaRPr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-9144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4835881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Intel Confidential | For Internal Use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 userDrawn="1"/>
        </p:nvSpPr>
        <p:spPr>
          <a:xfrm>
            <a:off x="483010" y="6562504"/>
            <a:ext cx="231986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2"/>
                </a:solidFill>
              </a:rPr>
              <a:t>CQR | </a:t>
            </a:r>
            <a:r>
              <a:rPr lang="en-US" sz="1000" b="0" dirty="0">
                <a:solidFill>
                  <a:schemeClr val="bg2"/>
                </a:solidFill>
              </a:rPr>
              <a:t> Customer Quality &amp; Reliability</a:t>
            </a:r>
            <a:endParaRPr lang="en-US" sz="1000" b="1" dirty="0">
              <a:solidFill>
                <a:schemeClr val="bg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8.xml"/><Relationship Id="rId1" Type="http://schemas.openxmlformats.org/officeDocument/2006/relationships/slideLayout" Target="../slideLayouts/slideLayout6.xml"/><Relationship Id="rId5" Type="http://schemas.openxmlformats.org/officeDocument/2006/relationships/slide" Target="slide41.xml"/><Relationship Id="rId4" Type="http://schemas.openxmlformats.org/officeDocument/2006/relationships/slide" Target="slide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476" y="3621855"/>
            <a:ext cx="9909428" cy="1091827"/>
          </a:xfrm>
        </p:spPr>
        <p:txBody>
          <a:bodyPr anchor="b" anchorCtr="0"/>
          <a:lstStyle/>
          <a:p>
            <a:r>
              <a:rPr lang="en-US" dirty="0"/>
              <a:t>2021 MTL Customers CRD Summary Report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08349" y="4778609"/>
            <a:ext cx="9695388" cy="326776"/>
          </a:xfrm>
        </p:spPr>
        <p:txBody>
          <a:bodyPr/>
          <a:lstStyle/>
          <a:p>
            <a:r>
              <a:rPr lang="en-US" dirty="0"/>
              <a:t>Rev1.0, CQ&amp;R CMEE Team, 2021Q3</a:t>
            </a:r>
          </a:p>
        </p:txBody>
      </p:sp>
      <p:sp>
        <p:nvSpPr>
          <p:cNvPr id="8" name="Octagon 7">
            <a:extLst>
              <a:ext uri="{FF2B5EF4-FFF2-40B4-BE49-F238E27FC236}">
                <a16:creationId xmlns:a16="http://schemas.microsoft.com/office/drawing/2014/main" id="{6042841E-0D98-468A-8176-AB4F17BB07E7}"/>
              </a:ext>
            </a:extLst>
          </p:cNvPr>
          <p:cNvSpPr/>
          <p:nvPr/>
        </p:nvSpPr>
        <p:spPr>
          <a:xfrm>
            <a:off x="9619488" y="445573"/>
            <a:ext cx="2103120" cy="2120424"/>
          </a:xfrm>
          <a:prstGeom prst="octagon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Stop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Customers confidential information </a:t>
            </a:r>
            <a:r>
              <a:rPr lang="en-US" sz="1200" u="sng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under NDA</a:t>
            </a:r>
            <a:r>
              <a:rPr lang="en-US" sz="1200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, Intel internal use only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9035-2E54-4883-B353-04ABA460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SMT Line Layout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6266C5-0975-40AE-B7EA-B35AA647EFBD}"/>
              </a:ext>
            </a:extLst>
          </p:cNvPr>
          <p:cNvGrpSpPr/>
          <p:nvPr/>
        </p:nvGrpSpPr>
        <p:grpSpPr>
          <a:xfrm>
            <a:off x="1524000" y="1308555"/>
            <a:ext cx="9144000" cy="5011888"/>
            <a:chOff x="1524000" y="1308555"/>
            <a:chExt cx="9144000" cy="50118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F4FA19-8472-4A82-A54B-C1605218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1523999"/>
              <a:ext cx="9144000" cy="4796444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8F69106-D292-407E-A7B9-C515C8437CF0}"/>
                </a:ext>
              </a:extLst>
            </p:cNvPr>
            <p:cNvCxnSpPr/>
            <p:nvPr/>
          </p:nvCxnSpPr>
          <p:spPr bwMode="auto">
            <a:xfrm>
              <a:off x="2307771" y="3992201"/>
              <a:ext cx="503853" cy="44786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7AD1CA-9E40-4A83-B158-6161861785B4}"/>
                </a:ext>
              </a:extLst>
            </p:cNvPr>
            <p:cNvSpPr txBox="1"/>
            <p:nvPr/>
          </p:nvSpPr>
          <p:spPr>
            <a:xfrm>
              <a:off x="3637383" y="5102544"/>
              <a:ext cx="17541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1400" dirty="0">
                  <a:solidFill>
                    <a:srgbClr val="000000"/>
                  </a:solidFill>
                </a:rPr>
                <a:t>Solder Paste Inspection (SPI)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B93E878-13D6-4C2A-856E-4E1228840DD8}"/>
                </a:ext>
              </a:extLst>
            </p:cNvPr>
            <p:cNvCxnSpPr/>
            <p:nvPr/>
          </p:nvCxnSpPr>
          <p:spPr bwMode="auto">
            <a:xfrm>
              <a:off x="4276531" y="3329727"/>
              <a:ext cx="27991" cy="419878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FC6F87-4A16-42AE-B754-83982841936D}"/>
                </a:ext>
              </a:extLst>
            </p:cNvPr>
            <p:cNvCxnSpPr/>
            <p:nvPr/>
          </p:nvCxnSpPr>
          <p:spPr bwMode="auto">
            <a:xfrm>
              <a:off x="4649755" y="3245752"/>
              <a:ext cx="233265" cy="29857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49D29A-B82C-4221-BE39-D0F88411B680}"/>
                </a:ext>
              </a:extLst>
            </p:cNvPr>
            <p:cNvSpPr txBox="1"/>
            <p:nvPr/>
          </p:nvSpPr>
          <p:spPr>
            <a:xfrm>
              <a:off x="4439814" y="2394175"/>
              <a:ext cx="27012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100" dirty="0">
                  <a:solidFill>
                    <a:srgbClr val="000000"/>
                  </a:solidFill>
                </a:rPr>
                <a:t>Pre-Reflow Automated Optical Inspection (AOI) - Optional</a:t>
              </a:r>
              <a:endParaRPr lang="en-US" sz="1100" dirty="0">
                <a:solidFill>
                  <a:srgbClr val="0000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C88DCD-F20E-4AF5-A366-6C8BAAE1E43B}"/>
                </a:ext>
              </a:extLst>
            </p:cNvPr>
            <p:cNvCxnSpPr/>
            <p:nvPr/>
          </p:nvCxnSpPr>
          <p:spPr bwMode="auto">
            <a:xfrm>
              <a:off x="5790420" y="2825062"/>
              <a:ext cx="202943" cy="504665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BF56A05-17CF-4253-B856-E47C94C05471}"/>
                </a:ext>
              </a:extLst>
            </p:cNvPr>
            <p:cNvCxnSpPr/>
            <p:nvPr/>
          </p:nvCxnSpPr>
          <p:spPr bwMode="auto">
            <a:xfrm>
              <a:off x="7346302" y="2394175"/>
              <a:ext cx="457200" cy="68321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780ECD1-3821-42E4-9542-1DF1AE079146}"/>
                </a:ext>
              </a:extLst>
            </p:cNvPr>
            <p:cNvCxnSpPr/>
            <p:nvPr/>
          </p:nvCxnSpPr>
          <p:spPr bwMode="auto">
            <a:xfrm flipH="1" flipV="1">
              <a:off x="9566988" y="2825062"/>
              <a:ext cx="569167" cy="42069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982695-F2F8-46E3-A98A-7B5025ED4C2F}"/>
                </a:ext>
              </a:extLst>
            </p:cNvPr>
            <p:cNvSpPr txBox="1"/>
            <p:nvPr/>
          </p:nvSpPr>
          <p:spPr>
            <a:xfrm>
              <a:off x="8344677" y="1308555"/>
              <a:ext cx="22183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100" dirty="0">
                  <a:solidFill>
                    <a:srgbClr val="000000"/>
                  </a:solidFill>
                </a:rPr>
                <a:t>Post-Reflow Automated Optical Inspection (AOI)</a:t>
              </a:r>
              <a:endParaRPr lang="en-US" sz="11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36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642615"/>
            <a:ext cx="11010900" cy="360578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Collected From 10 ODM Customers/Sites</a:t>
            </a:r>
          </a:p>
          <a:p>
            <a:pPr lvl="1"/>
            <a:r>
              <a:rPr lang="en-US" dirty="0"/>
              <a:t>Compal (</a:t>
            </a:r>
            <a:r>
              <a:rPr lang="en-US" dirty="0" err="1"/>
              <a:t>KunSan</a:t>
            </a:r>
            <a:r>
              <a:rPr lang="en-US" dirty="0"/>
              <a:t> – Build for Dell/HP, </a:t>
            </a:r>
            <a:r>
              <a:rPr lang="en-US" dirty="0" err="1"/>
              <a:t>ChengDu</a:t>
            </a:r>
            <a:r>
              <a:rPr lang="en-US" dirty="0"/>
              <a:t> – Build for Dell, </a:t>
            </a:r>
            <a:r>
              <a:rPr lang="en-US" dirty="0" err="1"/>
              <a:t>ChongQing</a:t>
            </a:r>
            <a:r>
              <a:rPr lang="en-US" dirty="0"/>
              <a:t> – Build for Acer)</a:t>
            </a:r>
          </a:p>
          <a:p>
            <a:pPr lvl="1"/>
            <a:r>
              <a:rPr lang="en-US" dirty="0"/>
              <a:t>HuaQin (Build for </a:t>
            </a:r>
            <a:r>
              <a:rPr lang="en-US" dirty="0" err="1"/>
              <a:t>HuaWei</a:t>
            </a:r>
            <a:r>
              <a:rPr lang="en-US" dirty="0"/>
              <a:t>/Asus/Lenovo/Samsung)</a:t>
            </a:r>
          </a:p>
          <a:p>
            <a:pPr lvl="1"/>
            <a:r>
              <a:rPr lang="en-US" dirty="0"/>
              <a:t>Inventec </a:t>
            </a:r>
            <a:r>
              <a:rPr lang="en-US" dirty="0" err="1"/>
              <a:t>ChongQing</a:t>
            </a:r>
            <a:r>
              <a:rPr lang="en-US" dirty="0"/>
              <a:t> (Build for HP/Asus)</a:t>
            </a:r>
          </a:p>
          <a:p>
            <a:pPr lvl="1"/>
            <a:r>
              <a:rPr lang="en-US" dirty="0"/>
              <a:t>LCFC (Build for Lenovo)</a:t>
            </a:r>
          </a:p>
          <a:p>
            <a:pPr lvl="1"/>
            <a:r>
              <a:rPr lang="en-US" dirty="0"/>
              <a:t>MSI </a:t>
            </a:r>
            <a:r>
              <a:rPr lang="en-US" dirty="0" err="1"/>
              <a:t>KunSan</a:t>
            </a:r>
            <a:r>
              <a:rPr lang="en-US" dirty="0"/>
              <a:t> (Own Brand)</a:t>
            </a:r>
          </a:p>
          <a:p>
            <a:pPr lvl="1"/>
            <a:r>
              <a:rPr lang="en-US" dirty="0"/>
              <a:t>Pegatron (</a:t>
            </a:r>
            <a:r>
              <a:rPr lang="en-US" dirty="0" err="1"/>
              <a:t>ChongQing</a:t>
            </a:r>
            <a:r>
              <a:rPr lang="en-US" dirty="0"/>
              <a:t> – Build for Asus)</a:t>
            </a:r>
          </a:p>
          <a:p>
            <a:pPr lvl="1"/>
            <a:r>
              <a:rPr lang="en-US" dirty="0"/>
              <a:t>Quanta (</a:t>
            </a:r>
            <a:r>
              <a:rPr lang="en-US" dirty="0" err="1"/>
              <a:t>ChongQing</a:t>
            </a:r>
            <a:r>
              <a:rPr lang="en-US" dirty="0"/>
              <a:t> – Build for HP)</a:t>
            </a:r>
          </a:p>
          <a:p>
            <a:pPr lvl="1"/>
            <a:r>
              <a:rPr lang="en-US" dirty="0"/>
              <a:t>Wistron </a:t>
            </a:r>
            <a:r>
              <a:rPr lang="en-US" dirty="0" err="1"/>
              <a:t>TaiWan</a:t>
            </a:r>
            <a:r>
              <a:rPr lang="en-US" dirty="0"/>
              <a:t> (Build for Lenovo)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B3903-56DF-4903-AAAF-FFE7DC00ED5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Share Findings From CMEE Mobile Industry Data Collection (MTL Platform Customer Survey)</a:t>
            </a:r>
          </a:p>
        </p:txBody>
      </p:sp>
    </p:spTree>
    <p:extLst>
      <p:ext uri="{BB962C8B-B14F-4D97-AF65-F5344CB8AC3E}">
        <p14:creationId xmlns:p14="http://schemas.microsoft.com/office/powerpoint/2010/main" val="19708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Highlight</a:t>
            </a:r>
            <a:r>
              <a:rPr lang="en-US" altLang="zh-CN" dirty="0"/>
              <a:t>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253765"/>
            <a:ext cx="11010900" cy="4994635"/>
          </a:xfrm>
        </p:spPr>
        <p:txBody>
          <a:bodyPr>
            <a:normAutofit lnSpcReduction="10000"/>
          </a:bodyPr>
          <a:lstStyle/>
          <a:p>
            <a:pPr marL="288925" indent="-288925"/>
            <a:r>
              <a:rPr lang="en-US" dirty="0"/>
              <a:t>Due to most customers aren’t in LTS HVM yet, thus for a lot of LTS related questions customer answered using SAC experience</a:t>
            </a:r>
          </a:p>
          <a:p>
            <a:pPr marL="288925" indent="-288925"/>
            <a:r>
              <a:rPr lang="en-US" dirty="0"/>
              <a:t>T4 still the major paste customer is using. And step stencil is widely accepted in the industry </a:t>
            </a:r>
            <a:r>
              <a:rPr lang="en-US" dirty="0">
                <a:sym typeface="Wingdings" panose="05000000000000000000" pitchFamily="2" charset="2"/>
                <a:hlinkClick r:id="rId2" action="ppaction://hlinksldjump"/>
              </a:rPr>
              <a:t></a:t>
            </a:r>
            <a:endParaRPr lang="en-US" dirty="0">
              <a:sym typeface="Wingdings" panose="05000000000000000000" pitchFamily="2" charset="2"/>
            </a:endParaRPr>
          </a:p>
          <a:p>
            <a:pPr marL="288925" indent="-288925"/>
            <a:r>
              <a:rPr lang="en-US" altLang="zh-CN" dirty="0">
                <a:sym typeface="Wingdings" panose="05000000000000000000" pitchFamily="2" charset="2"/>
              </a:rPr>
              <a:t>Only 3/10 customers have thermal cure adhesive process. Anticipate high customer impact if must use thermal cure process </a:t>
            </a:r>
            <a:r>
              <a:rPr lang="en-US" altLang="zh-CN" dirty="0">
                <a:sym typeface="Wingdings" panose="05000000000000000000" pitchFamily="2" charset="2"/>
                <a:hlinkClick r:id="rId3" action="ppaction://hlinksldjump"/>
              </a:rPr>
              <a:t>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r>
              <a:rPr lang="en-US" altLang="zh-CN" dirty="0">
                <a:sym typeface="Wingdings" panose="05000000000000000000" pitchFamily="2" charset="2"/>
              </a:rPr>
              <a:t>Thunderbolt and SD WIFI module are the most common Intel branded component used by customer </a:t>
            </a:r>
            <a:r>
              <a:rPr lang="en-US" altLang="zh-CN" dirty="0">
                <a:sym typeface="Wingdings" panose="05000000000000000000" pitchFamily="2" charset="2"/>
                <a:hlinkClick r:id="rId4" action="ppaction://hlinksldjump"/>
              </a:rPr>
              <a:t>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r>
              <a:rPr lang="en-US" altLang="zh-CN" dirty="0">
                <a:sym typeface="Wingdings" panose="05000000000000000000" pitchFamily="2" charset="2"/>
              </a:rPr>
              <a:t>Customers are worrying about MTL M max temp 200C because they afraid during rework process the component body temp will over the limit </a:t>
            </a:r>
            <a:r>
              <a:rPr lang="en-US" altLang="zh-CN" dirty="0">
                <a:sym typeface="Wingdings" panose="05000000000000000000" pitchFamily="2" charset="2"/>
                <a:hlinkClick r:id="rId5" action="ppaction://hlinksldjump"/>
              </a:rPr>
              <a:t>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35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Paste Printing</a:t>
            </a:r>
          </a:p>
        </p:txBody>
      </p:sp>
    </p:spTree>
    <p:extLst>
      <p:ext uri="{BB962C8B-B14F-4D97-AF65-F5344CB8AC3E}">
        <p14:creationId xmlns:p14="http://schemas.microsoft.com/office/powerpoint/2010/main" val="361501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Paste Printing (1 Of 6)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67148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Have you had any prior experience printing paste 0.37mm pitch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No, min 0.4mm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 0.35mm pitch CSP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Lenovo: No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ThinkPad: </a:t>
                      </a: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Yes,0.35mm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No, min 0.4mm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cap="none" spc="0" baseline="0" dirty="0">
                          <a:solidFill>
                            <a:srgbClr val="00B050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0.35mm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Which Stencil tension type &amp; values are you using for 0.37mm pitch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32-35N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&gt;35N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45N~50N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&gt;=30N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N/A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using 0.37mm BGA now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38~42N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30~50N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effectLst/>
                          <a:latin typeface="Intel Clear" panose="020B0604020203020204" pitchFamily="34" charset="0"/>
                        </a:rPr>
                        <a:t>32~38N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514439"/>
            <a:ext cx="1076719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Half of the customer have small pitch (&lt;0.4mm) print experience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490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634340"/>
              </p:ext>
            </p:extLst>
          </p:nvPr>
        </p:nvGraphicFramePr>
        <p:xfrm>
          <a:off x="571370" y="1392555"/>
          <a:ext cx="10767190" cy="24072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List top 3 LTS pastes and percentage of each type planned to use in your production line for MTL-M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Nihon  B37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Eunow DW1000 (still testing)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NA, current testing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Eunow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and Koki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Lenovo: </a:t>
                      </a:r>
                      <a:r>
                        <a:rPr lang="zh-CN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金讯</a:t>
                      </a: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EcoLM-C15-GL</a:t>
                      </a:r>
                      <a:r>
                        <a:rPr lang="zh-CN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，</a:t>
                      </a:r>
                      <a:r>
                        <a:rPr lang="en-US" altLang="zh-CN" sz="1000" b="0" i="0" u="none" strike="noStrike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Bi 49</a:t>
                      </a: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%-53%.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 (100%)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ThinkPad: Senju L28-N143HF (100%)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Current testing: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1.Eunow DW1000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YunNanTin YT-AB02 (57% Bi)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PF735-PQ10;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Aojiang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 HN-302;</a:t>
                      </a:r>
                      <a:b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Compo LF143S-PF.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: PF735-PQ10-10  Sn-48Bi-Ag-X (Intel)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Senju: L29-145HF Sn-58Bi-Sb-Ni (Evaluating)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Senju: L28 -N143HF  Sn-35Bi-0.5Cu-0.03Ni (Lenovo)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</a:tbl>
          </a:graphicData>
        </a:graphic>
      </p:graphicFrame>
      <p:sp>
        <p:nvSpPr>
          <p:cNvPr id="7" name="Title 5">
            <a:extLst>
              <a:ext uri="{FF2B5EF4-FFF2-40B4-BE49-F238E27FC236}">
                <a16:creationId xmlns:a16="http://schemas.microsoft.com/office/drawing/2014/main" id="{629E619C-8B59-415A-B693-FD918BC1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/>
          <a:lstStyle/>
          <a:p>
            <a:r>
              <a:rPr lang="en-US" dirty="0"/>
              <a:t>Solder Paste Printing (2 Of 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F6F8F-FEB5-45D4-9BB9-8820763444D8}"/>
              </a:ext>
            </a:extLst>
          </p:cNvPr>
          <p:cNvSpPr txBox="1"/>
          <p:nvPr/>
        </p:nvSpPr>
        <p:spPr>
          <a:xfrm>
            <a:off x="571370" y="4620895"/>
            <a:ext cx="1076719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Few customers using LTS paste outside Intel recommendation list. Most still near eutectic, few of them are none-eutectic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51D0D-1C4A-4608-BD46-150ECCEC054C}"/>
              </a:ext>
            </a:extLst>
          </p:cNvPr>
          <p:cNvSpPr txBox="1"/>
          <p:nvPr/>
        </p:nvSpPr>
        <p:spPr>
          <a:xfrm>
            <a:off x="9008828" y="691763"/>
            <a:ext cx="1836751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* Red means the paste is not in our recommendation list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0909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597299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For MTL-M BGA package with 0.37 mm pitch, what is solder paste mesh size planned to be used?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T5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T4.5 or T5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T5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0.37mm BGA pitch, will you use a single stencil thickness or a stepped stencil?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Use 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Most situation use step stencil (for connectors)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Intel Clear Light" panose="020B0404020203020204" pitchFamily="34" charset="0"/>
                        </a:rPr>
                        <a:t>Few situation use 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Intel Clear Light" panose="020B0404020203020204" pitchFamily="34" charset="0"/>
                        </a:rPr>
                        <a:t>Few situation use stepped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Most situation use 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Use 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100% use 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Most situation use 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Intel Clear Light" panose="020B0404020203020204" pitchFamily="34" charset="0"/>
                        </a:rPr>
                        <a:t>Few situation use stepped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use 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514439"/>
            <a:ext cx="1076719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T4 is still the major paste type;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More and more customer now using stepped stencil then before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63049DF1-CB24-4105-8420-E845C028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/>
          <a:lstStyle/>
          <a:p>
            <a:r>
              <a:rPr lang="en-US" dirty="0"/>
              <a:t>Solder Paste Printing (3 Of 6)</a:t>
            </a:r>
          </a:p>
        </p:txBody>
      </p:sp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A6C5708-6263-48D7-AB97-9D4DFB664AE7}"/>
              </a:ext>
            </a:extLst>
          </p:cNvPr>
          <p:cNvSpPr/>
          <p:nvPr/>
        </p:nvSpPr>
        <p:spPr>
          <a:xfrm>
            <a:off x="10850252" y="571500"/>
            <a:ext cx="377072" cy="407571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4793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200910"/>
              </p:ext>
            </p:extLst>
          </p:nvPr>
        </p:nvGraphicFramePr>
        <p:xfrm>
          <a:off x="571370" y="763210"/>
          <a:ext cx="10767190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If a single stencil thickness (mm or mils) is used for 0.37mm BGA pitch, what is your thickness preference?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3mil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 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0.06mm (~2.5mil)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0.06mm (~2.5mil)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When using step down stencils, what is max print (squeegee) speed (mm/sec)?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200mm/s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80mm/s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80 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120mm/s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150mm/s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70 ±20mm/s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80～120mm/s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120mm/s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Same as no step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When using step down stencils, what is print (squeegee) pressure (kg)?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8kg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0.5kg per 25mm squeegee length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7kg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11Kg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0.26Mpa(Hitachi)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12±4kg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8～12kg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10Kg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Same as no step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  <p:sp>
        <p:nvSpPr>
          <p:cNvPr id="8" name="Title 5">
            <a:extLst>
              <a:ext uri="{FF2B5EF4-FFF2-40B4-BE49-F238E27FC236}">
                <a16:creationId xmlns:a16="http://schemas.microsoft.com/office/drawing/2014/main" id="{12673608-296C-4EF8-B666-2574FF5B5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50987"/>
            <a:ext cx="11010816" cy="952499"/>
          </a:xfrm>
        </p:spPr>
        <p:txBody>
          <a:bodyPr/>
          <a:lstStyle/>
          <a:p>
            <a:r>
              <a:rPr lang="en-US" dirty="0"/>
              <a:t>Solder Paste Printing (4 Of 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B80B2-3743-4B23-8220-D0BA5623526B}"/>
              </a:ext>
            </a:extLst>
          </p:cNvPr>
          <p:cNvSpPr txBox="1"/>
          <p:nvPr/>
        </p:nvSpPr>
        <p:spPr>
          <a:xfrm>
            <a:off x="712405" y="6231759"/>
            <a:ext cx="10767190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3mil stencil still most commonly used for &lt;= 0.4mm BGA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567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504612"/>
              </p:ext>
            </p:extLst>
          </p:nvPr>
        </p:nvGraphicFramePr>
        <p:xfrm>
          <a:off x="571370" y="834771"/>
          <a:ext cx="10767190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For 0.37mm pitch BGA, what is the smallest AR (Area Ratio) capable in HVM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0.62~0.7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0.625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&gt; 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0.68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Is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nanocoat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technology used on stencil for 0.37 mm pitch BGA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Will consider 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using now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Will consider 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Fine Grain always, and some projects use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nanocoat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How many strokes for kneading (per print direction) when a new paste is applied onto the stencil?  Please also state if different for LTS vs. SAC.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3~5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1~3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  <p:sp>
        <p:nvSpPr>
          <p:cNvPr id="8" name="Title 5">
            <a:extLst>
              <a:ext uri="{FF2B5EF4-FFF2-40B4-BE49-F238E27FC236}">
                <a16:creationId xmlns:a16="http://schemas.microsoft.com/office/drawing/2014/main" id="{F669C231-FD24-40C2-AFC4-CF67CC3C3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50987"/>
            <a:ext cx="11010816" cy="952499"/>
          </a:xfrm>
        </p:spPr>
        <p:txBody>
          <a:bodyPr/>
          <a:lstStyle/>
          <a:p>
            <a:r>
              <a:rPr lang="en-US" dirty="0"/>
              <a:t>Solder Paste Printing (5 Of 6)</a:t>
            </a:r>
          </a:p>
        </p:txBody>
      </p:sp>
    </p:spTree>
    <p:extLst>
      <p:ext uri="{BB962C8B-B14F-4D97-AF65-F5344CB8AC3E}">
        <p14:creationId xmlns:p14="http://schemas.microsoft.com/office/powerpoint/2010/main" val="178781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561167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is the auto cleaning frequency / setting of the stencil (how many print strokes before stencil is cleaned)?  Please also state if different for LTS vs. SAC.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6~10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3～6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Min: 1~3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Please describe under what conditions boards are either washed / cleaned manually (IPA) versus Ultrasonically?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Manual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Manual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Manual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Manual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Manual (IPA)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Manual IPA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Manual first, then use equipment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Manual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Ultrasonic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Special equipment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8" name="Title 5">
            <a:extLst>
              <a:ext uri="{FF2B5EF4-FFF2-40B4-BE49-F238E27FC236}">
                <a16:creationId xmlns:a16="http://schemas.microsoft.com/office/drawing/2014/main" id="{0B7D234A-9F99-4C35-A8A0-6D0F9AEEC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/>
          <a:lstStyle/>
          <a:p>
            <a:r>
              <a:rPr lang="en-US" dirty="0"/>
              <a:t>Solder Paste Printing (6 Of 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CA230-A956-4C8E-B80A-0FD85E93661B}"/>
              </a:ext>
            </a:extLst>
          </p:cNvPr>
          <p:cNvSpPr txBox="1"/>
          <p:nvPr/>
        </p:nvSpPr>
        <p:spPr>
          <a:xfrm>
            <a:off x="571370" y="5514439"/>
            <a:ext cx="1076719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Most customers still use manual clean process for mis-printed boards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0271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Paste Inspection (SPI)</a:t>
            </a:r>
          </a:p>
        </p:txBody>
      </p:sp>
    </p:spTree>
    <p:extLst>
      <p:ext uri="{BB962C8B-B14F-4D97-AF65-F5344CB8AC3E}">
        <p14:creationId xmlns:p14="http://schemas.microsoft.com/office/powerpoint/2010/main" val="180758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Paste Inspection (1 of 2)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511010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are your SPI volume control limits (+/- %) for 0.37 mm pitch BGA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50% - 150%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70% - 165%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80% - 140%（LTS)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40% - 160%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60% - 160%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50% - 140%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50% - 180%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50% - 150%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customers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SPI volume control limits with 0.37mm pitch BGA, what is percentage of defects?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46F09EE-FEAD-4FF4-800B-158D6A164333}"/>
              </a:ext>
            </a:extLst>
          </p:cNvPr>
          <p:cNvSpPr txBox="1"/>
          <p:nvPr/>
        </p:nvSpPr>
        <p:spPr>
          <a:xfrm>
            <a:off x="571370" y="5514439"/>
            <a:ext cx="1076719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Customers still follow their standard SPI control limits even for small pitch BGA similar to prior survey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9395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763612"/>
              </p:ext>
            </p:extLst>
          </p:nvPr>
        </p:nvGraphicFramePr>
        <p:xfrm>
          <a:off x="571370" y="1392555"/>
          <a:ext cx="10767190" cy="40690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are your SPI X (um) and Y (um) offset limits for 0.37 mm pitch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30um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33 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70um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50um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customers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SPI tool threshold setting values (um) used in the algorithm?  </a:t>
                      </a:r>
                    </a:p>
                    <a:p>
                      <a:pPr algn="l" fontAlgn="b"/>
                      <a:endParaRPr lang="en-US" sz="12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[FYI: The threshold value is the minimum height above which the volume is measured. The threshold value is measured from either the Cu or from the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Soldermask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(tool decides based on the pitch)].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35um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4um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30um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50um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Confidential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customer’s request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7" name="Title 5">
            <a:extLst>
              <a:ext uri="{FF2B5EF4-FFF2-40B4-BE49-F238E27FC236}">
                <a16:creationId xmlns:a16="http://schemas.microsoft.com/office/drawing/2014/main" id="{14999E37-738F-4DDF-830D-1F0F2ACF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/>
          <a:lstStyle/>
          <a:p>
            <a:r>
              <a:rPr lang="en-US" dirty="0"/>
              <a:t>Solder Paste Inspection (2 of 2)</a:t>
            </a:r>
          </a:p>
        </p:txBody>
      </p:sp>
    </p:spTree>
    <p:extLst>
      <p:ext uri="{BB962C8B-B14F-4D97-AF65-F5344CB8AC3E}">
        <p14:creationId xmlns:p14="http://schemas.microsoft.com/office/powerpoint/2010/main" val="291471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and Placement (PnP) Machine </a:t>
            </a:r>
          </a:p>
        </p:txBody>
      </p:sp>
    </p:spTree>
    <p:extLst>
      <p:ext uri="{BB962C8B-B14F-4D97-AF65-F5344CB8AC3E}">
        <p14:creationId xmlns:p14="http://schemas.microsoft.com/office/powerpoint/2010/main" val="268498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and Placement (PnP) Machine 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120058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State BGA Placement Force in Newtons when Intel MTL-M 0.37mm pitch BGA is placed?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NA, Fuji NXT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2.5N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Under what conditions do you decide to use a whole process pallet?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Current no such requirement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 No breakout process edge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 PCB T&lt;0.8mm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Current no such requirement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PCB T&lt;0.8mm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PCB T&lt;0.6mm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 No breakout process edge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2. PCB T&lt;0.6mm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Current no such requirement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PCB T&lt;0.8mm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PCB T&lt;0.7mm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 on product size, weight and PCB thickness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82CBC9-2951-4E33-B11B-A6D1DDB3C631}"/>
              </a:ext>
            </a:extLst>
          </p:cNvPr>
          <p:cNvSpPr txBox="1"/>
          <p:nvPr/>
        </p:nvSpPr>
        <p:spPr>
          <a:xfrm>
            <a:off x="571370" y="5514439"/>
            <a:ext cx="10767190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chemeClr val="accent1"/>
                </a:solidFill>
              </a:rPr>
              <a:t>Customers use whole process pallet in 2 conditions:</a:t>
            </a:r>
          </a:p>
          <a:p>
            <a:pPr marL="514350" marR="0" indent="-5143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There is no breakout process edge designed for the PCB</a:t>
            </a:r>
          </a:p>
          <a:p>
            <a:pPr marL="514350" marR="0" indent="-5143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en-US" sz="2000" b="1" dirty="0">
                <a:solidFill>
                  <a:schemeClr val="accent1"/>
                </a:solidFill>
              </a:rPr>
              <a:t>PCB T &lt; 0.6~0.8mm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5243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Reflow Convection Oven</a:t>
            </a:r>
          </a:p>
        </p:txBody>
      </p:sp>
    </p:spTree>
    <p:extLst>
      <p:ext uri="{BB962C8B-B14F-4D97-AF65-F5344CB8AC3E}">
        <p14:creationId xmlns:p14="http://schemas.microsoft.com/office/powerpoint/2010/main" val="83064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Reflow Convection Oven (1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423178"/>
              </p:ext>
            </p:extLst>
          </p:nvPr>
        </p:nvGraphicFramePr>
        <p:xfrm>
          <a:off x="571370" y="1392555"/>
          <a:ext cx="10767190" cy="19500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will be your Peak Temperature Range for LTS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165~175C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185~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200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165 - 180C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170C - 185C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Lenovo:180+/-5C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ThinkPad: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190-195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160-180C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, 155-185C;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Aojiang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HN-302, 160-180C;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Compo LF143S-PF, 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180-200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 on paste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PF735-PQ10-10  165 - 175C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L28 -N143HF        &lt;190C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652490-9A07-4E50-A800-4062BB06E679}"/>
              </a:ext>
            </a:extLst>
          </p:cNvPr>
          <p:cNvSpPr txBox="1"/>
          <p:nvPr/>
        </p:nvSpPr>
        <p:spPr>
          <a:xfrm>
            <a:off x="571370" y="5514439"/>
            <a:ext cx="1076719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The highest peak reflow of LTS process &lt;=200C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1051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64507"/>
              </p:ext>
            </p:extLst>
          </p:nvPr>
        </p:nvGraphicFramePr>
        <p:xfrm>
          <a:off x="571370" y="834771"/>
          <a:ext cx="10767190" cy="56584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measure the cooling slope for reflow profile for SAC? If yes, what is the criteria for passing?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-4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 on product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measure the cooling slope for reflow profile for LTS? If yes, what is the criteria for passing?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Lenovo: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-4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~-1C/S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ThinkPad -3~-1C/S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-5~-1C/S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, 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-6~-1C/s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;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Aojiang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HN-302, 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-8~-3C/s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;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Compo LF143S-PF, 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≤-4C/s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-3~-1C/S, &lt;115C out of reflow oven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 - If yes, how do you calculate the cooling slope for LTS?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Max slope over 20 seconds down to 120C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Max slope over 60 seconds down to 110C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Max slope over 65 seconds down to 100C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  <p:sp>
        <p:nvSpPr>
          <p:cNvPr id="8" name="Title 5">
            <a:extLst>
              <a:ext uri="{FF2B5EF4-FFF2-40B4-BE49-F238E27FC236}">
                <a16:creationId xmlns:a16="http://schemas.microsoft.com/office/drawing/2014/main" id="{B8347B9F-ABAF-4E66-8C1B-59C3294E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50990"/>
            <a:ext cx="11010816" cy="952499"/>
          </a:xfrm>
        </p:spPr>
        <p:txBody>
          <a:bodyPr/>
          <a:lstStyle/>
          <a:p>
            <a:r>
              <a:rPr lang="en-US" dirty="0"/>
              <a:t>Reflow Convection Oven (2 of 3)</a:t>
            </a:r>
          </a:p>
        </p:txBody>
      </p:sp>
    </p:spTree>
    <p:extLst>
      <p:ext uri="{BB962C8B-B14F-4D97-AF65-F5344CB8AC3E}">
        <p14:creationId xmlns:p14="http://schemas.microsoft.com/office/powerpoint/2010/main" val="72200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82087"/>
              </p:ext>
            </p:extLst>
          </p:nvPr>
        </p:nvGraphicFramePr>
        <p:xfrm>
          <a:off x="571370" y="834771"/>
          <a:ext cx="10767190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changes will be made to reflow oven to accommodate an LTS reflow profile?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Change heating zone temp setting and belt speed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Change heating zone temp setting and belt speed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Change heating zone temp setting and belt speed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Change heating zone temp setting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Change heating zone temp setting and belt speed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Change heating zone temp setting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plan to follow all of the Intel MAS for LTS reflow parameters?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No, we will follow paste vendor suggestion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will consider Intel MAS and paste vendor suggestion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Belt Speed (cm/min) used for an LTS profile?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90cm/min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120 cm/min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125 cm/min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140cm/min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100cm/min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 on product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  <p:sp>
        <p:nvSpPr>
          <p:cNvPr id="8" name="Title 5">
            <a:extLst>
              <a:ext uri="{FF2B5EF4-FFF2-40B4-BE49-F238E27FC236}">
                <a16:creationId xmlns:a16="http://schemas.microsoft.com/office/drawing/2014/main" id="{86F37CCB-1060-459C-B37D-912E0D68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50990"/>
            <a:ext cx="11010816" cy="952499"/>
          </a:xfrm>
        </p:spPr>
        <p:txBody>
          <a:bodyPr/>
          <a:lstStyle/>
          <a:p>
            <a:r>
              <a:rPr lang="en-US" dirty="0"/>
              <a:t>Reflow Convection Oven (3 of 3)</a:t>
            </a:r>
          </a:p>
        </p:txBody>
      </p:sp>
    </p:spTree>
    <p:extLst>
      <p:ext uri="{BB962C8B-B14F-4D97-AF65-F5344CB8AC3E}">
        <p14:creationId xmlns:p14="http://schemas.microsoft.com/office/powerpoint/2010/main" val="561797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Adhesive SJR (Solder Joint Reliability)</a:t>
            </a:r>
          </a:p>
        </p:txBody>
      </p:sp>
    </p:spTree>
    <p:extLst>
      <p:ext uri="{BB962C8B-B14F-4D97-AF65-F5344CB8AC3E}">
        <p14:creationId xmlns:p14="http://schemas.microsoft.com/office/powerpoint/2010/main" val="288608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28755"/>
              </p:ext>
            </p:extLst>
          </p:nvPr>
        </p:nvGraphicFramePr>
        <p:xfrm>
          <a:off x="571370" y="834771"/>
          <a:ext cx="10767190" cy="57543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How do you decide whether to use board level adhesives on LTS?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Always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use UV corner glue for big BGAs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Always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use UV corner glue for big BGAs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Always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use UV corner glue for big BGAs (CPU, GPU, SSD)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Use  corner glue 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all the time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Follow customer requirement + drop test result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Always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use  underfill for &gt; 10x10mm BGAs (CPU/GPU/RAM/PCH)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Always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use corner glue for key components. Current evaluating SJEM process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CPU+Customer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requirement+test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fail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location+high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stress area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follow Intel's MAS dispense &amp; KOZ recommendations for Client Mobile Products with regards to adhesive material?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 on customer requirement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adhesive brand and model do you use for LTS?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UV glue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LOCTITE 3705 (UV)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ASEC 3917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Syscotech(新懿) AS3109A7 (Corner Underfill)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SeaYu(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信友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UV3329 (UV)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Loctite 1172A (Intel required underfill)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  <p:sp>
        <p:nvSpPr>
          <p:cNvPr id="8" name="Title 5">
            <a:extLst>
              <a:ext uri="{FF2B5EF4-FFF2-40B4-BE49-F238E27FC236}">
                <a16:creationId xmlns:a16="http://schemas.microsoft.com/office/drawing/2014/main" id="{40D6C9BC-D257-4ACD-BFBE-80C27309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50990"/>
            <a:ext cx="11010816" cy="952499"/>
          </a:xfrm>
        </p:spPr>
        <p:txBody>
          <a:bodyPr/>
          <a:lstStyle/>
          <a:p>
            <a:r>
              <a:rPr lang="en-US" dirty="0"/>
              <a:t>Adhesive SJR (1 of 5)</a:t>
            </a:r>
          </a:p>
        </p:txBody>
      </p:sp>
    </p:spTree>
    <p:extLst>
      <p:ext uri="{BB962C8B-B14F-4D97-AF65-F5344CB8AC3E}">
        <p14:creationId xmlns:p14="http://schemas.microsoft.com/office/powerpoint/2010/main" val="358566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934029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apply adhesives to other Intel branded components (</a:t>
                      </a:r>
                      <a:r>
                        <a:rPr lang="en-US" sz="1200" b="1" dirty="0" err="1"/>
                        <a:t>Eg</a:t>
                      </a:r>
                      <a:r>
                        <a:rPr lang="en-US" sz="1200" b="1" dirty="0"/>
                        <a:t>: PMIC, Thunderbolt, </a:t>
                      </a:r>
                      <a:r>
                        <a:rPr lang="en-US" sz="1200" b="1" dirty="0" err="1"/>
                        <a:t>Wifi</a:t>
                      </a:r>
                      <a:r>
                        <a:rPr lang="en-US" sz="1200" b="1" dirty="0"/>
                        <a:t>, Clover Falls, etc...) on motherboards manufactured with LTS pastes? (Answer "NA" if not using other Intel branded components)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 on dispense spacing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PCH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PCH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PCH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PCH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apply adhesives to other non-Intel BOM components (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Eg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: Memory CSP, Connectors, etc...) on motherboards manufactured with LTS pastes?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Yes, Memory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Yes, GPU/Memory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Yes, GPU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Yes, GPU, memory connector, WLAN connector)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7" name="Title 5">
            <a:extLst>
              <a:ext uri="{FF2B5EF4-FFF2-40B4-BE49-F238E27FC236}">
                <a16:creationId xmlns:a16="http://schemas.microsoft.com/office/drawing/2014/main" id="{6F1C7CDF-B740-46C3-8205-A0616DDBF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/>
          <a:lstStyle/>
          <a:p>
            <a:r>
              <a:rPr lang="en-US" dirty="0"/>
              <a:t>Adhesive SJR (2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B2FE7-14C3-4201-A390-A11CC601CEA4}"/>
              </a:ext>
            </a:extLst>
          </p:cNvPr>
          <p:cNvSpPr txBox="1"/>
          <p:nvPr/>
        </p:nvSpPr>
        <p:spPr>
          <a:xfrm>
            <a:off x="571370" y="5514439"/>
            <a:ext cx="1076719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CPU, PCH, GPU, Memory are the most common components that customers apply adhesive onto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8916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Adhesive SJR (3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304746"/>
              </p:ext>
            </p:extLst>
          </p:nvPr>
        </p:nvGraphicFramePr>
        <p:xfrm>
          <a:off x="571370" y="1392555"/>
          <a:ext cx="10767190" cy="39001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have HVM thermal cure glue process capability in your factory?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- If not, what would be the impact to setup thermal cure glue process in future?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Equipment investment, Adhesive Qualification, No enough factory floor space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Equipment investment, Adhesive Qualification, Line reconfig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Equipment investment, Line reconfig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Unlikely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Line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reconfig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, Unlikely to implement because heat cure will cause PCBA deformation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0329E0-3B8C-4E10-90F9-7572909C5D69}"/>
              </a:ext>
            </a:extLst>
          </p:cNvPr>
          <p:cNvSpPr txBox="1"/>
          <p:nvPr/>
        </p:nvSpPr>
        <p:spPr>
          <a:xfrm>
            <a:off x="571370" y="5514439"/>
            <a:ext cx="10767190" cy="1093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normAutofit fontScale="92500"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Only 3/10 customers have thermal cure adhesive process in their factories. Unlikely implement thermal cure process w/o big impact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" name="Action Button: Go Hom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56F3CAF-B248-4F67-B0CB-8FCE7FCC2DE9}"/>
              </a:ext>
            </a:extLst>
          </p:cNvPr>
          <p:cNvSpPr/>
          <p:nvPr/>
        </p:nvSpPr>
        <p:spPr>
          <a:xfrm>
            <a:off x="10850252" y="571500"/>
            <a:ext cx="377072" cy="407571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8272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Adhesive SJR (4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235462"/>
              </p:ext>
            </p:extLst>
          </p:nvPr>
        </p:nvGraphicFramePr>
        <p:xfrm>
          <a:off x="571370" y="1392555"/>
          <a:ext cx="10767190" cy="39001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have HVM underfill/corner fill process capability in your factory?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- If not, what would be the impact to setup underfill/corner fill process in future?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Equipment investment, Adhesive Qualification, No enough factory floor space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Equipment investment, Adhesive Qualification, Line reconfig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Equipment investment, Line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reconfig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Unlikely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Line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reconfig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, Unlikely to implement because heat cure will cause PCBA deformation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E0E091-B6B1-4F00-8FB9-3C3504E457A1}"/>
              </a:ext>
            </a:extLst>
          </p:cNvPr>
          <p:cNvSpPr txBox="1"/>
          <p:nvPr/>
        </p:nvSpPr>
        <p:spPr>
          <a:xfrm>
            <a:off x="571370" y="5514439"/>
            <a:ext cx="10767190" cy="1093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norm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Only 3/10 customers have underfill/corner fill process in their factories, because they build for Lenovo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4398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Adhesive SJR (5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453918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apply adhesive on BGAs right after SMT/before any test? If yes, what is the reason?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easy to apply glue before </a:t>
                      </a:r>
                      <a:r>
                        <a:rPr 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depanel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to prevent SJ crack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to prevent SJ crack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easy to apply glue before depanel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Pre-Reflow In-Line adhesive dispense capabilities, to hold select SMT parts from falling off the board on the 2nd Pass through SMT?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CAE92D0-6EC3-4B58-9578-4724D614A330}"/>
              </a:ext>
            </a:extLst>
          </p:cNvPr>
          <p:cNvSpPr txBox="1"/>
          <p:nvPr/>
        </p:nvSpPr>
        <p:spPr>
          <a:xfrm>
            <a:off x="571370" y="5514439"/>
            <a:ext cx="10767190" cy="1093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normAutofit lnSpcReduction="10000"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accent1"/>
                </a:solidFill>
              </a:rPr>
              <a:t>2 reasons customer apply adhesives right after reflow:</a:t>
            </a:r>
          </a:p>
          <a:p>
            <a:pPr marL="514350" marR="0" indent="-5143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Easy to process before the board was de-panel-ed</a:t>
            </a:r>
            <a:endParaRPr lang="en-US" b="1" dirty="0">
              <a:solidFill>
                <a:schemeClr val="accent1"/>
              </a:solidFill>
            </a:endParaRPr>
          </a:p>
          <a:p>
            <a:pPr marL="514350" marR="0" indent="-5143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Prevent solder crack on the following </a:t>
            </a:r>
            <a:r>
              <a:rPr kumimoji="0" lang="en-US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mfg</a:t>
            </a: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process</a:t>
            </a:r>
          </a:p>
        </p:txBody>
      </p:sp>
    </p:spTree>
    <p:extLst>
      <p:ext uri="{BB962C8B-B14F-4D97-AF65-F5344CB8AC3E}">
        <p14:creationId xmlns:p14="http://schemas.microsoft.com/office/powerpoint/2010/main" val="296888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X-Ray FA Capability</a:t>
            </a:r>
          </a:p>
        </p:txBody>
      </p:sp>
    </p:spTree>
    <p:extLst>
      <p:ext uri="{BB962C8B-B14F-4D97-AF65-F5344CB8AC3E}">
        <p14:creationId xmlns:p14="http://schemas.microsoft.com/office/powerpoint/2010/main" val="381848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X-Ray FA Capability 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223925"/>
              </p:ext>
            </p:extLst>
          </p:nvPr>
        </p:nvGraphicFramePr>
        <p:xfrm>
          <a:off x="571370" y="1392555"/>
          <a:ext cx="10767190" cy="19500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State Xray (Failure Analysis) Supplier Name, Model# and Year of Manufacture, used for Intel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Nordson-XD7500VR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Dage -XD7500/2007Y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phoenix xlaminer MXCN000619-332618 March 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SEC X-eye SF160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2013/04/25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Nordson/Dage-Quadra6-Year2018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Old machine, 15 years ago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YXLON Y.Cougar.SMT 2014/12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Nordson/Dage-Quadra7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Dage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&amp; TRI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41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Rework</a:t>
            </a:r>
          </a:p>
        </p:txBody>
      </p:sp>
    </p:spTree>
    <p:extLst>
      <p:ext uri="{BB962C8B-B14F-4D97-AF65-F5344CB8AC3E}">
        <p14:creationId xmlns:p14="http://schemas.microsoft.com/office/powerpoint/2010/main" val="22448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24028"/>
            <a:ext cx="11010816" cy="952499"/>
          </a:xfrm>
        </p:spPr>
        <p:txBody>
          <a:bodyPr/>
          <a:lstStyle/>
          <a:p>
            <a:r>
              <a:rPr lang="en-US" dirty="0"/>
              <a:t>Rework (1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827251"/>
              </p:ext>
            </p:extLst>
          </p:nvPr>
        </p:nvGraphicFramePr>
        <p:xfrm>
          <a:off x="571370" y="834771"/>
          <a:ext cx="10767190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is the Rework Tool used for LTS BGA formulation?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QUICK EA-H15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QUICK EA-H15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QUICK EA-A10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Ersa HR 600-2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业欧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PFT-950/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业欧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TP-500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Ersa HR 600-2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Hipo Tech RD500-Ⅲ; HBR-RD500S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SRT2200i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Does the Rework tool use Convection Air or Infrared Air for heating package/board during reflow?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IR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IR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Both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Intel Clear Light" panose="020B0404020203020204" pitchFamily="34" charset="0"/>
                        </a:rPr>
                        <a:t>Convection Air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Top: Convection Air + Bottom </a:t>
                      </a: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IR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IR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Intel Clear Light" panose="020B0404020203020204" pitchFamily="34" charset="0"/>
                        </a:rPr>
                        <a:t>Convection air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IR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Intel Clear Light" panose="020B0404020203020204" pitchFamily="34" charset="0"/>
                        </a:rPr>
                        <a:t>Convection air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tool is used for site dress of pad site after component removal for 0.37 mm pitch Intel BGA package?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4C houseshoe iron tip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4C houseshoe iron tip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Iron tip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4C houseshoe iron tip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Auto scavenger tool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4C houseshoe iron tip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4C houseshoe iron tip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Iron tip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56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Rework (2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666305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is the iron tip temperature setting for site dressing of LTS BGA rework?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420C (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SAC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370-390C (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SAC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380C (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SAC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250C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250C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390±5C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250C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350C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When is paste or Flux used for Intel SOC for LTS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Print paste to BGA ball + apply flux to PCB pad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&lt;0.4mm, use flux, &gt;= 0.4mm, use 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&lt;0.35mm, use flux, &gt;= 0.35mm, use 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&lt;0.4mm, use flux, &gt;= 0.4mm, use 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9FA440-94CB-4AF0-A4C1-D250EADEE9FB}"/>
              </a:ext>
            </a:extLst>
          </p:cNvPr>
          <p:cNvSpPr txBox="1"/>
          <p:nvPr/>
        </p:nvSpPr>
        <p:spPr>
          <a:xfrm>
            <a:off x="571370" y="5514439"/>
            <a:ext cx="10767190" cy="1093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norm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Most customers still capable to print paste for BGA pitch = 0.4mm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3822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Rework (3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903699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Please state LTS Paste Vendor Name and Formulation name for BGA rework?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YunNan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Tin YW9-3005-98CY04 (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SAC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YunNan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Tin YW9-3005-98CY04 (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SAC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Nihon  B37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N/A (Current is testing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Eunow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and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N/A (Current testing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Eunow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,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Shenmao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and Koki)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Lenovo: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金讯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EcoLM-C15(100%)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ThinkPad: Senju L28-N143 (100%)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Same as SMT 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Please state LTS Flux Vendor Name and Formulation name for BGA rework?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AIMSOLDERPASTE NC254 (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SAC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AIMSOLDERPASTE NC254 (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SAC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AMTECH-559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Eunow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PASTE FLUX 100G/B07 (</a:t>
                      </a: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Intel Clear Light" panose="020B0404020203020204" pitchFamily="34" charset="0"/>
                        </a:rPr>
                        <a:t>SAC?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Same as SMT paste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32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24028"/>
            <a:ext cx="11010816" cy="952499"/>
          </a:xfrm>
        </p:spPr>
        <p:txBody>
          <a:bodyPr/>
          <a:lstStyle/>
          <a:p>
            <a:r>
              <a:rPr lang="en-US" dirty="0"/>
              <a:t>Rework (4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402771"/>
              </p:ext>
            </p:extLst>
          </p:nvPr>
        </p:nvGraphicFramePr>
        <p:xfrm>
          <a:off x="571370" y="834771"/>
          <a:ext cx="10767190" cy="55670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plan to follow all of the Intel MAS for LTS rework parameters?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Will follow paste vendor recommendation and Intel MAS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Cycle Time (average) in mins to replace/remove LTS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30min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20-25min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25min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30min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25min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23min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25min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30min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had success reworking with solder pastes at your facility for BGAs &gt;0.35mm and &lt;=0.4mm pitch or had any prior experience working with BGAs &gt;0.35mm and &lt;=0.4mm pitch?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Yes, success rate 70%~80%. 0.4mm (~800 pins)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68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Rework(5 Of 5)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694838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If N2 is needed for rework, what is the factory impact of installing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likely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Need new equipment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likely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Need new equipment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Need new equipment, not likely now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Which flux type do you prefer for reworking full stack LTS BGAs with &gt;0.35mm and &lt;=0.4mm pitch?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RF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RF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Use paste instead of flux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RMA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RF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RMA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RF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96A248B-A980-4376-92D2-8371AB51A648}"/>
              </a:ext>
            </a:extLst>
          </p:cNvPr>
          <p:cNvSpPr txBox="1"/>
          <p:nvPr/>
        </p:nvSpPr>
        <p:spPr>
          <a:xfrm>
            <a:off x="571370" y="5514439"/>
            <a:ext cx="10767190" cy="1093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norm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Only very few customers are capable for N2 rework (Pls refer to ADL CRD)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7603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EMI Shields ( &gt; 40 x 40 mm)</a:t>
            </a:r>
          </a:p>
        </p:txBody>
      </p:sp>
    </p:spTree>
    <p:extLst>
      <p:ext uri="{BB962C8B-B14F-4D97-AF65-F5344CB8AC3E}">
        <p14:creationId xmlns:p14="http://schemas.microsoft.com/office/powerpoint/2010/main" val="257375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EMI Shields(1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481129"/>
              </p:ext>
            </p:extLst>
          </p:nvPr>
        </p:nvGraphicFramePr>
        <p:xfrm>
          <a:off x="571370" y="1392555"/>
          <a:ext cx="10767190" cy="18542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For an LTS process, do you utilize any solder additive process for the EMI shield (&gt;40 x 40mm size) in reflow to increase mechanical stability?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Step stencil, enlarged stencil apetures, top hat on reflow pallet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Step stencil, small solder chip additive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SZ (JDM1 + Intel SPG &amp; NSG)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Step stencil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Step stencil and/or enlarged stencil apetures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0E5B35-F8D6-4092-AA4A-BCC690B2229D}"/>
              </a:ext>
            </a:extLst>
          </p:cNvPr>
          <p:cNvSpPr txBox="1"/>
          <p:nvPr/>
        </p:nvSpPr>
        <p:spPr>
          <a:xfrm>
            <a:off x="571370" y="4098929"/>
            <a:ext cx="1076719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Step stencil is the most common method for solder paste additive</a:t>
            </a:r>
          </a:p>
        </p:txBody>
      </p:sp>
    </p:spTree>
    <p:extLst>
      <p:ext uri="{BB962C8B-B14F-4D97-AF65-F5344CB8AC3E}">
        <p14:creationId xmlns:p14="http://schemas.microsoft.com/office/powerpoint/2010/main" val="91464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Bare PCB (Printed Circuit Board)</a:t>
            </a:r>
          </a:p>
        </p:txBody>
      </p:sp>
    </p:spTree>
    <p:extLst>
      <p:ext uri="{BB962C8B-B14F-4D97-AF65-F5344CB8AC3E}">
        <p14:creationId xmlns:p14="http://schemas.microsoft.com/office/powerpoint/2010/main" val="396815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Bare PCB (1 Of 1)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475212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Is your entire motherboard to be built with LTS paste?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Will consider 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Bottom SAC, Top LTS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Are there plans, or a desire, to surface mounting the MTL-M (having LTS ball) with SAC pastes (reverse hybrid)?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No currently, If Intel has the data pls share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72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LTS (Low Temperature Solder)</a:t>
            </a:r>
          </a:p>
        </p:txBody>
      </p:sp>
    </p:spTree>
    <p:extLst>
      <p:ext uri="{BB962C8B-B14F-4D97-AF65-F5344CB8AC3E}">
        <p14:creationId xmlns:p14="http://schemas.microsoft.com/office/powerpoint/2010/main" val="393305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24028"/>
            <a:ext cx="11010816" cy="952499"/>
          </a:xfrm>
        </p:spPr>
        <p:txBody>
          <a:bodyPr/>
          <a:lstStyle/>
          <a:p>
            <a:r>
              <a:rPr lang="en-US" dirty="0"/>
              <a:t>Low Temperature Solder (1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964473"/>
              </p:ext>
            </p:extLst>
          </p:nvPr>
        </p:nvGraphicFramePr>
        <p:xfrm>
          <a:off x="571370" y="834771"/>
          <a:ext cx="10767190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are your LTS preferred paste formulation?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Hypoeutectic Bi% (35-40%)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Near Eutectic Bi% (58%)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Near Eutectic Bi% (58%)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Near Eutectic Bi% (58%)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Depends, haven't decided yet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Depends, haven't decided yet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Near Eutectic Bi% (58%)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Are you planning to use Intel Branded Components other than MTL-M SOC on your motherboards?(If Yes, please answer the next question)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- What other Intel branded components are you planning to use on your motherboards?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WIFI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Thunderbolt, 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WIFI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WIFI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WIFI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PMIC, Thunderbolt, 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WIFI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WIFI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WIFI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Thunderbolt, </a:t>
                      </a:r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WIFI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N/A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D7D8D91-97A3-4302-BC64-08579C998AA8}"/>
              </a:ext>
            </a:extLst>
          </p:cNvPr>
          <p:cNvSpPr/>
          <p:nvPr/>
        </p:nvSpPr>
        <p:spPr>
          <a:xfrm>
            <a:off x="10850252" y="224028"/>
            <a:ext cx="377072" cy="407571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9891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24028"/>
            <a:ext cx="11010816" cy="952499"/>
          </a:xfrm>
        </p:spPr>
        <p:txBody>
          <a:bodyPr/>
          <a:lstStyle/>
          <a:p>
            <a:r>
              <a:rPr lang="en-US" dirty="0"/>
              <a:t>Low Temperature Solder (2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601257"/>
              </p:ext>
            </p:extLst>
          </p:nvPr>
        </p:nvGraphicFramePr>
        <p:xfrm>
          <a:off x="571370" y="834771"/>
          <a:ext cx="10767190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is the maximum board thickness you will surface mount MTL-M BGA onto?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1.2mm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1.0mm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1.0mm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1.2mm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1.2mm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1.2mm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1.0mm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0.7~0.8mm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1.2mm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Are there any other component suppliers providing full stack LTS BGAs?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any concerns if the maximum peak reflow temp for LTS, supported in the MTL-M MAS, is 200C?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4417B0E-2535-41CF-BF65-EDAC494977E0}"/>
              </a:ext>
            </a:extLst>
          </p:cNvPr>
          <p:cNvSpPr txBox="1"/>
          <p:nvPr/>
        </p:nvSpPr>
        <p:spPr>
          <a:xfrm>
            <a:off x="7475455" y="6449306"/>
            <a:ext cx="353505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normAutofit fontScale="25000" lnSpcReduction="20000"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ODM is worrying about the package body temp will over 200 C during rework process. </a:t>
            </a:r>
            <a:r>
              <a:rPr lang="en-US" dirty="0">
                <a:solidFill>
                  <a:srgbClr val="FF0000"/>
                </a:solidFill>
              </a:rPr>
              <a:t>Wistron measurement shows BGA body temp at 202c (peak temp 200C) during LTS rework. Consider some LTS paste will require peak temp up to 220C, Wistron’s preference of MTL M max temp is 230C.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" name="Action Button: Go Hom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138F280-C0E4-4DFE-995F-7F9D63B4071C}"/>
              </a:ext>
            </a:extLst>
          </p:cNvPr>
          <p:cNvSpPr/>
          <p:nvPr/>
        </p:nvSpPr>
        <p:spPr>
          <a:xfrm>
            <a:off x="10850252" y="224028"/>
            <a:ext cx="377072" cy="407571"/>
          </a:xfrm>
          <a:prstGeom prst="actionButtonHom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4936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Temperature Solder (3 of 3)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410233"/>
              </p:ext>
            </p:extLst>
          </p:nvPr>
        </p:nvGraphicFramePr>
        <p:xfrm>
          <a:off x="571370" y="1392555"/>
          <a:ext cx="10767190" cy="5170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Based on your available data, what is the risk level to implement LTS process on MTL-M product(s)? :</a:t>
                      </a:r>
                    </a:p>
                    <a:p>
                      <a:pPr algn="l"/>
                      <a:r>
                        <a:rPr lang="en-US" sz="1200" b="1" dirty="0"/>
                        <a:t>Please select one:</a:t>
                      </a:r>
                    </a:p>
                    <a:p>
                      <a:pPr algn="l"/>
                      <a:r>
                        <a:rPr lang="en-US" sz="1200" b="1" dirty="0"/>
                        <a:t>A. Low and ready.</a:t>
                      </a:r>
                    </a:p>
                    <a:p>
                      <a:pPr algn="l"/>
                      <a:r>
                        <a:rPr lang="en-US" sz="1200" b="1" dirty="0"/>
                        <a:t>B. Medium and still need to collect some data</a:t>
                      </a:r>
                    </a:p>
                    <a:p>
                      <a:pPr algn="l"/>
                      <a:r>
                        <a:rPr lang="en-US" sz="1200" b="1" dirty="0"/>
                        <a:t>C. High and limited data available</a:t>
                      </a:r>
                    </a:p>
                    <a:p>
                      <a:pPr algn="l"/>
                      <a:r>
                        <a:rPr lang="en-US" sz="1200" b="1" dirty="0"/>
                        <a:t>D. Show stopper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D. Show stopper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D. Show stopper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Intel Clear Light" panose="020B0404020203020204" pitchFamily="34" charset="0"/>
                        </a:rPr>
                        <a:t>B. Medium and still need to collect some data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Intel Clear Light" panose="020B0404020203020204" pitchFamily="34" charset="0"/>
                        </a:rPr>
                        <a:t>C. High and limited data available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Intel Clear Light" panose="020B0404020203020204" pitchFamily="34" charset="0"/>
                        </a:rPr>
                        <a:t>B. Medium and still need to collect some data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A. Low and ready.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Intel Clear Light" panose="020B0404020203020204" pitchFamily="34" charset="0"/>
                        </a:rPr>
                        <a:t>C. High and limited data available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C000"/>
                          </a:solidFill>
                          <a:effectLst/>
                          <a:latin typeface="Intel Clear Light" panose="020B0404020203020204" pitchFamily="34" charset="0"/>
                        </a:rPr>
                        <a:t>B. Medium and still need to collect some data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D. Show stopper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A. Low and ready.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answer is B, C or D, please provide what data is required to bring risk level down to Low?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SJO, SJ crack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SJ strength compared to SAC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Dye Pry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Humidity Test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Corner Drop Test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Thermal Shock Test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Fragility Shock and Vibration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Torture Test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I/O connector strength and durability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Weighted Vibration Test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Weight Drop Test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SMT setting and SJ reliability test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During rework the CPU surface temp will &gt; 200C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Component max temp, HT warpage, SJ reliability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Still under test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 answer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7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 WLAN</a:t>
            </a:r>
          </a:p>
        </p:txBody>
      </p:sp>
    </p:spTree>
    <p:extLst>
      <p:ext uri="{BB962C8B-B14F-4D97-AF65-F5344CB8AC3E}">
        <p14:creationId xmlns:p14="http://schemas.microsoft.com/office/powerpoint/2010/main" val="248421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24028"/>
            <a:ext cx="11010816" cy="952499"/>
          </a:xfrm>
        </p:spPr>
        <p:txBody>
          <a:bodyPr/>
          <a:lstStyle/>
          <a:p>
            <a:r>
              <a:rPr lang="en-US" dirty="0"/>
              <a:t>SD WLAN (1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44050"/>
              </p:ext>
            </p:extLst>
          </p:nvPr>
        </p:nvGraphicFramePr>
        <p:xfrm>
          <a:off x="571370" y="834771"/>
          <a:ext cx="10767190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is the percentage of your design having the SDWLAN on the opposite side with major BGA (CPU, </a:t>
                      </a:r>
                      <a:r>
                        <a:rPr lang="en-US" sz="1200" b="1" dirty="0" err="1"/>
                        <a:t>Gfx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1" dirty="0" err="1"/>
                        <a:t>etc</a:t>
                      </a:r>
                      <a:r>
                        <a:rPr lang="en-US" sz="1200" b="1" dirty="0"/>
                        <a:t>)? Please provide a rough % number.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30~40%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NA, not using SDWLAN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Not using SDWLAN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Where is the SDWLAN located in your board design? Please answer: Center, Edge, Corner (Refer to the picture--&gt;)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Edge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Edge, corner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Corner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Edge, Corner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Edge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Corner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Edge, corner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Edge, corner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In your design, what is the closest distance from board edge/corner to SDWLAN module?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&gt;5mm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1.5mm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5mm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0.5mm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50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 WLAN (2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284673"/>
              </p:ext>
            </p:extLst>
          </p:nvPr>
        </p:nvGraphicFramePr>
        <p:xfrm>
          <a:off x="571370" y="1392555"/>
          <a:ext cx="10767190" cy="4052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is the % of your projects are using 3mil stencil and what the % of 4mil stencil for SDWLAN solder down?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100% 4mil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100% 4mil (~100um)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100% 4mil (~100um)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20% 5mil (~127um), 80% 4mil (~100um)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Lenovo:80% 4mil，20% 5mil</a:t>
                      </a:r>
                      <a:b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ThinkPad:0.11mm 80%    0.1mm 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90% 4mil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100% 4mil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100% 4mil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need to have a 3mil stencil thickness recommendation in the Intel MAS?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, we use more and more 3mil stencil, step stencil will impact print quality, we prefer to have 3mil recommendation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6CD4A0-CA69-4D31-9E46-5DF25995476A}"/>
              </a:ext>
            </a:extLst>
          </p:cNvPr>
          <p:cNvSpPr txBox="1"/>
          <p:nvPr/>
        </p:nvSpPr>
        <p:spPr>
          <a:xfrm>
            <a:off x="571370" y="5514439"/>
            <a:ext cx="10767190" cy="1093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normAutofit fontScale="92500" lnSpcReduction="10000"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Current 4mil and 5mil stencil still the mainstream for SDWLAN, but big portion of customers are hoping to have 3mil stencil recommendations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6612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224028"/>
            <a:ext cx="11010816" cy="952499"/>
          </a:xfrm>
        </p:spPr>
        <p:txBody>
          <a:bodyPr/>
          <a:lstStyle/>
          <a:p>
            <a:r>
              <a:rPr lang="en-US" dirty="0"/>
              <a:t>SDWLAN (3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575695"/>
              </p:ext>
            </p:extLst>
          </p:nvPr>
        </p:nvGraphicFramePr>
        <p:xfrm>
          <a:off x="571370" y="834771"/>
          <a:ext cx="10767190" cy="5562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scan the SN# of Intel SDWLAN module,  and link it with board SN# and save it into your database?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- If yes, can you provide the specific scanner (brand, model) you are using and what is the distance/angle when you scan?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Are you aware of the Intel SDWLAN new land pattern recommendation? To date, how many of your designs had implemented this new land pattern</a:t>
                      </a:r>
                      <a:r>
                        <a:rPr lang="en-US" altLang="zh-CN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?</a:t>
                      </a:r>
                      <a:endParaRPr lang="en-US" sz="12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86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97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havn't implement yet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Will implement for all future project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70% current design and 100% all future new design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9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3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7% existing projects, 100% for future new projects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Unclear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Yes, 3 projects now. 100% for future projects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41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87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SDWLAN (4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875908"/>
              </p:ext>
            </p:extLst>
          </p:nvPr>
        </p:nvGraphicFramePr>
        <p:xfrm>
          <a:off x="571370" y="1392555"/>
          <a:ext cx="10767190" cy="38042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have any suggestions to Intel to further improve the PCB land pattern design?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SDWLAN warpage after reflow causing SJO and SJ short, it is keeping on bothering us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Less via hole on the footprint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any suggestions to Intel to further improve the SDWLAN module design aimed to achieve higher SMT yield?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Recommend LCC type package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IO extend to substrate edge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82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4B8A99-8161-4D52-8DFD-478F5C1B3170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A3C5EDF-EF7D-449D-877C-663559F430BD}"/>
</file>

<file path=customXml/itemProps3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23843</TotalTime>
  <Words>5560</Words>
  <Application>Microsoft Office PowerPoint</Application>
  <PresentationFormat>Widescreen</PresentationFormat>
  <Paragraphs>1591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Wingdings</vt:lpstr>
      <vt:lpstr>21_BasicWhite</vt:lpstr>
      <vt:lpstr>2021 MTL Customers CRD Summary Report</vt:lpstr>
      <vt:lpstr>General SMT Line Layout</vt:lpstr>
      <vt:lpstr>Objectives</vt:lpstr>
      <vt:lpstr>Highlights</vt:lpstr>
      <vt:lpstr>Solder Paste Printing</vt:lpstr>
      <vt:lpstr>Solder Paste Printing (1 Of 6)</vt:lpstr>
      <vt:lpstr>Solder Paste Printing (2 Of 6)</vt:lpstr>
      <vt:lpstr>Solder Paste Printing (3 Of 6)</vt:lpstr>
      <vt:lpstr>Solder Paste Printing (4 Of 6)</vt:lpstr>
      <vt:lpstr>Solder Paste Printing (5 Of 6)</vt:lpstr>
      <vt:lpstr>Solder Paste Printing (6 Of 6)</vt:lpstr>
      <vt:lpstr>Solder Paste Inspection (SPI)</vt:lpstr>
      <vt:lpstr>Solder Paste Inspection (1 of 2)</vt:lpstr>
      <vt:lpstr>Solder Paste Inspection (2 of 2)</vt:lpstr>
      <vt:lpstr>Pick and Placement (PnP) Machine </vt:lpstr>
      <vt:lpstr>Pick and Placement (PnP) Machine (1 Of 1)</vt:lpstr>
      <vt:lpstr>Reflow Convection Oven</vt:lpstr>
      <vt:lpstr>Reflow Convection Oven (1 of 3)</vt:lpstr>
      <vt:lpstr>Reflow Convection Oven (2 of 3)</vt:lpstr>
      <vt:lpstr>Reflow Convection Oven (3 of 3)</vt:lpstr>
      <vt:lpstr>Adhesive SJR (Solder Joint Reliability)</vt:lpstr>
      <vt:lpstr>Adhesive SJR (1 of 5)</vt:lpstr>
      <vt:lpstr>Adhesive SJR (2 of 5)</vt:lpstr>
      <vt:lpstr>Adhesive SJR (3 of 5)</vt:lpstr>
      <vt:lpstr>Adhesive SJR (4 of 5)</vt:lpstr>
      <vt:lpstr>Adhesive SJR (5 of 5)</vt:lpstr>
      <vt:lpstr>X-Ray FA Capability</vt:lpstr>
      <vt:lpstr>X-Ray FA Capability (1 of 1)</vt:lpstr>
      <vt:lpstr>Rework</vt:lpstr>
      <vt:lpstr>Rework (1 of 5)</vt:lpstr>
      <vt:lpstr>Rework (2 Of 5)</vt:lpstr>
      <vt:lpstr>Rework (3 Of 5)</vt:lpstr>
      <vt:lpstr>Rework (4 of 5)</vt:lpstr>
      <vt:lpstr>Rework(5 Of 5)</vt:lpstr>
      <vt:lpstr>Large EMI Shields ( &gt; 40 x 40 mm)</vt:lpstr>
      <vt:lpstr>Large EMI Shields(1 of 1)</vt:lpstr>
      <vt:lpstr>Bare PCB (Printed Circuit Board)</vt:lpstr>
      <vt:lpstr>Bare PCB (1 Of 1)</vt:lpstr>
      <vt:lpstr>LTS (Low Temperature Solder)</vt:lpstr>
      <vt:lpstr>Low Temperature Solder (1 of 3)</vt:lpstr>
      <vt:lpstr>Low Temperature Solder (2 of 3)</vt:lpstr>
      <vt:lpstr>Low Temperature Solder (3 of 3)</vt:lpstr>
      <vt:lpstr>SD WLAN</vt:lpstr>
      <vt:lpstr>SD WLAN (1 of 4)</vt:lpstr>
      <vt:lpstr>SD WLAN (2 Of 4)</vt:lpstr>
      <vt:lpstr>SDWLAN (3 of 4)</vt:lpstr>
      <vt:lpstr>SDWLAN (4 Of 4)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Yu, Harry</cp:lastModifiedBy>
  <cp:revision>187</cp:revision>
  <dcterms:modified xsi:type="dcterms:W3CDTF">2021-11-01T05:42:15Z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