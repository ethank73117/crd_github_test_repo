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345" r:id="rId6"/>
    <p:sldId id="346" r:id="rId7"/>
    <p:sldId id="402" r:id="rId8"/>
    <p:sldId id="404" r:id="rId9"/>
    <p:sldId id="434" r:id="rId10"/>
    <p:sldId id="435" r:id="rId11"/>
    <p:sldId id="436" r:id="rId12"/>
    <p:sldId id="442" r:id="rId13"/>
    <p:sldId id="443" r:id="rId14"/>
    <p:sldId id="437" r:id="rId15"/>
    <p:sldId id="292" r:id="rId16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1219169" rtl="0" fontAlgn="auto" latinLnBrk="0" hangingPunct="0">
      <a:lnSpc>
        <a:spcPct val="90000"/>
      </a:lnSpc>
      <a:spcBef>
        <a:spcPts val="22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7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8B5"/>
    <a:srgbClr val="E7EBF3"/>
    <a:srgbClr val="2872C5"/>
    <a:srgbClr val="525252"/>
    <a:srgbClr val="FFFFFF"/>
    <a:srgbClr val="00C7FD"/>
    <a:srgbClr val="004A86"/>
    <a:srgbClr val="FC64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E48591-324E-47F6-ABC5-B027BD4A5036}" v="11" dt="2023-05-18T03:02:26.62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12" autoAdjust="0"/>
    <p:restoredTop sz="97423" autoAdjust="0"/>
  </p:normalViewPr>
  <p:slideViewPr>
    <p:cSldViewPr snapToGrid="0" snapToObjects="1">
      <p:cViewPr varScale="1">
        <p:scale>
          <a:sx n="161" d="100"/>
          <a:sy n="161" d="100"/>
        </p:scale>
        <p:origin x="540" y="144"/>
      </p:cViewPr>
      <p:guideLst>
        <p:guide orient="horz" pos="4032"/>
        <p:guide pos="73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45"/>
    </p:cViewPr>
  </p:sorterViewPr>
  <p:notesViewPr>
    <p:cSldViewPr snapToGrid="0" snapToObjects="1">
      <p:cViewPr varScale="1">
        <p:scale>
          <a:sx n="59" d="100"/>
          <a:sy n="59" d="100"/>
        </p:scale>
        <p:origin x="1603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, Harry" userId="d07dd713-323b-41c6-b24d-c18be50fb4fc" providerId="ADAL" clId="{196D0870-A10A-40F5-A791-3C67912576F2}"/>
    <pc:docChg chg="undo redo custSel addSld delSld modSld sldOrd modMainMaster">
      <pc:chgData name="Yu, Harry" userId="d07dd713-323b-41c6-b24d-c18be50fb4fc" providerId="ADAL" clId="{196D0870-A10A-40F5-A791-3C67912576F2}" dt="2020-11-11T23:43:08.108" v="12880" actId="165"/>
      <pc:docMkLst>
        <pc:docMk/>
      </pc:docMkLst>
      <pc:sldChg chg="addSp delSp modSp">
        <pc:chgData name="Yu, Harry" userId="d07dd713-323b-41c6-b24d-c18be50fb4fc" providerId="ADAL" clId="{196D0870-A10A-40F5-A791-3C67912576F2}" dt="2020-11-11T09:44:51.761" v="12878" actId="20577"/>
        <pc:sldMkLst>
          <pc:docMk/>
          <pc:sldMk cId="2086400740" sldId="256"/>
        </pc:sldMkLst>
        <pc:spChg chg="add del mod">
          <ac:chgData name="Yu, Harry" userId="d07dd713-323b-41c6-b24d-c18be50fb4fc" providerId="ADAL" clId="{196D0870-A10A-40F5-A791-3C67912576F2}" dt="2020-09-24T04:40:39.782" v="77" actId="478"/>
          <ac:spMkLst>
            <pc:docMk/>
            <pc:sldMk cId="2086400740" sldId="256"/>
            <ac:spMk id="3" creationId="{44022660-942C-4D19-BBDF-9AB35BDDDBE6}"/>
          </ac:spMkLst>
        </pc:spChg>
        <pc:spChg chg="del">
          <ac:chgData name="Yu, Harry" userId="d07dd713-323b-41c6-b24d-c18be50fb4fc" providerId="ADAL" clId="{196D0870-A10A-40F5-A791-3C67912576F2}" dt="2020-09-24T04:40:37.110" v="76" actId="478"/>
          <ac:spMkLst>
            <pc:docMk/>
            <pc:sldMk cId="2086400740" sldId="256"/>
            <ac:spMk id="4" creationId="{C5139A39-08BC-4F2F-94A3-F43AAEEFAEB4}"/>
          </ac:spMkLst>
        </pc:spChg>
        <pc:spChg chg="mod">
          <ac:chgData name="Yu, Harry" userId="d07dd713-323b-41c6-b24d-c18be50fb4fc" providerId="ADAL" clId="{196D0870-A10A-40F5-A791-3C67912576F2}" dt="2020-10-12T06:36:43.140" v="8803" actId="20577"/>
          <ac:spMkLst>
            <pc:docMk/>
            <pc:sldMk cId="2086400740" sldId="256"/>
            <ac:spMk id="5" creationId="{679F4BE2-8E4A-4003-B816-9E34781F7E88}"/>
          </ac:spMkLst>
        </pc:spChg>
        <pc:spChg chg="add del mod">
          <ac:chgData name="Yu, Harry" userId="d07dd713-323b-41c6-b24d-c18be50fb4fc" providerId="ADAL" clId="{196D0870-A10A-40F5-A791-3C67912576F2}" dt="2020-09-24T06:38:09.454" v="128" actId="478"/>
          <ac:spMkLst>
            <pc:docMk/>
            <pc:sldMk cId="2086400740" sldId="256"/>
            <ac:spMk id="6" creationId="{B3CBD8B5-2379-41F2-9E22-E2C808622D58}"/>
          </ac:spMkLst>
        </pc:spChg>
        <pc:spChg chg="add del mod">
          <ac:chgData name="Yu, Harry" userId="d07dd713-323b-41c6-b24d-c18be50fb4fc" providerId="ADAL" clId="{196D0870-A10A-40F5-A791-3C67912576F2}" dt="2020-09-24T06:37:58.072" v="117" actId="478"/>
          <ac:spMkLst>
            <pc:docMk/>
            <pc:sldMk cId="2086400740" sldId="256"/>
            <ac:spMk id="7" creationId="{0CD554E0-37CD-4393-8562-2A640063E19C}"/>
          </ac:spMkLst>
        </pc:spChg>
        <pc:spChg chg="add mod">
          <ac:chgData name="Yu, Harry" userId="d07dd713-323b-41c6-b24d-c18be50fb4fc" providerId="ADAL" clId="{196D0870-A10A-40F5-A791-3C67912576F2}" dt="2020-09-29T08:08:42.945" v="4443" actId="115"/>
          <ac:spMkLst>
            <pc:docMk/>
            <pc:sldMk cId="2086400740" sldId="256"/>
            <ac:spMk id="8" creationId="{6042841E-0D98-468A-8176-AB4F17BB07E7}"/>
          </ac:spMkLst>
        </pc:spChg>
        <pc:spChg chg="mod">
          <ac:chgData name="Yu, Harry" userId="d07dd713-323b-41c6-b24d-c18be50fb4fc" providerId="ADAL" clId="{196D0870-A10A-40F5-A791-3C67912576F2}" dt="2020-11-11T09:44:51.761" v="12878" actId="20577"/>
          <ac:spMkLst>
            <pc:docMk/>
            <pc:sldMk cId="2086400740" sldId="256"/>
            <ac:spMk id="9" creationId="{ABEAF9F9-E88D-44A4-A1B6-BAA2E532B65E}"/>
          </ac:spMkLst>
        </pc:spChg>
      </pc:sldChg>
      <pc:sldChg chg="del">
        <pc:chgData name="Yu, Harry" userId="d07dd713-323b-41c6-b24d-c18be50fb4fc" providerId="ADAL" clId="{196D0870-A10A-40F5-A791-3C67912576F2}" dt="2020-09-24T04:24:42.663" v="0" actId="2696"/>
        <pc:sldMkLst>
          <pc:docMk/>
          <pc:sldMk cId="2222585258" sldId="259"/>
        </pc:sldMkLst>
      </pc:sldChg>
      <pc:sldChg chg="del">
        <pc:chgData name="Yu, Harry" userId="d07dd713-323b-41c6-b24d-c18be50fb4fc" providerId="ADAL" clId="{196D0870-A10A-40F5-A791-3C67912576F2}" dt="2020-09-24T04:24:42.663" v="1" actId="2696"/>
        <pc:sldMkLst>
          <pc:docMk/>
          <pc:sldMk cId="2301136295" sldId="261"/>
        </pc:sldMkLst>
      </pc:sldChg>
      <pc:sldChg chg="del">
        <pc:chgData name="Yu, Harry" userId="d07dd713-323b-41c6-b24d-c18be50fb4fc" providerId="ADAL" clId="{196D0870-A10A-40F5-A791-3C67912576F2}" dt="2020-09-24T04:24:44.924" v="2" actId="2696"/>
        <pc:sldMkLst>
          <pc:docMk/>
          <pc:sldMk cId="3102934450" sldId="262"/>
        </pc:sldMkLst>
      </pc:sldChg>
      <pc:sldChg chg="del">
        <pc:chgData name="Yu, Harry" userId="d07dd713-323b-41c6-b24d-c18be50fb4fc" providerId="ADAL" clId="{196D0870-A10A-40F5-A791-3C67912576F2}" dt="2020-09-24T04:25:37.180" v="5" actId="2696"/>
        <pc:sldMkLst>
          <pc:docMk/>
          <pc:sldMk cId="1796647801" sldId="264"/>
        </pc:sldMkLst>
      </pc:sldChg>
      <pc:sldChg chg="del">
        <pc:chgData name="Yu, Harry" userId="d07dd713-323b-41c6-b24d-c18be50fb4fc" providerId="ADAL" clId="{196D0870-A10A-40F5-A791-3C67912576F2}" dt="2020-09-24T04:25:40.382" v="6" actId="2696"/>
        <pc:sldMkLst>
          <pc:docMk/>
          <pc:sldMk cId="2462848399" sldId="266"/>
        </pc:sldMkLst>
      </pc:sldChg>
      <pc:sldChg chg="del">
        <pc:chgData name="Yu, Harry" userId="d07dd713-323b-41c6-b24d-c18be50fb4fc" providerId="ADAL" clId="{196D0870-A10A-40F5-A791-3C67912576F2}" dt="2020-09-24T04:25:42.245" v="8" actId="2696"/>
        <pc:sldMkLst>
          <pc:docMk/>
          <pc:sldMk cId="1870387867" sldId="267"/>
        </pc:sldMkLst>
      </pc:sldChg>
      <pc:sldChg chg="del">
        <pc:chgData name="Yu, Harry" userId="d07dd713-323b-41c6-b24d-c18be50fb4fc" providerId="ADAL" clId="{196D0870-A10A-40F5-A791-3C67912576F2}" dt="2020-09-24T04:25:57.230" v="16" actId="2696"/>
        <pc:sldMkLst>
          <pc:docMk/>
          <pc:sldMk cId="3721864086" sldId="268"/>
        </pc:sldMkLst>
      </pc:sldChg>
      <pc:sldChg chg="del">
        <pc:chgData name="Yu, Harry" userId="d07dd713-323b-41c6-b24d-c18be50fb4fc" providerId="ADAL" clId="{196D0870-A10A-40F5-A791-3C67912576F2}" dt="2020-09-24T04:25:57.747" v="17" actId="2696"/>
        <pc:sldMkLst>
          <pc:docMk/>
          <pc:sldMk cId="3146036487" sldId="269"/>
        </pc:sldMkLst>
      </pc:sldChg>
      <pc:sldChg chg="del">
        <pc:chgData name="Yu, Harry" userId="d07dd713-323b-41c6-b24d-c18be50fb4fc" providerId="ADAL" clId="{196D0870-A10A-40F5-A791-3C67912576F2}" dt="2020-09-24T04:25:08.072" v="3" actId="2696"/>
        <pc:sldMkLst>
          <pc:docMk/>
          <pc:sldMk cId="1309855124" sldId="271"/>
        </pc:sldMkLst>
      </pc:sldChg>
      <pc:sldChg chg="addSp delSp modSp">
        <pc:chgData name="Yu, Harry" userId="d07dd713-323b-41c6-b24d-c18be50fb4fc" providerId="ADAL" clId="{196D0870-A10A-40F5-A791-3C67912576F2}" dt="2020-09-24T07:01:23.421" v="756" actId="20577"/>
        <pc:sldMkLst>
          <pc:docMk/>
          <pc:sldMk cId="3615015588" sldId="272"/>
        </pc:sldMkLst>
        <pc:spChg chg="add del mod">
          <ac:chgData name="Yu, Harry" userId="d07dd713-323b-41c6-b24d-c18be50fb4fc" providerId="ADAL" clId="{196D0870-A10A-40F5-A791-3C67912576F2}" dt="2020-09-24T07:01:03.826" v="736" actId="478"/>
          <ac:spMkLst>
            <pc:docMk/>
            <pc:sldMk cId="3615015588" sldId="272"/>
            <ac:spMk id="3" creationId="{0BA7D23A-07D4-47DB-9386-133612A2C85A}"/>
          </ac:spMkLst>
        </pc:spChg>
        <pc:spChg chg="mod">
          <ac:chgData name="Yu, Harry" userId="d07dd713-323b-41c6-b24d-c18be50fb4fc" providerId="ADAL" clId="{196D0870-A10A-40F5-A791-3C67912576F2}" dt="2020-09-24T07:01:23.421" v="756" actId="20577"/>
          <ac:spMkLst>
            <pc:docMk/>
            <pc:sldMk cId="3615015588" sldId="272"/>
            <ac:spMk id="4" creationId="{1567C550-8534-4752-A750-4145E9563059}"/>
          </ac:spMkLst>
        </pc:spChg>
        <pc:spChg chg="del">
          <ac:chgData name="Yu, Harry" userId="d07dd713-323b-41c6-b24d-c18be50fb4fc" providerId="ADAL" clId="{196D0870-A10A-40F5-A791-3C67912576F2}" dt="2020-09-24T07:01:00.167" v="735" actId="478"/>
          <ac:spMkLst>
            <pc:docMk/>
            <pc:sldMk cId="3615015588" sldId="272"/>
            <ac:spMk id="9" creationId="{E5293A40-AD51-4281-A953-0D5B5C5DF6B0}"/>
          </ac:spMkLst>
        </pc:spChg>
      </pc:sldChg>
      <pc:sldChg chg="del">
        <pc:chgData name="Yu, Harry" userId="d07dd713-323b-41c6-b24d-c18be50fb4fc" providerId="ADAL" clId="{196D0870-A10A-40F5-A791-3C67912576F2}" dt="2020-09-24T04:25:14.233" v="4" actId="2696"/>
        <pc:sldMkLst>
          <pc:docMk/>
          <pc:sldMk cId="343892357" sldId="273"/>
        </pc:sldMkLst>
      </pc:sldChg>
      <pc:sldChg chg="del">
        <pc:chgData name="Yu, Harry" userId="d07dd713-323b-41c6-b24d-c18be50fb4fc" providerId="ADAL" clId="{196D0870-A10A-40F5-A791-3C67912576F2}" dt="2020-09-24T04:25:41.505" v="7" actId="2696"/>
        <pc:sldMkLst>
          <pc:docMk/>
          <pc:sldMk cId="1629129991" sldId="293"/>
        </pc:sldMkLst>
      </pc:sldChg>
      <pc:sldChg chg="del">
        <pc:chgData name="Yu, Harry" userId="d07dd713-323b-41c6-b24d-c18be50fb4fc" providerId="ADAL" clId="{196D0870-A10A-40F5-A791-3C67912576F2}" dt="2020-09-24T04:25:42.746" v="9" actId="2696"/>
        <pc:sldMkLst>
          <pc:docMk/>
          <pc:sldMk cId="3378688598" sldId="294"/>
        </pc:sldMkLst>
      </pc:sldChg>
      <pc:sldChg chg="del">
        <pc:chgData name="Yu, Harry" userId="d07dd713-323b-41c6-b24d-c18be50fb4fc" providerId="ADAL" clId="{196D0870-A10A-40F5-A791-3C67912576F2}" dt="2020-09-24T04:25:44.212" v="10" actId="2696"/>
        <pc:sldMkLst>
          <pc:docMk/>
          <pc:sldMk cId="2536559925" sldId="310"/>
        </pc:sldMkLst>
      </pc:sldChg>
      <pc:sldChg chg="del">
        <pc:chgData name="Yu, Harry" userId="d07dd713-323b-41c6-b24d-c18be50fb4fc" providerId="ADAL" clId="{196D0870-A10A-40F5-A791-3C67912576F2}" dt="2020-09-24T04:25:49.773" v="12" actId="2696"/>
        <pc:sldMkLst>
          <pc:docMk/>
          <pc:sldMk cId="1203370729" sldId="311"/>
        </pc:sldMkLst>
      </pc:sldChg>
      <pc:sldChg chg="del">
        <pc:chgData name="Yu, Harry" userId="d07dd713-323b-41c6-b24d-c18be50fb4fc" providerId="ADAL" clId="{196D0870-A10A-40F5-A791-3C67912576F2}" dt="2020-09-24T04:25:47.357" v="11" actId="2696"/>
        <pc:sldMkLst>
          <pc:docMk/>
          <pc:sldMk cId="2620751609" sldId="312"/>
        </pc:sldMkLst>
      </pc:sldChg>
      <pc:sldChg chg="del">
        <pc:chgData name="Yu, Harry" userId="d07dd713-323b-41c6-b24d-c18be50fb4fc" providerId="ADAL" clId="{196D0870-A10A-40F5-A791-3C67912576F2}" dt="2020-09-24T04:25:50.630" v="13" actId="2696"/>
        <pc:sldMkLst>
          <pc:docMk/>
          <pc:sldMk cId="3133878703" sldId="313"/>
        </pc:sldMkLst>
      </pc:sldChg>
      <pc:sldChg chg="del">
        <pc:chgData name="Yu, Harry" userId="d07dd713-323b-41c6-b24d-c18be50fb4fc" providerId="ADAL" clId="{196D0870-A10A-40F5-A791-3C67912576F2}" dt="2020-09-24T04:25:51.734" v="14" actId="2696"/>
        <pc:sldMkLst>
          <pc:docMk/>
          <pc:sldMk cId="2881057640" sldId="314"/>
        </pc:sldMkLst>
      </pc:sldChg>
      <pc:sldChg chg="del">
        <pc:chgData name="Yu, Harry" userId="d07dd713-323b-41c6-b24d-c18be50fb4fc" providerId="ADAL" clId="{196D0870-A10A-40F5-A791-3C67912576F2}" dt="2020-09-24T04:25:56.559" v="15" actId="2696"/>
        <pc:sldMkLst>
          <pc:docMk/>
          <pc:sldMk cId="283679209" sldId="315"/>
        </pc:sldMkLst>
      </pc:sldChg>
      <pc:sldChg chg="del">
        <pc:chgData name="Yu, Harry" userId="d07dd713-323b-41c6-b24d-c18be50fb4fc" providerId="ADAL" clId="{196D0870-A10A-40F5-A791-3C67912576F2}" dt="2020-09-24T04:26:16.813" v="18" actId="2696"/>
        <pc:sldMkLst>
          <pc:docMk/>
          <pc:sldMk cId="4168994620" sldId="330"/>
        </pc:sldMkLst>
      </pc:sldChg>
      <pc:sldChg chg="del">
        <pc:chgData name="Yu, Harry" userId="d07dd713-323b-41c6-b24d-c18be50fb4fc" providerId="ADAL" clId="{196D0870-A10A-40F5-A791-3C67912576F2}" dt="2020-09-24T06:45:32.360" v="282" actId="2696"/>
        <pc:sldMkLst>
          <pc:docMk/>
          <pc:sldMk cId="1994892394" sldId="344"/>
        </pc:sldMkLst>
      </pc:sldChg>
      <pc:sldChg chg="addSp delSp modSp add ord">
        <pc:chgData name="Yu, Harry" userId="d07dd713-323b-41c6-b24d-c18be50fb4fc" providerId="ADAL" clId="{196D0870-A10A-40F5-A791-3C67912576F2}" dt="2020-11-11T23:43:08.108" v="12880" actId="165"/>
        <pc:sldMkLst>
          <pc:docMk/>
          <pc:sldMk cId="2393367446" sldId="345"/>
        </pc:sldMkLst>
        <pc:spChg chg="mod">
          <ac:chgData name="Yu, Harry" userId="d07dd713-323b-41c6-b24d-c18be50fb4fc" providerId="ADAL" clId="{196D0870-A10A-40F5-A791-3C67912576F2}" dt="2020-09-24T06:46:19.404" v="313" actId="20577"/>
          <ac:spMkLst>
            <pc:docMk/>
            <pc:sldMk cId="2393367446" sldId="345"/>
            <ac:spMk id="2" creationId="{8A2F9035-2E54-4883-B353-04ABA460C743}"/>
          </ac:spMkLst>
        </pc:spChg>
        <pc:spChg chg="del">
          <ac:chgData name="Yu, Harry" userId="d07dd713-323b-41c6-b24d-c18be50fb4fc" providerId="ADAL" clId="{196D0870-A10A-40F5-A791-3C67912576F2}" dt="2020-09-24T06:45:22.326" v="281" actId="478"/>
          <ac:spMkLst>
            <pc:docMk/>
            <pc:sldMk cId="2393367446" sldId="345"/>
            <ac:spMk id="3" creationId="{D686A3E6-7413-4E2A-BFDD-57F2C980EF92}"/>
          </ac:spMkLst>
        </pc:spChg>
        <pc:spChg chg="del">
          <ac:chgData name="Yu, Harry" userId="d07dd713-323b-41c6-b24d-c18be50fb4fc" providerId="ADAL" clId="{196D0870-A10A-40F5-A791-3C67912576F2}" dt="2020-09-24T06:45:19.630" v="280" actId="478"/>
          <ac:spMkLst>
            <pc:docMk/>
            <pc:sldMk cId="2393367446" sldId="345"/>
            <ac:spMk id="4" creationId="{681A9CB2-9950-4536-97DE-A6F40F6D94D5}"/>
          </ac:spMkLst>
        </pc:spChg>
        <pc:spChg chg="add mod topLvl">
          <ac:chgData name="Yu, Harry" userId="d07dd713-323b-41c6-b24d-c18be50fb4fc" providerId="ADAL" clId="{196D0870-A10A-40F5-A791-3C67912576F2}" dt="2020-11-11T23:43:08.108" v="12880" actId="165"/>
          <ac:spMkLst>
            <pc:docMk/>
            <pc:sldMk cId="2393367446" sldId="345"/>
            <ac:spMk id="7" creationId="{117AD1CA-9E40-4A83-B158-6161861785B4}"/>
          </ac:spMkLst>
        </pc:spChg>
        <pc:spChg chg="add mod topLvl">
          <ac:chgData name="Yu, Harry" userId="d07dd713-323b-41c6-b24d-c18be50fb4fc" providerId="ADAL" clId="{196D0870-A10A-40F5-A791-3C67912576F2}" dt="2020-11-11T23:43:08.108" v="12880" actId="165"/>
          <ac:spMkLst>
            <pc:docMk/>
            <pc:sldMk cId="2393367446" sldId="345"/>
            <ac:spMk id="10" creationId="{2749D29A-B82C-4221-BE39-D0F88411B680}"/>
          </ac:spMkLst>
        </pc:spChg>
        <pc:spChg chg="add mod topLvl">
          <ac:chgData name="Yu, Harry" userId="d07dd713-323b-41c6-b24d-c18be50fb4fc" providerId="ADAL" clId="{196D0870-A10A-40F5-A791-3C67912576F2}" dt="2020-11-11T23:43:08.108" v="12880" actId="165"/>
          <ac:spMkLst>
            <pc:docMk/>
            <pc:sldMk cId="2393367446" sldId="345"/>
            <ac:spMk id="14" creationId="{06982695-F2F8-46E3-A98A-7B5025ED4C2F}"/>
          </ac:spMkLst>
        </pc:spChg>
        <pc:grpChg chg="add del mod">
          <ac:chgData name="Yu, Harry" userId="d07dd713-323b-41c6-b24d-c18be50fb4fc" providerId="ADAL" clId="{196D0870-A10A-40F5-A791-3C67912576F2}" dt="2020-11-11T23:43:08.108" v="12880" actId="165"/>
          <ac:grpSpMkLst>
            <pc:docMk/>
            <pc:sldMk cId="2393367446" sldId="345"/>
            <ac:grpSpMk id="15" creationId="{406266C5-0975-40AE-B7EA-B35AA647EFBD}"/>
          </ac:grpSpMkLst>
        </pc:grpChg>
        <pc:picChg chg="add mod topLvl">
          <ac:chgData name="Yu, Harry" userId="d07dd713-323b-41c6-b24d-c18be50fb4fc" providerId="ADAL" clId="{196D0870-A10A-40F5-A791-3C67912576F2}" dt="2020-11-11T23:43:08.108" v="12880" actId="165"/>
          <ac:picMkLst>
            <pc:docMk/>
            <pc:sldMk cId="2393367446" sldId="345"/>
            <ac:picMk id="5" creationId="{57F4FA19-8472-4A82-A54B-C1605218127E}"/>
          </ac:picMkLst>
        </pc:pic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6" creationId="{58F69106-D292-407E-A7B9-C515C8437CF0}"/>
          </ac:cxnSpMkLst>
        </pc:cxn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8" creationId="{FB93E878-13D6-4C2A-856E-4E1228840DD8}"/>
          </ac:cxnSpMkLst>
        </pc:cxn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9" creationId="{1CFC6F87-4A16-42AE-B754-83982841936D}"/>
          </ac:cxnSpMkLst>
        </pc:cxn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11" creationId="{D6C88DCD-F20E-4AF5-A366-6C8BAAE1E43B}"/>
          </ac:cxnSpMkLst>
        </pc:cxn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12" creationId="{BBF56A05-17CF-4253-B856-E47C94C05471}"/>
          </ac:cxnSpMkLst>
        </pc:cxnChg>
        <pc:cxnChg chg="add mod topLvl">
          <ac:chgData name="Yu, Harry" userId="d07dd713-323b-41c6-b24d-c18be50fb4fc" providerId="ADAL" clId="{196D0870-A10A-40F5-A791-3C67912576F2}" dt="2020-11-11T23:43:08.108" v="12880" actId="165"/>
          <ac:cxnSpMkLst>
            <pc:docMk/>
            <pc:sldMk cId="2393367446" sldId="345"/>
            <ac:cxnSpMk id="13" creationId="{E780ECD1-3821-42E4-9542-1DF1AE079146}"/>
          </ac:cxnSpMkLst>
        </pc:cxnChg>
      </pc:sldChg>
      <pc:sldChg chg="add del">
        <pc:chgData name="Yu, Harry" userId="d07dd713-323b-41c6-b24d-c18be50fb4fc" providerId="ADAL" clId="{196D0870-A10A-40F5-A791-3C67912576F2}" dt="2020-09-24T06:43:16.902" v="268" actId="2696"/>
        <pc:sldMkLst>
          <pc:docMk/>
          <pc:sldMk cId="2841955666" sldId="345"/>
        </pc:sldMkLst>
      </pc:sldChg>
      <pc:sldChg chg="addSp delSp modSp add">
        <pc:chgData name="Yu, Harry" userId="d07dd713-323b-41c6-b24d-c18be50fb4fc" providerId="ADAL" clId="{196D0870-A10A-40F5-A791-3C67912576F2}" dt="2020-10-20T05:50:54.323" v="10857" actId="20577"/>
        <pc:sldMkLst>
          <pc:docMk/>
          <pc:sldMk cId="1970846983" sldId="346"/>
        </pc:sldMkLst>
        <pc:spChg chg="mod">
          <ac:chgData name="Yu, Harry" userId="d07dd713-323b-41c6-b24d-c18be50fb4fc" providerId="ADAL" clId="{196D0870-A10A-40F5-A791-3C67912576F2}" dt="2020-09-24T06:54:02.624" v="331" actId="20577"/>
          <ac:spMkLst>
            <pc:docMk/>
            <pc:sldMk cId="1970846983" sldId="346"/>
            <ac:spMk id="2" creationId="{B2DCC6B2-4893-4AFD-A933-7468A12B60AF}"/>
          </ac:spMkLst>
        </pc:spChg>
        <pc:spChg chg="mod">
          <ac:chgData name="Yu, Harry" userId="d07dd713-323b-41c6-b24d-c18be50fb4fc" providerId="ADAL" clId="{196D0870-A10A-40F5-A791-3C67912576F2}" dt="2020-10-20T05:50:54.323" v="10857" actId="20577"/>
          <ac:spMkLst>
            <pc:docMk/>
            <pc:sldMk cId="1970846983" sldId="346"/>
            <ac:spMk id="3" creationId="{96457946-1483-4C9A-8FE4-A2862E3EFF3F}"/>
          </ac:spMkLst>
        </pc:spChg>
        <pc:spChg chg="mod">
          <ac:chgData name="Yu, Harry" userId="d07dd713-323b-41c6-b24d-c18be50fb4fc" providerId="ADAL" clId="{196D0870-A10A-40F5-A791-3C67912576F2}" dt="2020-10-16T06:58:57.921" v="8900" actId="20577"/>
          <ac:spMkLst>
            <pc:docMk/>
            <pc:sldMk cId="1970846983" sldId="346"/>
            <ac:spMk id="4" creationId="{F40B3903-56DF-4903-AAAF-FFE7DC00ED5A}"/>
          </ac:spMkLst>
        </pc:spChg>
        <pc:spChg chg="add del mod">
          <ac:chgData name="Yu, Harry" userId="d07dd713-323b-41c6-b24d-c18be50fb4fc" providerId="ADAL" clId="{196D0870-A10A-40F5-A791-3C67912576F2}" dt="2020-10-20T05:48:15.165" v="10554" actId="478"/>
          <ac:spMkLst>
            <pc:docMk/>
            <pc:sldMk cId="1970846983" sldId="346"/>
            <ac:spMk id="5" creationId="{6CDCDAA3-D9B8-498F-A109-7CA02D82C7B4}"/>
          </ac:spMkLst>
        </pc:spChg>
      </pc:sldChg>
      <pc:sldChg chg="addSp delSp modSp add ord">
        <pc:chgData name="Yu, Harry" userId="d07dd713-323b-41c6-b24d-c18be50fb4fc" providerId="ADAL" clId="{196D0870-A10A-40F5-A791-3C67912576F2}" dt="2020-11-11T09:40:09.733" v="12863" actId="20577"/>
        <pc:sldMkLst>
          <pc:docMk/>
          <pc:sldMk cId="1720989735" sldId="347"/>
        </pc:sldMkLst>
        <pc:spChg chg="add mod">
          <ac:chgData name="Yu, Harry" userId="d07dd713-323b-41c6-b24d-c18be50fb4fc" providerId="ADAL" clId="{196D0870-A10A-40F5-A791-3C67912576F2}" dt="2020-10-19T05:59:26.639" v="10373" actId="1035"/>
          <ac:spMkLst>
            <pc:docMk/>
            <pc:sldMk cId="1720989735" sldId="347"/>
            <ac:spMk id="2" creationId="{55BB7C54-D472-43C3-BAD5-8FBDED0C0004}"/>
          </ac:spMkLst>
        </pc:spChg>
        <pc:spChg chg="del mod">
          <ac:chgData name="Yu, Harry" userId="d07dd713-323b-41c6-b24d-c18be50fb4fc" providerId="ADAL" clId="{196D0870-A10A-40F5-A791-3C67912576F2}" dt="2020-09-24T07:04:08.601" v="805" actId="478"/>
          <ac:spMkLst>
            <pc:docMk/>
            <pc:sldMk cId="1720989735" sldId="347"/>
            <ac:spMk id="2" creationId="{E6A2D027-9112-41A8-BEF2-1AABCF902F7B}"/>
          </ac:spMkLst>
        </pc:spChg>
        <pc:spChg chg="add del">
          <ac:chgData name="Yu, Harry" userId="d07dd713-323b-41c6-b24d-c18be50fb4fc" providerId="ADAL" clId="{196D0870-A10A-40F5-A791-3C67912576F2}" dt="2020-09-24T07:07:53.221" v="843" actId="478"/>
          <ac:spMkLst>
            <pc:docMk/>
            <pc:sldMk cId="1720989735" sldId="347"/>
            <ac:spMk id="3" creationId="{ADC0AFF0-3459-4E9B-9304-72B3BBA0BBFA}"/>
          </ac:spMkLst>
        </pc:spChg>
        <pc:spChg chg="add del">
          <ac:chgData name="Yu, Harry" userId="d07dd713-323b-41c6-b24d-c18be50fb4fc" providerId="ADAL" clId="{196D0870-A10A-40F5-A791-3C67912576F2}" dt="2020-09-24T07:07:50.332" v="842" actId="478"/>
          <ac:spMkLst>
            <pc:docMk/>
            <pc:sldMk cId="1720989735" sldId="347"/>
            <ac:spMk id="4" creationId="{3891A0E1-9206-4187-B241-330866471481}"/>
          </ac:spMkLst>
        </pc:spChg>
        <pc:spChg chg="add del mod">
          <ac:chgData name="Yu, Harry" userId="d07dd713-323b-41c6-b24d-c18be50fb4fc" providerId="ADAL" clId="{196D0870-A10A-40F5-A791-3C67912576F2}" dt="2020-09-27T05:32:44.026" v="2222" actId="20577"/>
          <ac:spMkLst>
            <pc:docMk/>
            <pc:sldMk cId="1720989735" sldId="347"/>
            <ac:spMk id="6" creationId="{0ED065AC-F3EF-42B0-A34B-DF7EED7FF8B9}"/>
          </ac:spMkLst>
        </pc:spChg>
        <pc:spChg chg="add del mod">
          <ac:chgData name="Yu, Harry" userId="d07dd713-323b-41c6-b24d-c18be50fb4fc" providerId="ADAL" clId="{196D0870-A10A-40F5-A791-3C67912576F2}" dt="2020-10-20T05:58:30.457" v="10861" actId="478"/>
          <ac:spMkLst>
            <pc:docMk/>
            <pc:sldMk cId="1720989735" sldId="347"/>
            <ac:spMk id="7" creationId="{978F45B7-A3CD-4A7C-81EB-E9BDAC99272C}"/>
          </ac:spMkLst>
        </pc:spChg>
        <pc:spChg chg="add mod">
          <ac:chgData name="Yu, Harry" userId="d07dd713-323b-41c6-b24d-c18be50fb4fc" providerId="ADAL" clId="{196D0870-A10A-40F5-A791-3C67912576F2}" dt="2020-09-27T05:10:43.390" v="1682" actId="1036"/>
          <ac:spMkLst>
            <pc:docMk/>
            <pc:sldMk cId="1720989735" sldId="347"/>
            <ac:spMk id="11" creationId="{3B0E5B35-F8D6-4092-AA4A-BCC690B2229D}"/>
          </ac:spMkLst>
        </pc:spChg>
        <pc:graphicFrameChg chg="add del">
          <ac:chgData name="Yu, Harry" userId="d07dd713-323b-41c6-b24d-c18be50fb4fc" providerId="ADAL" clId="{196D0870-A10A-40F5-A791-3C67912576F2}" dt="2020-09-24T07:07:17.745" v="811" actId="3680"/>
          <ac:graphicFrameMkLst>
            <pc:docMk/>
            <pc:sldMk cId="1720989735" sldId="347"/>
            <ac:graphicFrameMk id="7" creationId="{4F4245BB-5E77-4E53-950F-A7FA2AEA27D2}"/>
          </ac:graphicFrameMkLst>
        </pc:graphicFrameChg>
        <pc:graphicFrameChg chg="add mod modGraphic">
          <ac:chgData name="Yu, Harry" userId="d07dd713-323b-41c6-b24d-c18be50fb4fc" providerId="ADAL" clId="{196D0870-A10A-40F5-A791-3C67912576F2}" dt="2020-11-11T09:40:09.733" v="12863" actId="20577"/>
          <ac:graphicFrameMkLst>
            <pc:docMk/>
            <pc:sldMk cId="1720989735" sldId="347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20T06:01:40.418" v="10956" actId="108"/>
        <pc:sldMkLst>
          <pc:docMk/>
          <pc:sldMk cId="1047594624" sldId="348"/>
        </pc:sldMkLst>
        <pc:spChg chg="add mod">
          <ac:chgData name="Yu, Harry" userId="d07dd713-323b-41c6-b24d-c18be50fb4fc" providerId="ADAL" clId="{196D0870-A10A-40F5-A791-3C67912576F2}" dt="2020-10-20T06:01:40.418" v="10956" actId="108"/>
          <ac:spMkLst>
            <pc:docMk/>
            <pc:sldMk cId="1047594624" sldId="348"/>
            <ac:spMk id="4" creationId="{739ED610-7AC8-45CD-BCC6-B494109E5D9F}"/>
          </ac:spMkLst>
        </pc:spChg>
        <pc:spChg chg="add">
          <ac:chgData name="Yu, Harry" userId="d07dd713-323b-41c6-b24d-c18be50fb4fc" providerId="ADAL" clId="{196D0870-A10A-40F5-A791-3C67912576F2}" dt="2020-10-19T06:00:16.518" v="10374"/>
          <ac:spMkLst>
            <pc:docMk/>
            <pc:sldMk cId="1047594624" sldId="348"/>
            <ac:spMk id="5" creationId="{890758CC-83DF-4863-A9EA-FE890100E4C7}"/>
          </ac:spMkLst>
        </pc:spChg>
        <pc:spChg chg="mod">
          <ac:chgData name="Yu, Harry" userId="d07dd713-323b-41c6-b24d-c18be50fb4fc" providerId="ADAL" clId="{196D0870-A10A-40F5-A791-3C67912576F2}" dt="2020-09-27T05:33:02.945" v="2225" actId="20577"/>
          <ac:spMkLst>
            <pc:docMk/>
            <pc:sldMk cId="1047594624" sldId="348"/>
            <ac:spMk id="6" creationId="{0ED065AC-F3EF-42B0-A34B-DF7EED7FF8B9}"/>
          </ac:spMkLst>
        </pc:spChg>
        <pc:spChg chg="del">
          <ac:chgData name="Yu, Harry" userId="d07dd713-323b-41c6-b24d-c18be50fb4fc" providerId="ADAL" clId="{196D0870-A10A-40F5-A791-3C67912576F2}" dt="2020-09-24T08:26:07.766" v="1072" actId="478"/>
          <ac:spMkLst>
            <pc:docMk/>
            <pc:sldMk cId="1047594624" sldId="348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196D0870-A10A-40F5-A791-3C67912576F2}" dt="2020-09-27T05:36:54.568" v="2255" actId="20577"/>
          <ac:graphicFrameMkLst>
            <pc:docMk/>
            <pc:sldMk cId="1047594624" sldId="348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28T23:11:34.048" v="12597" actId="20577"/>
        <pc:sldMkLst>
          <pc:docMk/>
          <pc:sldMk cId="1430307301" sldId="349"/>
        </pc:sldMkLst>
        <pc:spChg chg="mod">
          <ac:chgData name="Yu, Harry" userId="d07dd713-323b-41c6-b24d-c18be50fb4fc" providerId="ADAL" clId="{196D0870-A10A-40F5-A791-3C67912576F2}" dt="2020-09-27T04:59:34.235" v="1574" actId="313"/>
          <ac:spMkLst>
            <pc:docMk/>
            <pc:sldMk cId="1430307301" sldId="349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5:33:13.508" v="2226"/>
          <ac:spMkLst>
            <pc:docMk/>
            <pc:sldMk cId="1430307301" sldId="349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28T23:11:34.048" v="12597" actId="20577"/>
          <ac:graphicFrameMkLst>
            <pc:docMk/>
            <pc:sldMk cId="1430307301" sldId="349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19T06:02:00.155" v="10375"/>
        <pc:sldMkLst>
          <pc:docMk/>
          <pc:sldMk cId="2694536849" sldId="350"/>
        </pc:sldMkLst>
        <pc:spChg chg="mod">
          <ac:chgData name="Yu, Harry" userId="d07dd713-323b-41c6-b24d-c18be50fb4fc" providerId="ADAL" clId="{196D0870-A10A-40F5-A791-3C67912576F2}" dt="2020-09-27T05:14:29.488" v="1820" actId="20577"/>
          <ac:spMkLst>
            <pc:docMk/>
            <pc:sldMk cId="2694536849" sldId="350"/>
            <ac:spMk id="4" creationId="{739ED610-7AC8-45CD-BCC6-B494109E5D9F}"/>
          </ac:spMkLst>
        </pc:spChg>
        <pc:spChg chg="add">
          <ac:chgData name="Yu, Harry" userId="d07dd713-323b-41c6-b24d-c18be50fb4fc" providerId="ADAL" clId="{196D0870-A10A-40F5-A791-3C67912576F2}" dt="2020-10-19T06:02:00.155" v="10375"/>
          <ac:spMkLst>
            <pc:docMk/>
            <pc:sldMk cId="2694536849" sldId="350"/>
            <ac:spMk id="5" creationId="{349FBFA3-9E25-4376-9E07-B5BAF2407844}"/>
          </ac:spMkLst>
        </pc:spChg>
        <pc:spChg chg="mod">
          <ac:chgData name="Yu, Harry" userId="d07dd713-323b-41c6-b24d-c18be50fb4fc" providerId="ADAL" clId="{196D0870-A10A-40F5-A791-3C67912576F2}" dt="2020-09-27T05:33:19.327" v="2227"/>
          <ac:spMkLst>
            <pc:docMk/>
            <pc:sldMk cId="2694536849" sldId="350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7T05:36:41.592" v="2251" actId="20577"/>
          <ac:graphicFrameMkLst>
            <pc:docMk/>
            <pc:sldMk cId="2694536849" sldId="350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21T23:32:44.815" v="11002" actId="20577"/>
        <pc:sldMkLst>
          <pc:docMk/>
          <pc:sldMk cId="744400410" sldId="351"/>
        </pc:sldMkLst>
        <pc:spChg chg="add mod">
          <ac:chgData name="Yu, Harry" userId="d07dd713-323b-41c6-b24d-c18be50fb4fc" providerId="ADAL" clId="{196D0870-A10A-40F5-A791-3C67912576F2}" dt="2020-10-19T06:36:04.116" v="10376" actId="1076"/>
          <ac:spMkLst>
            <pc:docMk/>
            <pc:sldMk cId="744400410" sldId="351"/>
            <ac:spMk id="2" creationId="{932E1C38-B22C-4609-A3FE-B5DC606ECF11}"/>
          </ac:spMkLst>
        </pc:spChg>
        <pc:spChg chg="add mod">
          <ac:chgData name="Yu, Harry" userId="d07dd713-323b-41c6-b24d-c18be50fb4fc" providerId="ADAL" clId="{196D0870-A10A-40F5-A791-3C67912576F2}" dt="2020-10-19T06:36:04.116" v="10376" actId="1076"/>
          <ac:spMkLst>
            <pc:docMk/>
            <pc:sldMk cId="744400410" sldId="351"/>
            <ac:spMk id="3" creationId="{F9EAAF39-1CE1-4776-9A95-5916AA9098BF}"/>
          </ac:spMkLst>
        </pc:spChg>
        <pc:spChg chg="mod">
          <ac:chgData name="Yu, Harry" userId="d07dd713-323b-41c6-b24d-c18be50fb4fc" providerId="ADAL" clId="{196D0870-A10A-40F5-A791-3C67912576F2}" dt="2020-09-27T05:32:27.963" v="2220" actId="20577"/>
          <ac:spMkLst>
            <pc:docMk/>
            <pc:sldMk cId="744400410" sldId="351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5:33:25.993" v="2228"/>
          <ac:spMkLst>
            <pc:docMk/>
            <pc:sldMk cId="744400410" sldId="351"/>
            <ac:spMk id="6" creationId="{0ED065AC-F3EF-42B0-A34B-DF7EED7FF8B9}"/>
          </ac:spMkLst>
        </pc:spChg>
        <pc:spChg chg="add">
          <ac:chgData name="Yu, Harry" userId="d07dd713-323b-41c6-b24d-c18be50fb4fc" providerId="ADAL" clId="{196D0870-A10A-40F5-A791-3C67912576F2}" dt="2020-10-19T06:36:13.941" v="10377"/>
          <ac:spMkLst>
            <pc:docMk/>
            <pc:sldMk cId="744400410" sldId="351"/>
            <ac:spMk id="7" creationId="{69CECD5C-2D0E-496B-90DD-6C34C6FF039F}"/>
          </ac:spMkLst>
        </pc:spChg>
        <pc:graphicFrameChg chg="mod modGraphic">
          <ac:chgData name="Yu, Harry" userId="d07dd713-323b-41c6-b24d-c18be50fb4fc" providerId="ADAL" clId="{196D0870-A10A-40F5-A791-3C67912576F2}" dt="2020-10-21T23:32:44.815" v="11002" actId="20577"/>
          <ac:graphicFrameMkLst>
            <pc:docMk/>
            <pc:sldMk cId="744400410" sldId="351"/>
            <ac:graphicFrameMk id="9" creationId="{A471383B-87D3-406F-AEC8-A1732EA53B37}"/>
          </ac:graphicFrameMkLst>
        </pc:graphicFrameChg>
      </pc:sldChg>
      <pc:sldChg chg="addSp delSp modSp add ord">
        <pc:chgData name="Yu, Harry" userId="d07dd713-323b-41c6-b24d-c18be50fb4fc" providerId="ADAL" clId="{196D0870-A10A-40F5-A791-3C67912576F2}" dt="2020-09-27T05:48:14.814" v="2543" actId="11529"/>
        <pc:sldMkLst>
          <pc:docMk/>
          <pc:sldMk cId="20239079" sldId="352"/>
        </pc:sldMkLst>
        <pc:spChg chg="mod">
          <ac:chgData name="Yu, Harry" userId="d07dd713-323b-41c6-b24d-c18be50fb4fc" providerId="ADAL" clId="{196D0870-A10A-40F5-A791-3C67912576F2}" dt="2020-09-27T05:38:11.114" v="2370" actId="20577"/>
          <ac:spMkLst>
            <pc:docMk/>
            <pc:sldMk cId="20239079" sldId="352"/>
            <ac:spMk id="2" creationId="{23388410-9A25-42FC-8E77-7289CC6C2B38}"/>
          </ac:spMkLst>
        </pc:spChg>
        <pc:spChg chg="del">
          <ac:chgData name="Yu, Harry" userId="d07dd713-323b-41c6-b24d-c18be50fb4fc" providerId="ADAL" clId="{196D0870-A10A-40F5-A791-3C67912576F2}" dt="2020-09-27T05:38:20.573" v="2372" actId="478"/>
          <ac:spMkLst>
            <pc:docMk/>
            <pc:sldMk cId="20239079" sldId="352"/>
            <ac:spMk id="3" creationId="{480B5FD8-FFCA-4667-875F-C60C107CD166}"/>
          </ac:spMkLst>
        </pc:spChg>
        <pc:spChg chg="del">
          <ac:chgData name="Yu, Harry" userId="d07dd713-323b-41c6-b24d-c18be50fb4fc" providerId="ADAL" clId="{196D0870-A10A-40F5-A791-3C67912576F2}" dt="2020-09-27T05:38:18.052" v="2371" actId="478"/>
          <ac:spMkLst>
            <pc:docMk/>
            <pc:sldMk cId="20239079" sldId="352"/>
            <ac:spMk id="4" creationId="{ECDADF0A-5653-4428-ACDF-37181255FD54}"/>
          </ac:spMkLst>
        </pc:spChg>
        <pc:spChg chg="add mod">
          <ac:chgData name="Yu, Harry" userId="d07dd713-323b-41c6-b24d-c18be50fb4fc" providerId="ADAL" clId="{196D0870-A10A-40F5-A791-3C67912576F2}" dt="2020-09-27T05:42:22.541" v="2418" actId="1076"/>
          <ac:spMkLst>
            <pc:docMk/>
            <pc:sldMk cId="20239079" sldId="352"/>
            <ac:spMk id="7" creationId="{89B33806-E7E1-4305-9F0C-68C42B8738B2}"/>
          </ac:spMkLst>
        </pc:spChg>
        <pc:spChg chg="add mod">
          <ac:chgData name="Yu, Harry" userId="d07dd713-323b-41c6-b24d-c18be50fb4fc" providerId="ADAL" clId="{196D0870-A10A-40F5-A791-3C67912576F2}" dt="2020-09-27T05:44:06.133" v="2450" actId="1076"/>
          <ac:spMkLst>
            <pc:docMk/>
            <pc:sldMk cId="20239079" sldId="352"/>
            <ac:spMk id="8" creationId="{F49B172A-BAE7-4B0D-8D1C-5E422BCB57BD}"/>
          </ac:spMkLst>
        </pc:spChg>
        <pc:spChg chg="add mod">
          <ac:chgData name="Yu, Harry" userId="d07dd713-323b-41c6-b24d-c18be50fb4fc" providerId="ADAL" clId="{196D0870-A10A-40F5-A791-3C67912576F2}" dt="2020-09-27T05:44:18.462" v="2456" actId="20577"/>
          <ac:spMkLst>
            <pc:docMk/>
            <pc:sldMk cId="20239079" sldId="352"/>
            <ac:spMk id="9" creationId="{4BACE75D-8113-4DA8-902B-05F2294CB0A6}"/>
          </ac:spMkLst>
        </pc:spChg>
        <pc:spChg chg="add mod">
          <ac:chgData name="Yu, Harry" userId="d07dd713-323b-41c6-b24d-c18be50fb4fc" providerId="ADAL" clId="{196D0870-A10A-40F5-A791-3C67912576F2}" dt="2020-09-27T05:47:35.165" v="2519" actId="20577"/>
          <ac:spMkLst>
            <pc:docMk/>
            <pc:sldMk cId="20239079" sldId="352"/>
            <ac:spMk id="14" creationId="{9EEC5408-EE95-44ED-ABD8-5361FB032E13}"/>
          </ac:spMkLst>
        </pc:spChg>
        <pc:spChg chg="add mod">
          <ac:chgData name="Yu, Harry" userId="d07dd713-323b-41c6-b24d-c18be50fb4fc" providerId="ADAL" clId="{196D0870-A10A-40F5-A791-3C67912576F2}" dt="2020-09-27T05:47:20.483" v="2509" actId="20577"/>
          <ac:spMkLst>
            <pc:docMk/>
            <pc:sldMk cId="20239079" sldId="352"/>
            <ac:spMk id="15" creationId="{7C695DD1-5FA4-4A7A-AE5F-1C161F59972B}"/>
          </ac:spMkLst>
        </pc:spChg>
        <pc:spChg chg="add mod">
          <ac:chgData name="Yu, Harry" userId="d07dd713-323b-41c6-b24d-c18be50fb4fc" providerId="ADAL" clId="{196D0870-A10A-40F5-A791-3C67912576F2}" dt="2020-09-27T05:47:04.716" v="2501" actId="20577"/>
          <ac:spMkLst>
            <pc:docMk/>
            <pc:sldMk cId="20239079" sldId="352"/>
            <ac:spMk id="16" creationId="{F2FF4A95-C1C6-4EB5-9316-9BAD4C5DBD0A}"/>
          </ac:spMkLst>
        </pc:spChg>
        <pc:spChg chg="add mod">
          <ac:chgData name="Yu, Harry" userId="d07dd713-323b-41c6-b24d-c18be50fb4fc" providerId="ADAL" clId="{196D0870-A10A-40F5-A791-3C67912576F2}" dt="2020-09-27T05:46:46.793" v="2487" actId="20577"/>
          <ac:spMkLst>
            <pc:docMk/>
            <pc:sldMk cId="20239079" sldId="352"/>
            <ac:spMk id="17" creationId="{5A901FF5-0172-44A8-B98F-0EF16A3F3A57}"/>
          </ac:spMkLst>
        </pc:spChg>
        <pc:spChg chg="add mod">
          <ac:chgData name="Yu, Harry" userId="d07dd713-323b-41c6-b24d-c18be50fb4fc" providerId="ADAL" clId="{196D0870-A10A-40F5-A791-3C67912576F2}" dt="2020-09-27T05:47:57.127" v="2542" actId="20577"/>
          <ac:spMkLst>
            <pc:docMk/>
            <pc:sldMk cId="20239079" sldId="352"/>
            <ac:spMk id="18" creationId="{C36AC84A-C510-4E6A-B2B3-4BB54B828F6C}"/>
          </ac:spMkLst>
        </pc:spChg>
        <pc:spChg chg="add mod">
          <ac:chgData name="Yu, Harry" userId="d07dd713-323b-41c6-b24d-c18be50fb4fc" providerId="ADAL" clId="{196D0870-A10A-40F5-A791-3C67912576F2}" dt="2020-09-27T05:48:14.814" v="2543" actId="11529"/>
          <ac:spMkLst>
            <pc:docMk/>
            <pc:sldMk cId="20239079" sldId="352"/>
            <ac:spMk id="19" creationId="{1D9E6DCE-B4F9-41D3-95D0-1438272A1A1D}"/>
          </ac:spMkLst>
        </pc:spChg>
        <pc:picChg chg="add mod">
          <ac:chgData name="Yu, Harry" userId="d07dd713-323b-41c6-b24d-c18be50fb4fc" providerId="ADAL" clId="{196D0870-A10A-40F5-A791-3C67912576F2}" dt="2020-09-27T05:41:39.427" v="2387" actId="1076"/>
          <ac:picMkLst>
            <pc:docMk/>
            <pc:sldMk cId="20239079" sldId="352"/>
            <ac:picMk id="5" creationId="{424E9EC2-BD73-4D02-8FEF-12EA2523B643}"/>
          </ac:picMkLst>
        </pc:picChg>
        <pc:picChg chg="add mod">
          <ac:chgData name="Yu, Harry" userId="d07dd713-323b-41c6-b24d-c18be50fb4fc" providerId="ADAL" clId="{196D0870-A10A-40F5-A791-3C67912576F2}" dt="2020-09-27T05:41:36.573" v="2386" actId="1076"/>
          <ac:picMkLst>
            <pc:docMk/>
            <pc:sldMk cId="20239079" sldId="352"/>
            <ac:picMk id="6" creationId="{EB5164E0-8FDC-418D-81D8-0A706B2B90A8}"/>
          </ac:picMkLst>
        </pc:picChg>
        <pc:picChg chg="add mod">
          <ac:chgData name="Yu, Harry" userId="d07dd713-323b-41c6-b24d-c18be50fb4fc" providerId="ADAL" clId="{196D0870-A10A-40F5-A791-3C67912576F2}" dt="2020-09-27T05:44:50" v="2460" actId="1076"/>
          <ac:picMkLst>
            <pc:docMk/>
            <pc:sldMk cId="20239079" sldId="352"/>
            <ac:picMk id="10" creationId="{5CA20B42-778F-4970-8599-D016E291C26C}"/>
          </ac:picMkLst>
        </pc:picChg>
        <pc:picChg chg="add mod">
          <ac:chgData name="Yu, Harry" userId="d07dd713-323b-41c6-b24d-c18be50fb4fc" providerId="ADAL" clId="{196D0870-A10A-40F5-A791-3C67912576F2}" dt="2020-09-27T05:45:29.919" v="2464" actId="1076"/>
          <ac:picMkLst>
            <pc:docMk/>
            <pc:sldMk cId="20239079" sldId="352"/>
            <ac:picMk id="11" creationId="{567E21AF-918F-4CF0-95BC-ED560320C4AC}"/>
          </ac:picMkLst>
        </pc:picChg>
        <pc:picChg chg="add mod">
          <ac:chgData name="Yu, Harry" userId="d07dd713-323b-41c6-b24d-c18be50fb4fc" providerId="ADAL" clId="{196D0870-A10A-40F5-A791-3C67912576F2}" dt="2020-09-27T05:45:58.252" v="2466" actId="1076"/>
          <ac:picMkLst>
            <pc:docMk/>
            <pc:sldMk cId="20239079" sldId="352"/>
            <ac:picMk id="12" creationId="{C4D6AAA9-6B44-4EF3-AA46-C3AAE0F4F5B6}"/>
          </ac:picMkLst>
        </pc:picChg>
        <pc:picChg chg="add mod">
          <ac:chgData name="Yu, Harry" userId="d07dd713-323b-41c6-b24d-c18be50fb4fc" providerId="ADAL" clId="{196D0870-A10A-40F5-A791-3C67912576F2}" dt="2020-09-27T05:46:21.477" v="2470" actId="1076"/>
          <ac:picMkLst>
            <pc:docMk/>
            <pc:sldMk cId="20239079" sldId="352"/>
            <ac:picMk id="13" creationId="{3B5ED610-CD2C-4A96-99CA-F67F48A5E9CD}"/>
          </ac:picMkLst>
        </pc:picChg>
      </pc:sldChg>
      <pc:sldChg chg="add del">
        <pc:chgData name="Yu, Harry" userId="d07dd713-323b-41c6-b24d-c18be50fb4fc" providerId="ADAL" clId="{196D0870-A10A-40F5-A791-3C67912576F2}" dt="2020-09-27T05:37:33.654" v="2260"/>
        <pc:sldMkLst>
          <pc:docMk/>
          <pc:sldMk cId="1655303575" sldId="352"/>
        </pc:sldMkLst>
      </pc:sldChg>
      <pc:sldChg chg="modSp">
        <pc:chgData name="Yu, Harry" userId="d07dd713-323b-41c6-b24d-c18be50fb4fc" providerId="ADAL" clId="{196D0870-A10A-40F5-A791-3C67912576F2}" dt="2020-09-27T05:49:36.078" v="2567" actId="20577"/>
        <pc:sldMkLst>
          <pc:docMk/>
          <pc:sldMk cId="1807581627" sldId="353"/>
        </pc:sldMkLst>
        <pc:spChg chg="mod">
          <ac:chgData name="Yu, Harry" userId="d07dd713-323b-41c6-b24d-c18be50fb4fc" providerId="ADAL" clId="{196D0870-A10A-40F5-A791-3C67912576F2}" dt="2020-09-27T05:49:36.078" v="2567" actId="20577"/>
          <ac:spMkLst>
            <pc:docMk/>
            <pc:sldMk cId="1807581627" sldId="353"/>
            <ac:spMk id="4" creationId="{1567C550-8534-4752-A750-4145E9563059}"/>
          </ac:spMkLst>
        </pc:spChg>
      </pc:sldChg>
      <pc:sldChg chg="delSp modSp">
        <pc:chgData name="Yu, Harry" userId="d07dd713-323b-41c6-b24d-c18be50fb4fc" providerId="ADAL" clId="{196D0870-A10A-40F5-A791-3C67912576F2}" dt="2020-09-27T07:36:35.156" v="2611" actId="478"/>
        <pc:sldMkLst>
          <pc:docMk/>
          <pc:sldMk cId="2793958940" sldId="354"/>
        </pc:sldMkLst>
        <pc:spChg chg="del">
          <ac:chgData name="Yu, Harry" userId="d07dd713-323b-41c6-b24d-c18be50fb4fc" providerId="ADAL" clId="{196D0870-A10A-40F5-A791-3C67912576F2}" dt="2020-09-27T05:49:47.397" v="2570" actId="478"/>
          <ac:spMkLst>
            <pc:docMk/>
            <pc:sldMk cId="2793958940" sldId="354"/>
            <ac:spMk id="2" creationId="{932E1C38-B22C-4609-A3FE-B5DC606ECF11}"/>
          </ac:spMkLst>
        </pc:spChg>
        <pc:spChg chg="del">
          <ac:chgData name="Yu, Harry" userId="d07dd713-323b-41c6-b24d-c18be50fb4fc" providerId="ADAL" clId="{196D0870-A10A-40F5-A791-3C67912576F2}" dt="2020-09-27T05:49:50.987" v="2571" actId="478"/>
          <ac:spMkLst>
            <pc:docMk/>
            <pc:sldMk cId="2793958940" sldId="354"/>
            <ac:spMk id="3" creationId="{F9EAAF39-1CE1-4776-9A95-5916AA9098BF}"/>
          </ac:spMkLst>
        </pc:spChg>
        <pc:spChg chg="del mod">
          <ac:chgData name="Yu, Harry" userId="d07dd713-323b-41c6-b24d-c18be50fb4fc" providerId="ADAL" clId="{196D0870-A10A-40F5-A791-3C67912576F2}" dt="2020-09-27T07:36:35.156" v="2611" actId="478"/>
          <ac:spMkLst>
            <pc:docMk/>
            <pc:sldMk cId="2793958940" sldId="354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7:36:04.034" v="2610" actId="20577"/>
          <ac:spMkLst>
            <pc:docMk/>
            <pc:sldMk cId="2793958940" sldId="35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7T07:35:35.190" v="2609" actId="3064"/>
          <ac:graphicFrameMkLst>
            <pc:docMk/>
            <pc:sldMk cId="2793958940" sldId="354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09-27T07:38:47.160" v="2612"/>
        <pc:sldMkLst>
          <pc:docMk/>
          <pc:sldMk cId="2684987239" sldId="355"/>
        </pc:sldMkLst>
        <pc:spChg chg="mod">
          <ac:chgData name="Yu, Harry" userId="d07dd713-323b-41c6-b24d-c18be50fb4fc" providerId="ADAL" clId="{196D0870-A10A-40F5-A791-3C67912576F2}" dt="2020-09-27T07:38:47.160" v="2612"/>
          <ac:spMkLst>
            <pc:docMk/>
            <pc:sldMk cId="2684987239" sldId="355"/>
            <ac:spMk id="4" creationId="{1567C550-8534-4752-A750-4145E9563059}"/>
          </ac:spMkLst>
        </pc:spChg>
      </pc:sldChg>
      <pc:sldChg chg="delSp modSp">
        <pc:chgData name="Yu, Harry" userId="d07dd713-323b-41c6-b24d-c18be50fb4fc" providerId="ADAL" clId="{196D0870-A10A-40F5-A791-3C67912576F2}" dt="2020-09-27T08:47:39.356" v="2751" actId="20577"/>
        <pc:sldMkLst>
          <pc:docMk/>
          <pc:sldMk cId="1265383617" sldId="356"/>
        </pc:sldMkLst>
        <pc:spChg chg="del">
          <ac:chgData name="Yu, Harry" userId="d07dd713-323b-41c6-b24d-c18be50fb4fc" providerId="ADAL" clId="{196D0870-A10A-40F5-A791-3C67912576F2}" dt="2020-09-27T08:47:01.897" v="2741" actId="478"/>
          <ac:spMkLst>
            <pc:docMk/>
            <pc:sldMk cId="1265383617" sldId="356"/>
            <ac:spMk id="2" creationId="{932E1C38-B22C-4609-A3FE-B5DC606ECF11}"/>
          </ac:spMkLst>
        </pc:spChg>
        <pc:spChg chg="del">
          <ac:chgData name="Yu, Harry" userId="d07dd713-323b-41c6-b24d-c18be50fb4fc" providerId="ADAL" clId="{196D0870-A10A-40F5-A791-3C67912576F2}" dt="2020-09-27T08:47:05.936" v="2742" actId="478"/>
          <ac:spMkLst>
            <pc:docMk/>
            <pc:sldMk cId="1265383617" sldId="356"/>
            <ac:spMk id="3" creationId="{F9EAAF39-1CE1-4776-9A95-5916AA9098BF}"/>
          </ac:spMkLst>
        </pc:spChg>
        <pc:spChg chg="mod">
          <ac:chgData name="Yu, Harry" userId="d07dd713-323b-41c6-b24d-c18be50fb4fc" providerId="ADAL" clId="{196D0870-A10A-40F5-A791-3C67912576F2}" dt="2020-09-27T08:45:54.545" v="2738" actId="20577"/>
          <ac:spMkLst>
            <pc:docMk/>
            <pc:sldMk cId="1265383617" sldId="356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8:47:39.356" v="2751" actId="20577"/>
          <ac:spMkLst>
            <pc:docMk/>
            <pc:sldMk cId="1265383617" sldId="35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7T08:44:51.938" v="2643" actId="3064"/>
          <ac:graphicFrameMkLst>
            <pc:docMk/>
            <pc:sldMk cId="1265383617" sldId="356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0T06:19:53.583" v="6258" actId="313"/>
        <pc:sldMkLst>
          <pc:docMk/>
          <pc:sldMk cId="516112021" sldId="357"/>
        </pc:sldMkLst>
        <pc:spChg chg="del">
          <ac:chgData name="Yu, Harry" userId="d07dd713-323b-41c6-b24d-c18be50fb4fc" providerId="ADAL" clId="{196D0870-A10A-40F5-A791-3C67912576F2}" dt="2020-09-27T09:01:24.034" v="2763" actId="478"/>
          <ac:spMkLst>
            <pc:docMk/>
            <pc:sldMk cId="516112021" sldId="357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09-27T08:48:09.512" v="2753" actId="20577"/>
          <ac:spMkLst>
            <pc:docMk/>
            <pc:sldMk cId="516112021" sldId="357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6:19:53.583" v="6258" actId="313"/>
          <ac:graphicFrameMkLst>
            <pc:docMk/>
            <pc:sldMk cId="516112021" sldId="357"/>
            <ac:graphicFrameMk id="9" creationId="{A471383B-87D3-406F-AEC8-A1732EA53B37}"/>
          </ac:graphicFrameMkLst>
        </pc:graphicFrameChg>
        <pc:picChg chg="add mod">
          <ac:chgData name="Yu, Harry" userId="d07dd713-323b-41c6-b24d-c18be50fb4fc" providerId="ADAL" clId="{196D0870-A10A-40F5-A791-3C67912576F2}" dt="2020-09-27T09:02:34.465" v="2793" actId="1037"/>
          <ac:picMkLst>
            <pc:docMk/>
            <pc:sldMk cId="516112021" sldId="357"/>
            <ac:picMk id="5" creationId="{B213D99B-CE90-4C86-AE39-9CEF45453C3D}"/>
          </ac:picMkLst>
        </pc:picChg>
        <pc:picChg chg="add mod">
          <ac:chgData name="Yu, Harry" userId="d07dd713-323b-41c6-b24d-c18be50fb4fc" providerId="ADAL" clId="{196D0870-A10A-40F5-A791-3C67912576F2}" dt="2020-09-27T09:02:42.611" v="2827" actId="1036"/>
          <ac:picMkLst>
            <pc:docMk/>
            <pc:sldMk cId="516112021" sldId="357"/>
            <ac:picMk id="7" creationId="{02D977AE-468E-4209-81A5-69F59D4A07CA}"/>
          </ac:picMkLst>
        </pc:picChg>
        <pc:picChg chg="add mod">
          <ac:chgData name="Yu, Harry" userId="d07dd713-323b-41c6-b24d-c18be50fb4fc" providerId="ADAL" clId="{196D0870-A10A-40F5-A791-3C67912576F2}" dt="2020-09-27T09:03:24.195" v="2843" actId="1037"/>
          <ac:picMkLst>
            <pc:docMk/>
            <pc:sldMk cId="516112021" sldId="357"/>
            <ac:picMk id="8" creationId="{871F3B83-98B3-48D3-AFDC-67923918C6F5}"/>
          </ac:picMkLst>
        </pc:picChg>
      </pc:sldChg>
      <pc:sldChg chg="add del">
        <pc:chgData name="Yu, Harry" userId="d07dd713-323b-41c6-b24d-c18be50fb4fc" providerId="ADAL" clId="{196D0870-A10A-40F5-A791-3C67912576F2}" dt="2020-09-27T09:04:49.282" v="2879"/>
        <pc:sldMkLst>
          <pc:docMk/>
          <pc:sldMk cId="352703078" sldId="358"/>
        </pc:sldMkLst>
      </pc:sldChg>
      <pc:sldChg chg="modSp">
        <pc:chgData name="Yu, Harry" userId="d07dd713-323b-41c6-b24d-c18be50fb4fc" providerId="ADAL" clId="{196D0870-A10A-40F5-A791-3C67912576F2}" dt="2020-09-27T09:06:26.678" v="2889"/>
        <pc:sldMkLst>
          <pc:docMk/>
          <pc:sldMk cId="2573751591" sldId="358"/>
        </pc:sldMkLst>
        <pc:spChg chg="mod">
          <ac:chgData name="Yu, Harry" userId="d07dd713-323b-41c6-b24d-c18be50fb4fc" providerId="ADAL" clId="{196D0870-A10A-40F5-A791-3C67912576F2}" dt="2020-09-27T09:06:26.678" v="2889"/>
          <ac:spMkLst>
            <pc:docMk/>
            <pc:sldMk cId="2573751591" sldId="358"/>
            <ac:spMk id="4" creationId="{1567C550-8534-4752-A750-4145E9563059}"/>
          </ac:spMkLst>
        </pc:spChg>
      </pc:sldChg>
      <pc:sldChg chg="addSp modSp">
        <pc:chgData name="Yu, Harry" userId="d07dd713-323b-41c6-b24d-c18be50fb4fc" providerId="ADAL" clId="{196D0870-A10A-40F5-A791-3C67912576F2}" dt="2020-10-29T06:26:51.228" v="12624" actId="20577"/>
        <pc:sldMkLst>
          <pc:docMk/>
          <pc:sldMk cId="762571728" sldId="359"/>
        </pc:sldMkLst>
        <pc:spChg chg="add mod">
          <ac:chgData name="Yu, Harry" userId="d07dd713-323b-41c6-b24d-c18be50fb4fc" providerId="ADAL" clId="{196D0870-A10A-40F5-A791-3C67912576F2}" dt="2020-09-27T09:11:41.730" v="2926" actId="1076"/>
          <ac:spMkLst>
            <pc:docMk/>
            <pc:sldMk cId="762571728" sldId="359"/>
            <ac:spMk id="2" creationId="{EE050B95-DF52-4376-AE7F-2990458F6EA7}"/>
          </ac:spMkLst>
        </pc:spChg>
        <pc:spChg chg="mod">
          <ac:chgData name="Yu, Harry" userId="d07dd713-323b-41c6-b24d-c18be50fb4fc" providerId="ADAL" clId="{196D0870-A10A-40F5-A791-3C67912576F2}" dt="2020-09-27T09:35:23.628" v="3145" actId="20577"/>
          <ac:spMkLst>
            <pc:docMk/>
            <pc:sldMk cId="762571728" sldId="359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10-29T06:26:51.228" v="12624" actId="20577"/>
          <ac:spMkLst>
            <pc:docMk/>
            <pc:sldMk cId="762571728" sldId="359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6:19:54.219" v="6259" actId="313"/>
          <ac:graphicFrameMkLst>
            <pc:docMk/>
            <pc:sldMk cId="762571728" sldId="359"/>
            <ac:graphicFrameMk id="9" creationId="{A471383B-87D3-406F-AEC8-A1732EA53B37}"/>
          </ac:graphicFrameMkLst>
        </pc:graphicFrameChg>
      </pc:sldChg>
      <pc:sldChg chg="addSp modSp del">
        <pc:chgData name="Yu, Harry" userId="d07dd713-323b-41c6-b24d-c18be50fb4fc" providerId="ADAL" clId="{196D0870-A10A-40F5-A791-3C67912576F2}" dt="2020-10-29T06:26:45.551" v="12622" actId="2696"/>
        <pc:sldMkLst>
          <pc:docMk/>
          <pc:sldMk cId="602838902" sldId="360"/>
        </pc:sldMkLst>
        <pc:spChg chg="mod">
          <ac:chgData name="Yu, Harry" userId="d07dd713-323b-41c6-b24d-c18be50fb4fc" providerId="ADAL" clId="{196D0870-A10A-40F5-A791-3C67912576F2}" dt="2020-09-28T01:38:05.839" v="3453" actId="20577"/>
          <ac:spMkLst>
            <pc:docMk/>
            <pc:sldMk cId="602838902" sldId="360"/>
            <ac:spMk id="6" creationId="{0ED065AC-F3EF-42B0-A34B-DF7EED7FF8B9}"/>
          </ac:spMkLst>
        </pc:spChg>
        <pc:cxnChg chg="add mod">
          <ac:chgData name="Yu, Harry" userId="d07dd713-323b-41c6-b24d-c18be50fb4fc" providerId="ADAL" clId="{196D0870-A10A-40F5-A791-3C67912576F2}" dt="2020-10-28T23:30:16.790" v="12598" actId="11529"/>
          <ac:cxnSpMkLst>
            <pc:docMk/>
            <pc:sldMk cId="602838902" sldId="360"/>
            <ac:cxnSpMk id="3" creationId="{5BFA35B8-C0EE-4309-B5DF-6E1BBE76C8A6}"/>
          </ac:cxnSpMkLst>
        </pc:cxnChg>
      </pc:sldChg>
      <pc:sldChg chg="delSp modSp">
        <pc:chgData name="Yu, Harry" userId="d07dd713-323b-41c6-b24d-c18be50fb4fc" providerId="ADAL" clId="{196D0870-A10A-40F5-A791-3C67912576F2}" dt="2020-10-29T06:26:58.989" v="12628" actId="20577"/>
        <pc:sldMkLst>
          <pc:docMk/>
          <pc:sldMk cId="1738908870" sldId="361"/>
        </pc:sldMkLst>
        <pc:spChg chg="del">
          <ac:chgData name="Yu, Harry" userId="d07dd713-323b-41c6-b24d-c18be50fb4fc" providerId="ADAL" clId="{196D0870-A10A-40F5-A791-3C67912576F2}" dt="2020-09-28T01:09:00.185" v="3165" actId="478"/>
          <ac:spMkLst>
            <pc:docMk/>
            <pc:sldMk cId="1738908870" sldId="361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10-29T06:26:58.989" v="12628" actId="20577"/>
          <ac:spMkLst>
            <pc:docMk/>
            <pc:sldMk cId="1738908870" sldId="361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8T01:24:05.302" v="3314" actId="207"/>
          <ac:graphicFrameMkLst>
            <pc:docMk/>
            <pc:sldMk cId="1738908870" sldId="361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29T06:27:07.267" v="12632" actId="20577"/>
        <pc:sldMkLst>
          <pc:docMk/>
          <pc:sldMk cId="1803848135" sldId="362"/>
        </pc:sldMkLst>
        <pc:spChg chg="mod">
          <ac:chgData name="Yu, Harry" userId="d07dd713-323b-41c6-b24d-c18be50fb4fc" providerId="ADAL" clId="{196D0870-A10A-40F5-A791-3C67912576F2}" dt="2020-09-28T01:26:22.426" v="3319" actId="113"/>
          <ac:spMkLst>
            <pc:docMk/>
            <pc:sldMk cId="1803848135" sldId="362"/>
            <ac:spMk id="2" creationId="{EE050B95-DF52-4376-AE7F-2990458F6EA7}"/>
          </ac:spMkLst>
        </pc:spChg>
        <pc:spChg chg="mod">
          <ac:chgData name="Yu, Harry" userId="d07dd713-323b-41c6-b24d-c18be50fb4fc" providerId="ADAL" clId="{196D0870-A10A-40F5-A791-3C67912576F2}" dt="2020-10-12T06:35:13.227" v="8799" actId="20577"/>
          <ac:spMkLst>
            <pc:docMk/>
            <pc:sldMk cId="1803848135" sldId="362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10-29T06:27:07.267" v="12632" actId="20577"/>
          <ac:spMkLst>
            <pc:docMk/>
            <pc:sldMk cId="1803848135" sldId="362"/>
            <ac:spMk id="6" creationId="{0ED065AC-F3EF-42B0-A34B-DF7EED7FF8B9}"/>
          </ac:spMkLst>
        </pc:spChg>
        <pc:spChg chg="add">
          <ac:chgData name="Yu, Harry" userId="d07dd713-323b-41c6-b24d-c18be50fb4fc" providerId="ADAL" clId="{196D0870-A10A-40F5-A791-3C67912576F2}" dt="2020-10-19T06:37:34.070" v="10378"/>
          <ac:spMkLst>
            <pc:docMk/>
            <pc:sldMk cId="1803848135" sldId="362"/>
            <ac:spMk id="7" creationId="{2D505846-F083-4C9E-B976-EEED6C71670D}"/>
          </ac:spMkLst>
        </pc:spChg>
        <pc:graphicFrameChg chg="mod modGraphic">
          <ac:chgData name="Yu, Harry" userId="d07dd713-323b-41c6-b24d-c18be50fb4fc" providerId="ADAL" clId="{196D0870-A10A-40F5-A791-3C67912576F2}" dt="2020-09-28T01:33:20.850" v="3355" actId="207"/>
          <ac:graphicFrameMkLst>
            <pc:docMk/>
            <pc:sldMk cId="1803848135" sldId="362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196D0870-A10A-40F5-A791-3C67912576F2}" dt="2020-09-28T01:24:57.391" v="3315" actId="2696"/>
        <pc:sldMkLst>
          <pc:docMk/>
          <pc:sldMk cId="2631405045" sldId="362"/>
        </pc:sldMkLst>
      </pc:sldChg>
      <pc:sldChg chg="modSp">
        <pc:chgData name="Yu, Harry" userId="d07dd713-323b-41c6-b24d-c18be50fb4fc" providerId="ADAL" clId="{196D0870-A10A-40F5-A791-3C67912576F2}" dt="2020-09-28T01:36:19.709" v="3442"/>
        <pc:sldMkLst>
          <pc:docMk/>
          <pc:sldMk cId="830645897" sldId="363"/>
        </pc:sldMkLst>
        <pc:spChg chg="mod">
          <ac:chgData name="Yu, Harry" userId="d07dd713-323b-41c6-b24d-c18be50fb4fc" providerId="ADAL" clId="{196D0870-A10A-40F5-A791-3C67912576F2}" dt="2020-09-28T01:36:19.709" v="3442"/>
          <ac:spMkLst>
            <pc:docMk/>
            <pc:sldMk cId="830645897" sldId="363"/>
            <ac:spMk id="4" creationId="{1567C550-8534-4752-A750-4145E9563059}"/>
          </ac:spMkLst>
        </pc:spChg>
      </pc:sldChg>
      <pc:sldChg chg="addSp modSp">
        <pc:chgData name="Yu, Harry" userId="d07dd713-323b-41c6-b24d-c18be50fb4fc" providerId="ADAL" clId="{196D0870-A10A-40F5-A791-3C67912576F2}" dt="2020-10-19T06:39:46.194" v="10380"/>
        <pc:sldMkLst>
          <pc:docMk/>
          <pc:sldMk cId="2483991268" sldId="364"/>
        </pc:sldMkLst>
        <pc:spChg chg="mod">
          <ac:chgData name="Yu, Harry" userId="d07dd713-323b-41c6-b24d-c18be50fb4fc" providerId="ADAL" clId="{196D0870-A10A-40F5-A791-3C67912576F2}" dt="2020-09-30T07:36:27.431" v="5898" actId="20577"/>
          <ac:spMkLst>
            <pc:docMk/>
            <pc:sldMk cId="2483991268" sldId="364"/>
            <ac:spMk id="4" creationId="{739ED610-7AC8-45CD-BCC6-B494109E5D9F}"/>
          </ac:spMkLst>
        </pc:spChg>
        <pc:spChg chg="add">
          <ac:chgData name="Yu, Harry" userId="d07dd713-323b-41c6-b24d-c18be50fb4fc" providerId="ADAL" clId="{196D0870-A10A-40F5-A791-3C67912576F2}" dt="2020-10-19T06:39:46.194" v="10380"/>
          <ac:spMkLst>
            <pc:docMk/>
            <pc:sldMk cId="2483991268" sldId="364"/>
            <ac:spMk id="5" creationId="{3FB68C6B-3832-4135-B2C8-BC59823ECBE2}"/>
          </ac:spMkLst>
        </pc:spChg>
        <pc:spChg chg="mod">
          <ac:chgData name="Yu, Harry" userId="d07dd713-323b-41c6-b24d-c18be50fb4fc" providerId="ADAL" clId="{196D0870-A10A-40F5-A791-3C67912576F2}" dt="2020-09-28T04:01:54.974" v="4075" actId="20577"/>
          <ac:spMkLst>
            <pc:docMk/>
            <pc:sldMk cId="2483991268" sldId="36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8T04:03:17.166" v="4082" actId="207"/>
          <ac:graphicFrameMkLst>
            <pc:docMk/>
            <pc:sldMk cId="2483991268" sldId="364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22T03:55:14.464" v="11019" actId="1038"/>
        <pc:sldMkLst>
          <pc:docMk/>
          <pc:sldMk cId="4124176753" sldId="365"/>
        </pc:sldMkLst>
        <pc:spChg chg="add mod">
          <ac:chgData name="Yu, Harry" userId="d07dd713-323b-41c6-b24d-c18be50fb4fc" providerId="ADAL" clId="{196D0870-A10A-40F5-A791-3C67912576F2}" dt="2020-10-22T03:55:14.464" v="11019" actId="1038"/>
          <ac:spMkLst>
            <pc:docMk/>
            <pc:sldMk cId="4124176753" sldId="365"/>
            <ac:spMk id="2" creationId="{8E4E1CAD-729D-40A3-AA83-C93644CA1EF8}"/>
          </ac:spMkLst>
        </pc:spChg>
        <pc:spChg chg="add">
          <ac:chgData name="Yu, Harry" userId="d07dd713-323b-41c6-b24d-c18be50fb4fc" providerId="ADAL" clId="{196D0870-A10A-40F5-A791-3C67912576F2}" dt="2020-10-19T06:38:34.044" v="10379"/>
          <ac:spMkLst>
            <pc:docMk/>
            <pc:sldMk cId="4124176753" sldId="365"/>
            <ac:spMk id="5" creationId="{E64EDFB3-FFC1-4F3C-9668-8E0017D7B384}"/>
          </ac:spMkLst>
        </pc:spChg>
        <pc:spChg chg="mod">
          <ac:chgData name="Yu, Harry" userId="d07dd713-323b-41c6-b24d-c18be50fb4fc" providerId="ADAL" clId="{196D0870-A10A-40F5-A791-3C67912576F2}" dt="2020-09-28T04:01:59.941" v="4076" actId="20577"/>
          <ac:spMkLst>
            <pc:docMk/>
            <pc:sldMk cId="4124176753" sldId="365"/>
            <ac:spMk id="6" creationId="{0ED065AC-F3EF-42B0-A34B-DF7EED7FF8B9}"/>
          </ac:spMkLst>
        </pc:spChg>
        <pc:spChg chg="mod">
          <ac:chgData name="Yu, Harry" userId="d07dd713-323b-41c6-b24d-c18be50fb4fc" providerId="ADAL" clId="{196D0870-A10A-40F5-A791-3C67912576F2}" dt="2020-10-22T03:55:01.625" v="11013" actId="1076"/>
          <ac:spMkLst>
            <pc:docMk/>
            <pc:sldMk cId="4124176753" sldId="365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196D0870-A10A-40F5-A791-3C67912576F2}" dt="2020-09-28T02:41:32.375" v="3479" actId="207"/>
          <ac:graphicFrameMkLst>
            <pc:docMk/>
            <pc:sldMk cId="4124176753" sldId="365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09-28T04:17:36.966" v="4126" actId="20577"/>
        <pc:sldMkLst>
          <pc:docMk/>
          <pc:sldMk cId="1291149336" sldId="366"/>
        </pc:sldMkLst>
        <pc:spChg chg="mod">
          <ac:chgData name="Yu, Harry" userId="d07dd713-323b-41c6-b24d-c18be50fb4fc" providerId="ADAL" clId="{196D0870-A10A-40F5-A791-3C67912576F2}" dt="2020-09-28T04:01:49.441" v="4074" actId="20577"/>
          <ac:spMkLst>
            <pc:docMk/>
            <pc:sldMk cId="1291149336" sldId="36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28T04:17:36.966" v="4126" actId="20577"/>
          <ac:graphicFrameMkLst>
            <pc:docMk/>
            <pc:sldMk cId="1291149336" sldId="366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09-28T04:13:08.590" v="4115"/>
        <pc:sldMkLst>
          <pc:docMk/>
          <pc:sldMk cId="2886081286" sldId="367"/>
        </pc:sldMkLst>
        <pc:spChg chg="mod">
          <ac:chgData name="Yu, Harry" userId="d07dd713-323b-41c6-b24d-c18be50fb4fc" providerId="ADAL" clId="{196D0870-A10A-40F5-A791-3C67912576F2}" dt="2020-09-28T04:13:08.590" v="4115"/>
          <ac:spMkLst>
            <pc:docMk/>
            <pc:sldMk cId="2886081286" sldId="367"/>
            <ac:spMk id="4" creationId="{1567C550-8534-4752-A750-4145E9563059}"/>
          </ac:spMkLst>
        </pc:spChg>
      </pc:sldChg>
      <pc:sldChg chg="modSp">
        <pc:chgData name="Yu, Harry" userId="d07dd713-323b-41c6-b24d-c18be50fb4fc" providerId="ADAL" clId="{196D0870-A10A-40F5-A791-3C67912576F2}" dt="2020-10-10T08:09:16.178" v="6957"/>
        <pc:sldMkLst>
          <pc:docMk/>
          <pc:sldMk cId="914646431" sldId="368"/>
        </pc:sldMkLst>
        <pc:spChg chg="mod">
          <ac:chgData name="Yu, Harry" userId="d07dd713-323b-41c6-b24d-c18be50fb4fc" providerId="ADAL" clId="{196D0870-A10A-40F5-A791-3C67912576F2}" dt="2020-10-10T08:09:16.178" v="6957"/>
          <ac:spMkLst>
            <pc:docMk/>
            <pc:sldMk cId="914646431" sldId="368"/>
            <ac:spMk id="6" creationId="{0ED065AC-F3EF-42B0-A34B-DF7EED7FF8B9}"/>
          </ac:spMkLst>
        </pc:spChg>
        <pc:spChg chg="mod">
          <ac:chgData name="Yu, Harry" userId="d07dd713-323b-41c6-b24d-c18be50fb4fc" providerId="ADAL" clId="{196D0870-A10A-40F5-A791-3C67912576F2}" dt="2020-09-28T04:21:21.179" v="4346" actId="20577"/>
          <ac:spMkLst>
            <pc:docMk/>
            <pc:sldMk cId="914646431" sldId="368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196D0870-A10A-40F5-A791-3C67912576F2}" dt="2020-09-28T04:19:31.720" v="4136" actId="207"/>
          <ac:graphicFrameMkLst>
            <pc:docMk/>
            <pc:sldMk cId="914646431" sldId="368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29T09:22:28.340" v="12713" actId="207"/>
        <pc:sldMkLst>
          <pc:docMk/>
          <pc:sldMk cId="3718417336" sldId="369"/>
        </pc:sldMkLst>
        <pc:spChg chg="mod">
          <ac:chgData name="Yu, Harry" userId="d07dd713-323b-41c6-b24d-c18be50fb4fc" providerId="ADAL" clId="{196D0870-A10A-40F5-A791-3C67912576F2}" dt="2020-10-10T08:09:20.780" v="6958"/>
          <ac:spMkLst>
            <pc:docMk/>
            <pc:sldMk cId="3718417336" sldId="369"/>
            <ac:spMk id="6" creationId="{0ED065AC-F3EF-42B0-A34B-DF7EED7FF8B9}"/>
          </ac:spMkLst>
        </pc:spChg>
        <pc:spChg chg="add del mod">
          <ac:chgData name="Yu, Harry" userId="d07dd713-323b-41c6-b24d-c18be50fb4fc" providerId="ADAL" clId="{196D0870-A10A-40F5-A791-3C67912576F2}" dt="2020-09-29T08:42:09.983" v="5042" actId="478"/>
          <ac:spMkLst>
            <pc:docMk/>
            <pc:sldMk cId="3718417336" sldId="369"/>
            <ac:spMk id="7" creationId="{89E1BA4A-1027-431C-BD6B-ADB2E119615C}"/>
          </ac:spMkLst>
        </pc:spChg>
        <pc:spChg chg="del">
          <ac:chgData name="Yu, Harry" userId="d07dd713-323b-41c6-b24d-c18be50fb4fc" providerId="ADAL" clId="{196D0870-A10A-40F5-A791-3C67912576F2}" dt="2020-09-28T04:23:21.229" v="4347" actId="478"/>
          <ac:spMkLst>
            <pc:docMk/>
            <pc:sldMk cId="3718417336" sldId="369"/>
            <ac:spMk id="11" creationId="{3B0E5B35-F8D6-4092-AA4A-BCC690B2229D}"/>
          </ac:spMkLst>
        </pc:spChg>
        <pc:graphicFrameChg chg="add del mod">
          <ac:chgData name="Yu, Harry" userId="d07dd713-323b-41c6-b24d-c18be50fb4fc" providerId="ADAL" clId="{196D0870-A10A-40F5-A791-3C67912576F2}" dt="2020-09-28T04:25:45.968" v="4352" actId="478"/>
          <ac:graphicFrameMkLst>
            <pc:docMk/>
            <pc:sldMk cId="3718417336" sldId="369"/>
            <ac:graphicFrameMk id="2" creationId="{3DD01C5F-FA06-41C4-ABE4-DEE1A15982DD}"/>
          </ac:graphicFrameMkLst>
        </pc:graphicFrameChg>
        <pc:graphicFrameChg chg="mod modGraphic">
          <ac:chgData name="Yu, Harry" userId="d07dd713-323b-41c6-b24d-c18be50fb4fc" providerId="ADAL" clId="{196D0870-A10A-40F5-A791-3C67912576F2}" dt="2020-10-29T09:22:28.340" v="12713" actId="207"/>
          <ac:graphicFrameMkLst>
            <pc:docMk/>
            <pc:sldMk cId="3718417336" sldId="369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21T23:53:24.129" v="11008" actId="20577"/>
        <pc:sldMkLst>
          <pc:docMk/>
          <pc:sldMk cId="332865271" sldId="370"/>
        </pc:sldMkLst>
        <pc:spChg chg="add del">
          <ac:chgData name="Yu, Harry" userId="d07dd713-323b-41c6-b24d-c18be50fb4fc" providerId="ADAL" clId="{196D0870-A10A-40F5-A791-3C67912576F2}" dt="2020-09-29T08:40:44.729" v="5040" actId="478"/>
          <ac:spMkLst>
            <pc:docMk/>
            <pc:sldMk cId="332865271" sldId="370"/>
            <ac:spMk id="4" creationId="{739ED610-7AC8-45CD-BCC6-B494109E5D9F}"/>
          </ac:spMkLst>
        </pc:spChg>
        <pc:spChg chg="add mod">
          <ac:chgData name="Yu, Harry" userId="d07dd713-323b-41c6-b24d-c18be50fb4fc" providerId="ADAL" clId="{196D0870-A10A-40F5-A791-3C67912576F2}" dt="2020-10-21T23:53:24.129" v="11008" actId="20577"/>
          <ac:spMkLst>
            <pc:docMk/>
            <pc:sldMk cId="332865271" sldId="370"/>
            <ac:spMk id="5" creationId="{CDE95802-C1DE-421A-A844-AD78F2D7EDA6}"/>
          </ac:spMkLst>
        </pc:spChg>
        <pc:spChg chg="mod">
          <ac:chgData name="Yu, Harry" userId="d07dd713-323b-41c6-b24d-c18be50fb4fc" providerId="ADAL" clId="{196D0870-A10A-40F5-A791-3C67912576F2}" dt="2020-10-10T08:09:25.690" v="6959"/>
          <ac:spMkLst>
            <pc:docMk/>
            <pc:sldMk cId="332865271" sldId="370"/>
            <ac:spMk id="6" creationId="{0ED065AC-F3EF-42B0-A34B-DF7EED7FF8B9}"/>
          </ac:spMkLst>
        </pc:spChg>
        <pc:spChg chg="add mod">
          <ac:chgData name="Yu, Harry" userId="d07dd713-323b-41c6-b24d-c18be50fb4fc" providerId="ADAL" clId="{196D0870-A10A-40F5-A791-3C67912576F2}" dt="2020-10-20T06:04:38.391" v="10961" actId="20577"/>
          <ac:spMkLst>
            <pc:docMk/>
            <pc:sldMk cId="332865271" sldId="370"/>
            <ac:spMk id="7" creationId="{B84CFCD8-C513-4102-B4C7-D143FD02E1EA}"/>
          </ac:spMkLst>
        </pc:spChg>
        <pc:spChg chg="add">
          <ac:chgData name="Yu, Harry" userId="d07dd713-323b-41c6-b24d-c18be50fb4fc" providerId="ADAL" clId="{196D0870-A10A-40F5-A791-3C67912576F2}" dt="2020-10-19T06:40:44.193" v="10381"/>
          <ac:spMkLst>
            <pc:docMk/>
            <pc:sldMk cId="332865271" sldId="370"/>
            <ac:spMk id="8" creationId="{2E568A9A-D1A7-4930-8FAF-022030669388}"/>
          </ac:spMkLst>
        </pc:spChg>
        <pc:graphicFrameChg chg="add del mod modGraphic">
          <ac:chgData name="Yu, Harry" userId="d07dd713-323b-41c6-b24d-c18be50fb4fc" providerId="ADAL" clId="{196D0870-A10A-40F5-A791-3C67912576F2}" dt="2020-10-20T06:06:12.831" v="10979" actId="207"/>
          <ac:graphicFrameMkLst>
            <pc:docMk/>
            <pc:sldMk cId="332865271" sldId="370"/>
            <ac:graphicFrameMk id="9" creationId="{A471383B-87D3-406F-AEC8-A1732EA53B37}"/>
          </ac:graphicFrameMkLst>
        </pc:graphicFrameChg>
      </pc:sldChg>
      <pc:sldChg chg="delSp modSp">
        <pc:chgData name="Yu, Harry" userId="d07dd713-323b-41c6-b24d-c18be50fb4fc" providerId="ADAL" clId="{196D0870-A10A-40F5-A791-3C67912576F2}" dt="2020-10-10T08:09:31.715" v="6960"/>
        <pc:sldMkLst>
          <pc:docMk/>
          <pc:sldMk cId="1301221291" sldId="371"/>
        </pc:sldMkLst>
        <pc:spChg chg="del mod">
          <ac:chgData name="Yu, Harry" userId="d07dd713-323b-41c6-b24d-c18be50fb4fc" providerId="ADAL" clId="{196D0870-A10A-40F5-A791-3C67912576F2}" dt="2020-09-30T07:33:05.618" v="5878"/>
          <ac:spMkLst>
            <pc:docMk/>
            <pc:sldMk cId="1301221291" sldId="371"/>
            <ac:spMk id="4" creationId="{739ED610-7AC8-45CD-BCC6-B494109E5D9F}"/>
          </ac:spMkLst>
        </pc:spChg>
        <pc:spChg chg="mod">
          <ac:chgData name="Yu, Harry" userId="d07dd713-323b-41c6-b24d-c18be50fb4fc" providerId="ADAL" clId="{196D0870-A10A-40F5-A791-3C67912576F2}" dt="2020-10-10T08:09:31.715" v="6960"/>
          <ac:spMkLst>
            <pc:docMk/>
            <pc:sldMk cId="1301221291" sldId="371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09-30T07:45:47.918" v="5977" actId="20577"/>
          <ac:graphicFrameMkLst>
            <pc:docMk/>
            <pc:sldMk cId="1301221291" sldId="371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0T08:09:36.575" v="6961"/>
        <pc:sldMkLst>
          <pc:docMk/>
          <pc:sldMk cId="777599342" sldId="372"/>
        </pc:sldMkLst>
        <pc:spChg chg="add mod">
          <ac:chgData name="Yu, Harry" userId="d07dd713-323b-41c6-b24d-c18be50fb4fc" providerId="ADAL" clId="{196D0870-A10A-40F5-A791-3C67912576F2}" dt="2020-10-10T06:44:04.903" v="6644" actId="1076"/>
          <ac:spMkLst>
            <pc:docMk/>
            <pc:sldMk cId="777599342" sldId="372"/>
            <ac:spMk id="5" creationId="{7F36F3DA-DB26-4EFF-A2D8-5FDFBFA93E48}"/>
          </ac:spMkLst>
        </pc:spChg>
        <pc:spChg chg="mod">
          <ac:chgData name="Yu, Harry" userId="d07dd713-323b-41c6-b24d-c18be50fb4fc" providerId="ADAL" clId="{196D0870-A10A-40F5-A791-3C67912576F2}" dt="2020-10-10T08:09:36.575" v="6961"/>
          <ac:spMkLst>
            <pc:docMk/>
            <pc:sldMk cId="777599342" sldId="372"/>
            <ac:spMk id="6" creationId="{0ED065AC-F3EF-42B0-A34B-DF7EED7FF8B9}"/>
          </ac:spMkLst>
        </pc:spChg>
        <pc:graphicFrameChg chg="add del mod modGraphic">
          <ac:chgData name="Yu, Harry" userId="d07dd713-323b-41c6-b24d-c18be50fb4fc" providerId="ADAL" clId="{196D0870-A10A-40F5-A791-3C67912576F2}" dt="2020-10-10T06:19:56.569" v="6262" actId="313"/>
          <ac:graphicFrameMkLst>
            <pc:docMk/>
            <pc:sldMk cId="777599342" sldId="372"/>
            <ac:graphicFrameMk id="4" creationId="{F9AFED7C-8782-438F-A74C-3F98A375AED2}"/>
          </ac:graphicFrameMkLst>
        </pc:graphicFrameChg>
        <pc:graphicFrameChg chg="del">
          <ac:chgData name="Yu, Harry" userId="d07dd713-323b-41c6-b24d-c18be50fb4fc" providerId="ADAL" clId="{196D0870-A10A-40F5-A791-3C67912576F2}" dt="2020-09-30T07:39:12.967" v="5901" actId="478"/>
          <ac:graphicFrameMkLst>
            <pc:docMk/>
            <pc:sldMk cId="777599342" sldId="372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09:46.182" v="6962"/>
        <pc:sldMkLst>
          <pc:docMk/>
          <pc:sldMk cId="1828527808" sldId="373"/>
        </pc:sldMkLst>
        <pc:spChg chg="mod">
          <ac:chgData name="Yu, Harry" userId="d07dd713-323b-41c6-b24d-c18be50fb4fc" providerId="ADAL" clId="{196D0870-A10A-40F5-A791-3C67912576F2}" dt="2020-10-10T08:09:46.182" v="6962"/>
          <ac:spMkLst>
            <pc:docMk/>
            <pc:sldMk cId="1828527808" sldId="373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6:28:10.044" v="6315" actId="1076"/>
          <ac:graphicFrameMkLst>
            <pc:docMk/>
            <pc:sldMk cId="1828527808" sldId="373"/>
            <ac:graphicFrameMk id="4" creationId="{F9AFED7C-8782-438F-A74C-3F98A375AED2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0T08:09:55.318" v="6963"/>
        <pc:sldMkLst>
          <pc:docMk/>
          <pc:sldMk cId="2145281802" sldId="374"/>
        </pc:sldMkLst>
        <pc:spChg chg="add mod">
          <ac:chgData name="Yu, Harry" userId="d07dd713-323b-41c6-b24d-c18be50fb4fc" providerId="ADAL" clId="{196D0870-A10A-40F5-A791-3C67912576F2}" dt="2020-10-10T06:30:58.329" v="6330" actId="1076"/>
          <ac:spMkLst>
            <pc:docMk/>
            <pc:sldMk cId="2145281802" sldId="374"/>
            <ac:spMk id="3" creationId="{A64FE6B8-0A3E-42F0-B711-6C4D2E0ED4F5}"/>
          </ac:spMkLst>
        </pc:spChg>
        <pc:spChg chg="mod">
          <ac:chgData name="Yu, Harry" userId="d07dd713-323b-41c6-b24d-c18be50fb4fc" providerId="ADAL" clId="{196D0870-A10A-40F5-A791-3C67912576F2}" dt="2020-10-10T08:09:55.318" v="6963"/>
          <ac:spMkLst>
            <pc:docMk/>
            <pc:sldMk cId="2145281802" sldId="374"/>
            <ac:spMk id="6" creationId="{0ED065AC-F3EF-42B0-A34B-DF7EED7FF8B9}"/>
          </ac:spMkLst>
        </pc:spChg>
        <pc:spChg chg="add mod">
          <ac:chgData name="Yu, Harry" userId="d07dd713-323b-41c6-b24d-c18be50fb4fc" providerId="ADAL" clId="{196D0870-A10A-40F5-A791-3C67912576F2}" dt="2020-10-10T06:33:29.228" v="6532" actId="1076"/>
          <ac:spMkLst>
            <pc:docMk/>
            <pc:sldMk cId="2145281802" sldId="374"/>
            <ac:spMk id="7" creationId="{0AC2C3EC-5105-4933-BD9F-28D5D48E4395}"/>
          </ac:spMkLst>
        </pc:spChg>
        <pc:graphicFrameChg chg="add del">
          <ac:chgData name="Yu, Harry" userId="d07dd713-323b-41c6-b24d-c18be50fb4fc" providerId="ADAL" clId="{196D0870-A10A-40F5-A791-3C67912576F2}" dt="2020-10-10T06:29:50.215" v="6322"/>
          <ac:graphicFrameMkLst>
            <pc:docMk/>
            <pc:sldMk cId="2145281802" sldId="374"/>
            <ac:graphicFrameMk id="2" creationId="{B25BA877-3A49-4F02-8D74-440135839463}"/>
          </ac:graphicFrameMkLst>
        </pc:graphicFrameChg>
        <pc:graphicFrameChg chg="del">
          <ac:chgData name="Yu, Harry" userId="d07dd713-323b-41c6-b24d-c18be50fb4fc" providerId="ADAL" clId="{196D0870-A10A-40F5-A791-3C67912576F2}" dt="2020-10-10T06:29:36.577" v="6320" actId="478"/>
          <ac:graphicFrameMkLst>
            <pc:docMk/>
            <pc:sldMk cId="2145281802" sldId="374"/>
            <ac:graphicFrameMk id="9" creationId="{A471383B-87D3-406F-AEC8-A1732EA53B37}"/>
          </ac:graphicFrameMkLst>
        </pc:graphicFrameChg>
      </pc:sldChg>
      <pc:sldChg chg="addSp delSp modSp add">
        <pc:chgData name="Yu, Harry" userId="d07dd713-323b-41c6-b24d-c18be50fb4fc" providerId="ADAL" clId="{196D0870-A10A-40F5-A791-3C67912576F2}" dt="2020-10-20T01:41:18.568" v="10533" actId="20577"/>
        <pc:sldMkLst>
          <pc:docMk/>
          <pc:sldMk cId="4193153865" sldId="375"/>
        </pc:sldMkLst>
        <pc:spChg chg="mod">
          <ac:chgData name="Yu, Harry" userId="d07dd713-323b-41c6-b24d-c18be50fb4fc" providerId="ADAL" clId="{196D0870-A10A-40F5-A791-3C67912576F2}" dt="2020-10-20T01:41:18.568" v="10533" actId="20577"/>
          <ac:spMkLst>
            <pc:docMk/>
            <pc:sldMk cId="4193153865" sldId="375"/>
            <ac:spMk id="2" creationId="{16893625-44AD-4340-A7BB-FDBA32164A9A}"/>
          </ac:spMkLst>
        </pc:spChg>
        <pc:spChg chg="del">
          <ac:chgData name="Yu, Harry" userId="d07dd713-323b-41c6-b24d-c18be50fb4fc" providerId="ADAL" clId="{196D0870-A10A-40F5-A791-3C67912576F2}" dt="2020-10-10T06:34:13.070" v="6590" actId="478"/>
          <ac:spMkLst>
            <pc:docMk/>
            <pc:sldMk cId="4193153865" sldId="375"/>
            <ac:spMk id="3" creationId="{1720C4A2-966A-4902-8DD1-6C969CC8A497}"/>
          </ac:spMkLst>
        </pc:spChg>
        <pc:spChg chg="del">
          <ac:chgData name="Yu, Harry" userId="d07dd713-323b-41c6-b24d-c18be50fb4fc" providerId="ADAL" clId="{196D0870-A10A-40F5-A791-3C67912576F2}" dt="2020-10-10T06:34:10.239" v="6589" actId="478"/>
          <ac:spMkLst>
            <pc:docMk/>
            <pc:sldMk cId="4193153865" sldId="375"/>
            <ac:spMk id="4" creationId="{2FCD32BE-60C7-4DD8-8909-BD40875DCB1A}"/>
          </ac:spMkLst>
        </pc:spChg>
        <pc:spChg chg="add">
          <ac:chgData name="Yu, Harry" userId="d07dd713-323b-41c6-b24d-c18be50fb4fc" providerId="ADAL" clId="{196D0870-A10A-40F5-A791-3C67912576F2}" dt="2020-10-10T06:42:51.606" v="6642"/>
          <ac:spMkLst>
            <pc:docMk/>
            <pc:sldMk cId="4193153865" sldId="375"/>
            <ac:spMk id="11" creationId="{AC2B9EA6-5B96-4ABC-9AF2-B6A0D320B885}"/>
          </ac:spMkLst>
        </pc:spChg>
        <pc:picChg chg="add mod">
          <ac:chgData name="Yu, Harry" userId="d07dd713-323b-41c6-b24d-c18be50fb4fc" providerId="ADAL" clId="{196D0870-A10A-40F5-A791-3C67912576F2}" dt="2020-10-10T06:41:09.359" v="6633" actId="1076"/>
          <ac:picMkLst>
            <pc:docMk/>
            <pc:sldMk cId="4193153865" sldId="375"/>
            <ac:picMk id="5" creationId="{402B4C07-621D-4C6B-A2BC-6CEA04D54E7E}"/>
          </ac:picMkLst>
        </pc:picChg>
        <pc:picChg chg="add mod">
          <ac:chgData name="Yu, Harry" userId="d07dd713-323b-41c6-b24d-c18be50fb4fc" providerId="ADAL" clId="{196D0870-A10A-40F5-A791-3C67912576F2}" dt="2020-10-10T06:41:00.724" v="6632" actId="1038"/>
          <ac:picMkLst>
            <pc:docMk/>
            <pc:sldMk cId="4193153865" sldId="375"/>
            <ac:picMk id="6" creationId="{555E482A-3C8D-4D13-8567-77F0D7042613}"/>
          </ac:picMkLst>
        </pc:picChg>
        <pc:picChg chg="add mod">
          <ac:chgData name="Yu, Harry" userId="d07dd713-323b-41c6-b24d-c18be50fb4fc" providerId="ADAL" clId="{196D0870-A10A-40F5-A791-3C67912576F2}" dt="2020-10-10T06:41:00.724" v="6632" actId="1038"/>
          <ac:picMkLst>
            <pc:docMk/>
            <pc:sldMk cId="4193153865" sldId="375"/>
            <ac:picMk id="7" creationId="{C898DDB6-F959-4458-8253-75389D4BAC5F}"/>
          </ac:picMkLst>
        </pc:picChg>
        <pc:picChg chg="add mod">
          <ac:chgData name="Yu, Harry" userId="d07dd713-323b-41c6-b24d-c18be50fb4fc" providerId="ADAL" clId="{196D0870-A10A-40F5-A791-3C67912576F2}" dt="2020-10-10T06:41:00.724" v="6632" actId="1038"/>
          <ac:picMkLst>
            <pc:docMk/>
            <pc:sldMk cId="4193153865" sldId="375"/>
            <ac:picMk id="8" creationId="{51AEEDBF-C1DD-41EB-AFE9-E39CD0B64EE1}"/>
          </ac:picMkLst>
        </pc:picChg>
        <pc:picChg chg="add mod">
          <ac:chgData name="Yu, Harry" userId="d07dd713-323b-41c6-b24d-c18be50fb4fc" providerId="ADAL" clId="{196D0870-A10A-40F5-A791-3C67912576F2}" dt="2020-10-10T06:41:48.453" v="6637" actId="1076"/>
          <ac:picMkLst>
            <pc:docMk/>
            <pc:sldMk cId="4193153865" sldId="375"/>
            <ac:picMk id="9" creationId="{09B9063B-C7A1-4B9A-AFE9-2DA4DDD74F0B}"/>
          </ac:picMkLst>
        </pc:picChg>
        <pc:picChg chg="add mod">
          <ac:chgData name="Yu, Harry" userId="d07dd713-323b-41c6-b24d-c18be50fb4fc" providerId="ADAL" clId="{196D0870-A10A-40F5-A791-3C67912576F2}" dt="2020-10-10T06:42:31.856" v="6641" actId="1076"/>
          <ac:picMkLst>
            <pc:docMk/>
            <pc:sldMk cId="4193153865" sldId="375"/>
            <ac:picMk id="10" creationId="{E742A5ED-307A-4883-A832-D4AF89A33BFE}"/>
          </ac:picMkLst>
        </pc:picChg>
        <pc:cxnChg chg="add mod">
          <ac:chgData name="Yu, Harry" userId="d07dd713-323b-41c6-b24d-c18be50fb4fc" providerId="ADAL" clId="{196D0870-A10A-40F5-A791-3C67912576F2}" dt="2020-10-12T06:48:48.163" v="8852" actId="1076"/>
          <ac:cxnSpMkLst>
            <pc:docMk/>
            <pc:sldMk cId="4193153865" sldId="375"/>
            <ac:cxnSpMk id="4" creationId="{1175DACF-4C9C-44FB-9871-4241D996A7CD}"/>
          </ac:cxnSpMkLst>
        </pc:cxnChg>
        <pc:cxnChg chg="add mod">
          <ac:chgData name="Yu, Harry" userId="d07dd713-323b-41c6-b24d-c18be50fb4fc" providerId="ADAL" clId="{196D0870-A10A-40F5-A791-3C67912576F2}" dt="2020-10-12T06:49:22.552" v="8858" actId="14100"/>
          <ac:cxnSpMkLst>
            <pc:docMk/>
            <pc:sldMk cId="4193153865" sldId="375"/>
            <ac:cxnSpMk id="12" creationId="{A5106D8D-D286-4887-BFC1-AF39868A069A}"/>
          </ac:cxnSpMkLst>
        </pc:cxnChg>
        <pc:cxnChg chg="add mod">
          <ac:chgData name="Yu, Harry" userId="d07dd713-323b-41c6-b24d-c18be50fb4fc" providerId="ADAL" clId="{196D0870-A10A-40F5-A791-3C67912576F2}" dt="2020-10-12T06:49:00.178" v="8854" actId="14100"/>
          <ac:cxnSpMkLst>
            <pc:docMk/>
            <pc:sldMk cId="4193153865" sldId="375"/>
            <ac:cxnSpMk id="13" creationId="{DCE1A7EF-9237-45C6-9F11-BD3CA2CC20CA}"/>
          </ac:cxnSpMkLst>
        </pc:cxnChg>
        <pc:cxnChg chg="add mod">
          <ac:chgData name="Yu, Harry" userId="d07dd713-323b-41c6-b24d-c18be50fb4fc" providerId="ADAL" clId="{196D0870-A10A-40F5-A791-3C67912576F2}" dt="2020-10-12T06:48:42.039" v="8850" actId="14100"/>
          <ac:cxnSpMkLst>
            <pc:docMk/>
            <pc:sldMk cId="4193153865" sldId="375"/>
            <ac:cxnSpMk id="14" creationId="{DEAFD87D-25C2-40C4-B2F0-FEAF3B447BF7}"/>
          </ac:cxnSpMkLst>
        </pc:cxnChg>
        <pc:cxnChg chg="add mod">
          <ac:chgData name="Yu, Harry" userId="d07dd713-323b-41c6-b24d-c18be50fb4fc" providerId="ADAL" clId="{196D0870-A10A-40F5-A791-3C67912576F2}" dt="2020-10-12T06:48:32.258" v="8848" actId="1037"/>
          <ac:cxnSpMkLst>
            <pc:docMk/>
            <pc:sldMk cId="4193153865" sldId="375"/>
            <ac:cxnSpMk id="15" creationId="{9F5ACD1E-3458-4AC8-ABE0-1A977EA73E6B}"/>
          </ac:cxnSpMkLst>
        </pc:cxnChg>
      </pc:sldChg>
      <pc:sldChg chg="modSp">
        <pc:chgData name="Yu, Harry" userId="d07dd713-323b-41c6-b24d-c18be50fb4fc" providerId="ADAL" clId="{196D0870-A10A-40F5-A791-3C67912576F2}" dt="2020-10-10T08:10:02.652" v="6964"/>
        <pc:sldMkLst>
          <pc:docMk/>
          <pc:sldMk cId="1741195623" sldId="376"/>
        </pc:sldMkLst>
        <pc:spChg chg="mod">
          <ac:chgData name="Yu, Harry" userId="d07dd713-323b-41c6-b24d-c18be50fb4fc" providerId="ADAL" clId="{196D0870-A10A-40F5-A791-3C67912576F2}" dt="2020-10-10T08:10:02.652" v="6964"/>
          <ac:spMkLst>
            <pc:docMk/>
            <pc:sldMk cId="1741195623" sldId="37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6:49:54.915" v="6702" actId="20577"/>
          <ac:graphicFrameMkLst>
            <pc:docMk/>
            <pc:sldMk cId="1741195623" sldId="376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10:08.050" v="6965"/>
        <pc:sldMkLst>
          <pc:docMk/>
          <pc:sldMk cId="36743268" sldId="377"/>
        </pc:sldMkLst>
        <pc:spChg chg="mod">
          <ac:chgData name="Yu, Harry" userId="d07dd713-323b-41c6-b24d-c18be50fb4fc" providerId="ADAL" clId="{196D0870-A10A-40F5-A791-3C67912576F2}" dt="2020-10-10T08:10:08.050" v="6965"/>
          <ac:spMkLst>
            <pc:docMk/>
            <pc:sldMk cId="36743268" sldId="377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7:00:24.325" v="6737" actId="207"/>
          <ac:graphicFrameMkLst>
            <pc:docMk/>
            <pc:sldMk cId="36743268" sldId="377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29T06:27:33.608" v="12633" actId="478"/>
        <pc:sldMkLst>
          <pc:docMk/>
          <pc:sldMk cId="3668215363" sldId="378"/>
        </pc:sldMkLst>
        <pc:spChg chg="add del mod">
          <ac:chgData name="Yu, Harry" userId="d07dd713-323b-41c6-b24d-c18be50fb4fc" providerId="ADAL" clId="{196D0870-A10A-40F5-A791-3C67912576F2}" dt="2020-10-29T00:02:26.684" v="12621"/>
          <ac:spMkLst>
            <pc:docMk/>
            <pc:sldMk cId="3668215363" sldId="378"/>
            <ac:spMk id="2" creationId="{13038D4B-F9A9-4A3B-82B5-BD94A0EE599C}"/>
          </ac:spMkLst>
        </pc:spChg>
        <pc:spChg chg="add del mod">
          <ac:chgData name="Yu, Harry" userId="d07dd713-323b-41c6-b24d-c18be50fb4fc" providerId="ADAL" clId="{196D0870-A10A-40F5-A791-3C67912576F2}" dt="2020-10-29T06:27:33.608" v="12633" actId="478"/>
          <ac:spMkLst>
            <pc:docMk/>
            <pc:sldMk cId="3668215363" sldId="378"/>
            <ac:spMk id="3" creationId="{83583214-A746-4B1F-8B16-4E020674A3FA}"/>
          </ac:spMkLst>
        </pc:spChg>
        <pc:spChg chg="mod">
          <ac:chgData name="Yu, Harry" userId="d07dd713-323b-41c6-b24d-c18be50fb4fc" providerId="ADAL" clId="{196D0870-A10A-40F5-A791-3C67912576F2}" dt="2020-10-10T08:10:14.367" v="6966"/>
          <ac:spMkLst>
            <pc:docMk/>
            <pc:sldMk cId="3668215363" sldId="378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7:06:45.332" v="6754" actId="3064"/>
          <ac:graphicFrameMkLst>
            <pc:docMk/>
            <pc:sldMk cId="3668215363" sldId="378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10:20.297" v="6967"/>
        <pc:sldMkLst>
          <pc:docMk/>
          <pc:sldMk cId="400289930" sldId="379"/>
        </pc:sldMkLst>
        <pc:spChg chg="mod">
          <ac:chgData name="Yu, Harry" userId="d07dd713-323b-41c6-b24d-c18be50fb4fc" providerId="ADAL" clId="{196D0870-A10A-40F5-A791-3C67912576F2}" dt="2020-10-10T07:59:52.906" v="6761"/>
          <ac:spMkLst>
            <pc:docMk/>
            <pc:sldMk cId="400289930" sldId="379"/>
            <ac:spMk id="3" creationId="{A64FE6B8-0A3E-42F0-B711-6C4D2E0ED4F5}"/>
          </ac:spMkLst>
        </pc:spChg>
        <pc:spChg chg="mod">
          <ac:chgData name="Yu, Harry" userId="d07dd713-323b-41c6-b24d-c18be50fb4fc" providerId="ADAL" clId="{196D0870-A10A-40F5-A791-3C67912576F2}" dt="2020-10-10T08:10:20.297" v="6967"/>
          <ac:spMkLst>
            <pc:docMk/>
            <pc:sldMk cId="400289930" sldId="379"/>
            <ac:spMk id="6" creationId="{0ED065AC-F3EF-42B0-A34B-DF7EED7FF8B9}"/>
          </ac:spMkLst>
        </pc:spChg>
        <pc:spChg chg="mod">
          <ac:chgData name="Yu, Harry" userId="d07dd713-323b-41c6-b24d-c18be50fb4fc" providerId="ADAL" clId="{196D0870-A10A-40F5-A791-3C67912576F2}" dt="2020-10-10T08:01:11.473" v="6870" actId="20577"/>
          <ac:spMkLst>
            <pc:docMk/>
            <pc:sldMk cId="400289930" sldId="379"/>
            <ac:spMk id="7" creationId="{0AC2C3EC-5105-4933-BD9F-28D5D48E4395}"/>
          </ac:spMkLst>
        </pc:spChg>
      </pc:sldChg>
      <pc:sldChg chg="addSp modSp">
        <pc:chgData name="Yu, Harry" userId="d07dd713-323b-41c6-b24d-c18be50fb4fc" providerId="ADAL" clId="{196D0870-A10A-40F5-A791-3C67912576F2}" dt="2020-10-19T06:41:39.198" v="10382"/>
        <pc:sldMkLst>
          <pc:docMk/>
          <pc:sldMk cId="1634231022" sldId="380"/>
        </pc:sldMkLst>
        <pc:spChg chg="add mod">
          <ac:chgData name="Yu, Harry" userId="d07dd713-323b-41c6-b24d-c18be50fb4fc" providerId="ADAL" clId="{196D0870-A10A-40F5-A791-3C67912576F2}" dt="2020-10-10T08:08:34.438" v="6954" actId="20577"/>
          <ac:spMkLst>
            <pc:docMk/>
            <pc:sldMk cId="1634231022" sldId="380"/>
            <ac:spMk id="4" creationId="{0718C1A6-C379-4663-BDCB-A29217FAE378}"/>
          </ac:spMkLst>
        </pc:spChg>
        <pc:spChg chg="add">
          <ac:chgData name="Yu, Harry" userId="d07dd713-323b-41c6-b24d-c18be50fb4fc" providerId="ADAL" clId="{196D0870-A10A-40F5-A791-3C67912576F2}" dt="2020-10-19T06:41:39.198" v="10382"/>
          <ac:spMkLst>
            <pc:docMk/>
            <pc:sldMk cId="1634231022" sldId="380"/>
            <ac:spMk id="5" creationId="{80BD0569-8F10-4729-92AF-393D5AE934BA}"/>
          </ac:spMkLst>
        </pc:spChg>
        <pc:spChg chg="mod">
          <ac:chgData name="Yu, Harry" userId="d07dd713-323b-41c6-b24d-c18be50fb4fc" providerId="ADAL" clId="{196D0870-A10A-40F5-A791-3C67912576F2}" dt="2020-10-10T08:09:03.964" v="6956" actId="20577"/>
          <ac:spMkLst>
            <pc:docMk/>
            <pc:sldMk cId="1634231022" sldId="380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8:07:13.106" v="6897" actId="207"/>
          <ac:graphicFrameMkLst>
            <pc:docMk/>
            <pc:sldMk cId="1634231022" sldId="380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11:31.735" v="6973" actId="20577"/>
        <pc:sldMkLst>
          <pc:docMk/>
          <pc:sldMk cId="224488440" sldId="381"/>
        </pc:sldMkLst>
        <pc:spChg chg="mod">
          <ac:chgData name="Yu, Harry" userId="d07dd713-323b-41c6-b24d-c18be50fb4fc" providerId="ADAL" clId="{196D0870-A10A-40F5-A791-3C67912576F2}" dt="2020-10-10T08:11:31.735" v="6973" actId="20577"/>
          <ac:spMkLst>
            <pc:docMk/>
            <pc:sldMk cId="224488440" sldId="381"/>
            <ac:spMk id="4" creationId="{1567C550-8534-4752-A750-4145E9563059}"/>
          </ac:spMkLst>
        </pc:spChg>
      </pc:sldChg>
      <pc:sldChg chg="modSp del">
        <pc:chgData name="Yu, Harry" userId="d07dd713-323b-41c6-b24d-c18be50fb4fc" providerId="ADAL" clId="{196D0870-A10A-40F5-A791-3C67912576F2}" dt="2020-10-10T08:14:03.102" v="6983" actId="2696"/>
        <pc:sldMkLst>
          <pc:docMk/>
          <pc:sldMk cId="1486447241" sldId="382"/>
        </pc:sldMkLst>
        <pc:spChg chg="mod">
          <ac:chgData name="Yu, Harry" userId="d07dd713-323b-41c6-b24d-c18be50fb4fc" providerId="ADAL" clId="{196D0870-A10A-40F5-A791-3C67912576F2}" dt="2020-10-10T08:13:45.615" v="6982" actId="20577"/>
          <ac:spMkLst>
            <pc:docMk/>
            <pc:sldMk cId="1486447241" sldId="382"/>
            <ac:spMk id="6" creationId="{0ED065AC-F3EF-42B0-A34B-DF7EED7FF8B9}"/>
          </ac:spMkLst>
        </pc:spChg>
      </pc:sldChg>
      <pc:sldChg chg="addSp modSp">
        <pc:chgData name="Yu, Harry" userId="d07dd713-323b-41c6-b24d-c18be50fb4fc" providerId="ADAL" clId="{196D0870-A10A-40F5-A791-3C67912576F2}" dt="2020-10-19T06:42:58.520" v="10383"/>
        <pc:sldMkLst>
          <pc:docMk/>
          <pc:sldMk cId="3386074264" sldId="382"/>
        </pc:sldMkLst>
        <pc:spChg chg="mod">
          <ac:chgData name="Yu, Harry" userId="d07dd713-323b-41c6-b24d-c18be50fb4fc" providerId="ADAL" clId="{196D0870-A10A-40F5-A791-3C67912576F2}" dt="2020-10-10T08:22:11.591" v="7185" actId="20577"/>
          <ac:spMkLst>
            <pc:docMk/>
            <pc:sldMk cId="3386074264" sldId="382"/>
            <ac:spMk id="4" creationId="{0718C1A6-C379-4663-BDCB-A29217FAE378}"/>
          </ac:spMkLst>
        </pc:spChg>
        <pc:spChg chg="add">
          <ac:chgData name="Yu, Harry" userId="d07dd713-323b-41c6-b24d-c18be50fb4fc" providerId="ADAL" clId="{196D0870-A10A-40F5-A791-3C67912576F2}" dt="2020-10-19T06:42:58.520" v="10383"/>
          <ac:spMkLst>
            <pc:docMk/>
            <pc:sldMk cId="3386074264" sldId="382"/>
            <ac:spMk id="5" creationId="{48F09428-E486-4CF7-994E-BD21D4685C22}"/>
          </ac:spMkLst>
        </pc:spChg>
        <pc:spChg chg="mod">
          <ac:chgData name="Yu, Harry" userId="d07dd713-323b-41c6-b24d-c18be50fb4fc" providerId="ADAL" clId="{196D0870-A10A-40F5-A791-3C67912576F2}" dt="2020-10-10T08:14:31.642" v="6992" actId="20577"/>
          <ac:spMkLst>
            <pc:docMk/>
            <pc:sldMk cId="3386074264" sldId="382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8:20:29.182" v="7014" actId="207"/>
          <ac:graphicFrameMkLst>
            <pc:docMk/>
            <pc:sldMk cId="3386074264" sldId="382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27:56.530" v="7349" actId="20577"/>
        <pc:sldMkLst>
          <pc:docMk/>
          <pc:sldMk cId="1106017697" sldId="383"/>
        </pc:sldMkLst>
        <pc:spChg chg="mod">
          <ac:chgData name="Yu, Harry" userId="d07dd713-323b-41c6-b24d-c18be50fb4fc" providerId="ADAL" clId="{196D0870-A10A-40F5-A791-3C67912576F2}" dt="2020-10-10T08:27:56.530" v="7349" actId="20577"/>
          <ac:spMkLst>
            <pc:docMk/>
            <pc:sldMk cId="1106017697" sldId="383"/>
            <ac:spMk id="4" creationId="{0718C1A6-C379-4663-BDCB-A29217FAE378}"/>
          </ac:spMkLst>
        </pc:spChg>
        <pc:spChg chg="mod">
          <ac:chgData name="Yu, Harry" userId="d07dd713-323b-41c6-b24d-c18be50fb4fc" providerId="ADAL" clId="{196D0870-A10A-40F5-A791-3C67912576F2}" dt="2020-10-10T08:21:53.470" v="7181" actId="20577"/>
          <ac:spMkLst>
            <pc:docMk/>
            <pc:sldMk cId="1106017697" sldId="383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8:26:40.445" v="7202" actId="207"/>
          <ac:graphicFrameMkLst>
            <pc:docMk/>
            <pc:sldMk cId="1106017697" sldId="383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0T08:36:16.261" v="7350"/>
        <pc:sldMkLst>
          <pc:docMk/>
          <pc:sldMk cId="3968152520" sldId="384"/>
        </pc:sldMkLst>
        <pc:spChg chg="mod">
          <ac:chgData name="Yu, Harry" userId="d07dd713-323b-41c6-b24d-c18be50fb4fc" providerId="ADAL" clId="{196D0870-A10A-40F5-A791-3C67912576F2}" dt="2020-10-10T08:36:16.261" v="7350"/>
          <ac:spMkLst>
            <pc:docMk/>
            <pc:sldMk cId="3968152520" sldId="384"/>
            <ac:spMk id="4" creationId="{1567C550-8534-4752-A750-4145E9563059}"/>
          </ac:spMkLst>
        </pc:spChg>
      </pc:sldChg>
      <pc:sldChg chg="addSp delSp modSp">
        <pc:chgData name="Yu, Harry" userId="d07dd713-323b-41c6-b24d-c18be50fb4fc" providerId="ADAL" clId="{196D0870-A10A-40F5-A791-3C67912576F2}" dt="2020-11-11T09:43:58.461" v="12877" actId="20577"/>
        <pc:sldMkLst>
          <pc:docMk/>
          <pc:sldMk cId="4141823049" sldId="385"/>
        </pc:sldMkLst>
        <pc:spChg chg="del">
          <ac:chgData name="Yu, Harry" userId="d07dd713-323b-41c6-b24d-c18be50fb4fc" providerId="ADAL" clId="{196D0870-A10A-40F5-A791-3C67912576F2}" dt="2020-10-10T08:41:39.805" v="7388" actId="478"/>
          <ac:spMkLst>
            <pc:docMk/>
            <pc:sldMk cId="4141823049" sldId="385"/>
            <ac:spMk id="4" creationId="{0718C1A6-C379-4663-BDCB-A29217FAE378}"/>
          </ac:spMkLst>
        </pc:spChg>
        <pc:spChg chg="add mod">
          <ac:chgData name="Yu, Harry" userId="d07dd713-323b-41c6-b24d-c18be50fb4fc" providerId="ADAL" clId="{196D0870-A10A-40F5-A791-3C67912576F2}" dt="2020-10-10T08:58:34.674" v="7466" actId="20577"/>
          <ac:spMkLst>
            <pc:docMk/>
            <pc:sldMk cId="4141823049" sldId="385"/>
            <ac:spMk id="5" creationId="{0D4ACF82-F353-4B05-B918-35159214ED7B}"/>
          </ac:spMkLst>
        </pc:spChg>
        <pc:spChg chg="mod">
          <ac:chgData name="Yu, Harry" userId="d07dd713-323b-41c6-b24d-c18be50fb4fc" providerId="ADAL" clId="{196D0870-A10A-40F5-A791-3C67912576F2}" dt="2020-10-10T09:15:33.470" v="7778" actId="20577"/>
          <ac:spMkLst>
            <pc:docMk/>
            <pc:sldMk cId="4141823049" sldId="385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1-11T09:43:58.461" v="12877" actId="20577"/>
          <ac:graphicFrameMkLst>
            <pc:docMk/>
            <pc:sldMk cId="4141823049" sldId="385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9T05:49:30.521" v="10125" actId="478"/>
        <pc:sldMkLst>
          <pc:docMk/>
          <pc:sldMk cId="4009894245" sldId="386"/>
        </pc:sldMkLst>
        <pc:spChg chg="add mod">
          <ac:chgData name="Yu, Harry" userId="d07dd713-323b-41c6-b24d-c18be50fb4fc" providerId="ADAL" clId="{196D0870-A10A-40F5-A791-3C67912576F2}" dt="2020-10-19T05:49:21.037" v="10124" actId="404"/>
          <ac:spMkLst>
            <pc:docMk/>
            <pc:sldMk cId="4009894245" sldId="386"/>
            <ac:spMk id="4" creationId="{7CF37AFA-0567-4EFA-A2EF-A34EB555397C}"/>
          </ac:spMkLst>
        </pc:spChg>
        <pc:spChg chg="add del mod">
          <ac:chgData name="Yu, Harry" userId="d07dd713-323b-41c6-b24d-c18be50fb4fc" providerId="ADAL" clId="{196D0870-A10A-40F5-A791-3C67912576F2}" dt="2020-10-19T05:49:30.521" v="10125" actId="478"/>
          <ac:spMkLst>
            <pc:docMk/>
            <pc:sldMk cId="4009894245" sldId="386"/>
            <ac:spMk id="5" creationId="{129001FB-F3F7-48BB-AE7A-09E6665BDA45}"/>
          </ac:spMkLst>
        </pc:spChg>
        <pc:spChg chg="mod">
          <ac:chgData name="Yu, Harry" userId="d07dd713-323b-41c6-b24d-c18be50fb4fc" providerId="ADAL" clId="{196D0870-A10A-40F5-A791-3C67912576F2}" dt="2020-10-10T09:15:38.214" v="7779" actId="20577"/>
          <ac:spMkLst>
            <pc:docMk/>
            <pc:sldMk cId="4009894245" sldId="38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0T09:07:04.549" v="7509" actId="207"/>
          <ac:graphicFrameMkLst>
            <pc:docMk/>
            <pc:sldMk cId="4009894245" sldId="386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9T06:43:46.307" v="10384"/>
        <pc:sldMkLst>
          <pc:docMk/>
          <pc:sldMk cId="3675676484" sldId="387"/>
        </pc:sldMkLst>
        <pc:spChg chg="add">
          <ac:chgData name="Yu, Harry" userId="d07dd713-323b-41c6-b24d-c18be50fb4fc" providerId="ADAL" clId="{196D0870-A10A-40F5-A791-3C67912576F2}" dt="2020-10-19T06:43:46.307" v="10384"/>
          <ac:spMkLst>
            <pc:docMk/>
            <pc:sldMk cId="3675676484" sldId="387"/>
            <ac:spMk id="5" creationId="{CB048E8A-DE1E-46FD-9C13-99B8CDEAC8DA}"/>
          </ac:spMkLst>
        </pc:spChg>
        <pc:spChg chg="mod">
          <ac:chgData name="Yu, Harry" userId="d07dd713-323b-41c6-b24d-c18be50fb4fc" providerId="ADAL" clId="{196D0870-A10A-40F5-A791-3C67912576F2}" dt="2020-10-12T05:04:41.187" v="8059" actId="1076"/>
          <ac:spMkLst>
            <pc:docMk/>
            <pc:sldMk cId="3675676484" sldId="387"/>
            <ac:spMk id="6" creationId="{0ED065AC-F3EF-42B0-A34B-DF7EED7FF8B9}"/>
          </ac:spMkLst>
        </pc:spChg>
        <pc:spChg chg="add mod">
          <ac:chgData name="Yu, Harry" userId="d07dd713-323b-41c6-b24d-c18be50fb4fc" providerId="ADAL" clId="{196D0870-A10A-40F5-A791-3C67912576F2}" dt="2020-10-12T05:05:51.307" v="8108" actId="20577"/>
          <ac:spMkLst>
            <pc:docMk/>
            <pc:sldMk cId="3675676484" sldId="387"/>
            <ac:spMk id="7" creationId="{E979D3E5-B107-4EED-9369-B2A655B62703}"/>
          </ac:spMkLst>
        </pc:spChg>
        <pc:graphicFrameChg chg="add del">
          <ac:chgData name="Yu, Harry" userId="d07dd713-323b-41c6-b24d-c18be50fb4fc" providerId="ADAL" clId="{196D0870-A10A-40F5-A791-3C67912576F2}" dt="2020-10-12T03:17:52.688" v="7808" actId="3680"/>
          <ac:graphicFrameMkLst>
            <pc:docMk/>
            <pc:sldMk cId="3675676484" sldId="387"/>
            <ac:graphicFrameMk id="2" creationId="{E6DF603C-B816-4FB6-8886-CCF315E570C8}"/>
          </ac:graphicFrameMkLst>
        </pc:graphicFrameChg>
        <pc:graphicFrameChg chg="mod modGraphic">
          <ac:chgData name="Yu, Harry" userId="d07dd713-323b-41c6-b24d-c18be50fb4fc" providerId="ADAL" clId="{196D0870-A10A-40F5-A791-3C67912576F2}" dt="2020-10-12T01:36:09.240" v="7804" actId="207"/>
          <ac:graphicFrameMkLst>
            <pc:docMk/>
            <pc:sldMk cId="3675676484" sldId="387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1:37:19.715" v="7805"/>
        <pc:sldMkLst>
          <pc:docMk/>
          <pc:sldMk cId="3933054710" sldId="388"/>
        </pc:sldMkLst>
        <pc:spChg chg="mod">
          <ac:chgData name="Yu, Harry" userId="d07dd713-323b-41c6-b24d-c18be50fb4fc" providerId="ADAL" clId="{196D0870-A10A-40F5-A791-3C67912576F2}" dt="2020-10-12T01:37:19.715" v="7805"/>
          <ac:spMkLst>
            <pc:docMk/>
            <pc:sldMk cId="3933054710" sldId="388"/>
            <ac:spMk id="4" creationId="{1567C550-8534-4752-A750-4145E9563059}"/>
          </ac:spMkLst>
        </pc:spChg>
      </pc:sldChg>
      <pc:sldChg chg="add del">
        <pc:chgData name="Yu, Harry" userId="d07dd713-323b-41c6-b24d-c18be50fb4fc" providerId="ADAL" clId="{196D0870-A10A-40F5-A791-3C67912576F2}" dt="2020-10-12T03:18:01.404" v="7810"/>
        <pc:sldMkLst>
          <pc:docMk/>
          <pc:sldMk cId="250960633" sldId="389"/>
        </pc:sldMkLst>
      </pc:sldChg>
      <pc:sldChg chg="addSp delSp modSp add ord">
        <pc:chgData name="Yu, Harry" userId="d07dd713-323b-41c6-b24d-c18be50fb4fc" providerId="ADAL" clId="{196D0870-A10A-40F5-A791-3C67912576F2}" dt="2020-10-12T05:02:32.027" v="8001"/>
        <pc:sldMkLst>
          <pc:docMk/>
          <pc:sldMk cId="4023221386" sldId="389"/>
        </pc:sldMkLst>
        <pc:spChg chg="mod">
          <ac:chgData name="Yu, Harry" userId="d07dd713-323b-41c6-b24d-c18be50fb4fc" providerId="ADAL" clId="{196D0870-A10A-40F5-A791-3C67912576F2}" dt="2020-10-12T05:02:32.027" v="8001"/>
          <ac:spMkLst>
            <pc:docMk/>
            <pc:sldMk cId="4023221386" sldId="389"/>
            <ac:spMk id="2" creationId="{FFC8ED2D-44AD-4566-888E-BED91AAFEFCD}"/>
          </ac:spMkLst>
        </pc:spChg>
        <pc:spChg chg="del">
          <ac:chgData name="Yu, Harry" userId="d07dd713-323b-41c6-b24d-c18be50fb4fc" providerId="ADAL" clId="{196D0870-A10A-40F5-A791-3C67912576F2}" dt="2020-10-12T03:18:15.232" v="7814" actId="478"/>
          <ac:spMkLst>
            <pc:docMk/>
            <pc:sldMk cId="4023221386" sldId="389"/>
            <ac:spMk id="3" creationId="{95503911-D4EE-4A70-82F7-B811E86F2BFF}"/>
          </ac:spMkLst>
        </pc:spChg>
        <pc:spChg chg="del">
          <ac:chgData name="Yu, Harry" userId="d07dd713-323b-41c6-b24d-c18be50fb4fc" providerId="ADAL" clId="{196D0870-A10A-40F5-A791-3C67912576F2}" dt="2020-10-12T03:18:12.388" v="7813" actId="478"/>
          <ac:spMkLst>
            <pc:docMk/>
            <pc:sldMk cId="4023221386" sldId="389"/>
            <ac:spMk id="4" creationId="{04610164-2380-4DB6-8F9B-6F6ABE37FDD2}"/>
          </ac:spMkLst>
        </pc:spChg>
        <pc:graphicFrameChg chg="add mod modGraphic">
          <ac:chgData name="Yu, Harry" userId="d07dd713-323b-41c6-b24d-c18be50fb4fc" providerId="ADAL" clId="{196D0870-A10A-40F5-A791-3C67912576F2}" dt="2020-10-12T05:01:15.577" v="7993" actId="20577"/>
          <ac:graphicFrameMkLst>
            <pc:docMk/>
            <pc:sldMk cId="4023221386" sldId="389"/>
            <ac:graphicFrameMk id="5" creationId="{E49FB377-936F-45F0-B02D-15081C30623D}"/>
          </ac:graphicFrameMkLst>
        </pc:graphicFrameChg>
      </pc:sldChg>
      <pc:sldChg chg="modSp ord">
        <pc:chgData name="Yu, Harry" userId="d07dd713-323b-41c6-b24d-c18be50fb4fc" providerId="ADAL" clId="{196D0870-A10A-40F5-A791-3C67912576F2}" dt="2020-11-05T00:21:36.227" v="12720" actId="20577"/>
        <pc:sldMkLst>
          <pc:docMk/>
          <pc:sldMk cId="1891120556" sldId="390"/>
        </pc:sldMkLst>
        <pc:spChg chg="mod">
          <ac:chgData name="Yu, Harry" userId="d07dd713-323b-41c6-b24d-c18be50fb4fc" providerId="ADAL" clId="{196D0870-A10A-40F5-A791-3C67912576F2}" dt="2020-10-12T05:02:27.511" v="7999"/>
          <ac:spMkLst>
            <pc:docMk/>
            <pc:sldMk cId="1891120556" sldId="390"/>
            <ac:spMk id="2" creationId="{FFC8ED2D-44AD-4566-888E-BED91AAFEFCD}"/>
          </ac:spMkLst>
        </pc:spChg>
        <pc:graphicFrameChg chg="modGraphic">
          <ac:chgData name="Yu, Harry" userId="d07dd713-323b-41c6-b24d-c18be50fb4fc" providerId="ADAL" clId="{196D0870-A10A-40F5-A791-3C67912576F2}" dt="2020-11-05T00:21:36.227" v="12720" actId="20577"/>
          <ac:graphicFrameMkLst>
            <pc:docMk/>
            <pc:sldMk cId="1891120556" sldId="390"/>
            <ac:graphicFrameMk id="5" creationId="{E49FB377-936F-45F0-B02D-15081C30623D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5:02:37.550" v="8003"/>
        <pc:sldMkLst>
          <pc:docMk/>
          <pc:sldMk cId="1220728675" sldId="391"/>
        </pc:sldMkLst>
        <pc:spChg chg="mod">
          <ac:chgData name="Yu, Harry" userId="d07dd713-323b-41c6-b24d-c18be50fb4fc" providerId="ADAL" clId="{196D0870-A10A-40F5-A791-3C67912576F2}" dt="2020-10-12T05:02:37.550" v="8003"/>
          <ac:spMkLst>
            <pc:docMk/>
            <pc:sldMk cId="1220728675" sldId="391"/>
            <ac:spMk id="2" creationId="{FFC8ED2D-44AD-4566-888E-BED91AAFEFCD}"/>
          </ac:spMkLst>
        </pc:spChg>
        <pc:graphicFrameChg chg="mod modGraphic">
          <ac:chgData name="Yu, Harry" userId="d07dd713-323b-41c6-b24d-c18be50fb4fc" providerId="ADAL" clId="{196D0870-A10A-40F5-A791-3C67912576F2}" dt="2020-10-12T05:02:14.158" v="7997" actId="20577"/>
          <ac:graphicFrameMkLst>
            <pc:docMk/>
            <pc:sldMk cId="1220728675" sldId="391"/>
            <ac:graphicFrameMk id="5" creationId="{E49FB377-936F-45F0-B02D-15081C30623D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5:07:22.186" v="8109"/>
        <pc:sldMkLst>
          <pc:docMk/>
          <pc:sldMk cId="3818488837" sldId="392"/>
        </pc:sldMkLst>
        <pc:spChg chg="mod">
          <ac:chgData name="Yu, Harry" userId="d07dd713-323b-41c6-b24d-c18be50fb4fc" providerId="ADAL" clId="{196D0870-A10A-40F5-A791-3C67912576F2}" dt="2020-10-12T05:07:22.186" v="8109"/>
          <ac:spMkLst>
            <pc:docMk/>
            <pc:sldMk cId="3818488837" sldId="392"/>
            <ac:spMk id="4" creationId="{1567C550-8534-4752-A750-4145E9563059}"/>
          </ac:spMkLst>
        </pc:spChg>
      </pc:sldChg>
      <pc:sldChg chg="delSp modSp">
        <pc:chgData name="Yu, Harry" userId="d07dd713-323b-41c6-b24d-c18be50fb4fc" providerId="ADAL" clId="{196D0870-A10A-40F5-A791-3C67912576F2}" dt="2020-10-12T05:58:13.930" v="8226" actId="20577"/>
        <pc:sldMkLst>
          <pc:docMk/>
          <pc:sldMk cId="20146493" sldId="393"/>
        </pc:sldMkLst>
        <pc:spChg chg="mod">
          <ac:chgData name="Yu, Harry" userId="d07dd713-323b-41c6-b24d-c18be50fb4fc" providerId="ADAL" clId="{196D0870-A10A-40F5-A791-3C67912576F2}" dt="2020-10-12T05:58:13.930" v="8226" actId="20577"/>
          <ac:spMkLst>
            <pc:docMk/>
            <pc:sldMk cId="20146493" sldId="393"/>
            <ac:spMk id="6" creationId="{0ED065AC-F3EF-42B0-A34B-DF7EED7FF8B9}"/>
          </ac:spMkLst>
        </pc:spChg>
        <pc:spChg chg="del">
          <ac:chgData name="Yu, Harry" userId="d07dd713-323b-41c6-b24d-c18be50fb4fc" providerId="ADAL" clId="{196D0870-A10A-40F5-A791-3C67912576F2}" dt="2020-10-12T05:10:37.726" v="8117" actId="478"/>
          <ac:spMkLst>
            <pc:docMk/>
            <pc:sldMk cId="20146493" sldId="393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196D0870-A10A-40F5-A791-3C67912576F2}" dt="2020-10-12T05:17:06.086" v="8145" actId="20577"/>
          <ac:graphicFrameMkLst>
            <pc:docMk/>
            <pc:sldMk cId="20146493" sldId="393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5:58:18.532" v="8227" actId="20577"/>
        <pc:sldMkLst>
          <pc:docMk/>
          <pc:sldMk cId="1885818837" sldId="394"/>
        </pc:sldMkLst>
        <pc:spChg chg="mod">
          <ac:chgData name="Yu, Harry" userId="d07dd713-323b-41c6-b24d-c18be50fb4fc" providerId="ADAL" clId="{196D0870-A10A-40F5-A791-3C67912576F2}" dt="2020-10-12T05:58:18.532" v="8227" actId="20577"/>
          <ac:spMkLst>
            <pc:docMk/>
            <pc:sldMk cId="1885818837" sldId="39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5:25:12.382" v="8188" actId="20577"/>
          <ac:graphicFrameMkLst>
            <pc:docMk/>
            <pc:sldMk cId="1885818837" sldId="394"/>
            <ac:graphicFrameMk id="9" creationId="{A471383B-87D3-406F-AEC8-A1732EA53B37}"/>
          </ac:graphicFrameMkLst>
        </pc:graphicFrameChg>
      </pc:sldChg>
      <pc:sldChg chg="add del">
        <pc:chgData name="Yu, Harry" userId="d07dd713-323b-41c6-b24d-c18be50fb4fc" providerId="ADAL" clId="{196D0870-A10A-40F5-A791-3C67912576F2}" dt="2020-10-12T05:25:33.616" v="8189" actId="2696"/>
        <pc:sldMkLst>
          <pc:docMk/>
          <pc:sldMk cId="3452057254" sldId="395"/>
        </pc:sldMkLst>
      </pc:sldChg>
      <pc:sldChg chg="modSp">
        <pc:chgData name="Yu, Harry" userId="d07dd713-323b-41c6-b24d-c18be50fb4fc" providerId="ADAL" clId="{196D0870-A10A-40F5-A791-3C67912576F2}" dt="2020-10-12T05:58:23.930" v="8228" actId="20577"/>
        <pc:sldMkLst>
          <pc:docMk/>
          <pc:sldMk cId="3029800416" sldId="396"/>
        </pc:sldMkLst>
        <pc:spChg chg="mod">
          <ac:chgData name="Yu, Harry" userId="d07dd713-323b-41c6-b24d-c18be50fb4fc" providerId="ADAL" clId="{196D0870-A10A-40F5-A791-3C67912576F2}" dt="2020-10-12T05:58:23.930" v="8228" actId="20577"/>
          <ac:spMkLst>
            <pc:docMk/>
            <pc:sldMk cId="3029800416" sldId="39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5:57:36.589" v="8225" actId="207"/>
          <ac:graphicFrameMkLst>
            <pc:docMk/>
            <pc:sldMk cId="3029800416" sldId="396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5:59:48.910" v="8245" actId="20577"/>
        <pc:sldMkLst>
          <pc:docMk/>
          <pc:sldMk cId="2484212312" sldId="397"/>
        </pc:sldMkLst>
        <pc:spChg chg="mod">
          <ac:chgData name="Yu, Harry" userId="d07dd713-323b-41c6-b24d-c18be50fb4fc" providerId="ADAL" clId="{196D0870-A10A-40F5-A791-3C67912576F2}" dt="2020-10-12T05:59:48.910" v="8245" actId="20577"/>
          <ac:spMkLst>
            <pc:docMk/>
            <pc:sldMk cId="2484212312" sldId="397"/>
            <ac:spMk id="4" creationId="{1567C550-8534-4752-A750-4145E9563059}"/>
          </ac:spMkLst>
        </pc:spChg>
      </pc:sldChg>
      <pc:sldChg chg="modSp">
        <pc:chgData name="Yu, Harry" userId="d07dd713-323b-41c6-b24d-c18be50fb4fc" providerId="ADAL" clId="{196D0870-A10A-40F5-A791-3C67912576F2}" dt="2020-10-12T06:15:47.545" v="8326" actId="20577"/>
        <pc:sldMkLst>
          <pc:docMk/>
          <pc:sldMk cId="4033781814" sldId="398"/>
        </pc:sldMkLst>
        <pc:spChg chg="mod">
          <ac:chgData name="Yu, Harry" userId="d07dd713-323b-41c6-b24d-c18be50fb4fc" providerId="ADAL" clId="{196D0870-A10A-40F5-A791-3C67912576F2}" dt="2020-10-12T06:15:47.545" v="8326" actId="20577"/>
          <ac:spMkLst>
            <pc:docMk/>
            <pc:sldMk cId="4033781814" sldId="398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6:06:11.335" v="8280" actId="20577"/>
          <ac:graphicFrameMkLst>
            <pc:docMk/>
            <pc:sldMk cId="4033781814" sldId="398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6:15:52.602" v="8327" actId="20577"/>
        <pc:sldMkLst>
          <pc:docMk/>
          <pc:sldMk cId="1399147271" sldId="399"/>
        </pc:sldMkLst>
        <pc:spChg chg="mod">
          <ac:chgData name="Yu, Harry" userId="d07dd713-323b-41c6-b24d-c18be50fb4fc" providerId="ADAL" clId="{196D0870-A10A-40F5-A791-3C67912576F2}" dt="2020-10-12T06:15:52.602" v="8327" actId="20577"/>
          <ac:spMkLst>
            <pc:docMk/>
            <pc:sldMk cId="1399147271" sldId="399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6:15:39.996" v="8325" actId="207"/>
          <ac:graphicFrameMkLst>
            <pc:docMk/>
            <pc:sldMk cId="1399147271" sldId="399"/>
            <ac:graphicFrameMk id="9" creationId="{A471383B-87D3-406F-AEC8-A1732EA53B37}"/>
          </ac:graphicFrameMkLst>
        </pc:graphicFrameChg>
      </pc:sldChg>
      <pc:sldChg chg="addSp modSp">
        <pc:chgData name="Yu, Harry" userId="d07dd713-323b-41c6-b24d-c18be50fb4fc" providerId="ADAL" clId="{196D0870-A10A-40F5-A791-3C67912576F2}" dt="2020-10-12T06:29:26.105" v="8781" actId="113"/>
        <pc:sldMkLst>
          <pc:docMk/>
          <pc:sldMk cId="2963989402" sldId="400"/>
        </pc:sldMkLst>
        <pc:spChg chg="add mod">
          <ac:chgData name="Yu, Harry" userId="d07dd713-323b-41c6-b24d-c18be50fb4fc" providerId="ADAL" clId="{196D0870-A10A-40F5-A791-3C67912576F2}" dt="2020-10-12T06:29:26.105" v="8781" actId="113"/>
          <ac:spMkLst>
            <pc:docMk/>
            <pc:sldMk cId="2963989402" sldId="400"/>
            <ac:spMk id="4" creationId="{06C3FB2C-3E91-4E40-84F6-2E3C27F2154B}"/>
          </ac:spMkLst>
        </pc:spChg>
        <pc:spChg chg="mod">
          <ac:chgData name="Yu, Harry" userId="d07dd713-323b-41c6-b24d-c18be50fb4fc" providerId="ADAL" clId="{196D0870-A10A-40F5-A791-3C67912576F2}" dt="2020-10-12T06:15:59.842" v="8330" actId="20577"/>
          <ac:spMkLst>
            <pc:docMk/>
            <pc:sldMk cId="2963989402" sldId="400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6:25:05.995" v="8399" actId="20577"/>
          <ac:graphicFrameMkLst>
            <pc:docMk/>
            <pc:sldMk cId="2963989402" sldId="400"/>
            <ac:graphicFrameMk id="9" creationId="{A471383B-87D3-406F-AEC8-A1732EA53B37}"/>
          </ac:graphicFrameMkLst>
        </pc:graphicFrameChg>
      </pc:sldChg>
      <pc:sldChg chg="modSp">
        <pc:chgData name="Yu, Harry" userId="d07dd713-323b-41c6-b24d-c18be50fb4fc" providerId="ADAL" clId="{196D0870-A10A-40F5-A791-3C67912576F2}" dt="2020-10-12T06:33:44.378" v="8797" actId="207"/>
        <pc:sldMkLst>
          <pc:docMk/>
          <pc:sldMk cId="4220464762" sldId="401"/>
        </pc:sldMkLst>
        <pc:spChg chg="mod">
          <ac:chgData name="Yu, Harry" userId="d07dd713-323b-41c6-b24d-c18be50fb4fc" providerId="ADAL" clId="{196D0870-A10A-40F5-A791-3C67912576F2}" dt="2020-10-12T06:16:06.921" v="8333" actId="20577"/>
          <ac:spMkLst>
            <pc:docMk/>
            <pc:sldMk cId="4220464762" sldId="401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196D0870-A10A-40F5-A791-3C67912576F2}" dt="2020-10-12T06:33:44.378" v="8797" actId="207"/>
          <ac:graphicFrameMkLst>
            <pc:docMk/>
            <pc:sldMk cId="4220464762" sldId="401"/>
            <ac:graphicFrameMk id="9" creationId="{A471383B-87D3-406F-AEC8-A1732EA53B37}"/>
          </ac:graphicFrameMkLst>
        </pc:graphicFrameChg>
      </pc:sldChg>
      <pc:sldChg chg="addSp delSp modSp">
        <pc:chgData name="Yu, Harry" userId="d07dd713-323b-41c6-b24d-c18be50fb4fc" providerId="ADAL" clId="{196D0870-A10A-40F5-A791-3C67912576F2}" dt="2020-10-19T06:44:24.783" v="10387" actId="20577"/>
        <pc:sldMkLst>
          <pc:docMk/>
          <pc:sldMk cId="723533408" sldId="402"/>
        </pc:sldMkLst>
        <pc:spChg chg="mod">
          <ac:chgData name="Yu, Harry" userId="d07dd713-323b-41c6-b24d-c18be50fb4fc" providerId="ADAL" clId="{196D0870-A10A-40F5-A791-3C67912576F2}" dt="2020-10-19T05:11:59.819" v="9596"/>
          <ac:spMkLst>
            <pc:docMk/>
            <pc:sldMk cId="723533408" sldId="402"/>
            <ac:spMk id="2" creationId="{B2DCC6B2-4893-4AFD-A933-7468A12B60AF}"/>
          </ac:spMkLst>
        </pc:spChg>
        <pc:spChg chg="mod">
          <ac:chgData name="Yu, Harry" userId="d07dd713-323b-41c6-b24d-c18be50fb4fc" providerId="ADAL" clId="{196D0870-A10A-40F5-A791-3C67912576F2}" dt="2020-10-19T06:44:24.783" v="10387" actId="20577"/>
          <ac:spMkLst>
            <pc:docMk/>
            <pc:sldMk cId="723533408" sldId="402"/>
            <ac:spMk id="3" creationId="{96457946-1483-4C9A-8FE4-A2862E3EFF3F}"/>
          </ac:spMkLst>
        </pc:spChg>
        <pc:spChg chg="del">
          <ac:chgData name="Yu, Harry" userId="d07dd713-323b-41c6-b24d-c18be50fb4fc" providerId="ADAL" clId="{196D0870-A10A-40F5-A791-3C67912576F2}" dt="2020-10-16T06:59:15.673" v="8902" actId="478"/>
          <ac:spMkLst>
            <pc:docMk/>
            <pc:sldMk cId="723533408" sldId="402"/>
            <ac:spMk id="4" creationId="{F40B3903-56DF-4903-AAAF-FFE7DC00ED5A}"/>
          </ac:spMkLst>
        </pc:spChg>
        <pc:spChg chg="add del mod">
          <ac:chgData name="Yu, Harry" userId="d07dd713-323b-41c6-b24d-c18be50fb4fc" providerId="ADAL" clId="{196D0870-A10A-40F5-A791-3C67912576F2}" dt="2020-10-16T06:59:23.494" v="8903" actId="478"/>
          <ac:spMkLst>
            <pc:docMk/>
            <pc:sldMk cId="723533408" sldId="402"/>
            <ac:spMk id="6" creationId="{D5A259F3-86D1-4963-9E0A-6C3E7516F7F8}"/>
          </ac:spMkLst>
        </pc:spChg>
      </pc:sldChg>
      <pc:sldChg chg="addSp delSp modSp add">
        <pc:chgData name="Yu, Harry" userId="d07dd713-323b-41c6-b24d-c18be50fb4fc" providerId="ADAL" clId="{196D0870-A10A-40F5-A791-3C67912576F2}" dt="2020-10-22T04:39:39.079" v="12519"/>
        <pc:sldMkLst>
          <pc:docMk/>
          <pc:sldMk cId="3004043700" sldId="403"/>
        </pc:sldMkLst>
        <pc:spChg chg="mod">
          <ac:chgData name="Yu, Harry" userId="d07dd713-323b-41c6-b24d-c18be50fb4fc" providerId="ADAL" clId="{196D0870-A10A-40F5-A791-3C67912576F2}" dt="2020-10-22T03:57:25.806" v="11175" actId="20577"/>
          <ac:spMkLst>
            <pc:docMk/>
            <pc:sldMk cId="3004043700" sldId="403"/>
            <ac:spMk id="2" creationId="{ED55F549-94FF-4DE8-832C-177E57CD6E9A}"/>
          </ac:spMkLst>
        </pc:spChg>
        <pc:spChg chg="mod">
          <ac:chgData name="Yu, Harry" userId="d07dd713-323b-41c6-b24d-c18be50fb4fc" providerId="ADAL" clId="{196D0870-A10A-40F5-A791-3C67912576F2}" dt="2020-10-22T04:34:59.274" v="12518" actId="20577"/>
          <ac:spMkLst>
            <pc:docMk/>
            <pc:sldMk cId="3004043700" sldId="403"/>
            <ac:spMk id="3" creationId="{C94C0357-C34C-461F-A62D-2F636771AEF4}"/>
          </ac:spMkLst>
        </pc:spChg>
        <pc:spChg chg="del">
          <ac:chgData name="Yu, Harry" userId="d07dd713-323b-41c6-b24d-c18be50fb4fc" providerId="ADAL" clId="{196D0870-A10A-40F5-A791-3C67912576F2}" dt="2020-10-22T03:57:21.014" v="11172" actId="478"/>
          <ac:spMkLst>
            <pc:docMk/>
            <pc:sldMk cId="3004043700" sldId="403"/>
            <ac:spMk id="4" creationId="{7CEE157C-C9A8-480B-B036-65306144D99B}"/>
          </ac:spMkLst>
        </pc:spChg>
        <pc:spChg chg="add">
          <ac:chgData name="Yu, Harry" userId="d07dd713-323b-41c6-b24d-c18be50fb4fc" providerId="ADAL" clId="{196D0870-A10A-40F5-A791-3C67912576F2}" dt="2020-10-22T04:39:39.079" v="12519"/>
          <ac:spMkLst>
            <pc:docMk/>
            <pc:sldMk cId="3004043700" sldId="403"/>
            <ac:spMk id="6" creationId="{129C9198-1C62-4DB1-85C2-DC41B8111A85}"/>
          </ac:spMkLst>
        </pc:spChg>
        <pc:picChg chg="add mod">
          <ac:chgData name="Yu, Harry" userId="d07dd713-323b-41c6-b24d-c18be50fb4fc" providerId="ADAL" clId="{196D0870-A10A-40F5-A791-3C67912576F2}" dt="2020-10-22T03:59:37.413" v="11183" actId="14100"/>
          <ac:picMkLst>
            <pc:docMk/>
            <pc:sldMk cId="3004043700" sldId="403"/>
            <ac:picMk id="1026" creationId="{9107FF16-6CB8-4839-90F3-C9651F23535F}"/>
          </ac:picMkLst>
        </pc:picChg>
      </pc:sldChg>
      <pc:sldMasterChg chg="modSp modSldLayout">
        <pc:chgData name="Yu, Harry" userId="d07dd713-323b-41c6-b24d-c18be50fb4fc" providerId="ADAL" clId="{196D0870-A10A-40F5-A791-3C67912576F2}" dt="2020-09-24T04:30:17.205" v="49"/>
        <pc:sldMasterMkLst>
          <pc:docMk/>
          <pc:sldMasterMk cId="0" sldId="2147483648"/>
        </pc:sldMasterMkLst>
        <pc:spChg chg="mod">
          <ac:chgData name="Yu, Harry" userId="d07dd713-323b-41c6-b24d-c18be50fb4fc" providerId="ADAL" clId="{196D0870-A10A-40F5-A791-3C67912576F2}" dt="2020-09-24T04:30:17.205" v="49"/>
          <ac:spMkLst>
            <pc:docMk/>
            <pc:sldMasterMk cId="0" sldId="2147483648"/>
            <ac:spMk id="2" creationId="{6D33D527-2918-4752-A9A7-0BDBA010BB39}"/>
          </ac:spMkLst>
        </pc:spChg>
        <pc:spChg chg="mod">
          <ac:chgData name="Yu, Harry" userId="d07dd713-323b-41c6-b24d-c18be50fb4fc" providerId="ADAL" clId="{196D0870-A10A-40F5-A791-3C67912576F2}" dt="2020-09-24T04:27:30.390" v="47" actId="1076"/>
          <ac:spMkLst>
            <pc:docMk/>
            <pc:sldMasterMk cId="0" sldId="2147483648"/>
            <ac:spMk id="11" creationId="{1C80E488-8534-4743-924A-62CA17A7A192}"/>
          </ac:spMkLst>
        </pc:sp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848009137" sldId="2147483723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848009137" sldId="2147483723"/>
              <ac:spMk id="14" creationId="{5C1E74A4-2107-4448-BA31-9630404A452B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3163764267" sldId="2147483744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3163764267" sldId="2147483744"/>
              <ac:spMk id="8" creationId="{52E60B70-5DF3-4398-B558-301661292DFC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11115880" sldId="2147483746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111115880" sldId="2147483746"/>
              <ac:spMk id="13" creationId="{ED4D76E8-466A-4C06-9261-BDE1AA914749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069130286" sldId="2147483747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1069130286" sldId="2147483747"/>
              <ac:spMk id="15" creationId="{68A864FA-3818-4931-B452-798F1E7F5A67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2659977097" sldId="2147483761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2659977097" sldId="2147483761"/>
              <ac:spMk id="12" creationId="{EBD06FF7-C66A-4B8C-9693-1423A8337983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206316103" sldId="2147483768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1206316103" sldId="2147483768"/>
              <ac:spMk id="15" creationId="{431659E3-0873-4033-A7E2-31DB4A07B08A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2929401118" sldId="2147483769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2929401118" sldId="2147483769"/>
              <ac:spMk id="19" creationId="{D5D8740F-FED9-4D14-9DF3-3BA84ADF820C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2721394469" sldId="2147483771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2721394469" sldId="2147483771"/>
              <ac:spMk id="23" creationId="{3C3544D4-6B59-4B11-BC0E-2FD48F693641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1275472773" sldId="2147483772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1275472773" sldId="2147483772"/>
              <ac:spMk id="22" creationId="{8D716FF7-59F9-414F-85CD-8E23360D2B4C}"/>
            </ac:spMkLst>
          </pc:spChg>
        </pc:sldLayoutChg>
        <pc:sldLayoutChg chg="modSp">
          <pc:chgData name="Yu, Harry" userId="d07dd713-323b-41c6-b24d-c18be50fb4fc" providerId="ADAL" clId="{196D0870-A10A-40F5-A791-3C67912576F2}" dt="2020-09-24T04:29:11.426" v="48"/>
          <pc:sldLayoutMkLst>
            <pc:docMk/>
            <pc:sldMasterMk cId="0" sldId="2147483648"/>
            <pc:sldLayoutMk cId="4037652969" sldId="2147483780"/>
          </pc:sldLayoutMkLst>
          <pc:spChg chg="mod">
            <ac:chgData name="Yu, Harry" userId="d07dd713-323b-41c6-b24d-c18be50fb4fc" providerId="ADAL" clId="{196D0870-A10A-40F5-A791-3C67912576F2}" dt="2020-09-24T04:29:11.426" v="48"/>
            <ac:spMkLst>
              <pc:docMk/>
              <pc:sldMasterMk cId="0" sldId="2147483648"/>
              <pc:sldLayoutMk cId="4037652969" sldId="2147483780"/>
              <ac:spMk id="8" creationId="{41A778AB-F6EC-4101-87E6-DECF7944E661}"/>
            </ac:spMkLst>
          </pc:spChg>
        </pc:sldLayoutChg>
      </pc:sldMasterChg>
    </pc:docChg>
  </pc:docChgLst>
  <pc:docChgLst>
    <pc:chgData name="Yu, Harry" userId="d07dd713-323b-41c6-b24d-c18be50fb4fc" providerId="ADAL" clId="{D83F0C2C-D676-425D-B92E-9A88DAD47D68}"/>
    <pc:docChg chg="custSel modSld">
      <pc:chgData name="Yu, Harry" userId="d07dd713-323b-41c6-b24d-c18be50fb4fc" providerId="ADAL" clId="{D83F0C2C-D676-425D-B92E-9A88DAD47D68}" dt="2021-11-01T05:42:06.395" v="282" actId="20577"/>
      <pc:docMkLst>
        <pc:docMk/>
      </pc:docMkLst>
      <pc:sldChg chg="delSp mod">
        <pc:chgData name="Yu, Harry" userId="d07dd713-323b-41c6-b24d-c18be50fb4fc" providerId="ADAL" clId="{D83F0C2C-D676-425D-B92E-9A88DAD47D68}" dt="2021-11-01T05:39:28.097" v="0" actId="478"/>
        <pc:sldMkLst>
          <pc:docMk/>
          <pc:sldMk cId="914646431" sldId="368"/>
        </pc:sldMkLst>
        <pc:spChg chg="del">
          <ac:chgData name="Yu, Harry" userId="d07dd713-323b-41c6-b24d-c18be50fb4fc" providerId="ADAL" clId="{D83F0C2C-D676-425D-B92E-9A88DAD47D68}" dt="2021-11-01T05:39:28.097" v="0" actId="478"/>
          <ac:spMkLst>
            <pc:docMk/>
            <pc:sldMk cId="914646431" sldId="368"/>
            <ac:spMk id="3" creationId="{EA58FA56-130E-4D6D-A0F3-D10C0C15DD3F}"/>
          </ac:spMkLst>
        </pc:spChg>
      </pc:sldChg>
      <pc:sldChg chg="modSp mod">
        <pc:chgData name="Yu, Harry" userId="d07dd713-323b-41c6-b24d-c18be50fb4fc" providerId="ADAL" clId="{D83F0C2C-D676-425D-B92E-9A88DAD47D68}" dt="2021-11-01T05:42:06.395" v="282" actId="20577"/>
        <pc:sldMkLst>
          <pc:docMk/>
          <pc:sldMk cId="2549360784" sldId="429"/>
        </pc:sldMkLst>
        <pc:spChg chg="mod">
          <ac:chgData name="Yu, Harry" userId="d07dd713-323b-41c6-b24d-c18be50fb4fc" providerId="ADAL" clId="{D83F0C2C-D676-425D-B92E-9A88DAD47D68}" dt="2021-11-01T05:42:06.395" v="282" actId="20577"/>
          <ac:spMkLst>
            <pc:docMk/>
            <pc:sldMk cId="2549360784" sldId="429"/>
            <ac:spMk id="2" creationId="{04417B0E-2535-41CF-BF65-EDAC494977E0}"/>
          </ac:spMkLst>
        </pc:spChg>
      </pc:sldChg>
    </pc:docChg>
  </pc:docChgLst>
  <pc:docChgLst>
    <pc:chgData name="Zheng, Binghuan" userId="0c8cd837-2f89-4b12-8657-4317aa4b18aa" providerId="ADAL" clId="{DB00DB67-FA87-4343-A891-4AD2DE0A735E}"/>
    <pc:docChg chg="undo redo custSel addSld delSld modSld sldOrd">
      <pc:chgData name="Zheng, Binghuan" userId="0c8cd837-2f89-4b12-8657-4317aa4b18aa" providerId="ADAL" clId="{DB00DB67-FA87-4343-A891-4AD2DE0A735E}" dt="2023-05-16T05:20:36.199" v="3804" actId="22"/>
      <pc:docMkLst>
        <pc:docMk/>
      </pc:docMkLst>
      <pc:sldChg chg="modSp mod">
        <pc:chgData name="Zheng, Binghuan" userId="0c8cd837-2f89-4b12-8657-4317aa4b18aa" providerId="ADAL" clId="{DB00DB67-FA87-4343-A891-4AD2DE0A735E}" dt="2023-05-11T05:46:37.214" v="27" actId="1076"/>
        <pc:sldMkLst>
          <pc:docMk/>
          <pc:sldMk cId="2086400740" sldId="256"/>
        </pc:sldMkLst>
        <pc:spChg chg="mod">
          <ac:chgData name="Zheng, Binghuan" userId="0c8cd837-2f89-4b12-8657-4317aa4b18aa" providerId="ADAL" clId="{DB00DB67-FA87-4343-A891-4AD2DE0A735E}" dt="2023-05-11T05:46:37.214" v="27" actId="1076"/>
          <ac:spMkLst>
            <pc:docMk/>
            <pc:sldMk cId="2086400740" sldId="256"/>
            <ac:spMk id="5" creationId="{679F4BE2-8E4A-4003-B816-9E34781F7E88}"/>
          </ac:spMkLst>
        </pc:spChg>
        <pc:spChg chg="mod">
          <ac:chgData name="Zheng, Binghuan" userId="0c8cd837-2f89-4b12-8657-4317aa4b18aa" providerId="ADAL" clId="{DB00DB67-FA87-4343-A891-4AD2DE0A735E}" dt="2023-05-11T05:46:33.134" v="26" actId="1076"/>
          <ac:spMkLst>
            <pc:docMk/>
            <pc:sldMk cId="2086400740" sldId="256"/>
            <ac:spMk id="8" creationId="{6042841E-0D98-468A-8176-AB4F17BB07E7}"/>
          </ac:spMkLst>
        </pc:spChg>
        <pc:spChg chg="mod">
          <ac:chgData name="Zheng, Binghuan" userId="0c8cd837-2f89-4b12-8657-4317aa4b18aa" providerId="ADAL" clId="{DB00DB67-FA87-4343-A891-4AD2DE0A735E}" dt="2023-05-11T05:46:01.791" v="23" actId="20577"/>
          <ac:spMkLst>
            <pc:docMk/>
            <pc:sldMk cId="2086400740" sldId="256"/>
            <ac:spMk id="9" creationId="{ABEAF9F9-E88D-44A4-A1B6-BAA2E532B65E}"/>
          </ac:spMkLst>
        </pc:spChg>
      </pc:sldChg>
      <pc:sldChg chg="modSp mod">
        <pc:chgData name="Zheng, Binghuan" userId="0c8cd837-2f89-4b12-8657-4317aa4b18aa" providerId="ADAL" clId="{DB00DB67-FA87-4343-A891-4AD2DE0A735E}" dt="2023-05-11T05:58:13.328" v="53"/>
        <pc:sldMkLst>
          <pc:docMk/>
          <pc:sldMk cId="3615015588" sldId="272"/>
        </pc:sldMkLst>
        <pc:spChg chg="mod">
          <ac:chgData name="Zheng, Binghuan" userId="0c8cd837-2f89-4b12-8657-4317aa4b18aa" providerId="ADAL" clId="{DB00DB67-FA87-4343-A891-4AD2DE0A735E}" dt="2023-05-11T05:58:13.328" v="53"/>
          <ac:spMkLst>
            <pc:docMk/>
            <pc:sldMk cId="3615015588" sldId="272"/>
            <ac:spMk id="4" creationId="{1567C550-8534-4752-A750-4145E9563059}"/>
          </ac:spMkLst>
        </pc:spChg>
      </pc:sldChg>
      <pc:sldChg chg="modSp mod">
        <pc:chgData name="Zheng, Binghuan" userId="0c8cd837-2f89-4b12-8657-4317aa4b18aa" providerId="ADAL" clId="{DB00DB67-FA87-4343-A891-4AD2DE0A735E}" dt="2023-05-11T07:48:14.416" v="693" actId="20577"/>
        <pc:sldMkLst>
          <pc:docMk/>
          <pc:sldMk cId="1970846983" sldId="346"/>
        </pc:sldMkLst>
        <pc:spChg chg="mod">
          <ac:chgData name="Zheng, Binghuan" userId="0c8cd837-2f89-4b12-8657-4317aa4b18aa" providerId="ADAL" clId="{DB00DB67-FA87-4343-A891-4AD2DE0A735E}" dt="2023-05-11T07:48:14.416" v="693" actId="20577"/>
          <ac:spMkLst>
            <pc:docMk/>
            <pc:sldMk cId="1970846983" sldId="346"/>
            <ac:spMk id="3" creationId="{96457946-1483-4C9A-8FE4-A2862E3EFF3F}"/>
          </ac:spMkLst>
        </pc:spChg>
        <pc:spChg chg="mod">
          <ac:chgData name="Zheng, Binghuan" userId="0c8cd837-2f89-4b12-8657-4317aa4b18aa" providerId="ADAL" clId="{DB00DB67-FA87-4343-A891-4AD2DE0A735E}" dt="2023-05-11T05:49:30.264" v="37" actId="20577"/>
          <ac:spMkLst>
            <pc:docMk/>
            <pc:sldMk cId="1970846983" sldId="346"/>
            <ac:spMk id="4" creationId="{F40B3903-56DF-4903-AAAF-FFE7DC00ED5A}"/>
          </ac:spMkLst>
        </pc:spChg>
      </pc:sldChg>
      <pc:sldChg chg="del">
        <pc:chgData name="Zheng, Binghuan" userId="0c8cd837-2f89-4b12-8657-4317aa4b18aa" providerId="ADAL" clId="{DB00DB67-FA87-4343-A891-4AD2DE0A735E}" dt="2023-05-11T07:47:57.583" v="655" actId="47"/>
        <pc:sldMkLst>
          <pc:docMk/>
          <pc:sldMk cId="1807581627" sldId="353"/>
        </pc:sldMkLst>
      </pc:sldChg>
      <pc:sldChg chg="del">
        <pc:chgData name="Zheng, Binghuan" userId="0c8cd837-2f89-4b12-8657-4317aa4b18aa" providerId="ADAL" clId="{DB00DB67-FA87-4343-A891-4AD2DE0A735E}" dt="2023-05-11T07:47:57.615" v="656" actId="47"/>
        <pc:sldMkLst>
          <pc:docMk/>
          <pc:sldMk cId="2793958940" sldId="354"/>
        </pc:sldMkLst>
      </pc:sldChg>
      <pc:sldChg chg="del">
        <pc:chgData name="Zheng, Binghuan" userId="0c8cd837-2f89-4b12-8657-4317aa4b18aa" providerId="ADAL" clId="{DB00DB67-FA87-4343-A891-4AD2DE0A735E}" dt="2023-05-11T07:47:57.680" v="658" actId="47"/>
        <pc:sldMkLst>
          <pc:docMk/>
          <pc:sldMk cId="2684987239" sldId="355"/>
        </pc:sldMkLst>
      </pc:sldChg>
      <pc:sldChg chg="del">
        <pc:chgData name="Zheng, Binghuan" userId="0c8cd837-2f89-4b12-8657-4317aa4b18aa" providerId="ADAL" clId="{DB00DB67-FA87-4343-A891-4AD2DE0A735E}" dt="2023-05-11T07:47:58.338" v="678" actId="47"/>
        <pc:sldMkLst>
          <pc:docMk/>
          <pc:sldMk cId="2573751591" sldId="358"/>
        </pc:sldMkLst>
      </pc:sldChg>
      <pc:sldChg chg="del">
        <pc:chgData name="Zheng, Binghuan" userId="0c8cd837-2f89-4b12-8657-4317aa4b18aa" providerId="ADAL" clId="{DB00DB67-FA87-4343-A891-4AD2DE0A735E}" dt="2023-05-11T07:47:57.756" v="660" actId="47"/>
        <pc:sldMkLst>
          <pc:docMk/>
          <pc:sldMk cId="830645897" sldId="363"/>
        </pc:sldMkLst>
      </pc:sldChg>
      <pc:sldChg chg="del">
        <pc:chgData name="Zheng, Binghuan" userId="0c8cd837-2f89-4b12-8657-4317aa4b18aa" providerId="ADAL" clId="{DB00DB67-FA87-4343-A891-4AD2DE0A735E}" dt="2023-05-11T07:47:57.879" v="664" actId="47"/>
        <pc:sldMkLst>
          <pc:docMk/>
          <pc:sldMk cId="2886081286" sldId="367"/>
        </pc:sldMkLst>
      </pc:sldChg>
      <pc:sldChg chg="del">
        <pc:chgData name="Zheng, Binghuan" userId="0c8cd837-2f89-4b12-8657-4317aa4b18aa" providerId="ADAL" clId="{DB00DB67-FA87-4343-A891-4AD2DE0A735E}" dt="2023-05-11T07:47:58.375" v="679" actId="47"/>
        <pc:sldMkLst>
          <pc:docMk/>
          <pc:sldMk cId="914646431" sldId="368"/>
        </pc:sldMkLst>
      </pc:sldChg>
      <pc:sldChg chg="del">
        <pc:chgData name="Zheng, Binghuan" userId="0c8cd837-2f89-4b12-8657-4317aa4b18aa" providerId="ADAL" clId="{DB00DB67-FA87-4343-A891-4AD2DE0A735E}" dt="2023-05-11T07:47:58.142" v="672" actId="47"/>
        <pc:sldMkLst>
          <pc:docMk/>
          <pc:sldMk cId="224488440" sldId="381"/>
        </pc:sldMkLst>
      </pc:sldChg>
      <pc:sldChg chg="del">
        <pc:chgData name="Zheng, Binghuan" userId="0c8cd837-2f89-4b12-8657-4317aa4b18aa" providerId="ADAL" clId="{DB00DB67-FA87-4343-A891-4AD2DE0A735E}" dt="2023-05-11T07:47:58.399" v="680" actId="47"/>
        <pc:sldMkLst>
          <pc:docMk/>
          <pc:sldMk cId="3968152520" sldId="384"/>
        </pc:sldMkLst>
      </pc:sldChg>
      <pc:sldChg chg="del">
        <pc:chgData name="Zheng, Binghuan" userId="0c8cd837-2f89-4b12-8657-4317aa4b18aa" providerId="ADAL" clId="{DB00DB67-FA87-4343-A891-4AD2DE0A735E}" dt="2023-05-11T07:47:57.511" v="652" actId="47"/>
        <pc:sldMkLst>
          <pc:docMk/>
          <pc:sldMk cId="3675676484" sldId="387"/>
        </pc:sldMkLst>
      </pc:sldChg>
      <pc:sldChg chg="del">
        <pc:chgData name="Zheng, Binghuan" userId="0c8cd837-2f89-4b12-8657-4317aa4b18aa" providerId="ADAL" clId="{DB00DB67-FA87-4343-A891-4AD2DE0A735E}" dt="2023-05-11T07:47:58.464" v="682" actId="47"/>
        <pc:sldMkLst>
          <pc:docMk/>
          <pc:sldMk cId="3933054710" sldId="388"/>
        </pc:sldMkLst>
      </pc:sldChg>
      <pc:sldChg chg="del">
        <pc:chgData name="Zheng, Binghuan" userId="0c8cd837-2f89-4b12-8657-4317aa4b18aa" providerId="ADAL" clId="{DB00DB67-FA87-4343-A891-4AD2DE0A735E}" dt="2023-05-11T07:47:58.066" v="670" actId="47"/>
        <pc:sldMkLst>
          <pc:docMk/>
          <pc:sldMk cId="3818488837" sldId="392"/>
        </pc:sldMkLst>
      </pc:sldChg>
      <pc:sldChg chg="del">
        <pc:chgData name="Zheng, Binghuan" userId="0c8cd837-2f89-4b12-8657-4317aa4b18aa" providerId="ADAL" clId="{DB00DB67-FA87-4343-A891-4AD2DE0A735E}" dt="2023-05-11T07:47:58.607" v="686" actId="47"/>
        <pc:sldMkLst>
          <pc:docMk/>
          <pc:sldMk cId="2484212312" sldId="397"/>
        </pc:sldMkLst>
      </pc:sldChg>
      <pc:sldChg chg="modSp mod">
        <pc:chgData name="Zheng, Binghuan" userId="0c8cd837-2f89-4b12-8657-4317aa4b18aa" providerId="ADAL" clId="{DB00DB67-FA87-4343-A891-4AD2DE0A735E}" dt="2023-05-11T05:55:19.374" v="52" actId="207"/>
        <pc:sldMkLst>
          <pc:docMk/>
          <pc:sldMk cId="723533408" sldId="402"/>
        </pc:sldMkLst>
        <pc:spChg chg="mod">
          <ac:chgData name="Zheng, Binghuan" userId="0c8cd837-2f89-4b12-8657-4317aa4b18aa" providerId="ADAL" clId="{DB00DB67-FA87-4343-A891-4AD2DE0A735E}" dt="2023-05-11T05:55:19.374" v="52" actId="207"/>
          <ac:spMkLst>
            <pc:docMk/>
            <pc:sldMk cId="723533408" sldId="402"/>
            <ac:spMk id="2" creationId="{B2DCC6B2-4893-4AFD-A933-7468A12B60AF}"/>
          </ac:spMkLst>
        </pc:spChg>
      </pc:sldChg>
      <pc:sldChg chg="addSp delSp modSp mod">
        <pc:chgData name="Zheng, Binghuan" userId="0c8cd837-2f89-4b12-8657-4317aa4b18aa" providerId="ADAL" clId="{DB00DB67-FA87-4343-A891-4AD2DE0A735E}" dt="2023-05-11T07:47:36.224" v="649" actId="20577"/>
        <pc:sldMkLst>
          <pc:docMk/>
          <pc:sldMk cId="2144906693" sldId="404"/>
        </pc:sldMkLst>
        <pc:spChg chg="add del">
          <ac:chgData name="Zheng, Binghuan" userId="0c8cd837-2f89-4b12-8657-4317aa4b18aa" providerId="ADAL" clId="{DB00DB67-FA87-4343-A891-4AD2DE0A735E}" dt="2023-05-11T06:31:03.831" v="213" actId="22"/>
          <ac:spMkLst>
            <pc:docMk/>
            <pc:sldMk cId="2144906693" sldId="404"/>
            <ac:spMk id="3" creationId="{0A52A4DA-6D91-1F11-D200-FEEE9BE2F84F}"/>
          </ac:spMkLst>
        </pc:spChg>
        <pc:spChg chg="mod">
          <ac:chgData name="Zheng, Binghuan" userId="0c8cd837-2f89-4b12-8657-4317aa4b18aa" providerId="ADAL" clId="{DB00DB67-FA87-4343-A891-4AD2DE0A735E}" dt="2023-05-11T07:47:36.224" v="649" actId="20577"/>
          <ac:spMkLst>
            <pc:docMk/>
            <pc:sldMk cId="2144906693" sldId="404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1T07:19:10.963" v="642" actId="20577"/>
          <ac:spMkLst>
            <pc:docMk/>
            <pc:sldMk cId="2144906693" sldId="404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1T06:17:02.504" v="117"/>
          <ac:graphicFrameMkLst>
            <pc:docMk/>
            <pc:sldMk cId="2144906693" sldId="404"/>
            <ac:graphicFrameMk id="9" creationId="{A471383B-87D3-406F-AEC8-A1732EA53B37}"/>
          </ac:graphicFrameMkLst>
        </pc:graphicFrameChg>
      </pc:sldChg>
      <pc:sldChg chg="del">
        <pc:chgData name="Zheng, Binghuan" userId="0c8cd837-2f89-4b12-8657-4317aa4b18aa" providerId="ADAL" clId="{DB00DB67-FA87-4343-A891-4AD2DE0A735E}" dt="2023-05-11T07:47:56.970" v="650" actId="47"/>
        <pc:sldMkLst>
          <pc:docMk/>
          <pc:sldMk cId="3009095594" sldId="405"/>
        </pc:sldMkLst>
      </pc:sldChg>
      <pc:sldChg chg="del">
        <pc:chgData name="Zheng, Binghuan" userId="0c8cd837-2f89-4b12-8657-4317aa4b18aa" providerId="ADAL" clId="{DB00DB67-FA87-4343-A891-4AD2DE0A735E}" dt="2023-05-11T07:47:57.469" v="651" actId="47"/>
        <pc:sldMkLst>
          <pc:docMk/>
          <pc:sldMk cId="3247937829" sldId="406"/>
        </pc:sldMkLst>
      </pc:sldChg>
      <pc:sldChg chg="del">
        <pc:chgData name="Zheng, Binghuan" userId="0c8cd837-2f89-4b12-8657-4317aa4b18aa" providerId="ADAL" clId="{DB00DB67-FA87-4343-A891-4AD2DE0A735E}" dt="2023-05-11T07:47:57.542" v="653" actId="47"/>
        <pc:sldMkLst>
          <pc:docMk/>
          <pc:sldMk cId="1787811616" sldId="407"/>
        </pc:sldMkLst>
      </pc:sldChg>
      <pc:sldChg chg="del">
        <pc:chgData name="Zheng, Binghuan" userId="0c8cd837-2f89-4b12-8657-4317aa4b18aa" providerId="ADAL" clId="{DB00DB67-FA87-4343-A891-4AD2DE0A735E}" dt="2023-05-11T07:47:57.551" v="654" actId="47"/>
        <pc:sldMkLst>
          <pc:docMk/>
          <pc:sldMk cId="702712558" sldId="408"/>
        </pc:sldMkLst>
      </pc:sldChg>
      <pc:sldChg chg="del">
        <pc:chgData name="Zheng, Binghuan" userId="0c8cd837-2f89-4b12-8657-4317aa4b18aa" providerId="ADAL" clId="{DB00DB67-FA87-4343-A891-4AD2DE0A735E}" dt="2023-05-11T07:47:57.632" v="657" actId="47"/>
        <pc:sldMkLst>
          <pc:docMk/>
          <pc:sldMk cId="2914717653" sldId="409"/>
        </pc:sldMkLst>
      </pc:sldChg>
      <pc:sldChg chg="del">
        <pc:chgData name="Zheng, Binghuan" userId="0c8cd837-2f89-4b12-8657-4317aa4b18aa" providerId="ADAL" clId="{DB00DB67-FA87-4343-A891-4AD2DE0A735E}" dt="2023-05-11T07:47:57.738" v="659" actId="47"/>
        <pc:sldMkLst>
          <pc:docMk/>
          <pc:sldMk cId="3552434572" sldId="410"/>
        </pc:sldMkLst>
      </pc:sldChg>
      <pc:sldChg chg="del">
        <pc:chgData name="Zheng, Binghuan" userId="0c8cd837-2f89-4b12-8657-4317aa4b18aa" providerId="ADAL" clId="{DB00DB67-FA87-4343-A891-4AD2DE0A735E}" dt="2023-05-11T07:47:57.786" v="661" actId="47"/>
        <pc:sldMkLst>
          <pc:docMk/>
          <pc:sldMk cId="510519173" sldId="411"/>
        </pc:sldMkLst>
      </pc:sldChg>
      <pc:sldChg chg="del">
        <pc:chgData name="Zheng, Binghuan" userId="0c8cd837-2f89-4b12-8657-4317aa4b18aa" providerId="ADAL" clId="{DB00DB67-FA87-4343-A891-4AD2DE0A735E}" dt="2023-05-11T07:47:57.817" v="662" actId="47"/>
        <pc:sldMkLst>
          <pc:docMk/>
          <pc:sldMk cId="722008205" sldId="412"/>
        </pc:sldMkLst>
      </pc:sldChg>
      <pc:sldChg chg="del">
        <pc:chgData name="Zheng, Binghuan" userId="0c8cd837-2f89-4b12-8657-4317aa4b18aa" providerId="ADAL" clId="{DB00DB67-FA87-4343-A891-4AD2DE0A735E}" dt="2023-05-11T07:47:57.863" v="663" actId="47"/>
        <pc:sldMkLst>
          <pc:docMk/>
          <pc:sldMk cId="561797139" sldId="413"/>
        </pc:sldMkLst>
      </pc:sldChg>
      <pc:sldChg chg="del">
        <pc:chgData name="Zheng, Binghuan" userId="0c8cd837-2f89-4b12-8657-4317aa4b18aa" providerId="ADAL" clId="{DB00DB67-FA87-4343-A891-4AD2DE0A735E}" dt="2023-05-11T07:47:57.963" v="666" actId="47"/>
        <pc:sldMkLst>
          <pc:docMk/>
          <pc:sldMk cId="2489166660" sldId="415"/>
        </pc:sldMkLst>
      </pc:sldChg>
      <pc:sldChg chg="del">
        <pc:chgData name="Zheng, Binghuan" userId="0c8cd837-2f89-4b12-8657-4317aa4b18aa" providerId="ADAL" clId="{DB00DB67-FA87-4343-A891-4AD2DE0A735E}" dt="2023-05-11T07:47:57.937" v="665" actId="47"/>
        <pc:sldMkLst>
          <pc:docMk/>
          <pc:sldMk cId="3585669597" sldId="416"/>
        </pc:sldMkLst>
      </pc:sldChg>
      <pc:sldChg chg="del">
        <pc:chgData name="Zheng, Binghuan" userId="0c8cd837-2f89-4b12-8657-4317aa4b18aa" providerId="ADAL" clId="{DB00DB67-FA87-4343-A891-4AD2DE0A735E}" dt="2023-05-11T07:47:57.985" v="667" actId="47"/>
        <pc:sldMkLst>
          <pc:docMk/>
          <pc:sldMk cId="1282720685" sldId="417"/>
        </pc:sldMkLst>
      </pc:sldChg>
      <pc:sldChg chg="del">
        <pc:chgData name="Zheng, Binghuan" userId="0c8cd837-2f89-4b12-8657-4317aa4b18aa" providerId="ADAL" clId="{DB00DB67-FA87-4343-A891-4AD2DE0A735E}" dt="2023-05-11T07:47:58.001" v="668" actId="47"/>
        <pc:sldMkLst>
          <pc:docMk/>
          <pc:sldMk cId="943981249" sldId="418"/>
        </pc:sldMkLst>
      </pc:sldChg>
      <pc:sldChg chg="del">
        <pc:chgData name="Zheng, Binghuan" userId="0c8cd837-2f89-4b12-8657-4317aa4b18aa" providerId="ADAL" clId="{DB00DB67-FA87-4343-A891-4AD2DE0A735E}" dt="2023-05-11T07:47:58.032" v="669" actId="47"/>
        <pc:sldMkLst>
          <pc:docMk/>
          <pc:sldMk cId="2968888852" sldId="419"/>
        </pc:sldMkLst>
      </pc:sldChg>
      <pc:sldChg chg="del">
        <pc:chgData name="Zheng, Binghuan" userId="0c8cd837-2f89-4b12-8657-4317aa4b18aa" providerId="ADAL" clId="{DB00DB67-FA87-4343-A891-4AD2DE0A735E}" dt="2023-05-11T07:47:58.110" v="671" actId="47"/>
        <pc:sldMkLst>
          <pc:docMk/>
          <pc:sldMk cId="1065416071" sldId="420"/>
        </pc:sldMkLst>
      </pc:sldChg>
      <pc:sldChg chg="del">
        <pc:chgData name="Zheng, Binghuan" userId="0c8cd837-2f89-4b12-8657-4317aa4b18aa" providerId="ADAL" clId="{DB00DB67-FA87-4343-A891-4AD2DE0A735E}" dt="2023-05-11T07:47:58.204" v="673" actId="47"/>
        <pc:sldMkLst>
          <pc:docMk/>
          <pc:sldMk cId="3034569877" sldId="421"/>
        </pc:sldMkLst>
      </pc:sldChg>
      <pc:sldChg chg="del">
        <pc:chgData name="Zheng, Binghuan" userId="0c8cd837-2f89-4b12-8657-4317aa4b18aa" providerId="ADAL" clId="{DB00DB67-FA87-4343-A891-4AD2DE0A735E}" dt="2023-05-11T07:47:58.221" v="674" actId="47"/>
        <pc:sldMkLst>
          <pc:docMk/>
          <pc:sldMk cId="4238224736" sldId="422"/>
        </pc:sldMkLst>
      </pc:sldChg>
      <pc:sldChg chg="del">
        <pc:chgData name="Zheng, Binghuan" userId="0c8cd837-2f89-4b12-8657-4317aa4b18aa" providerId="ADAL" clId="{DB00DB67-FA87-4343-A891-4AD2DE0A735E}" dt="2023-05-11T07:47:58.254" v="675" actId="47"/>
        <pc:sldMkLst>
          <pc:docMk/>
          <pc:sldMk cId="1488326449" sldId="423"/>
        </pc:sldMkLst>
      </pc:sldChg>
      <pc:sldChg chg="del">
        <pc:chgData name="Zheng, Binghuan" userId="0c8cd837-2f89-4b12-8657-4317aa4b18aa" providerId="ADAL" clId="{DB00DB67-FA87-4343-A891-4AD2DE0A735E}" dt="2023-05-11T07:47:58.269" v="676" actId="47"/>
        <pc:sldMkLst>
          <pc:docMk/>
          <pc:sldMk cId="574681852" sldId="424"/>
        </pc:sldMkLst>
      </pc:sldChg>
      <pc:sldChg chg="del">
        <pc:chgData name="Zheng, Binghuan" userId="0c8cd837-2f89-4b12-8657-4317aa4b18aa" providerId="ADAL" clId="{DB00DB67-FA87-4343-A891-4AD2DE0A735E}" dt="2023-05-11T07:47:58.287" v="677" actId="47"/>
        <pc:sldMkLst>
          <pc:docMk/>
          <pc:sldMk cId="776038252" sldId="425"/>
        </pc:sldMkLst>
      </pc:sldChg>
      <pc:sldChg chg="del">
        <pc:chgData name="Zheng, Binghuan" userId="0c8cd837-2f89-4b12-8657-4317aa4b18aa" providerId="ADAL" clId="{DB00DB67-FA87-4343-A891-4AD2DE0A735E}" dt="2023-05-11T07:47:58.435" v="681" actId="47"/>
        <pc:sldMkLst>
          <pc:docMk/>
          <pc:sldMk cId="2176729132" sldId="426"/>
        </pc:sldMkLst>
      </pc:sldChg>
      <pc:sldChg chg="del">
        <pc:chgData name="Zheng, Binghuan" userId="0c8cd837-2f89-4b12-8657-4317aa4b18aa" providerId="ADAL" clId="{DB00DB67-FA87-4343-A891-4AD2DE0A735E}" dt="2023-05-11T07:47:58.592" v="685" actId="47"/>
        <pc:sldMkLst>
          <pc:docMk/>
          <pc:sldMk cId="1693173128" sldId="427"/>
        </pc:sldMkLst>
      </pc:sldChg>
      <pc:sldChg chg="del">
        <pc:chgData name="Zheng, Binghuan" userId="0c8cd837-2f89-4b12-8657-4317aa4b18aa" providerId="ADAL" clId="{DB00DB67-FA87-4343-A891-4AD2DE0A735E}" dt="2023-05-11T07:47:58.520" v="683" actId="47"/>
        <pc:sldMkLst>
          <pc:docMk/>
          <pc:sldMk cId="1898914133" sldId="428"/>
        </pc:sldMkLst>
      </pc:sldChg>
      <pc:sldChg chg="del">
        <pc:chgData name="Zheng, Binghuan" userId="0c8cd837-2f89-4b12-8657-4317aa4b18aa" providerId="ADAL" clId="{DB00DB67-FA87-4343-A891-4AD2DE0A735E}" dt="2023-05-11T07:47:58.549" v="684" actId="47"/>
        <pc:sldMkLst>
          <pc:docMk/>
          <pc:sldMk cId="2549360784" sldId="429"/>
        </pc:sldMkLst>
      </pc:sldChg>
      <pc:sldChg chg="del">
        <pc:chgData name="Zheng, Binghuan" userId="0c8cd837-2f89-4b12-8657-4317aa4b18aa" providerId="ADAL" clId="{DB00DB67-FA87-4343-A891-4AD2DE0A735E}" dt="2023-05-11T07:47:58.655" v="687" actId="47"/>
        <pc:sldMkLst>
          <pc:docMk/>
          <pc:sldMk cId="3710500859" sldId="430"/>
        </pc:sldMkLst>
      </pc:sldChg>
      <pc:sldChg chg="del">
        <pc:chgData name="Zheng, Binghuan" userId="0c8cd837-2f89-4b12-8657-4317aa4b18aa" providerId="ADAL" clId="{DB00DB67-FA87-4343-A891-4AD2DE0A735E}" dt="2023-05-11T07:47:59.065" v="688" actId="47"/>
        <pc:sldMkLst>
          <pc:docMk/>
          <pc:sldMk cId="3766124570" sldId="431"/>
        </pc:sldMkLst>
      </pc:sldChg>
      <pc:sldChg chg="del">
        <pc:chgData name="Zheng, Binghuan" userId="0c8cd837-2f89-4b12-8657-4317aa4b18aa" providerId="ADAL" clId="{DB00DB67-FA87-4343-A891-4AD2DE0A735E}" dt="2023-05-11T07:47:59.279" v="689" actId="47"/>
        <pc:sldMkLst>
          <pc:docMk/>
          <pc:sldMk cId="2231879138" sldId="432"/>
        </pc:sldMkLst>
      </pc:sldChg>
      <pc:sldChg chg="del">
        <pc:chgData name="Zheng, Binghuan" userId="0c8cd837-2f89-4b12-8657-4317aa4b18aa" providerId="ADAL" clId="{DB00DB67-FA87-4343-A891-4AD2DE0A735E}" dt="2023-05-11T07:47:59.477" v="690" actId="47"/>
        <pc:sldMkLst>
          <pc:docMk/>
          <pc:sldMk cId="2330827398" sldId="433"/>
        </pc:sldMkLst>
      </pc:sldChg>
      <pc:sldChg chg="modSp add mod">
        <pc:chgData name="Zheng, Binghuan" userId="0c8cd837-2f89-4b12-8657-4317aa4b18aa" providerId="ADAL" clId="{DB00DB67-FA87-4343-A891-4AD2DE0A735E}" dt="2023-05-11T07:19:16.668" v="644" actId="20577"/>
        <pc:sldMkLst>
          <pc:docMk/>
          <pc:sldMk cId="115201031" sldId="434"/>
        </pc:sldMkLst>
        <pc:spChg chg="mod">
          <ac:chgData name="Zheng, Binghuan" userId="0c8cd837-2f89-4b12-8657-4317aa4b18aa" providerId="ADAL" clId="{DB00DB67-FA87-4343-A891-4AD2DE0A735E}" dt="2023-05-11T06:52:55.337" v="381" actId="20577"/>
          <ac:spMkLst>
            <pc:docMk/>
            <pc:sldMk cId="115201031" sldId="434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1T07:19:16.668" v="644" actId="20577"/>
          <ac:spMkLst>
            <pc:docMk/>
            <pc:sldMk cId="115201031" sldId="434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1T06:51:38.359" v="311" actId="122"/>
          <ac:graphicFrameMkLst>
            <pc:docMk/>
            <pc:sldMk cId="115201031" sldId="434"/>
            <ac:graphicFrameMk id="9" creationId="{A471383B-87D3-406F-AEC8-A1732EA53B37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1T07:19:27.778" v="646" actId="20577"/>
        <pc:sldMkLst>
          <pc:docMk/>
          <pc:sldMk cId="428685846" sldId="435"/>
        </pc:sldMkLst>
        <pc:spChg chg="mod">
          <ac:chgData name="Zheng, Binghuan" userId="0c8cd837-2f89-4b12-8657-4317aa4b18aa" providerId="ADAL" clId="{DB00DB67-FA87-4343-A891-4AD2DE0A735E}" dt="2023-05-11T07:14:04.056" v="484" actId="20577"/>
          <ac:spMkLst>
            <pc:docMk/>
            <pc:sldMk cId="428685846" sldId="435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1T07:19:27.778" v="646" actId="20577"/>
          <ac:spMkLst>
            <pc:docMk/>
            <pc:sldMk cId="428685846" sldId="435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1T07:13:17.567" v="443"/>
          <ac:graphicFrameMkLst>
            <pc:docMk/>
            <pc:sldMk cId="428685846" sldId="435"/>
            <ac:graphicFrameMk id="9" creationId="{A471383B-87D3-406F-AEC8-A1732EA53B37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1T07:19:32.058" v="648" actId="20577"/>
        <pc:sldMkLst>
          <pc:docMk/>
          <pc:sldMk cId="2110459600" sldId="436"/>
        </pc:sldMkLst>
        <pc:spChg chg="mod">
          <ac:chgData name="Zheng, Binghuan" userId="0c8cd837-2f89-4b12-8657-4317aa4b18aa" providerId="ADAL" clId="{DB00DB67-FA87-4343-A891-4AD2DE0A735E}" dt="2023-05-11T07:19:04.850" v="641" actId="20577"/>
          <ac:spMkLst>
            <pc:docMk/>
            <pc:sldMk cId="2110459600" sldId="436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1T07:19:32.058" v="648" actId="20577"/>
          <ac:spMkLst>
            <pc:docMk/>
            <pc:sldMk cId="2110459600" sldId="436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1T07:17:52.604" v="520"/>
          <ac:graphicFrameMkLst>
            <pc:docMk/>
            <pc:sldMk cId="2110459600" sldId="436"/>
            <ac:graphicFrameMk id="9" creationId="{A471383B-87D3-406F-AEC8-A1732EA53B37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1T07:49:01.437" v="700"/>
        <pc:sldMkLst>
          <pc:docMk/>
          <pc:sldMk cId="2059096030" sldId="437"/>
        </pc:sldMkLst>
        <pc:spChg chg="mod">
          <ac:chgData name="Zheng, Binghuan" userId="0c8cd837-2f89-4b12-8657-4317aa4b18aa" providerId="ADAL" clId="{DB00DB67-FA87-4343-A891-4AD2DE0A735E}" dt="2023-05-11T07:49:01.437" v="700"/>
          <ac:spMkLst>
            <pc:docMk/>
            <pc:sldMk cId="2059096030" sldId="437"/>
            <ac:spMk id="4" creationId="{1567C550-8534-4752-A750-4145E9563059}"/>
          </ac:spMkLst>
        </pc:spChg>
      </pc:sldChg>
      <pc:sldChg chg="modSp add mod ord">
        <pc:chgData name="Zheng, Binghuan" userId="0c8cd837-2f89-4b12-8657-4317aa4b18aa" providerId="ADAL" clId="{DB00DB67-FA87-4343-A891-4AD2DE0A735E}" dt="2023-05-12T06:39:18.601" v="1408" actId="20577"/>
        <pc:sldMkLst>
          <pc:docMk/>
          <pc:sldMk cId="652883061" sldId="438"/>
        </pc:sldMkLst>
        <pc:spChg chg="mod">
          <ac:chgData name="Zheng, Binghuan" userId="0c8cd837-2f89-4b12-8657-4317aa4b18aa" providerId="ADAL" clId="{DB00DB67-FA87-4343-A891-4AD2DE0A735E}" dt="2023-05-11T08:53:23.512" v="840" actId="20577"/>
          <ac:spMkLst>
            <pc:docMk/>
            <pc:sldMk cId="652883061" sldId="438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6:39:18.601" v="1408" actId="20577"/>
          <ac:spMkLst>
            <pc:docMk/>
            <pc:sldMk cId="652883061" sldId="438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1T08:47:24.904" v="729" actId="20577"/>
          <ac:graphicFrameMkLst>
            <pc:docMk/>
            <pc:sldMk cId="652883061" sldId="438"/>
            <ac:graphicFrameMk id="9" creationId="{A471383B-87D3-406F-AEC8-A1732EA53B37}"/>
          </ac:graphicFrameMkLst>
        </pc:graphicFrameChg>
      </pc:sldChg>
      <pc:sldChg chg="addSp delSp modSp add mod">
        <pc:chgData name="Zheng, Binghuan" userId="0c8cd837-2f89-4b12-8657-4317aa4b18aa" providerId="ADAL" clId="{DB00DB67-FA87-4343-A891-4AD2DE0A735E}" dt="2023-05-12T06:39:20.633" v="1409" actId="20577"/>
        <pc:sldMkLst>
          <pc:docMk/>
          <pc:sldMk cId="9024894" sldId="439"/>
        </pc:sldMkLst>
        <pc:spChg chg="add del">
          <ac:chgData name="Zheng, Binghuan" userId="0c8cd837-2f89-4b12-8657-4317aa4b18aa" providerId="ADAL" clId="{DB00DB67-FA87-4343-A891-4AD2DE0A735E}" dt="2023-05-12T02:24:14.246" v="982" actId="22"/>
          <ac:spMkLst>
            <pc:docMk/>
            <pc:sldMk cId="9024894" sldId="439"/>
            <ac:spMk id="3" creationId="{4FA6E3B7-2AF1-EE72-EABC-95EAAC030816}"/>
          </ac:spMkLst>
        </pc:spChg>
        <pc:spChg chg="mod">
          <ac:chgData name="Zheng, Binghuan" userId="0c8cd837-2f89-4b12-8657-4317aa4b18aa" providerId="ADAL" clId="{DB00DB67-FA87-4343-A891-4AD2DE0A735E}" dt="2023-05-11T09:08:42.100" v="980" actId="20577"/>
          <ac:spMkLst>
            <pc:docMk/>
            <pc:sldMk cId="9024894" sldId="439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6:39:20.633" v="1409" actId="20577"/>
          <ac:spMkLst>
            <pc:docMk/>
            <pc:sldMk cId="9024894" sldId="439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1T09:08:23.956" v="939" actId="20577"/>
          <ac:graphicFrameMkLst>
            <pc:docMk/>
            <pc:sldMk cId="9024894" sldId="439"/>
            <ac:graphicFrameMk id="9" creationId="{A471383B-87D3-406F-AEC8-A1732EA53B37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2T06:39:24.912" v="1411" actId="20577"/>
        <pc:sldMkLst>
          <pc:docMk/>
          <pc:sldMk cId="3674131767" sldId="440"/>
        </pc:sldMkLst>
        <pc:spChg chg="mod">
          <ac:chgData name="Zheng, Binghuan" userId="0c8cd837-2f89-4b12-8657-4317aa4b18aa" providerId="ADAL" clId="{DB00DB67-FA87-4343-A891-4AD2DE0A735E}" dt="2023-05-12T06:00:46.325" v="1117" actId="20577"/>
          <ac:spMkLst>
            <pc:docMk/>
            <pc:sldMk cId="3674131767" sldId="440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6:39:24.912" v="1411" actId="20577"/>
          <ac:spMkLst>
            <pc:docMk/>
            <pc:sldMk cId="3674131767" sldId="440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5:56:42.487" v="1055"/>
          <ac:graphicFrameMkLst>
            <pc:docMk/>
            <pc:sldMk cId="3674131767" sldId="440"/>
            <ac:graphicFrameMk id="9" creationId="{A471383B-87D3-406F-AEC8-A1732EA53B37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2T06:39:30.374" v="1413" actId="20577"/>
        <pc:sldMkLst>
          <pc:docMk/>
          <pc:sldMk cId="1388188829" sldId="441"/>
        </pc:sldMkLst>
        <pc:spChg chg="mod">
          <ac:chgData name="Zheng, Binghuan" userId="0c8cd837-2f89-4b12-8657-4317aa4b18aa" providerId="ADAL" clId="{DB00DB67-FA87-4343-A891-4AD2DE0A735E}" dt="2023-05-12T06:08:19.712" v="1160" actId="20577"/>
          <ac:spMkLst>
            <pc:docMk/>
            <pc:sldMk cId="1388188829" sldId="441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6:39:30.374" v="1413" actId="20577"/>
          <ac:spMkLst>
            <pc:docMk/>
            <pc:sldMk cId="1388188829" sldId="441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6:06:17.322" v="1140" actId="207"/>
          <ac:graphicFrameMkLst>
            <pc:docMk/>
            <pc:sldMk cId="1388188829" sldId="441"/>
            <ac:graphicFrameMk id="9" creationId="{A471383B-87D3-406F-AEC8-A1732EA53B37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2T06:39:39.653" v="1418" actId="20577"/>
        <pc:sldMkLst>
          <pc:docMk/>
          <pc:sldMk cId="1448590864" sldId="442"/>
        </pc:sldMkLst>
        <pc:spChg chg="mod">
          <ac:chgData name="Zheng, Binghuan" userId="0c8cd837-2f89-4b12-8657-4317aa4b18aa" providerId="ADAL" clId="{DB00DB67-FA87-4343-A891-4AD2DE0A735E}" dt="2023-05-12T06:26:11.329" v="1311" actId="20577"/>
          <ac:spMkLst>
            <pc:docMk/>
            <pc:sldMk cId="1448590864" sldId="442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6:39:39.653" v="1418" actId="20577"/>
          <ac:spMkLst>
            <pc:docMk/>
            <pc:sldMk cId="1448590864" sldId="442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6:24:49.064" v="1205" actId="108"/>
          <ac:graphicFrameMkLst>
            <pc:docMk/>
            <pc:sldMk cId="1448590864" sldId="442"/>
            <ac:graphicFrameMk id="9" creationId="{A471383B-87D3-406F-AEC8-A1732EA53B37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2T06:39:45.541" v="1420" actId="20577"/>
        <pc:sldMkLst>
          <pc:docMk/>
          <pc:sldMk cId="435700087" sldId="443"/>
        </pc:sldMkLst>
        <pc:spChg chg="mod">
          <ac:chgData name="Zheng, Binghuan" userId="0c8cd837-2f89-4b12-8657-4317aa4b18aa" providerId="ADAL" clId="{DB00DB67-FA87-4343-A891-4AD2DE0A735E}" dt="2023-05-12T06:35:06.706" v="1396" actId="20577"/>
          <ac:spMkLst>
            <pc:docMk/>
            <pc:sldMk cId="435700087" sldId="443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6:39:45.541" v="1420" actId="20577"/>
          <ac:spMkLst>
            <pc:docMk/>
            <pc:sldMk cId="435700087" sldId="443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6:38:06.833" v="1407"/>
          <ac:graphicFrameMkLst>
            <pc:docMk/>
            <pc:sldMk cId="435700087" sldId="443"/>
            <ac:graphicFrameMk id="9" creationId="{A471383B-87D3-406F-AEC8-A1732EA53B37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2T06:40:51.610" v="1424"/>
        <pc:sldMkLst>
          <pc:docMk/>
          <pc:sldMk cId="1495955687" sldId="444"/>
        </pc:sldMkLst>
        <pc:spChg chg="mod">
          <ac:chgData name="Zheng, Binghuan" userId="0c8cd837-2f89-4b12-8657-4317aa4b18aa" providerId="ADAL" clId="{DB00DB67-FA87-4343-A891-4AD2DE0A735E}" dt="2023-05-12T06:40:51.610" v="1424"/>
          <ac:spMkLst>
            <pc:docMk/>
            <pc:sldMk cId="1495955687" sldId="444"/>
            <ac:spMk id="4" creationId="{1567C550-8534-4752-A750-4145E9563059}"/>
          </ac:spMkLst>
        </pc:spChg>
      </pc:sldChg>
      <pc:sldChg chg="modSp add mod ord">
        <pc:chgData name="Zheng, Binghuan" userId="0c8cd837-2f89-4b12-8657-4317aa4b18aa" providerId="ADAL" clId="{DB00DB67-FA87-4343-A891-4AD2DE0A735E}" dt="2023-05-12T07:08:29.367" v="1655" actId="20577"/>
        <pc:sldMkLst>
          <pc:docMk/>
          <pc:sldMk cId="2211459611" sldId="445"/>
        </pc:sldMkLst>
        <pc:spChg chg="mod">
          <ac:chgData name="Zheng, Binghuan" userId="0c8cd837-2f89-4b12-8657-4317aa4b18aa" providerId="ADAL" clId="{DB00DB67-FA87-4343-A891-4AD2DE0A735E}" dt="2023-05-12T06:56:16.250" v="1526" actId="20577"/>
          <ac:spMkLst>
            <pc:docMk/>
            <pc:sldMk cId="2211459611" sldId="445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7:08:29.367" v="1655" actId="20577"/>
          <ac:spMkLst>
            <pc:docMk/>
            <pc:sldMk cId="2211459611" sldId="445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6:55:23.916" v="1442"/>
          <ac:graphicFrameMkLst>
            <pc:docMk/>
            <pc:sldMk cId="2211459611" sldId="445"/>
            <ac:graphicFrameMk id="9" creationId="{A471383B-87D3-406F-AEC8-A1732EA53B37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2T07:26:43.921" v="1714" actId="20577"/>
        <pc:sldMkLst>
          <pc:docMk/>
          <pc:sldMk cId="3498928025" sldId="446"/>
        </pc:sldMkLst>
        <pc:spChg chg="mod">
          <ac:chgData name="Zheng, Binghuan" userId="0c8cd837-2f89-4b12-8657-4317aa4b18aa" providerId="ADAL" clId="{DB00DB67-FA87-4343-A891-4AD2DE0A735E}" dt="2023-05-12T07:26:43.921" v="1714" actId="20577"/>
          <ac:spMkLst>
            <pc:docMk/>
            <pc:sldMk cId="3498928025" sldId="446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7:08:26.707" v="1654" actId="20577"/>
          <ac:spMkLst>
            <pc:docMk/>
            <pc:sldMk cId="3498928025" sldId="446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7:25:03.466" v="1659" actId="20577"/>
          <ac:graphicFrameMkLst>
            <pc:docMk/>
            <pc:sldMk cId="3498928025" sldId="446"/>
            <ac:graphicFrameMk id="9" creationId="{A471383B-87D3-406F-AEC8-A1732EA53B37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2T07:27:20.030" v="1718"/>
        <pc:sldMkLst>
          <pc:docMk/>
          <pc:sldMk cId="2988194818" sldId="447"/>
        </pc:sldMkLst>
        <pc:spChg chg="mod">
          <ac:chgData name="Zheng, Binghuan" userId="0c8cd837-2f89-4b12-8657-4317aa4b18aa" providerId="ADAL" clId="{DB00DB67-FA87-4343-A891-4AD2DE0A735E}" dt="2023-05-12T07:27:20.030" v="1718"/>
          <ac:spMkLst>
            <pc:docMk/>
            <pc:sldMk cId="2988194818" sldId="447"/>
            <ac:spMk id="4" creationId="{1567C550-8534-4752-A750-4145E9563059}"/>
          </ac:spMkLst>
        </pc:spChg>
      </pc:sldChg>
      <pc:sldChg chg="modSp add mod ord">
        <pc:chgData name="Zheng, Binghuan" userId="0c8cd837-2f89-4b12-8657-4317aa4b18aa" providerId="ADAL" clId="{DB00DB67-FA87-4343-A891-4AD2DE0A735E}" dt="2023-05-12T08:23:13.291" v="1810"/>
        <pc:sldMkLst>
          <pc:docMk/>
          <pc:sldMk cId="732527161" sldId="448"/>
        </pc:sldMkLst>
        <pc:spChg chg="mod">
          <ac:chgData name="Zheng, Binghuan" userId="0c8cd837-2f89-4b12-8657-4317aa4b18aa" providerId="ADAL" clId="{DB00DB67-FA87-4343-A891-4AD2DE0A735E}" dt="2023-05-12T08:17:25.811" v="1788" actId="1076"/>
          <ac:spMkLst>
            <pc:docMk/>
            <pc:sldMk cId="732527161" sldId="448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2T07:27:28.753" v="1719"/>
          <ac:spMkLst>
            <pc:docMk/>
            <pc:sldMk cId="732527161" sldId="448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2T08:23:13.291" v="1810"/>
          <ac:graphicFrameMkLst>
            <pc:docMk/>
            <pc:sldMk cId="732527161" sldId="448"/>
            <ac:graphicFrameMk id="9" creationId="{A471383B-87D3-406F-AEC8-A1732EA53B37}"/>
          </ac:graphicFrameMkLst>
        </pc:graphicFrameChg>
      </pc:sldChg>
      <pc:sldChg chg="addSp delSp modSp add mod">
        <pc:chgData name="Zheng, Binghuan" userId="0c8cd837-2f89-4b12-8657-4317aa4b18aa" providerId="ADAL" clId="{DB00DB67-FA87-4343-A891-4AD2DE0A735E}" dt="2023-05-12T08:35:47.801" v="1850" actId="1076"/>
        <pc:sldMkLst>
          <pc:docMk/>
          <pc:sldMk cId="1002335632" sldId="449"/>
        </pc:sldMkLst>
        <pc:spChg chg="mod">
          <ac:chgData name="Zheng, Binghuan" userId="0c8cd837-2f89-4b12-8657-4317aa4b18aa" providerId="ADAL" clId="{DB00DB67-FA87-4343-A891-4AD2DE0A735E}" dt="2023-05-12T07:29:58.730" v="1759" actId="20577"/>
          <ac:spMkLst>
            <pc:docMk/>
            <pc:sldMk cId="1002335632" sldId="449"/>
            <ac:spMk id="6" creationId="{0ED065AC-F3EF-42B0-A34B-DF7EED7FF8B9}"/>
          </ac:spMkLst>
        </pc:spChg>
        <pc:spChg chg="add mod">
          <ac:chgData name="Zheng, Binghuan" userId="0c8cd837-2f89-4b12-8657-4317aa4b18aa" providerId="ADAL" clId="{DB00DB67-FA87-4343-A891-4AD2DE0A735E}" dt="2023-05-12T08:35:47.801" v="1850" actId="1076"/>
          <ac:spMkLst>
            <pc:docMk/>
            <pc:sldMk cId="1002335632" sldId="449"/>
            <ac:spMk id="7" creationId="{D04F7035-CA7B-5CE2-54FD-79F4D98DA9AB}"/>
          </ac:spMkLst>
        </pc:spChg>
        <pc:graphicFrameChg chg="add del mod modGraphic">
          <ac:chgData name="Zheng, Binghuan" userId="0c8cd837-2f89-4b12-8657-4317aa4b18aa" providerId="ADAL" clId="{DB00DB67-FA87-4343-A891-4AD2DE0A735E}" dt="2023-05-12T08:25:58.523" v="1827"/>
          <ac:graphicFrameMkLst>
            <pc:docMk/>
            <pc:sldMk cId="1002335632" sldId="449"/>
            <ac:graphicFrameMk id="9" creationId="{A471383B-87D3-406F-AEC8-A1732EA53B37}"/>
          </ac:graphicFrameMkLst>
        </pc:graphicFrameChg>
        <pc:picChg chg="add mod modCrop">
          <ac:chgData name="Zheng, Binghuan" userId="0c8cd837-2f89-4b12-8657-4317aa4b18aa" providerId="ADAL" clId="{DB00DB67-FA87-4343-A891-4AD2DE0A735E}" dt="2023-05-12T08:34:51.113" v="1842" actId="1076"/>
          <ac:picMkLst>
            <pc:docMk/>
            <pc:sldMk cId="1002335632" sldId="449"/>
            <ac:picMk id="2" creationId="{403E9D65-B913-7FFB-8CA2-8C436560239B}"/>
          </ac:picMkLst>
        </pc:picChg>
        <pc:cxnChg chg="add del mod">
          <ac:chgData name="Zheng, Binghuan" userId="0c8cd837-2f89-4b12-8657-4317aa4b18aa" providerId="ADAL" clId="{DB00DB67-FA87-4343-A891-4AD2DE0A735E}" dt="2023-05-12T08:35:22.332" v="1845" actId="478"/>
          <ac:cxnSpMkLst>
            <pc:docMk/>
            <pc:sldMk cId="1002335632" sldId="449"/>
            <ac:cxnSpMk id="5" creationId="{8587E9E7-67D5-D21E-35D8-831A245945C9}"/>
          </ac:cxnSpMkLst>
        </pc:cxnChg>
      </pc:sldChg>
      <pc:sldChg chg="modSp add mod ord">
        <pc:chgData name="Zheng, Binghuan" userId="0c8cd837-2f89-4b12-8657-4317aa4b18aa" providerId="ADAL" clId="{DB00DB67-FA87-4343-A891-4AD2DE0A735E}" dt="2023-05-12T08:36:24.672" v="1854"/>
        <pc:sldMkLst>
          <pc:docMk/>
          <pc:sldMk cId="2209356476" sldId="450"/>
        </pc:sldMkLst>
        <pc:spChg chg="mod">
          <ac:chgData name="Zheng, Binghuan" userId="0c8cd837-2f89-4b12-8657-4317aa4b18aa" providerId="ADAL" clId="{DB00DB67-FA87-4343-A891-4AD2DE0A735E}" dt="2023-05-12T08:36:24.672" v="1854"/>
          <ac:spMkLst>
            <pc:docMk/>
            <pc:sldMk cId="2209356476" sldId="450"/>
            <ac:spMk id="4" creationId="{1567C550-8534-4752-A750-4145E9563059}"/>
          </ac:spMkLst>
        </pc:spChg>
      </pc:sldChg>
      <pc:sldChg chg="addSp delSp modSp add mod ord">
        <pc:chgData name="Zheng, Binghuan" userId="0c8cd837-2f89-4b12-8657-4317aa4b18aa" providerId="ADAL" clId="{DB00DB67-FA87-4343-A891-4AD2DE0A735E}" dt="2023-05-15T02:12:39.060" v="2547" actId="20577"/>
        <pc:sldMkLst>
          <pc:docMk/>
          <pc:sldMk cId="2050256125" sldId="451"/>
        </pc:sldMkLst>
        <pc:spChg chg="mod">
          <ac:chgData name="Zheng, Binghuan" userId="0c8cd837-2f89-4b12-8657-4317aa4b18aa" providerId="ADAL" clId="{DB00DB67-FA87-4343-A891-4AD2DE0A735E}" dt="2023-05-15T02:12:39.060" v="2547" actId="20577"/>
          <ac:spMkLst>
            <pc:docMk/>
            <pc:sldMk cId="2050256125" sldId="451"/>
            <ac:spMk id="6" creationId="{0ED065AC-F3EF-42B0-A34B-DF7EED7FF8B9}"/>
          </ac:spMkLst>
        </pc:spChg>
        <pc:graphicFrameChg chg="add del">
          <ac:chgData name="Zheng, Binghuan" userId="0c8cd837-2f89-4b12-8657-4317aa4b18aa" providerId="ADAL" clId="{DB00DB67-FA87-4343-A891-4AD2DE0A735E}" dt="2023-05-12T13:44:23.968" v="2055" actId="478"/>
          <ac:graphicFrameMkLst>
            <pc:docMk/>
            <pc:sldMk cId="2050256125" sldId="451"/>
            <ac:graphicFrameMk id="2" creationId="{D71B9FB4-57E6-0A5A-A9AF-084DE2BBF2AD}"/>
          </ac:graphicFrameMkLst>
        </pc:graphicFrameChg>
        <pc:graphicFrameChg chg="add mod modGraphic">
          <ac:chgData name="Zheng, Binghuan" userId="0c8cd837-2f89-4b12-8657-4317aa4b18aa" providerId="ADAL" clId="{DB00DB67-FA87-4343-A891-4AD2DE0A735E}" dt="2023-05-15T02:10:54.433" v="2543" actId="20577"/>
          <ac:graphicFrameMkLst>
            <pc:docMk/>
            <pc:sldMk cId="2050256125" sldId="451"/>
            <ac:graphicFrameMk id="3" creationId="{503B5CA7-8C98-49CD-062E-DAB370D359FC}"/>
          </ac:graphicFrameMkLst>
        </pc:graphicFrameChg>
        <pc:graphicFrameChg chg="add del mod modGraphic">
          <ac:chgData name="Zheng, Binghuan" userId="0c8cd837-2f89-4b12-8657-4317aa4b18aa" providerId="ADAL" clId="{DB00DB67-FA87-4343-A891-4AD2DE0A735E}" dt="2023-05-12T13:43:52.506" v="2053" actId="478"/>
          <ac:graphicFrameMkLst>
            <pc:docMk/>
            <pc:sldMk cId="2050256125" sldId="451"/>
            <ac:graphicFrameMk id="9" creationId="{A471383B-87D3-406F-AEC8-A1732EA53B37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2T08:37:08.195" v="1863"/>
        <pc:sldMkLst>
          <pc:docMk/>
          <pc:sldMk cId="3319544129" sldId="452"/>
        </pc:sldMkLst>
        <pc:spChg chg="mod">
          <ac:chgData name="Zheng, Binghuan" userId="0c8cd837-2f89-4b12-8657-4317aa4b18aa" providerId="ADAL" clId="{DB00DB67-FA87-4343-A891-4AD2DE0A735E}" dt="2023-05-12T08:37:08.195" v="1863"/>
          <ac:spMkLst>
            <pc:docMk/>
            <pc:sldMk cId="3319544129" sldId="452"/>
            <ac:spMk id="4" creationId="{1567C550-8534-4752-A750-4145E9563059}"/>
          </ac:spMkLst>
        </pc:spChg>
      </pc:sldChg>
      <pc:sldChg chg="modSp add mod">
        <pc:chgData name="Zheng, Binghuan" userId="0c8cd837-2f89-4b12-8657-4317aa4b18aa" providerId="ADAL" clId="{DB00DB67-FA87-4343-A891-4AD2DE0A735E}" dt="2023-05-16T04:48:57.011" v="3621" actId="20577"/>
        <pc:sldMkLst>
          <pc:docMk/>
          <pc:sldMk cId="2776444572" sldId="453"/>
        </pc:sldMkLst>
        <pc:spChg chg="mod">
          <ac:chgData name="Zheng, Binghuan" userId="0c8cd837-2f89-4b12-8657-4317aa4b18aa" providerId="ADAL" clId="{DB00DB67-FA87-4343-A891-4AD2DE0A735E}" dt="2023-05-16T04:48:57.011" v="3621" actId="20577"/>
          <ac:spMkLst>
            <pc:docMk/>
            <pc:sldMk cId="2776444572" sldId="453"/>
            <ac:spMk id="4" creationId="{1567C550-8534-4752-A750-4145E9563059}"/>
          </ac:spMkLst>
        </pc:spChg>
      </pc:sldChg>
      <pc:sldChg chg="modSp add mod">
        <pc:chgData name="Zheng, Binghuan" userId="0c8cd837-2f89-4b12-8657-4317aa4b18aa" providerId="ADAL" clId="{DB00DB67-FA87-4343-A891-4AD2DE0A735E}" dt="2023-05-12T08:37:55.306" v="1867"/>
        <pc:sldMkLst>
          <pc:docMk/>
          <pc:sldMk cId="71352314" sldId="454"/>
        </pc:sldMkLst>
        <pc:spChg chg="mod">
          <ac:chgData name="Zheng, Binghuan" userId="0c8cd837-2f89-4b12-8657-4317aa4b18aa" providerId="ADAL" clId="{DB00DB67-FA87-4343-A891-4AD2DE0A735E}" dt="2023-05-12T08:37:55.306" v="1867"/>
          <ac:spMkLst>
            <pc:docMk/>
            <pc:sldMk cId="71352314" sldId="454"/>
            <ac:spMk id="4" creationId="{1567C550-8534-4752-A750-4145E9563059}"/>
          </ac:spMkLst>
        </pc:spChg>
      </pc:sldChg>
      <pc:sldChg chg="modSp add mod">
        <pc:chgData name="Zheng, Binghuan" userId="0c8cd837-2f89-4b12-8657-4317aa4b18aa" providerId="ADAL" clId="{DB00DB67-FA87-4343-A891-4AD2DE0A735E}" dt="2023-05-12T08:38:16.568" v="1868"/>
        <pc:sldMkLst>
          <pc:docMk/>
          <pc:sldMk cId="1539297286" sldId="455"/>
        </pc:sldMkLst>
        <pc:spChg chg="mod">
          <ac:chgData name="Zheng, Binghuan" userId="0c8cd837-2f89-4b12-8657-4317aa4b18aa" providerId="ADAL" clId="{DB00DB67-FA87-4343-A891-4AD2DE0A735E}" dt="2023-05-12T08:38:16.568" v="1868"/>
          <ac:spMkLst>
            <pc:docMk/>
            <pc:sldMk cId="1539297286" sldId="455"/>
            <ac:spMk id="4" creationId="{1567C550-8534-4752-A750-4145E9563059}"/>
          </ac:spMkLst>
        </pc:spChg>
      </pc:sldChg>
      <pc:sldChg chg="addSp delSp modSp add mod">
        <pc:chgData name="Zheng, Binghuan" userId="0c8cd837-2f89-4b12-8657-4317aa4b18aa" providerId="ADAL" clId="{DB00DB67-FA87-4343-A891-4AD2DE0A735E}" dt="2023-05-15T02:17:35.953" v="2614"/>
        <pc:sldMkLst>
          <pc:docMk/>
          <pc:sldMk cId="731146122" sldId="456"/>
        </pc:sldMkLst>
        <pc:spChg chg="add del mod">
          <ac:chgData name="Zheng, Binghuan" userId="0c8cd837-2f89-4b12-8657-4317aa4b18aa" providerId="ADAL" clId="{DB00DB67-FA87-4343-A891-4AD2DE0A735E}" dt="2023-05-15T02:17:35.953" v="2614"/>
          <ac:spMkLst>
            <pc:docMk/>
            <pc:sldMk cId="731146122" sldId="456"/>
            <ac:spMk id="2" creationId="{7661A0C2-A142-4F5C-20A9-50601DB33B34}"/>
          </ac:spMkLst>
        </pc:spChg>
        <pc:spChg chg="mod">
          <ac:chgData name="Zheng, Binghuan" userId="0c8cd837-2f89-4b12-8657-4317aa4b18aa" providerId="ADAL" clId="{DB00DB67-FA87-4343-A891-4AD2DE0A735E}" dt="2023-05-15T02:12:42.741" v="2548" actId="20577"/>
          <ac:spMkLst>
            <pc:docMk/>
            <pc:sldMk cId="731146122" sldId="456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2:16:57.478" v="2612"/>
          <ac:graphicFrameMkLst>
            <pc:docMk/>
            <pc:sldMk cId="731146122" sldId="456"/>
            <ac:graphicFrameMk id="3" creationId="{503B5CA7-8C98-49CD-062E-DAB370D359FC}"/>
          </ac:graphicFrameMkLst>
        </pc:graphicFrameChg>
      </pc:sldChg>
      <pc:sldChg chg="modSp add del">
        <pc:chgData name="Zheng, Binghuan" userId="0c8cd837-2f89-4b12-8657-4317aa4b18aa" providerId="ADAL" clId="{DB00DB67-FA87-4343-A891-4AD2DE0A735E}" dt="2023-05-15T02:11:14.094" v="2544" actId="47"/>
        <pc:sldMkLst>
          <pc:docMk/>
          <pc:sldMk cId="3180429713" sldId="456"/>
        </pc:sldMkLst>
        <pc:graphicFrameChg chg="mod">
          <ac:chgData name="Zheng, Binghuan" userId="0c8cd837-2f89-4b12-8657-4317aa4b18aa" providerId="ADAL" clId="{DB00DB67-FA87-4343-A891-4AD2DE0A735E}" dt="2023-05-12T09:24:19.001" v="1898"/>
          <ac:graphicFrameMkLst>
            <pc:docMk/>
            <pc:sldMk cId="3180429713" sldId="456"/>
            <ac:graphicFrameMk id="9" creationId="{A471383B-87D3-406F-AEC8-A1732EA53B37}"/>
          </ac:graphicFrameMkLst>
        </pc:graphicFrameChg>
      </pc:sldChg>
      <pc:sldChg chg="add del">
        <pc:chgData name="Zheng, Binghuan" userId="0c8cd837-2f89-4b12-8657-4317aa4b18aa" providerId="ADAL" clId="{DB00DB67-FA87-4343-A891-4AD2DE0A735E}" dt="2023-05-15T02:08:29.523" v="2442" actId="47"/>
        <pc:sldMkLst>
          <pc:docMk/>
          <pc:sldMk cId="1303432005" sldId="457"/>
        </pc:sldMkLst>
      </pc:sldChg>
      <pc:sldChg chg="modSp add mod">
        <pc:chgData name="Zheng, Binghuan" userId="0c8cd837-2f89-4b12-8657-4317aa4b18aa" providerId="ADAL" clId="{DB00DB67-FA87-4343-A891-4AD2DE0A735E}" dt="2023-05-15T02:46:51.197" v="2743" actId="14734"/>
        <pc:sldMkLst>
          <pc:docMk/>
          <pc:sldMk cId="1628488132" sldId="457"/>
        </pc:sldMkLst>
        <pc:spChg chg="mod">
          <ac:chgData name="Zheng, Binghuan" userId="0c8cd837-2f89-4b12-8657-4317aa4b18aa" providerId="ADAL" clId="{DB00DB67-FA87-4343-A891-4AD2DE0A735E}" dt="2023-05-15T02:17:40.293" v="2616" actId="20577"/>
          <ac:spMkLst>
            <pc:docMk/>
            <pc:sldMk cId="1628488132" sldId="457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2:46:51.197" v="2743" actId="14734"/>
          <ac:graphicFrameMkLst>
            <pc:docMk/>
            <pc:sldMk cId="1628488132" sldId="457"/>
            <ac:graphicFrameMk id="3" creationId="{503B5CA7-8C98-49CD-062E-DAB370D359FC}"/>
          </ac:graphicFrameMkLst>
        </pc:graphicFrameChg>
      </pc:sldChg>
      <pc:sldChg chg="addSp delSp modSp add del mod">
        <pc:chgData name="Zheng, Binghuan" userId="0c8cd837-2f89-4b12-8657-4317aa4b18aa" providerId="ADAL" clId="{DB00DB67-FA87-4343-A891-4AD2DE0A735E}" dt="2023-05-15T02:10:10.213" v="2516" actId="47"/>
        <pc:sldMkLst>
          <pc:docMk/>
          <pc:sldMk cId="3199596788" sldId="457"/>
        </pc:sldMkLst>
        <pc:spChg chg="add del mod">
          <ac:chgData name="Zheng, Binghuan" userId="0c8cd837-2f89-4b12-8657-4317aa4b18aa" providerId="ADAL" clId="{DB00DB67-FA87-4343-A891-4AD2DE0A735E}" dt="2023-05-15T02:09:12.843" v="2473" actId="478"/>
          <ac:spMkLst>
            <pc:docMk/>
            <pc:sldMk cId="3199596788" sldId="457"/>
            <ac:spMk id="5" creationId="{98D930C3-99F1-2093-8AB5-11366002FB01}"/>
          </ac:spMkLst>
        </pc:spChg>
        <pc:spChg chg="del">
          <ac:chgData name="Zheng, Binghuan" userId="0c8cd837-2f89-4b12-8657-4317aa4b18aa" providerId="ADAL" clId="{DB00DB67-FA87-4343-A891-4AD2DE0A735E}" dt="2023-05-15T02:08:59.859" v="2444" actId="478"/>
          <ac:spMkLst>
            <pc:docMk/>
            <pc:sldMk cId="3199596788" sldId="457"/>
            <ac:spMk id="6" creationId="{0ED065AC-F3EF-42B0-A34B-DF7EED7FF8B9}"/>
          </ac:spMkLst>
        </pc:spChg>
        <pc:spChg chg="add mod">
          <ac:chgData name="Zheng, Binghuan" userId="0c8cd837-2f89-4b12-8657-4317aa4b18aa" providerId="ADAL" clId="{DB00DB67-FA87-4343-A891-4AD2DE0A735E}" dt="2023-05-15T02:09:20.268" v="2474"/>
          <ac:spMkLst>
            <pc:docMk/>
            <pc:sldMk cId="3199596788" sldId="457"/>
            <ac:spMk id="7" creationId="{C7C2CCAB-E8BB-75E5-5448-130ABED43CB7}"/>
          </ac:spMkLst>
        </pc:spChg>
        <pc:graphicFrameChg chg="mod">
          <ac:chgData name="Zheng, Binghuan" userId="0c8cd837-2f89-4b12-8657-4317aa4b18aa" providerId="ADAL" clId="{DB00DB67-FA87-4343-A891-4AD2DE0A735E}" dt="2023-05-15T02:09:31.331" v="2515" actId="1036"/>
          <ac:graphicFrameMkLst>
            <pc:docMk/>
            <pc:sldMk cId="3199596788" sldId="457"/>
            <ac:graphicFrameMk id="3" creationId="{503B5CA7-8C98-49CD-062E-DAB370D359FC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5T02:57:37.975" v="2820" actId="20577"/>
        <pc:sldMkLst>
          <pc:docMk/>
          <pc:sldMk cId="3275979725" sldId="458"/>
        </pc:sldMkLst>
        <pc:spChg chg="mod">
          <ac:chgData name="Zheng, Binghuan" userId="0c8cd837-2f89-4b12-8657-4317aa4b18aa" providerId="ADAL" clId="{DB00DB67-FA87-4343-A891-4AD2DE0A735E}" dt="2023-05-15T02:47:26.578" v="2745" actId="20577"/>
          <ac:spMkLst>
            <pc:docMk/>
            <pc:sldMk cId="3275979725" sldId="458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2:57:37.975" v="2820" actId="20577"/>
          <ac:graphicFrameMkLst>
            <pc:docMk/>
            <pc:sldMk cId="3275979725" sldId="458"/>
            <ac:graphicFrameMk id="3" creationId="{503B5CA7-8C98-49CD-062E-DAB370D359FC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5T03:17:04.280" v="2910" actId="20577"/>
        <pc:sldMkLst>
          <pc:docMk/>
          <pc:sldMk cId="1593563696" sldId="459"/>
        </pc:sldMkLst>
        <pc:spChg chg="mod">
          <ac:chgData name="Zheng, Binghuan" userId="0c8cd837-2f89-4b12-8657-4317aa4b18aa" providerId="ADAL" clId="{DB00DB67-FA87-4343-A891-4AD2DE0A735E}" dt="2023-05-15T03:17:04.280" v="2910" actId="20577"/>
          <ac:spMkLst>
            <pc:docMk/>
            <pc:sldMk cId="1593563696" sldId="459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3:11:28.816" v="2909" actId="20577"/>
          <ac:graphicFrameMkLst>
            <pc:docMk/>
            <pc:sldMk cId="1593563696" sldId="459"/>
            <ac:graphicFrameMk id="3" creationId="{503B5CA7-8C98-49CD-062E-DAB370D359FC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6T03:05:34.499" v="3617"/>
        <pc:sldMkLst>
          <pc:docMk/>
          <pc:sldMk cId="3580862102" sldId="460"/>
        </pc:sldMkLst>
        <pc:spChg chg="mod">
          <ac:chgData name="Zheng, Binghuan" userId="0c8cd837-2f89-4b12-8657-4317aa4b18aa" providerId="ADAL" clId="{DB00DB67-FA87-4343-A891-4AD2DE0A735E}" dt="2023-05-16T03:05:34.499" v="3617"/>
          <ac:spMkLst>
            <pc:docMk/>
            <pc:sldMk cId="3580862102" sldId="460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3:40:55.474" v="2972" actId="14734"/>
          <ac:graphicFrameMkLst>
            <pc:docMk/>
            <pc:sldMk cId="3580862102" sldId="460"/>
            <ac:graphicFrameMk id="3" creationId="{503B5CA7-8C98-49CD-062E-DAB370D359FC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6T03:05:17.113" v="3615"/>
        <pc:sldMkLst>
          <pc:docMk/>
          <pc:sldMk cId="1419580613" sldId="461"/>
        </pc:sldMkLst>
        <pc:spChg chg="mod">
          <ac:chgData name="Zheng, Binghuan" userId="0c8cd837-2f89-4b12-8657-4317aa4b18aa" providerId="ADAL" clId="{DB00DB67-FA87-4343-A891-4AD2DE0A735E}" dt="2023-05-16T03:05:17.113" v="3615"/>
          <ac:spMkLst>
            <pc:docMk/>
            <pc:sldMk cId="1419580613" sldId="461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3:48:35.991" v="3079"/>
          <ac:graphicFrameMkLst>
            <pc:docMk/>
            <pc:sldMk cId="1419580613" sldId="461"/>
            <ac:graphicFrameMk id="3" creationId="{503B5CA7-8C98-49CD-062E-DAB370D359FC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6T03:05:40.371" v="3618"/>
        <pc:sldMkLst>
          <pc:docMk/>
          <pc:sldMk cId="43316218" sldId="462"/>
        </pc:sldMkLst>
        <pc:spChg chg="mod">
          <ac:chgData name="Zheng, Binghuan" userId="0c8cd837-2f89-4b12-8657-4317aa4b18aa" providerId="ADAL" clId="{DB00DB67-FA87-4343-A891-4AD2DE0A735E}" dt="2023-05-15T05:21:00.941" v="3120" actId="1036"/>
          <ac:spMkLst>
            <pc:docMk/>
            <pc:sldMk cId="43316218" sldId="462"/>
            <ac:spMk id="4" creationId="{739ED610-7AC8-45CD-BCC6-B494109E5D9F}"/>
          </ac:spMkLst>
        </pc:spChg>
        <pc:spChg chg="mod">
          <ac:chgData name="Zheng, Binghuan" userId="0c8cd837-2f89-4b12-8657-4317aa4b18aa" providerId="ADAL" clId="{DB00DB67-FA87-4343-A891-4AD2DE0A735E}" dt="2023-05-16T03:05:40.371" v="3618"/>
          <ac:spMkLst>
            <pc:docMk/>
            <pc:sldMk cId="43316218" sldId="462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5:34:20.094" v="3290" actId="122"/>
          <ac:graphicFrameMkLst>
            <pc:docMk/>
            <pc:sldMk cId="43316218" sldId="462"/>
            <ac:graphicFrameMk id="3" creationId="{503B5CA7-8C98-49CD-062E-DAB370D359FC}"/>
          </ac:graphicFrameMkLst>
        </pc:graphicFrameChg>
      </pc:sldChg>
      <pc:sldChg chg="modSp add mod ord">
        <pc:chgData name="Zheng, Binghuan" userId="0c8cd837-2f89-4b12-8657-4317aa4b18aa" providerId="ADAL" clId="{DB00DB67-FA87-4343-A891-4AD2DE0A735E}" dt="2023-05-16T03:05:48.004" v="3619"/>
        <pc:sldMkLst>
          <pc:docMk/>
          <pc:sldMk cId="3731721025" sldId="463"/>
        </pc:sldMkLst>
        <pc:spChg chg="mod">
          <ac:chgData name="Zheng, Binghuan" userId="0c8cd837-2f89-4b12-8657-4317aa4b18aa" providerId="ADAL" clId="{DB00DB67-FA87-4343-A891-4AD2DE0A735E}" dt="2023-05-16T03:05:48.004" v="3619"/>
          <ac:spMkLst>
            <pc:docMk/>
            <pc:sldMk cId="3731721025" sldId="463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5T05:57:13.190" v="3419" actId="20577"/>
          <ac:graphicFrameMkLst>
            <pc:docMk/>
            <pc:sldMk cId="3731721025" sldId="463"/>
            <ac:graphicFrameMk id="3" creationId="{503B5CA7-8C98-49CD-062E-DAB370D359FC}"/>
          </ac:graphicFrameMkLst>
        </pc:graphicFrameChg>
      </pc:sldChg>
      <pc:sldChg chg="addSp delSp modSp add mod ord">
        <pc:chgData name="Zheng, Binghuan" userId="0c8cd837-2f89-4b12-8657-4317aa4b18aa" providerId="ADAL" clId="{DB00DB67-FA87-4343-A891-4AD2DE0A735E}" dt="2023-05-16T04:50:07.055" v="3626" actId="14734"/>
        <pc:sldMkLst>
          <pc:docMk/>
          <pc:sldMk cId="697485291" sldId="464"/>
        </pc:sldMkLst>
        <pc:spChg chg="mod">
          <ac:chgData name="Zheng, Binghuan" userId="0c8cd837-2f89-4b12-8657-4317aa4b18aa" providerId="ADAL" clId="{DB00DB67-FA87-4343-A891-4AD2DE0A735E}" dt="2023-05-16T02:29:23.018" v="3435" actId="1076"/>
          <ac:spMkLst>
            <pc:docMk/>
            <pc:sldMk cId="697485291" sldId="464"/>
            <ac:spMk id="4" creationId="{739ED610-7AC8-45CD-BCC6-B494109E5D9F}"/>
          </ac:spMkLst>
        </pc:spChg>
        <pc:spChg chg="add del">
          <ac:chgData name="Zheng, Binghuan" userId="0c8cd837-2f89-4b12-8657-4317aa4b18aa" providerId="ADAL" clId="{DB00DB67-FA87-4343-A891-4AD2DE0A735E}" dt="2023-05-16T02:41:23.516" v="3512" actId="22"/>
          <ac:spMkLst>
            <pc:docMk/>
            <pc:sldMk cId="697485291" sldId="464"/>
            <ac:spMk id="5" creationId="{584CF2EC-BB69-6F5D-9ECB-52827D1328F7}"/>
          </ac:spMkLst>
        </pc:spChg>
        <pc:spChg chg="mod">
          <ac:chgData name="Zheng, Binghuan" userId="0c8cd837-2f89-4b12-8657-4317aa4b18aa" providerId="ADAL" clId="{DB00DB67-FA87-4343-A891-4AD2DE0A735E}" dt="2023-05-16T04:49:13.984" v="3622"/>
          <ac:spMkLst>
            <pc:docMk/>
            <pc:sldMk cId="697485291" sldId="464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6T04:50:07.055" v="3626" actId="14734"/>
          <ac:graphicFrameMkLst>
            <pc:docMk/>
            <pc:sldMk cId="697485291" sldId="464"/>
            <ac:graphicFrameMk id="3" creationId="{503B5CA7-8C98-49CD-062E-DAB370D359FC}"/>
          </ac:graphicFrameMkLst>
        </pc:graphicFrameChg>
      </pc:sldChg>
      <pc:sldChg chg="modSp add mod">
        <pc:chgData name="Zheng, Binghuan" userId="0c8cd837-2f89-4b12-8657-4317aa4b18aa" providerId="ADAL" clId="{DB00DB67-FA87-4343-A891-4AD2DE0A735E}" dt="2023-05-16T04:49:19.116" v="3623"/>
        <pc:sldMkLst>
          <pc:docMk/>
          <pc:sldMk cId="56375173" sldId="465"/>
        </pc:sldMkLst>
        <pc:spChg chg="mod">
          <ac:chgData name="Zheng, Binghuan" userId="0c8cd837-2f89-4b12-8657-4317aa4b18aa" providerId="ADAL" clId="{DB00DB67-FA87-4343-A891-4AD2DE0A735E}" dt="2023-05-16T04:49:19.116" v="3623"/>
          <ac:spMkLst>
            <pc:docMk/>
            <pc:sldMk cId="56375173" sldId="465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6T02:55:36.111" v="3608" actId="20577"/>
          <ac:graphicFrameMkLst>
            <pc:docMk/>
            <pc:sldMk cId="56375173" sldId="465"/>
            <ac:graphicFrameMk id="3" creationId="{503B5CA7-8C98-49CD-062E-DAB370D359FC}"/>
          </ac:graphicFrameMkLst>
        </pc:graphicFrameChg>
      </pc:sldChg>
      <pc:sldChg chg="modSp add del mod ord">
        <pc:chgData name="Zheng, Binghuan" userId="0c8cd837-2f89-4b12-8657-4317aa4b18aa" providerId="ADAL" clId="{DB00DB67-FA87-4343-A891-4AD2DE0A735E}" dt="2023-05-16T05:11:04.980" v="3672" actId="47"/>
        <pc:sldMkLst>
          <pc:docMk/>
          <pc:sldMk cId="2397749029" sldId="466"/>
        </pc:sldMkLst>
        <pc:spChg chg="mod">
          <ac:chgData name="Zheng, Binghuan" userId="0c8cd837-2f89-4b12-8657-4317aa4b18aa" providerId="ADAL" clId="{DB00DB67-FA87-4343-A891-4AD2DE0A735E}" dt="2023-05-16T04:49:35.473" v="3624"/>
          <ac:spMkLst>
            <pc:docMk/>
            <pc:sldMk cId="2397749029" sldId="466"/>
            <ac:spMk id="6" creationId="{0ED065AC-F3EF-42B0-A34B-DF7EED7FF8B9}"/>
          </ac:spMkLst>
        </pc:spChg>
      </pc:sldChg>
      <pc:sldChg chg="modSp add del mod ord">
        <pc:chgData name="Zheng, Binghuan" userId="0c8cd837-2f89-4b12-8657-4317aa4b18aa" providerId="ADAL" clId="{DB00DB67-FA87-4343-A891-4AD2DE0A735E}" dt="2023-05-16T05:16:04.688" v="3687"/>
        <pc:sldMkLst>
          <pc:docMk/>
          <pc:sldMk cId="3136376735" sldId="467"/>
        </pc:sldMkLst>
        <pc:spChg chg="mod">
          <ac:chgData name="Zheng, Binghuan" userId="0c8cd837-2f89-4b12-8657-4317aa4b18aa" providerId="ADAL" clId="{DB00DB67-FA87-4343-A891-4AD2DE0A735E}" dt="2023-05-16T04:53:59.920" v="3646"/>
          <ac:spMkLst>
            <pc:docMk/>
            <pc:sldMk cId="3136376735" sldId="467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6T05:16:04.688" v="3687"/>
          <ac:graphicFrameMkLst>
            <pc:docMk/>
            <pc:sldMk cId="3136376735" sldId="467"/>
            <ac:graphicFrameMk id="3" creationId="{503B5CA7-8C98-49CD-062E-DAB370D359FC}"/>
          </ac:graphicFrameMkLst>
        </pc:graphicFrameChg>
      </pc:sldChg>
      <pc:sldChg chg="addSp delSp modSp add mod ord">
        <pc:chgData name="Zheng, Binghuan" userId="0c8cd837-2f89-4b12-8657-4317aa4b18aa" providerId="ADAL" clId="{DB00DB67-FA87-4343-A891-4AD2DE0A735E}" dt="2023-05-16T05:20:36.199" v="3804" actId="22"/>
        <pc:sldMkLst>
          <pc:docMk/>
          <pc:sldMk cId="559823900" sldId="468"/>
        </pc:sldMkLst>
        <pc:spChg chg="add del">
          <ac:chgData name="Zheng, Binghuan" userId="0c8cd837-2f89-4b12-8657-4317aa4b18aa" providerId="ADAL" clId="{DB00DB67-FA87-4343-A891-4AD2DE0A735E}" dt="2023-05-16T05:20:36.199" v="3804" actId="22"/>
          <ac:spMkLst>
            <pc:docMk/>
            <pc:sldMk cId="559823900" sldId="468"/>
            <ac:spMk id="5" creationId="{5D362299-C1AD-3292-84EC-63B731A43188}"/>
          </ac:spMkLst>
        </pc:spChg>
        <pc:spChg chg="mod">
          <ac:chgData name="Zheng, Binghuan" userId="0c8cd837-2f89-4b12-8657-4317aa4b18aa" providerId="ADAL" clId="{DB00DB67-FA87-4343-A891-4AD2DE0A735E}" dt="2023-05-16T05:12:35.584" v="3685" actId="20577"/>
          <ac:spMkLst>
            <pc:docMk/>
            <pc:sldMk cId="559823900" sldId="468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B00DB67-FA87-4343-A891-4AD2DE0A735E}" dt="2023-05-16T05:20:16.439" v="3802" actId="20577"/>
          <ac:graphicFrameMkLst>
            <pc:docMk/>
            <pc:sldMk cId="559823900" sldId="468"/>
            <ac:graphicFrameMk id="3" creationId="{503B5CA7-8C98-49CD-062E-DAB370D359FC}"/>
          </ac:graphicFrameMkLst>
        </pc:graphicFrameChg>
      </pc:sldChg>
    </pc:docChg>
  </pc:docChgLst>
  <pc:docChgLst>
    <pc:chgData name="Zheng, Binghuan" userId="0c8cd837-2f89-4b12-8657-4317aa4b18aa" providerId="ADAL" clId="{DFE48591-324E-47F6-ABC5-B027BD4A5036}"/>
    <pc:docChg chg="undo custSel addSld delSld modSld">
      <pc:chgData name="Zheng, Binghuan" userId="0c8cd837-2f89-4b12-8657-4317aa4b18aa" providerId="ADAL" clId="{DFE48591-324E-47F6-ABC5-B027BD4A5036}" dt="2023-05-18T03:03:43.380" v="611" actId="20577"/>
      <pc:docMkLst>
        <pc:docMk/>
      </pc:docMkLst>
      <pc:sldChg chg="modSp add del mod">
        <pc:chgData name="Zheng, Binghuan" userId="0c8cd837-2f89-4b12-8657-4317aa4b18aa" providerId="ADAL" clId="{DFE48591-324E-47F6-ABC5-B027BD4A5036}" dt="2023-05-18T02:40:59.017" v="587" actId="20577"/>
        <pc:sldMkLst>
          <pc:docMk/>
          <pc:sldMk cId="2086400740" sldId="256"/>
        </pc:sldMkLst>
        <pc:spChg chg="mod">
          <ac:chgData name="Zheng, Binghuan" userId="0c8cd837-2f89-4b12-8657-4317aa4b18aa" providerId="ADAL" clId="{DFE48591-324E-47F6-ABC5-B027BD4A5036}" dt="2023-05-16T05:22:21.507" v="15" actId="1076"/>
          <ac:spMkLst>
            <pc:docMk/>
            <pc:sldMk cId="2086400740" sldId="256"/>
            <ac:spMk id="5" creationId="{679F4BE2-8E4A-4003-B816-9E34781F7E88}"/>
          </ac:spMkLst>
        </pc:spChg>
        <pc:spChg chg="mod">
          <ac:chgData name="Zheng, Binghuan" userId="0c8cd837-2f89-4b12-8657-4317aa4b18aa" providerId="ADAL" clId="{DFE48591-324E-47F6-ABC5-B027BD4A5036}" dt="2023-05-18T02:40:59.017" v="587" actId="20577"/>
          <ac:spMkLst>
            <pc:docMk/>
            <pc:sldMk cId="2086400740" sldId="256"/>
            <ac:spMk id="9" creationId="{ABEAF9F9-E88D-44A4-A1B6-BAA2E532B65E}"/>
          </ac:spMkLst>
        </pc:spChg>
      </pc:sldChg>
      <pc:sldChg chg="add del">
        <pc:chgData name="Zheng, Binghuan" userId="0c8cd837-2f89-4b12-8657-4317aa4b18aa" providerId="ADAL" clId="{DFE48591-324E-47F6-ABC5-B027BD4A5036}" dt="2023-05-16T05:39:40.955" v="167" actId="47"/>
        <pc:sldMkLst>
          <pc:docMk/>
          <pc:sldMk cId="3615015588" sldId="272"/>
        </pc:sldMkLst>
      </pc:sldChg>
      <pc:sldChg chg="add del">
        <pc:chgData name="Zheng, Binghuan" userId="0c8cd837-2f89-4b12-8657-4317aa4b18aa" providerId="ADAL" clId="{DFE48591-324E-47F6-ABC5-B027BD4A5036}" dt="2023-05-16T05:29:08.590" v="108" actId="47"/>
        <pc:sldMkLst>
          <pc:docMk/>
          <pc:sldMk cId="326920052" sldId="292"/>
        </pc:sldMkLst>
      </pc:sldChg>
      <pc:sldChg chg="add del">
        <pc:chgData name="Zheng, Binghuan" userId="0c8cd837-2f89-4b12-8657-4317aa4b18aa" providerId="ADAL" clId="{DFE48591-324E-47F6-ABC5-B027BD4A5036}" dt="2023-05-16T05:29:03.555" v="100" actId="47"/>
        <pc:sldMkLst>
          <pc:docMk/>
          <pc:sldMk cId="2393367446" sldId="345"/>
        </pc:sldMkLst>
      </pc:sldChg>
      <pc:sldChg chg="modSp add del mod">
        <pc:chgData name="Zheng, Binghuan" userId="0c8cd837-2f89-4b12-8657-4317aa4b18aa" providerId="ADAL" clId="{DFE48591-324E-47F6-ABC5-B027BD4A5036}" dt="2023-05-16T05:29:04.188" v="101" actId="47"/>
        <pc:sldMkLst>
          <pc:docMk/>
          <pc:sldMk cId="1970846983" sldId="346"/>
        </pc:sldMkLst>
        <pc:spChg chg="mod">
          <ac:chgData name="Zheng, Binghuan" userId="0c8cd837-2f89-4b12-8657-4317aa4b18aa" providerId="ADAL" clId="{DFE48591-324E-47F6-ABC5-B027BD4A5036}" dt="2023-05-16T05:28:20.636" v="57" actId="20577"/>
          <ac:spMkLst>
            <pc:docMk/>
            <pc:sldMk cId="1970846983" sldId="346"/>
            <ac:spMk id="3" creationId="{96457946-1483-4C9A-8FE4-A2862E3EFF3F}"/>
          </ac:spMkLst>
        </pc:spChg>
        <pc:spChg chg="mod">
          <ac:chgData name="Zheng, Binghuan" userId="0c8cd837-2f89-4b12-8657-4317aa4b18aa" providerId="ADAL" clId="{DFE48591-324E-47F6-ABC5-B027BD4A5036}" dt="2023-05-16T05:22:37.534" v="27" actId="20577"/>
          <ac:spMkLst>
            <pc:docMk/>
            <pc:sldMk cId="1970846983" sldId="346"/>
            <ac:spMk id="4" creationId="{F40B3903-56DF-4903-AAAF-FFE7DC00ED5A}"/>
          </ac:spMkLst>
        </pc:spChg>
      </pc:sldChg>
      <pc:sldChg chg="modSp add del mod">
        <pc:chgData name="Zheng, Binghuan" userId="0c8cd837-2f89-4b12-8657-4317aa4b18aa" providerId="ADAL" clId="{DFE48591-324E-47F6-ABC5-B027BD4A5036}" dt="2023-05-16T05:38:14.939" v="166" actId="27636"/>
        <pc:sldMkLst>
          <pc:docMk/>
          <pc:sldMk cId="723533408" sldId="402"/>
        </pc:sldMkLst>
        <pc:spChg chg="mod">
          <ac:chgData name="Zheng, Binghuan" userId="0c8cd837-2f89-4b12-8657-4317aa4b18aa" providerId="ADAL" clId="{DFE48591-324E-47F6-ABC5-B027BD4A5036}" dt="2023-05-16T05:38:14.939" v="166" actId="27636"/>
          <ac:spMkLst>
            <pc:docMk/>
            <pc:sldMk cId="723533408" sldId="402"/>
            <ac:spMk id="3" creationId="{96457946-1483-4C9A-8FE4-A2862E3EFF3F}"/>
          </ac:spMkLst>
        </pc:spChg>
      </pc:sldChg>
      <pc:sldChg chg="modSp add del mod">
        <pc:chgData name="Zheng, Binghuan" userId="0c8cd837-2f89-4b12-8657-4317aa4b18aa" providerId="ADAL" clId="{DFE48591-324E-47F6-ABC5-B027BD4A5036}" dt="2023-05-16T05:31:01.084" v="118" actId="122"/>
        <pc:sldMkLst>
          <pc:docMk/>
          <pc:sldMk cId="2144906693" sldId="404"/>
        </pc:sldMkLst>
        <pc:graphicFrameChg chg="modGraphic">
          <ac:chgData name="Zheng, Binghuan" userId="0c8cd837-2f89-4b12-8657-4317aa4b18aa" providerId="ADAL" clId="{DFE48591-324E-47F6-ABC5-B027BD4A5036}" dt="2023-05-16T05:31:01.084" v="118" actId="122"/>
          <ac:graphicFrameMkLst>
            <pc:docMk/>
            <pc:sldMk cId="2144906693" sldId="404"/>
            <ac:graphicFrameMk id="9" creationId="{A471383B-87D3-406F-AEC8-A1732EA53B37}"/>
          </ac:graphicFrameMkLst>
        </pc:graphicFrameChg>
      </pc:sldChg>
      <pc:sldChg chg="modSp add del mod">
        <pc:chgData name="Zheng, Binghuan" userId="0c8cd837-2f89-4b12-8657-4317aa4b18aa" providerId="ADAL" clId="{DFE48591-324E-47F6-ABC5-B027BD4A5036}" dt="2023-05-18T01:11:25.039" v="542" actId="207"/>
        <pc:sldMkLst>
          <pc:docMk/>
          <pc:sldMk cId="115201031" sldId="434"/>
        </pc:sldMkLst>
        <pc:spChg chg="mod">
          <ac:chgData name="Zheng, Binghuan" userId="0c8cd837-2f89-4b12-8657-4317aa4b18aa" providerId="ADAL" clId="{DFE48591-324E-47F6-ABC5-B027BD4A5036}" dt="2023-05-16T05:36:58.171" v="132" actId="20577"/>
          <ac:spMkLst>
            <pc:docMk/>
            <pc:sldMk cId="115201031" sldId="434"/>
            <ac:spMk id="4" creationId="{739ED610-7AC8-45CD-BCC6-B494109E5D9F}"/>
          </ac:spMkLst>
        </pc:spChg>
        <pc:graphicFrameChg chg="modGraphic">
          <ac:chgData name="Zheng, Binghuan" userId="0c8cd837-2f89-4b12-8657-4317aa4b18aa" providerId="ADAL" clId="{DFE48591-324E-47F6-ABC5-B027BD4A5036}" dt="2023-05-18T01:11:25.039" v="542" actId="207"/>
          <ac:graphicFrameMkLst>
            <pc:docMk/>
            <pc:sldMk cId="115201031" sldId="434"/>
            <ac:graphicFrameMk id="9" creationId="{A471383B-87D3-406F-AEC8-A1732EA53B37}"/>
          </ac:graphicFrameMkLst>
        </pc:graphicFrameChg>
      </pc:sldChg>
      <pc:sldChg chg="modSp add del mod">
        <pc:chgData name="Zheng, Binghuan" userId="0c8cd837-2f89-4b12-8657-4317aa4b18aa" providerId="ADAL" clId="{DFE48591-324E-47F6-ABC5-B027BD4A5036}" dt="2023-05-16T05:45:31.127" v="175" actId="207"/>
        <pc:sldMkLst>
          <pc:docMk/>
          <pc:sldMk cId="428685846" sldId="435"/>
        </pc:sldMkLst>
        <pc:graphicFrameChg chg="mod modGraphic">
          <ac:chgData name="Zheng, Binghuan" userId="0c8cd837-2f89-4b12-8657-4317aa4b18aa" providerId="ADAL" clId="{DFE48591-324E-47F6-ABC5-B027BD4A5036}" dt="2023-05-16T05:45:31.127" v="175" actId="207"/>
          <ac:graphicFrameMkLst>
            <pc:docMk/>
            <pc:sldMk cId="428685846" sldId="435"/>
            <ac:graphicFrameMk id="9" creationId="{A471383B-87D3-406F-AEC8-A1732EA53B37}"/>
          </ac:graphicFrameMkLst>
        </pc:graphicFrameChg>
      </pc:sldChg>
      <pc:sldChg chg="modSp add del mod">
        <pc:chgData name="Zheng, Binghuan" userId="0c8cd837-2f89-4b12-8657-4317aa4b18aa" providerId="ADAL" clId="{DFE48591-324E-47F6-ABC5-B027BD4A5036}" dt="2023-05-16T05:45:59.244" v="183" actId="207"/>
        <pc:sldMkLst>
          <pc:docMk/>
          <pc:sldMk cId="2110459600" sldId="436"/>
        </pc:sldMkLst>
        <pc:graphicFrameChg chg="mod modGraphic">
          <ac:chgData name="Zheng, Binghuan" userId="0c8cd837-2f89-4b12-8657-4317aa4b18aa" providerId="ADAL" clId="{DFE48591-324E-47F6-ABC5-B027BD4A5036}" dt="2023-05-16T05:45:59.244" v="183" actId="207"/>
          <ac:graphicFrameMkLst>
            <pc:docMk/>
            <pc:sldMk cId="2110459600" sldId="436"/>
            <ac:graphicFrameMk id="9" creationId="{A471383B-87D3-406F-AEC8-A1732EA53B37}"/>
          </ac:graphicFrameMkLst>
        </pc:graphicFrameChg>
      </pc:sldChg>
      <pc:sldChg chg="del">
        <pc:chgData name="Zheng, Binghuan" userId="0c8cd837-2f89-4b12-8657-4317aa4b18aa" providerId="ADAL" clId="{DFE48591-324E-47F6-ABC5-B027BD4A5036}" dt="2023-05-16T05:28:52.109" v="58" actId="47"/>
        <pc:sldMkLst>
          <pc:docMk/>
          <pc:sldMk cId="2059096030" sldId="437"/>
        </pc:sldMkLst>
      </pc:sldChg>
      <pc:sldChg chg="addSp delSp modSp add mod">
        <pc:chgData name="Zheng, Binghuan" userId="0c8cd837-2f89-4b12-8657-4317aa4b18aa" providerId="ADAL" clId="{DFE48591-324E-47F6-ABC5-B027BD4A5036}" dt="2023-05-16T09:41:52.976" v="541" actId="20577"/>
        <pc:sldMkLst>
          <pc:docMk/>
          <pc:sldMk cId="3673007161" sldId="437"/>
        </pc:sldMkLst>
        <pc:spChg chg="add mod">
          <ac:chgData name="Zheng, Binghuan" userId="0c8cd837-2f89-4b12-8657-4317aa4b18aa" providerId="ADAL" clId="{DFE48591-324E-47F6-ABC5-B027BD4A5036}" dt="2023-05-16T09:41:52.976" v="541" actId="20577"/>
          <ac:spMkLst>
            <pc:docMk/>
            <pc:sldMk cId="3673007161" sldId="437"/>
            <ac:spMk id="2" creationId="{E5CDA488-21BA-933E-DBBE-A49B75FC6773}"/>
          </ac:spMkLst>
        </pc:spChg>
        <pc:spChg chg="del">
          <ac:chgData name="Zheng, Binghuan" userId="0c8cd837-2f89-4b12-8657-4317aa4b18aa" providerId="ADAL" clId="{DFE48591-324E-47F6-ABC5-B027BD4A5036}" dt="2023-05-16T07:55:16.105" v="185" actId="478"/>
          <ac:spMkLst>
            <pc:docMk/>
            <pc:sldMk cId="3673007161" sldId="437"/>
            <ac:spMk id="4" creationId="{739ED610-7AC8-45CD-BCC6-B494109E5D9F}"/>
          </ac:spMkLst>
        </pc:spChg>
        <pc:spChg chg="mod">
          <ac:chgData name="Zheng, Binghuan" userId="0c8cd837-2f89-4b12-8657-4317aa4b18aa" providerId="ADAL" clId="{DFE48591-324E-47F6-ABC5-B027BD4A5036}" dt="2023-05-16T07:55:32.334" v="231" actId="20577"/>
          <ac:spMkLst>
            <pc:docMk/>
            <pc:sldMk cId="3673007161" sldId="437"/>
            <ac:spMk id="6" creationId="{0ED065AC-F3EF-42B0-A34B-DF7EED7FF8B9}"/>
          </ac:spMkLst>
        </pc:spChg>
        <pc:graphicFrameChg chg="del modGraphic">
          <ac:chgData name="Zheng, Binghuan" userId="0c8cd837-2f89-4b12-8657-4317aa4b18aa" providerId="ADAL" clId="{DFE48591-324E-47F6-ABC5-B027BD4A5036}" dt="2023-05-16T07:55:18.683" v="187" actId="478"/>
          <ac:graphicFrameMkLst>
            <pc:docMk/>
            <pc:sldMk cId="3673007161" sldId="437"/>
            <ac:graphicFrameMk id="9" creationId="{A471383B-87D3-406F-AEC8-A1732EA53B37}"/>
          </ac:graphicFrameMkLst>
        </pc:graphicFrameChg>
        <pc:picChg chg="add mod">
          <ac:chgData name="Zheng, Binghuan" userId="0c8cd837-2f89-4b12-8657-4317aa4b18aa" providerId="ADAL" clId="{DFE48591-324E-47F6-ABC5-B027BD4A5036}" dt="2023-05-16T09:41:22.168" v="514" actId="14100"/>
          <ac:picMkLst>
            <pc:docMk/>
            <pc:sldMk cId="3673007161" sldId="437"/>
            <ac:picMk id="5" creationId="{12F0CA4C-BB15-60EF-562B-170EC58D6D25}"/>
          </ac:picMkLst>
        </pc:picChg>
        <pc:picChg chg="add mod">
          <ac:chgData name="Zheng, Binghuan" userId="0c8cd837-2f89-4b12-8657-4317aa4b18aa" providerId="ADAL" clId="{DFE48591-324E-47F6-ABC5-B027BD4A5036}" dt="2023-05-16T09:41:26.485" v="516" actId="1076"/>
          <ac:picMkLst>
            <pc:docMk/>
            <pc:sldMk cId="3673007161" sldId="437"/>
            <ac:picMk id="8" creationId="{B93A6A67-BF99-DD12-7B06-74DEA1CCE2D0}"/>
          </ac:picMkLst>
        </pc:picChg>
      </pc:sldChg>
      <pc:sldChg chg="del">
        <pc:chgData name="Zheng, Binghuan" userId="0c8cd837-2f89-4b12-8657-4317aa4b18aa" providerId="ADAL" clId="{DFE48591-324E-47F6-ABC5-B027BD4A5036}" dt="2023-05-16T05:28:52.349" v="59" actId="47"/>
        <pc:sldMkLst>
          <pc:docMk/>
          <pc:sldMk cId="652883061" sldId="438"/>
        </pc:sldMkLst>
      </pc:sldChg>
      <pc:sldChg chg="add del">
        <pc:chgData name="Zheng, Binghuan" userId="0c8cd837-2f89-4b12-8657-4317aa4b18aa" providerId="ADAL" clId="{DFE48591-324E-47F6-ABC5-B027BD4A5036}" dt="2023-05-16T09:38:41.365" v="508" actId="47"/>
        <pc:sldMkLst>
          <pc:docMk/>
          <pc:sldMk cId="3004587385" sldId="438"/>
        </pc:sldMkLst>
      </pc:sldChg>
      <pc:sldChg chg="del">
        <pc:chgData name="Zheng, Binghuan" userId="0c8cd837-2f89-4b12-8657-4317aa4b18aa" providerId="ADAL" clId="{DFE48591-324E-47F6-ABC5-B027BD4A5036}" dt="2023-05-16T05:28:52.557" v="60" actId="47"/>
        <pc:sldMkLst>
          <pc:docMk/>
          <pc:sldMk cId="9024894" sldId="439"/>
        </pc:sldMkLst>
      </pc:sldChg>
      <pc:sldChg chg="del">
        <pc:chgData name="Zheng, Binghuan" userId="0c8cd837-2f89-4b12-8657-4317aa4b18aa" providerId="ADAL" clId="{DFE48591-324E-47F6-ABC5-B027BD4A5036}" dt="2023-05-16T05:28:55.715" v="61" actId="47"/>
        <pc:sldMkLst>
          <pc:docMk/>
          <pc:sldMk cId="3674131767" sldId="440"/>
        </pc:sldMkLst>
      </pc:sldChg>
      <pc:sldChg chg="del">
        <pc:chgData name="Zheng, Binghuan" userId="0c8cd837-2f89-4b12-8657-4317aa4b18aa" providerId="ADAL" clId="{DFE48591-324E-47F6-ABC5-B027BD4A5036}" dt="2023-05-16T05:28:56.095" v="62" actId="47"/>
        <pc:sldMkLst>
          <pc:docMk/>
          <pc:sldMk cId="1388188829" sldId="441"/>
        </pc:sldMkLst>
      </pc:sldChg>
      <pc:sldChg chg="modSp add del mod">
        <pc:chgData name="Zheng, Binghuan" userId="0c8cd837-2f89-4b12-8657-4317aa4b18aa" providerId="ADAL" clId="{DFE48591-324E-47F6-ABC5-B027BD4A5036}" dt="2023-05-18T03:03:43.380" v="611" actId="20577"/>
        <pc:sldMkLst>
          <pc:docMk/>
          <pc:sldMk cId="1448590864" sldId="442"/>
        </pc:sldMkLst>
        <pc:spChg chg="mod">
          <ac:chgData name="Zheng, Binghuan" userId="0c8cd837-2f89-4b12-8657-4317aa4b18aa" providerId="ADAL" clId="{DFE48591-324E-47F6-ABC5-B027BD4A5036}" dt="2023-05-18T02:40:15.810" v="580" actId="20577"/>
          <ac:spMkLst>
            <pc:docMk/>
            <pc:sldMk cId="1448590864" sldId="442"/>
            <ac:spMk id="6" creationId="{0ED065AC-F3EF-42B0-A34B-DF7EED7FF8B9}"/>
          </ac:spMkLst>
        </pc:spChg>
        <pc:graphicFrameChg chg="mod modGraphic">
          <ac:chgData name="Zheng, Binghuan" userId="0c8cd837-2f89-4b12-8657-4317aa4b18aa" providerId="ADAL" clId="{DFE48591-324E-47F6-ABC5-B027BD4A5036}" dt="2023-05-18T03:03:43.380" v="611" actId="20577"/>
          <ac:graphicFrameMkLst>
            <pc:docMk/>
            <pc:sldMk cId="1448590864" sldId="442"/>
            <ac:graphicFrameMk id="9" creationId="{A471383B-87D3-406F-AEC8-A1732EA53B37}"/>
          </ac:graphicFrameMkLst>
        </pc:graphicFrameChg>
      </pc:sldChg>
      <pc:sldChg chg="modSp add del mod">
        <pc:chgData name="Zheng, Binghuan" userId="0c8cd837-2f89-4b12-8657-4317aa4b18aa" providerId="ADAL" clId="{DFE48591-324E-47F6-ABC5-B027BD4A5036}" dt="2023-05-18T03:03:18.889" v="608" actId="242"/>
        <pc:sldMkLst>
          <pc:docMk/>
          <pc:sldMk cId="435700087" sldId="443"/>
        </pc:sldMkLst>
        <pc:spChg chg="mod">
          <ac:chgData name="Zheng, Binghuan" userId="0c8cd837-2f89-4b12-8657-4317aa4b18aa" providerId="ADAL" clId="{DFE48591-324E-47F6-ABC5-B027BD4A5036}" dt="2023-05-18T02:40:32.039" v="582" actId="20577"/>
          <ac:spMkLst>
            <pc:docMk/>
            <pc:sldMk cId="435700087" sldId="443"/>
            <ac:spMk id="6" creationId="{0ED065AC-F3EF-42B0-A34B-DF7EED7FF8B9}"/>
          </ac:spMkLst>
        </pc:spChg>
        <pc:graphicFrameChg chg="modGraphic">
          <ac:chgData name="Zheng, Binghuan" userId="0c8cd837-2f89-4b12-8657-4317aa4b18aa" providerId="ADAL" clId="{DFE48591-324E-47F6-ABC5-B027BD4A5036}" dt="2023-05-18T03:03:18.889" v="608" actId="242"/>
          <ac:graphicFrameMkLst>
            <pc:docMk/>
            <pc:sldMk cId="435700087" sldId="443"/>
            <ac:graphicFrameMk id="9" creationId="{A471383B-87D3-406F-AEC8-A1732EA53B37}"/>
          </ac:graphicFrameMkLst>
        </pc:graphicFrameChg>
      </pc:sldChg>
      <pc:sldChg chg="del">
        <pc:chgData name="Zheng, Binghuan" userId="0c8cd837-2f89-4b12-8657-4317aa4b18aa" providerId="ADAL" clId="{DFE48591-324E-47F6-ABC5-B027BD4A5036}" dt="2023-05-16T05:28:56.692" v="65" actId="47"/>
        <pc:sldMkLst>
          <pc:docMk/>
          <pc:sldMk cId="1495955687" sldId="444"/>
        </pc:sldMkLst>
      </pc:sldChg>
      <pc:sldChg chg="del">
        <pc:chgData name="Zheng, Binghuan" userId="0c8cd837-2f89-4b12-8657-4317aa4b18aa" providerId="ADAL" clId="{DFE48591-324E-47F6-ABC5-B027BD4A5036}" dt="2023-05-16T05:28:57.193" v="66" actId="47"/>
        <pc:sldMkLst>
          <pc:docMk/>
          <pc:sldMk cId="2211459611" sldId="445"/>
        </pc:sldMkLst>
      </pc:sldChg>
      <pc:sldChg chg="del">
        <pc:chgData name="Zheng, Binghuan" userId="0c8cd837-2f89-4b12-8657-4317aa4b18aa" providerId="ADAL" clId="{DFE48591-324E-47F6-ABC5-B027BD4A5036}" dt="2023-05-16T05:28:57.400" v="67" actId="47"/>
        <pc:sldMkLst>
          <pc:docMk/>
          <pc:sldMk cId="3498928025" sldId="446"/>
        </pc:sldMkLst>
      </pc:sldChg>
      <pc:sldChg chg="del">
        <pc:chgData name="Zheng, Binghuan" userId="0c8cd837-2f89-4b12-8657-4317aa4b18aa" providerId="ADAL" clId="{DFE48591-324E-47F6-ABC5-B027BD4A5036}" dt="2023-05-16T05:28:57.634" v="68" actId="47"/>
        <pc:sldMkLst>
          <pc:docMk/>
          <pc:sldMk cId="2988194818" sldId="447"/>
        </pc:sldMkLst>
      </pc:sldChg>
      <pc:sldChg chg="del">
        <pc:chgData name="Zheng, Binghuan" userId="0c8cd837-2f89-4b12-8657-4317aa4b18aa" providerId="ADAL" clId="{DFE48591-324E-47F6-ABC5-B027BD4A5036}" dt="2023-05-16T05:28:58.023" v="69" actId="47"/>
        <pc:sldMkLst>
          <pc:docMk/>
          <pc:sldMk cId="732527161" sldId="448"/>
        </pc:sldMkLst>
      </pc:sldChg>
      <pc:sldChg chg="del">
        <pc:chgData name="Zheng, Binghuan" userId="0c8cd837-2f89-4b12-8657-4317aa4b18aa" providerId="ADAL" clId="{DFE48591-324E-47F6-ABC5-B027BD4A5036}" dt="2023-05-16T05:28:58.530" v="70" actId="47"/>
        <pc:sldMkLst>
          <pc:docMk/>
          <pc:sldMk cId="1002335632" sldId="449"/>
        </pc:sldMkLst>
      </pc:sldChg>
      <pc:sldChg chg="del">
        <pc:chgData name="Zheng, Binghuan" userId="0c8cd837-2f89-4b12-8657-4317aa4b18aa" providerId="ADAL" clId="{DFE48591-324E-47F6-ABC5-B027BD4A5036}" dt="2023-05-16T05:28:58.576" v="71" actId="47"/>
        <pc:sldMkLst>
          <pc:docMk/>
          <pc:sldMk cId="2209356476" sldId="450"/>
        </pc:sldMkLst>
      </pc:sldChg>
      <pc:sldChg chg="del">
        <pc:chgData name="Zheng, Binghuan" userId="0c8cd837-2f89-4b12-8657-4317aa4b18aa" providerId="ADAL" clId="{DFE48591-324E-47F6-ABC5-B027BD4A5036}" dt="2023-05-16T05:28:58.749" v="72" actId="47"/>
        <pc:sldMkLst>
          <pc:docMk/>
          <pc:sldMk cId="2050256125" sldId="451"/>
        </pc:sldMkLst>
      </pc:sldChg>
      <pc:sldChg chg="del">
        <pc:chgData name="Zheng, Binghuan" userId="0c8cd837-2f89-4b12-8657-4317aa4b18aa" providerId="ADAL" clId="{DFE48591-324E-47F6-ABC5-B027BD4A5036}" dt="2023-05-16T05:28:59.357" v="77" actId="47"/>
        <pc:sldMkLst>
          <pc:docMk/>
          <pc:sldMk cId="3319544129" sldId="452"/>
        </pc:sldMkLst>
      </pc:sldChg>
      <pc:sldChg chg="del">
        <pc:chgData name="Zheng, Binghuan" userId="0c8cd837-2f89-4b12-8657-4317aa4b18aa" providerId="ADAL" clId="{DFE48591-324E-47F6-ABC5-B027BD4A5036}" dt="2023-05-16T05:28:59.542" v="82" actId="47"/>
        <pc:sldMkLst>
          <pc:docMk/>
          <pc:sldMk cId="2776444572" sldId="453"/>
        </pc:sldMkLst>
      </pc:sldChg>
      <pc:sldChg chg="del">
        <pc:chgData name="Zheng, Binghuan" userId="0c8cd837-2f89-4b12-8657-4317aa4b18aa" providerId="ADAL" clId="{DFE48591-324E-47F6-ABC5-B027BD4A5036}" dt="2023-05-16T05:28:59.661" v="85" actId="47"/>
        <pc:sldMkLst>
          <pc:docMk/>
          <pc:sldMk cId="71352314" sldId="454"/>
        </pc:sldMkLst>
      </pc:sldChg>
      <pc:sldChg chg="add del">
        <pc:chgData name="Zheng, Binghuan" userId="0c8cd837-2f89-4b12-8657-4317aa4b18aa" providerId="ADAL" clId="{DFE48591-324E-47F6-ABC5-B027BD4A5036}" dt="2023-05-16T05:29:12.800" v="110" actId="47"/>
        <pc:sldMkLst>
          <pc:docMk/>
          <pc:sldMk cId="1539297286" sldId="455"/>
        </pc:sldMkLst>
      </pc:sldChg>
      <pc:sldChg chg="del">
        <pc:chgData name="Zheng, Binghuan" userId="0c8cd837-2f89-4b12-8657-4317aa4b18aa" providerId="ADAL" clId="{DFE48591-324E-47F6-ABC5-B027BD4A5036}" dt="2023-05-16T05:28:59.246" v="73" actId="47"/>
        <pc:sldMkLst>
          <pc:docMk/>
          <pc:sldMk cId="731146122" sldId="456"/>
        </pc:sldMkLst>
      </pc:sldChg>
      <pc:sldChg chg="del">
        <pc:chgData name="Zheng, Binghuan" userId="0c8cd837-2f89-4b12-8657-4317aa4b18aa" providerId="ADAL" clId="{DFE48591-324E-47F6-ABC5-B027BD4A5036}" dt="2023-05-16T05:28:59.262" v="74" actId="47"/>
        <pc:sldMkLst>
          <pc:docMk/>
          <pc:sldMk cId="1628488132" sldId="457"/>
        </pc:sldMkLst>
      </pc:sldChg>
      <pc:sldChg chg="del">
        <pc:chgData name="Zheng, Binghuan" userId="0c8cd837-2f89-4b12-8657-4317aa4b18aa" providerId="ADAL" clId="{DFE48591-324E-47F6-ABC5-B027BD4A5036}" dt="2023-05-16T05:28:59.309" v="75" actId="47"/>
        <pc:sldMkLst>
          <pc:docMk/>
          <pc:sldMk cId="3275979725" sldId="458"/>
        </pc:sldMkLst>
      </pc:sldChg>
      <pc:sldChg chg="del">
        <pc:chgData name="Zheng, Binghuan" userId="0c8cd837-2f89-4b12-8657-4317aa4b18aa" providerId="ADAL" clId="{DFE48591-324E-47F6-ABC5-B027BD4A5036}" dt="2023-05-16T05:28:59.326" v="76" actId="47"/>
        <pc:sldMkLst>
          <pc:docMk/>
          <pc:sldMk cId="1593563696" sldId="459"/>
        </pc:sldMkLst>
      </pc:sldChg>
      <pc:sldChg chg="del">
        <pc:chgData name="Zheng, Binghuan" userId="0c8cd837-2f89-4b12-8657-4317aa4b18aa" providerId="ADAL" clId="{DFE48591-324E-47F6-ABC5-B027BD4A5036}" dt="2023-05-16T05:28:59.399" v="78" actId="47"/>
        <pc:sldMkLst>
          <pc:docMk/>
          <pc:sldMk cId="3580862102" sldId="460"/>
        </pc:sldMkLst>
      </pc:sldChg>
      <pc:sldChg chg="del">
        <pc:chgData name="Zheng, Binghuan" userId="0c8cd837-2f89-4b12-8657-4317aa4b18aa" providerId="ADAL" clId="{DFE48591-324E-47F6-ABC5-B027BD4A5036}" dt="2023-05-16T05:28:59.447" v="79" actId="47"/>
        <pc:sldMkLst>
          <pc:docMk/>
          <pc:sldMk cId="1419580613" sldId="461"/>
        </pc:sldMkLst>
      </pc:sldChg>
      <pc:sldChg chg="del">
        <pc:chgData name="Zheng, Binghuan" userId="0c8cd837-2f89-4b12-8657-4317aa4b18aa" providerId="ADAL" clId="{DFE48591-324E-47F6-ABC5-B027BD4A5036}" dt="2023-05-16T05:28:59.512" v="80" actId="47"/>
        <pc:sldMkLst>
          <pc:docMk/>
          <pc:sldMk cId="43316218" sldId="462"/>
        </pc:sldMkLst>
      </pc:sldChg>
      <pc:sldChg chg="del">
        <pc:chgData name="Zheng, Binghuan" userId="0c8cd837-2f89-4b12-8657-4317aa4b18aa" providerId="ADAL" clId="{DFE48591-324E-47F6-ABC5-B027BD4A5036}" dt="2023-05-16T05:28:59.526" v="81" actId="47"/>
        <pc:sldMkLst>
          <pc:docMk/>
          <pc:sldMk cId="3731721025" sldId="463"/>
        </pc:sldMkLst>
      </pc:sldChg>
      <pc:sldChg chg="del">
        <pc:chgData name="Zheng, Binghuan" userId="0c8cd837-2f89-4b12-8657-4317aa4b18aa" providerId="ADAL" clId="{DFE48591-324E-47F6-ABC5-B027BD4A5036}" dt="2023-05-16T05:28:59.577" v="83" actId="47"/>
        <pc:sldMkLst>
          <pc:docMk/>
          <pc:sldMk cId="697485291" sldId="464"/>
        </pc:sldMkLst>
      </pc:sldChg>
      <pc:sldChg chg="del">
        <pc:chgData name="Zheng, Binghuan" userId="0c8cd837-2f89-4b12-8657-4317aa4b18aa" providerId="ADAL" clId="{DFE48591-324E-47F6-ABC5-B027BD4A5036}" dt="2023-05-16T05:28:59.592" v="84" actId="47"/>
        <pc:sldMkLst>
          <pc:docMk/>
          <pc:sldMk cId="56375173" sldId="465"/>
        </pc:sldMkLst>
      </pc:sldChg>
      <pc:sldChg chg="del">
        <pc:chgData name="Zheng, Binghuan" userId="0c8cd837-2f89-4b12-8657-4317aa4b18aa" providerId="ADAL" clId="{DFE48591-324E-47F6-ABC5-B027BD4A5036}" dt="2023-05-16T05:28:59.692" v="86" actId="47"/>
        <pc:sldMkLst>
          <pc:docMk/>
          <pc:sldMk cId="3136376735" sldId="467"/>
        </pc:sldMkLst>
      </pc:sldChg>
      <pc:sldChg chg="del">
        <pc:chgData name="Zheng, Binghuan" userId="0c8cd837-2f89-4b12-8657-4317aa4b18aa" providerId="ADAL" clId="{DFE48591-324E-47F6-ABC5-B027BD4A5036}" dt="2023-05-16T05:28:59.727" v="87" actId="47"/>
        <pc:sldMkLst>
          <pc:docMk/>
          <pc:sldMk cId="559823900" sldId="468"/>
        </pc:sldMkLst>
      </pc:sldChg>
    </pc:docChg>
  </pc:docChgLst>
  <pc:docChgLst>
    <pc:chgData name="Yu, Harry" userId="d07dd713-323b-41c6-b24d-c18be50fb4fc" providerId="ADAL" clId="{F08C8037-C502-4E6D-8951-FBC0DBE5BF1B}"/>
    <pc:docChg chg="undo redo custSel addSld delSld modSld sldOrd">
      <pc:chgData name="Yu, Harry" userId="d07dd713-323b-41c6-b24d-c18be50fb4fc" providerId="ADAL" clId="{F08C8037-C502-4E6D-8951-FBC0DBE5BF1B}" dt="2021-09-16T06:13:24.393" v="4621" actId="20577"/>
      <pc:docMkLst>
        <pc:docMk/>
      </pc:docMkLst>
      <pc:sldChg chg="modSp mod">
        <pc:chgData name="Yu, Harry" userId="d07dd713-323b-41c6-b24d-c18be50fb4fc" providerId="ADAL" clId="{F08C8037-C502-4E6D-8951-FBC0DBE5BF1B}" dt="2021-07-30T06:56:42.379" v="15" actId="20577"/>
        <pc:sldMkLst>
          <pc:docMk/>
          <pc:sldMk cId="2086400740" sldId="256"/>
        </pc:sldMkLst>
        <pc:spChg chg="mod">
          <ac:chgData name="Yu, Harry" userId="d07dd713-323b-41c6-b24d-c18be50fb4fc" providerId="ADAL" clId="{F08C8037-C502-4E6D-8951-FBC0DBE5BF1B}" dt="2021-07-30T06:56:32.261" v="7" actId="20577"/>
          <ac:spMkLst>
            <pc:docMk/>
            <pc:sldMk cId="2086400740" sldId="256"/>
            <ac:spMk id="5" creationId="{679F4BE2-8E4A-4003-B816-9E34781F7E88}"/>
          </ac:spMkLst>
        </pc:spChg>
        <pc:spChg chg="mod">
          <ac:chgData name="Yu, Harry" userId="d07dd713-323b-41c6-b24d-c18be50fb4fc" providerId="ADAL" clId="{F08C8037-C502-4E6D-8951-FBC0DBE5BF1B}" dt="2021-07-30T06:56:42.379" v="15" actId="20577"/>
          <ac:spMkLst>
            <pc:docMk/>
            <pc:sldMk cId="2086400740" sldId="256"/>
            <ac:spMk id="9" creationId="{ABEAF9F9-E88D-44A4-A1B6-BAA2E532B65E}"/>
          </ac:spMkLst>
        </pc:spChg>
      </pc:sldChg>
      <pc:sldChg chg="modSp mod">
        <pc:chgData name="Yu, Harry" userId="d07dd713-323b-41c6-b24d-c18be50fb4fc" providerId="ADAL" clId="{F08C8037-C502-4E6D-8951-FBC0DBE5BF1B}" dt="2021-08-09T02:06:30.873" v="634" actId="20577"/>
        <pc:sldMkLst>
          <pc:docMk/>
          <pc:sldMk cId="1970846983" sldId="346"/>
        </pc:sldMkLst>
        <pc:spChg chg="mod">
          <ac:chgData name="Yu, Harry" userId="d07dd713-323b-41c6-b24d-c18be50fb4fc" providerId="ADAL" clId="{F08C8037-C502-4E6D-8951-FBC0DBE5BF1B}" dt="2021-08-09T02:06:30.873" v="634" actId="20577"/>
          <ac:spMkLst>
            <pc:docMk/>
            <pc:sldMk cId="1970846983" sldId="346"/>
            <ac:spMk id="3" creationId="{96457946-1483-4C9A-8FE4-A2862E3EFF3F}"/>
          </ac:spMkLst>
        </pc:spChg>
        <pc:spChg chg="mod">
          <ac:chgData name="Yu, Harry" userId="d07dd713-323b-41c6-b24d-c18be50fb4fc" providerId="ADAL" clId="{F08C8037-C502-4E6D-8951-FBC0DBE5BF1B}" dt="2021-08-09T02:04:51.540" v="561" actId="20577"/>
          <ac:spMkLst>
            <pc:docMk/>
            <pc:sldMk cId="1970846983" sldId="346"/>
            <ac:spMk id="4" creationId="{F40B3903-56DF-4903-AAAF-FFE7DC00ED5A}"/>
          </ac:spMkLst>
        </pc:spChg>
      </pc:sldChg>
      <pc:sldChg chg="modSp del mod">
        <pc:chgData name="Yu, Harry" userId="d07dd713-323b-41c6-b24d-c18be50fb4fc" providerId="ADAL" clId="{F08C8037-C502-4E6D-8951-FBC0DBE5BF1B}" dt="2021-07-30T07:29:33.142" v="50" actId="47"/>
        <pc:sldMkLst>
          <pc:docMk/>
          <pc:sldMk cId="1720989735" sldId="347"/>
        </pc:sldMkLst>
        <pc:graphicFrameChg chg="mod modGraphic">
          <ac:chgData name="Yu, Harry" userId="d07dd713-323b-41c6-b24d-c18be50fb4fc" providerId="ADAL" clId="{F08C8037-C502-4E6D-8951-FBC0DBE5BF1B}" dt="2021-07-30T07:28:21.727" v="49" actId="108"/>
          <ac:graphicFrameMkLst>
            <pc:docMk/>
            <pc:sldMk cId="1720989735" sldId="347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7-30T08:21:06.404" v="154" actId="47"/>
        <pc:sldMkLst>
          <pc:docMk/>
          <pc:sldMk cId="1047594624" sldId="348"/>
        </pc:sldMkLst>
      </pc:sldChg>
      <pc:sldChg chg="del">
        <pc:chgData name="Yu, Harry" userId="d07dd713-323b-41c6-b24d-c18be50fb4fc" providerId="ADAL" clId="{F08C8037-C502-4E6D-8951-FBC0DBE5BF1B}" dt="2021-07-30T08:21:06.404" v="154" actId="47"/>
        <pc:sldMkLst>
          <pc:docMk/>
          <pc:sldMk cId="1430307301" sldId="349"/>
        </pc:sldMkLst>
      </pc:sldChg>
      <pc:sldChg chg="del">
        <pc:chgData name="Yu, Harry" userId="d07dd713-323b-41c6-b24d-c18be50fb4fc" providerId="ADAL" clId="{F08C8037-C502-4E6D-8951-FBC0DBE5BF1B}" dt="2021-07-30T08:21:06.404" v="154" actId="47"/>
        <pc:sldMkLst>
          <pc:docMk/>
          <pc:sldMk cId="2694536849" sldId="350"/>
        </pc:sldMkLst>
      </pc:sldChg>
      <pc:sldChg chg="del">
        <pc:chgData name="Yu, Harry" userId="d07dd713-323b-41c6-b24d-c18be50fb4fc" providerId="ADAL" clId="{F08C8037-C502-4E6D-8951-FBC0DBE5BF1B}" dt="2021-07-30T08:21:06.404" v="154" actId="47"/>
        <pc:sldMkLst>
          <pc:docMk/>
          <pc:sldMk cId="744400410" sldId="351"/>
        </pc:sldMkLst>
      </pc:sldChg>
      <pc:sldChg chg="modSp del">
        <pc:chgData name="Yu, Harry" userId="d07dd713-323b-41c6-b24d-c18be50fb4fc" providerId="ADAL" clId="{F08C8037-C502-4E6D-8951-FBC0DBE5BF1B}" dt="2021-08-06T08:17:04.461" v="496" actId="47"/>
        <pc:sldMkLst>
          <pc:docMk/>
          <pc:sldMk cId="20239079" sldId="352"/>
        </pc:sldMkLst>
        <pc:spChg chg="mod">
          <ac:chgData name="Yu, Harry" userId="d07dd713-323b-41c6-b24d-c18be50fb4fc" providerId="ADAL" clId="{F08C8037-C502-4E6D-8951-FBC0DBE5BF1B}" dt="2021-08-05T08:30:47.882" v="395"/>
          <ac:spMkLst>
            <pc:docMk/>
            <pc:sldMk cId="20239079" sldId="352"/>
            <ac:spMk id="8" creationId="{F49B172A-BAE7-4B0D-8D1C-5E422BCB57BD}"/>
          </ac:spMkLst>
        </pc:spChg>
      </pc:sldChg>
      <pc:sldChg chg="addSp modSp mod">
        <pc:chgData name="Yu, Harry" userId="d07dd713-323b-41c6-b24d-c18be50fb4fc" providerId="ADAL" clId="{F08C8037-C502-4E6D-8951-FBC0DBE5BF1B}" dt="2021-08-24T00:23:22.995" v="4301" actId="20577"/>
        <pc:sldMkLst>
          <pc:docMk/>
          <pc:sldMk cId="2793958940" sldId="354"/>
        </pc:sldMkLst>
        <pc:spChg chg="add mod">
          <ac:chgData name="Yu, Harry" userId="d07dd713-323b-41c6-b24d-c18be50fb4fc" providerId="ADAL" clId="{F08C8037-C502-4E6D-8951-FBC0DBE5BF1B}" dt="2021-08-24T00:23:22.995" v="4301" actId="20577"/>
          <ac:spMkLst>
            <pc:docMk/>
            <pc:sldMk cId="2793958940" sldId="354"/>
            <ac:spMk id="4" creationId="{546F09EE-FEAD-4FF4-800B-158D6A164333}"/>
          </ac:spMkLst>
        </pc:spChg>
        <pc:spChg chg="mod">
          <ac:chgData name="Yu, Harry" userId="d07dd713-323b-41c6-b24d-c18be50fb4fc" providerId="ADAL" clId="{F08C8037-C502-4E6D-8951-FBC0DBE5BF1B}" dt="2021-08-09T02:41:23.132" v="943" actId="20577"/>
          <ac:spMkLst>
            <pc:docMk/>
            <pc:sldMk cId="2793958940" sldId="35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05T08:31:06.805" v="396"/>
          <ac:graphicFrameMkLst>
            <pc:docMk/>
            <pc:sldMk cId="2793958940" sldId="354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7-30T08:43:06.423" v="194" actId="2696"/>
        <pc:sldMkLst>
          <pc:docMk/>
          <pc:sldMk cId="1265383617" sldId="356"/>
        </pc:sldMkLst>
      </pc:sldChg>
      <pc:sldChg chg="del">
        <pc:chgData name="Yu, Harry" userId="d07dd713-323b-41c6-b24d-c18be50fb4fc" providerId="ADAL" clId="{F08C8037-C502-4E6D-8951-FBC0DBE5BF1B}" dt="2021-07-30T08:43:06.423" v="194" actId="2696"/>
        <pc:sldMkLst>
          <pc:docMk/>
          <pc:sldMk cId="516112021" sldId="357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762571728" sldId="359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1738908870" sldId="361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1803848135" sldId="362"/>
        </pc:sldMkLst>
      </pc:sldChg>
      <pc:sldChg chg="ord">
        <pc:chgData name="Yu, Harry" userId="d07dd713-323b-41c6-b24d-c18be50fb4fc" providerId="ADAL" clId="{F08C8037-C502-4E6D-8951-FBC0DBE5BF1B}" dt="2021-07-30T08:46:48.605" v="204"/>
        <pc:sldMkLst>
          <pc:docMk/>
          <pc:sldMk cId="830645897" sldId="363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2483991268" sldId="364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4124176753" sldId="365"/>
        </pc:sldMkLst>
      </pc:sldChg>
      <pc:sldChg chg="del">
        <pc:chgData name="Yu, Harry" userId="d07dd713-323b-41c6-b24d-c18be50fb4fc" providerId="ADAL" clId="{F08C8037-C502-4E6D-8951-FBC0DBE5BF1B}" dt="2021-07-30T08:46:56.506" v="205" actId="47"/>
        <pc:sldMkLst>
          <pc:docMk/>
          <pc:sldMk cId="1291149336" sldId="366"/>
        </pc:sldMkLst>
      </pc:sldChg>
      <pc:sldChg chg="ord">
        <pc:chgData name="Yu, Harry" userId="d07dd713-323b-41c6-b24d-c18be50fb4fc" providerId="ADAL" clId="{F08C8037-C502-4E6D-8951-FBC0DBE5BF1B}" dt="2021-08-04T06:36:21.500" v="276"/>
        <pc:sldMkLst>
          <pc:docMk/>
          <pc:sldMk cId="2886081286" sldId="367"/>
        </pc:sldMkLst>
      </pc:sldChg>
      <pc:sldChg chg="addSp delSp modSp mod">
        <pc:chgData name="Yu, Harry" userId="d07dd713-323b-41c6-b24d-c18be50fb4fc" providerId="ADAL" clId="{F08C8037-C502-4E6D-8951-FBC0DBE5BF1B}" dt="2021-09-09T03:28:56.933" v="4610" actId="207"/>
        <pc:sldMkLst>
          <pc:docMk/>
          <pc:sldMk cId="914646431" sldId="368"/>
        </pc:sldMkLst>
        <pc:spChg chg="add del mod">
          <ac:chgData name="Yu, Harry" userId="d07dd713-323b-41c6-b24d-c18be50fb4fc" providerId="ADAL" clId="{F08C8037-C502-4E6D-8951-FBC0DBE5BF1B}" dt="2021-09-09T03:28:08.334" v="4583" actId="478"/>
          <ac:spMkLst>
            <pc:docMk/>
            <pc:sldMk cId="914646431" sldId="368"/>
            <ac:spMk id="2" creationId="{D3A62DCA-53DA-4704-ABCE-E08B6A040B2E}"/>
          </ac:spMkLst>
        </pc:spChg>
        <pc:spChg chg="add mod">
          <ac:chgData name="Yu, Harry" userId="d07dd713-323b-41c6-b24d-c18be50fb4fc" providerId="ADAL" clId="{F08C8037-C502-4E6D-8951-FBC0DBE5BF1B}" dt="2021-09-09T03:28:56.933" v="4610" actId="207"/>
          <ac:spMkLst>
            <pc:docMk/>
            <pc:sldMk cId="914646431" sldId="368"/>
            <ac:spMk id="3" creationId="{EA58FA56-130E-4D6D-A0F3-D10C0C15DD3F}"/>
          </ac:spMkLst>
        </pc:spChg>
        <pc:spChg chg="mod">
          <ac:chgData name="Yu, Harry" userId="d07dd713-323b-41c6-b24d-c18be50fb4fc" providerId="ADAL" clId="{F08C8037-C502-4E6D-8951-FBC0DBE5BF1B}" dt="2021-08-10T05:38:13.660" v="1766" actId="20577"/>
          <ac:spMkLst>
            <pc:docMk/>
            <pc:sldMk cId="914646431" sldId="368"/>
            <ac:spMk id="6" creationId="{0ED065AC-F3EF-42B0-A34B-DF7EED7FF8B9}"/>
          </ac:spMkLst>
        </pc:spChg>
        <pc:spChg chg="mod">
          <ac:chgData name="Yu, Harry" userId="d07dd713-323b-41c6-b24d-c18be50fb4fc" providerId="ADAL" clId="{F08C8037-C502-4E6D-8951-FBC0DBE5BF1B}" dt="2021-08-10T05:38:56.858" v="1837" actId="20577"/>
          <ac:spMkLst>
            <pc:docMk/>
            <pc:sldMk cId="914646431" sldId="368"/>
            <ac:spMk id="11" creationId="{3B0E5B35-F8D6-4092-AA4A-BCC690B2229D}"/>
          </ac:spMkLst>
        </pc:spChg>
        <pc:graphicFrameChg chg="mod">
          <ac:chgData name="Yu, Harry" userId="d07dd713-323b-41c6-b24d-c18be50fb4fc" providerId="ADAL" clId="{F08C8037-C502-4E6D-8951-FBC0DBE5BF1B}" dt="2021-08-05T09:05:18.534" v="440"/>
          <ac:graphicFrameMkLst>
            <pc:docMk/>
            <pc:sldMk cId="914646431" sldId="368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5T09:23:31.821" v="454" actId="47"/>
        <pc:sldMkLst>
          <pc:docMk/>
          <pc:sldMk cId="3718417336" sldId="369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718417336" sldId="369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43.127" v="494" actId="47"/>
        <pc:sldMkLst>
          <pc:docMk/>
          <pc:sldMk cId="332865271" sldId="370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32865271" sldId="370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301221291" sldId="371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301221291" sldId="371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8-06T08:16:54.019" v="495" actId="47"/>
        <pc:sldMkLst>
          <pc:docMk/>
          <pc:sldMk cId="777599342" sldId="372"/>
        </pc:sldMkLst>
      </pc:sldChg>
      <pc:sldChg chg="del">
        <pc:chgData name="Yu, Harry" userId="d07dd713-323b-41c6-b24d-c18be50fb4fc" providerId="ADAL" clId="{F08C8037-C502-4E6D-8951-FBC0DBE5BF1B}" dt="2021-08-06T08:16:54.019" v="495" actId="47"/>
        <pc:sldMkLst>
          <pc:docMk/>
          <pc:sldMk cId="1828527808" sldId="373"/>
        </pc:sldMkLst>
      </pc:sldChg>
      <pc:sldChg chg="del">
        <pc:chgData name="Yu, Harry" userId="d07dd713-323b-41c6-b24d-c18be50fb4fc" providerId="ADAL" clId="{F08C8037-C502-4E6D-8951-FBC0DBE5BF1B}" dt="2021-08-06T08:16:54.019" v="495" actId="47"/>
        <pc:sldMkLst>
          <pc:docMk/>
          <pc:sldMk cId="2145281802" sldId="374"/>
        </pc:sldMkLst>
      </pc:sldChg>
      <pc:sldChg chg="del">
        <pc:chgData name="Yu, Harry" userId="d07dd713-323b-41c6-b24d-c18be50fb4fc" providerId="ADAL" clId="{F08C8037-C502-4E6D-8951-FBC0DBE5BF1B}" dt="2021-08-06T08:17:04.461" v="496" actId="47"/>
        <pc:sldMkLst>
          <pc:docMk/>
          <pc:sldMk cId="4193153865" sldId="375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741195623" sldId="376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741195623" sldId="376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36743268" sldId="377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6743268" sldId="377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3668215363" sldId="378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668215363" sldId="378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8-06T08:16:54.019" v="495" actId="47"/>
        <pc:sldMkLst>
          <pc:docMk/>
          <pc:sldMk cId="400289930" sldId="379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634231022" sldId="380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634231022" sldId="380"/>
            <ac:graphicFrameMk id="9" creationId="{A471383B-87D3-406F-AEC8-A1732EA53B37}"/>
          </ac:graphicFrameMkLst>
        </pc:graphicFrameChg>
      </pc:sldChg>
      <pc:sldChg chg="ord">
        <pc:chgData name="Yu, Harry" userId="d07dd713-323b-41c6-b24d-c18be50fb4fc" providerId="ADAL" clId="{F08C8037-C502-4E6D-8951-FBC0DBE5BF1B}" dt="2021-08-05T07:58:39.026" v="326"/>
        <pc:sldMkLst>
          <pc:docMk/>
          <pc:sldMk cId="224488440" sldId="381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3386074264" sldId="382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386074264" sldId="382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106017697" sldId="383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106017697" sldId="383"/>
            <ac:graphicFrameMk id="9" creationId="{A471383B-87D3-406F-AEC8-A1732EA53B37}"/>
          </ac:graphicFrameMkLst>
        </pc:graphicFrameChg>
      </pc:sldChg>
      <pc:sldChg chg="ord">
        <pc:chgData name="Yu, Harry" userId="d07dd713-323b-41c6-b24d-c18be50fb4fc" providerId="ADAL" clId="{F08C8037-C502-4E6D-8951-FBC0DBE5BF1B}" dt="2021-08-05T09:05:46.725" v="442"/>
        <pc:sldMkLst>
          <pc:docMk/>
          <pc:sldMk cId="3968152520" sldId="384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141823049" sldId="385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4141823049" sldId="385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009894245" sldId="386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4009894245" sldId="386"/>
            <ac:graphicFrameMk id="9" creationId="{A471383B-87D3-406F-AEC8-A1732EA53B37}"/>
          </ac:graphicFrameMkLst>
        </pc:graphicFrameChg>
      </pc:sldChg>
      <pc:sldChg chg="addSp delSp modSp mod ord">
        <pc:chgData name="Yu, Harry" userId="d07dd713-323b-41c6-b24d-c18be50fb4fc" providerId="ADAL" clId="{F08C8037-C502-4E6D-8951-FBC0DBE5BF1B}" dt="2021-08-24T00:17:09.968" v="4220" actId="1036"/>
        <pc:sldMkLst>
          <pc:docMk/>
          <pc:sldMk cId="3675676484" sldId="387"/>
        </pc:sldMkLst>
        <pc:spChg chg="add del mod">
          <ac:chgData name="Yu, Harry" userId="d07dd713-323b-41c6-b24d-c18be50fb4fc" providerId="ADAL" clId="{F08C8037-C502-4E6D-8951-FBC0DBE5BF1B}" dt="2021-08-09T02:07:52.516" v="654" actId="478"/>
          <ac:spMkLst>
            <pc:docMk/>
            <pc:sldMk cId="3675676484" sldId="387"/>
            <ac:spMk id="3" creationId="{78D176CB-8430-4C81-A43C-7D3BC6CAC8BC}"/>
          </ac:spMkLst>
        </pc:spChg>
        <pc:spChg chg="add mod">
          <ac:chgData name="Yu, Harry" userId="d07dd713-323b-41c6-b24d-c18be50fb4fc" providerId="ADAL" clId="{F08C8037-C502-4E6D-8951-FBC0DBE5BF1B}" dt="2021-08-24T00:17:09.968" v="4220" actId="1036"/>
          <ac:spMkLst>
            <pc:docMk/>
            <pc:sldMk cId="3675676484" sldId="387"/>
            <ac:spMk id="4" creationId="{76EB80B2-3743-4B23-8220-D0BA5623526B}"/>
          </ac:spMkLst>
        </pc:spChg>
        <pc:spChg chg="del">
          <ac:chgData name="Yu, Harry" userId="d07dd713-323b-41c6-b24d-c18be50fb4fc" providerId="ADAL" clId="{F08C8037-C502-4E6D-8951-FBC0DBE5BF1B}" dt="2021-08-09T02:07:42.245" v="651" actId="478"/>
          <ac:spMkLst>
            <pc:docMk/>
            <pc:sldMk cId="3675676484" sldId="387"/>
            <ac:spMk id="5" creationId="{CB048E8A-DE1E-46FD-9C13-99B8CDEAC8DA}"/>
          </ac:spMkLst>
        </pc:spChg>
        <pc:spChg chg="del">
          <ac:chgData name="Yu, Harry" userId="d07dd713-323b-41c6-b24d-c18be50fb4fc" providerId="ADAL" clId="{F08C8037-C502-4E6D-8951-FBC0DBE5BF1B}" dt="2021-08-09T02:07:49.771" v="653" actId="478"/>
          <ac:spMkLst>
            <pc:docMk/>
            <pc:sldMk cId="3675676484" sldId="387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09T02:07:45.849" v="652" actId="478"/>
          <ac:spMkLst>
            <pc:docMk/>
            <pc:sldMk cId="3675676484" sldId="387"/>
            <ac:spMk id="7" creationId="{E979D3E5-B107-4EED-9369-B2A655B62703}"/>
          </ac:spMkLst>
        </pc:spChg>
        <pc:spChg chg="add mod">
          <ac:chgData name="Yu, Harry" userId="d07dd713-323b-41c6-b24d-c18be50fb4fc" providerId="ADAL" clId="{F08C8037-C502-4E6D-8951-FBC0DBE5BF1B}" dt="2021-08-09T02:08:05.062" v="678" actId="20577"/>
          <ac:spMkLst>
            <pc:docMk/>
            <pc:sldMk cId="3675676484" sldId="387"/>
            <ac:spMk id="8" creationId="{12673608-296C-4EF8-B666-2574FF5B5548}"/>
          </ac:spMkLst>
        </pc:spChg>
        <pc:graphicFrameChg chg="mod modGraphic">
          <ac:chgData name="Yu, Harry" userId="d07dd713-323b-41c6-b24d-c18be50fb4fc" providerId="ADAL" clId="{F08C8037-C502-4E6D-8951-FBC0DBE5BF1B}" dt="2021-08-24T00:16:47.009" v="4192" actId="1035"/>
          <ac:graphicFrameMkLst>
            <pc:docMk/>
            <pc:sldMk cId="3675676484" sldId="387"/>
            <ac:graphicFrameMk id="9" creationId="{A471383B-87D3-406F-AEC8-A1732EA53B37}"/>
          </ac:graphicFrameMkLst>
        </pc:graphicFrameChg>
      </pc:sldChg>
      <pc:sldChg chg="ord">
        <pc:chgData name="Yu, Harry" userId="d07dd713-323b-41c6-b24d-c18be50fb4fc" providerId="ADAL" clId="{F08C8037-C502-4E6D-8951-FBC0DBE5BF1B}" dt="2021-08-05T09:15:47.720" v="450"/>
        <pc:sldMkLst>
          <pc:docMk/>
          <pc:sldMk cId="3933054710" sldId="388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023221386" sldId="389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4023221386" sldId="389"/>
            <ac:graphicFrameMk id="5" creationId="{E49FB377-936F-45F0-B02D-15081C30623D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891120556" sldId="390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891120556" sldId="390"/>
            <ac:graphicFrameMk id="5" creationId="{E49FB377-936F-45F0-B02D-15081C30623D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220728675" sldId="391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220728675" sldId="391"/>
            <ac:graphicFrameMk id="5" creationId="{E49FB377-936F-45F0-B02D-15081C30623D}"/>
          </ac:graphicFrameMkLst>
        </pc:graphicFrameChg>
      </pc:sldChg>
      <pc:sldChg chg="ord">
        <pc:chgData name="Yu, Harry" userId="d07dd713-323b-41c6-b24d-c18be50fb4fc" providerId="ADAL" clId="{F08C8037-C502-4E6D-8951-FBC0DBE5BF1B}" dt="2021-08-05T03:43:37.931" v="318"/>
        <pc:sldMkLst>
          <pc:docMk/>
          <pc:sldMk cId="3818488837" sldId="392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20146493" sldId="393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20146493" sldId="393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885818837" sldId="394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885818837" sldId="394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3029800416" sldId="396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3029800416" sldId="396"/>
            <ac:graphicFrameMk id="9" creationId="{A471383B-87D3-406F-AEC8-A1732EA53B37}"/>
          </ac:graphicFrameMkLst>
        </pc:graphicFrameChg>
      </pc:sldChg>
      <pc:sldChg chg="ord">
        <pc:chgData name="Yu, Harry" userId="d07dd713-323b-41c6-b24d-c18be50fb4fc" providerId="ADAL" clId="{F08C8037-C502-4E6D-8951-FBC0DBE5BF1B}" dt="2021-08-05T09:23:26.364" v="453"/>
        <pc:sldMkLst>
          <pc:docMk/>
          <pc:sldMk cId="2484212312" sldId="397"/>
        </pc:sldMkLst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033781814" sldId="398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4033781814" sldId="398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1399147271" sldId="399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1399147271" sldId="399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2963989402" sldId="400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2963989402" sldId="400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6T08:16:54.019" v="495" actId="47"/>
        <pc:sldMkLst>
          <pc:docMk/>
          <pc:sldMk cId="4220464762" sldId="401"/>
        </pc:sldMkLst>
        <pc:graphicFrameChg chg="mod">
          <ac:chgData name="Yu, Harry" userId="d07dd713-323b-41c6-b24d-c18be50fb4fc" providerId="ADAL" clId="{F08C8037-C502-4E6D-8951-FBC0DBE5BF1B}" dt="2021-08-05T08:31:06.805" v="396"/>
          <ac:graphicFrameMkLst>
            <pc:docMk/>
            <pc:sldMk cId="4220464762" sldId="401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F08C8037-C502-4E6D-8951-FBC0DBE5BF1B}" dt="2021-08-24T02:49:14.317" v="4376" actId="20577"/>
        <pc:sldMkLst>
          <pc:docMk/>
          <pc:sldMk cId="723533408" sldId="402"/>
        </pc:sldMkLst>
        <pc:spChg chg="mod">
          <ac:chgData name="Yu, Harry" userId="d07dd713-323b-41c6-b24d-c18be50fb4fc" providerId="ADAL" clId="{F08C8037-C502-4E6D-8951-FBC0DBE5BF1B}" dt="2021-08-24T02:49:14.317" v="4376" actId="20577"/>
          <ac:spMkLst>
            <pc:docMk/>
            <pc:sldMk cId="723533408" sldId="402"/>
            <ac:spMk id="3" creationId="{96457946-1483-4C9A-8FE4-A2862E3EFF3F}"/>
          </ac:spMkLst>
        </pc:spChg>
      </pc:sldChg>
      <pc:sldChg chg="del">
        <pc:chgData name="Yu, Harry" userId="d07dd713-323b-41c6-b24d-c18be50fb4fc" providerId="ADAL" clId="{F08C8037-C502-4E6D-8951-FBC0DBE5BF1B}" dt="2021-08-06T08:17:04.461" v="496" actId="47"/>
        <pc:sldMkLst>
          <pc:docMk/>
          <pc:sldMk cId="3004043700" sldId="403"/>
        </pc:sldMkLst>
      </pc:sldChg>
      <pc:sldChg chg="delSp modSp mod">
        <pc:chgData name="Yu, Harry" userId="d07dd713-323b-41c6-b24d-c18be50fb4fc" providerId="ADAL" clId="{F08C8037-C502-4E6D-8951-FBC0DBE5BF1B}" dt="2021-08-17T05:58:58.971" v="3361" actId="20577"/>
        <pc:sldMkLst>
          <pc:docMk/>
          <pc:sldMk cId="2144906693" sldId="404"/>
        </pc:sldMkLst>
        <pc:spChg chg="mod">
          <ac:chgData name="Yu, Harry" userId="d07dd713-323b-41c6-b24d-c18be50fb4fc" providerId="ADAL" clId="{F08C8037-C502-4E6D-8951-FBC0DBE5BF1B}" dt="2021-08-17T05:58:58.971" v="3361" actId="20577"/>
          <ac:spMkLst>
            <pc:docMk/>
            <pc:sldMk cId="2144906693" sldId="404"/>
            <ac:spMk id="4" creationId="{739ED610-7AC8-45CD-BCC6-B494109E5D9F}"/>
          </ac:spMkLst>
        </pc:spChg>
        <pc:spChg chg="del">
          <ac:chgData name="Yu, Harry" userId="d07dd713-323b-41c6-b24d-c18be50fb4fc" providerId="ADAL" clId="{F08C8037-C502-4E6D-8951-FBC0DBE5BF1B}" dt="2021-08-09T02:07:01.668" v="639" actId="478"/>
          <ac:spMkLst>
            <pc:docMk/>
            <pc:sldMk cId="2144906693" sldId="404"/>
            <ac:spMk id="5" creationId="{890758CC-83DF-4863-A9EA-FE890100E4C7}"/>
          </ac:spMkLst>
        </pc:spChg>
        <pc:spChg chg="mod">
          <ac:chgData name="Yu, Harry" userId="d07dd713-323b-41c6-b24d-c18be50fb4fc" providerId="ADAL" clId="{F08C8037-C502-4E6D-8951-FBC0DBE5BF1B}" dt="2021-08-09T02:06:58.591" v="638" actId="20577"/>
          <ac:spMkLst>
            <pc:docMk/>
            <pc:sldMk cId="2144906693" sldId="404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09T02:09:52.426" v="696" actId="207"/>
          <ac:graphicFrameMkLst>
            <pc:docMk/>
            <pc:sldMk cId="2144906693" sldId="404"/>
            <ac:graphicFrameMk id="9" creationId="{A471383B-87D3-406F-AEC8-A1732EA53B37}"/>
          </ac:graphicFrameMkLst>
        </pc:graphicFrameChg>
      </pc:sldChg>
      <pc:sldChg chg="addSp delSp modSp mod modNotesTx">
        <pc:chgData name="Yu, Harry" userId="d07dd713-323b-41c6-b24d-c18be50fb4fc" providerId="ADAL" clId="{F08C8037-C502-4E6D-8951-FBC0DBE5BF1B}" dt="2021-09-16T06:13:24.393" v="4621" actId="20577"/>
        <pc:sldMkLst>
          <pc:docMk/>
          <pc:sldMk cId="3009095594" sldId="405"/>
        </pc:sldMkLst>
        <pc:spChg chg="add mod">
          <ac:chgData name="Yu, Harry" userId="d07dd713-323b-41c6-b24d-c18be50fb4fc" providerId="ADAL" clId="{F08C8037-C502-4E6D-8951-FBC0DBE5BF1B}" dt="2021-08-24T00:09:40.995" v="4046" actId="20577"/>
          <ac:spMkLst>
            <pc:docMk/>
            <pc:sldMk cId="3009095594" sldId="405"/>
            <ac:spMk id="2" creationId="{66C51D0D-1C4A-4608-BD46-150ECCEC054C}"/>
          </ac:spMkLst>
        </pc:spChg>
        <pc:spChg chg="del">
          <ac:chgData name="Yu, Harry" userId="d07dd713-323b-41c6-b24d-c18be50fb4fc" providerId="ADAL" clId="{F08C8037-C502-4E6D-8951-FBC0DBE5BF1B}" dt="2021-07-30T07:37:45.883" v="84" actId="478"/>
          <ac:spMkLst>
            <pc:docMk/>
            <pc:sldMk cId="3009095594" sldId="405"/>
            <ac:spMk id="2" creationId="{8E4E1CAD-729D-40A3-AA83-C93644CA1EF8}"/>
          </ac:spMkLst>
        </pc:spChg>
        <pc:spChg chg="add del mod">
          <ac:chgData name="Yu, Harry" userId="d07dd713-323b-41c6-b24d-c18be50fb4fc" providerId="ADAL" clId="{F08C8037-C502-4E6D-8951-FBC0DBE5BF1B}" dt="2021-08-09T02:07:15.308" v="641" actId="478"/>
          <ac:spMkLst>
            <pc:docMk/>
            <pc:sldMk cId="3009095594" sldId="405"/>
            <ac:spMk id="3" creationId="{8E135EFB-9C79-4029-ABCB-BCEAE777EF13}"/>
          </ac:spMkLst>
        </pc:spChg>
        <pc:spChg chg="del">
          <ac:chgData name="Yu, Harry" userId="d07dd713-323b-41c6-b24d-c18be50fb4fc" providerId="ADAL" clId="{F08C8037-C502-4E6D-8951-FBC0DBE5BF1B}" dt="2021-07-30T07:37:48.645" v="85" actId="478"/>
          <ac:spMkLst>
            <pc:docMk/>
            <pc:sldMk cId="3009095594" sldId="405"/>
            <ac:spMk id="5" creationId="{E64EDFB3-FFC1-4F3C-9668-8E0017D7B384}"/>
          </ac:spMkLst>
        </pc:spChg>
        <pc:spChg chg="del">
          <ac:chgData name="Yu, Harry" userId="d07dd713-323b-41c6-b24d-c18be50fb4fc" providerId="ADAL" clId="{F08C8037-C502-4E6D-8951-FBC0DBE5BF1B}" dt="2021-08-09T02:07:13.341" v="640" actId="478"/>
          <ac:spMkLst>
            <pc:docMk/>
            <pc:sldMk cId="3009095594" sldId="405"/>
            <ac:spMk id="6" creationId="{0ED065AC-F3EF-42B0-A34B-DF7EED7FF8B9}"/>
          </ac:spMkLst>
        </pc:spChg>
        <pc:spChg chg="add mod">
          <ac:chgData name="Yu, Harry" userId="d07dd713-323b-41c6-b24d-c18be50fb4fc" providerId="ADAL" clId="{F08C8037-C502-4E6D-8951-FBC0DBE5BF1B}" dt="2021-08-09T02:07:19.711" v="644" actId="20577"/>
          <ac:spMkLst>
            <pc:docMk/>
            <pc:sldMk cId="3009095594" sldId="405"/>
            <ac:spMk id="7" creationId="{629E619C-8B59-415A-B693-FD918BC19595}"/>
          </ac:spMkLst>
        </pc:spChg>
        <pc:spChg chg="add mod">
          <ac:chgData name="Yu, Harry" userId="d07dd713-323b-41c6-b24d-c18be50fb4fc" providerId="ADAL" clId="{F08C8037-C502-4E6D-8951-FBC0DBE5BF1B}" dt="2021-08-17T05:10:21.350" v="2701" actId="20577"/>
          <ac:spMkLst>
            <pc:docMk/>
            <pc:sldMk cId="3009095594" sldId="405"/>
            <ac:spMk id="8" creationId="{696F6F8F-FEB5-45D4-9BB9-8820763444D8}"/>
          </ac:spMkLst>
        </pc:spChg>
        <pc:spChg chg="del">
          <ac:chgData name="Yu, Harry" userId="d07dd713-323b-41c6-b24d-c18be50fb4fc" providerId="ADAL" clId="{F08C8037-C502-4E6D-8951-FBC0DBE5BF1B}" dt="2021-08-09T02:12:39.254" v="799" actId="478"/>
          <ac:spMkLst>
            <pc:docMk/>
            <pc:sldMk cId="3009095594" sldId="405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F08C8037-C502-4E6D-8951-FBC0DBE5BF1B}" dt="2021-09-16T06:13:24.393" v="4621" actId="20577"/>
          <ac:graphicFrameMkLst>
            <pc:docMk/>
            <pc:sldMk cId="3009095594" sldId="405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24T00:13:23.712" v="4101" actId="20577"/>
        <pc:sldMkLst>
          <pc:docMk/>
          <pc:sldMk cId="3247937829" sldId="406"/>
        </pc:sldMkLst>
        <pc:spChg chg="add mod">
          <ac:chgData name="Yu, Harry" userId="d07dd713-323b-41c6-b24d-c18be50fb4fc" providerId="ADAL" clId="{F08C8037-C502-4E6D-8951-FBC0DBE5BF1B}" dt="2021-08-17T06:01:09.856" v="3485" actId="11529"/>
          <ac:spMkLst>
            <pc:docMk/>
            <pc:sldMk cId="3247937829" sldId="406"/>
            <ac:spMk id="2" creationId="{3A6C5708-6263-48D7-AB97-9D4DFB664AE7}"/>
          </ac:spMkLst>
        </pc:spChg>
        <pc:spChg chg="add del mod">
          <ac:chgData name="Yu, Harry" userId="d07dd713-323b-41c6-b24d-c18be50fb4fc" providerId="ADAL" clId="{F08C8037-C502-4E6D-8951-FBC0DBE5BF1B}" dt="2021-08-09T02:07:32.323" v="647" actId="478"/>
          <ac:spMkLst>
            <pc:docMk/>
            <pc:sldMk cId="3247937829" sldId="406"/>
            <ac:spMk id="3" creationId="{E74C70AD-E70C-4F0D-B1B1-F5C1E42FE0CA}"/>
          </ac:spMkLst>
        </pc:spChg>
        <pc:spChg chg="mod">
          <ac:chgData name="Yu, Harry" userId="d07dd713-323b-41c6-b24d-c18be50fb4fc" providerId="ADAL" clId="{F08C8037-C502-4E6D-8951-FBC0DBE5BF1B}" dt="2021-08-24T00:13:23.712" v="4101" actId="20577"/>
          <ac:spMkLst>
            <pc:docMk/>
            <pc:sldMk cId="3247937829" sldId="406"/>
            <ac:spMk id="4" creationId="{739ED610-7AC8-45CD-BCC6-B494109E5D9F}"/>
          </ac:spMkLst>
        </pc:spChg>
        <pc:spChg chg="del">
          <ac:chgData name="Yu, Harry" userId="d07dd713-323b-41c6-b24d-c18be50fb4fc" providerId="ADAL" clId="{F08C8037-C502-4E6D-8951-FBC0DBE5BF1B}" dt="2021-08-09T02:07:25.581" v="645" actId="478"/>
          <ac:spMkLst>
            <pc:docMk/>
            <pc:sldMk cId="3247937829" sldId="406"/>
            <ac:spMk id="5" creationId="{890758CC-83DF-4863-A9EA-FE890100E4C7}"/>
          </ac:spMkLst>
        </pc:spChg>
        <pc:spChg chg="del">
          <ac:chgData name="Yu, Harry" userId="d07dd713-323b-41c6-b24d-c18be50fb4fc" providerId="ADAL" clId="{F08C8037-C502-4E6D-8951-FBC0DBE5BF1B}" dt="2021-08-09T02:07:28.757" v="646" actId="478"/>
          <ac:spMkLst>
            <pc:docMk/>
            <pc:sldMk cId="3247937829" sldId="406"/>
            <ac:spMk id="6" creationId="{0ED065AC-F3EF-42B0-A34B-DF7EED7FF8B9}"/>
          </ac:spMkLst>
        </pc:spChg>
        <pc:spChg chg="add mod">
          <ac:chgData name="Yu, Harry" userId="d07dd713-323b-41c6-b24d-c18be50fb4fc" providerId="ADAL" clId="{F08C8037-C502-4E6D-8951-FBC0DBE5BF1B}" dt="2021-08-09T02:07:36.988" v="650" actId="20577"/>
          <ac:spMkLst>
            <pc:docMk/>
            <pc:sldMk cId="3247937829" sldId="406"/>
            <ac:spMk id="8" creationId="{63049DF1-CB24-4105-8420-E845C0282291}"/>
          </ac:spMkLst>
        </pc:spChg>
        <pc:graphicFrameChg chg="mod modGraphic">
          <ac:chgData name="Yu, Harry" userId="d07dd713-323b-41c6-b24d-c18be50fb4fc" providerId="ADAL" clId="{F08C8037-C502-4E6D-8951-FBC0DBE5BF1B}" dt="2021-08-09T02:37:54.752" v="917" actId="313"/>
          <ac:graphicFrameMkLst>
            <pc:docMk/>
            <pc:sldMk cId="3247937829" sldId="406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24T00:19:41.940" v="4266" actId="20577"/>
        <pc:sldMkLst>
          <pc:docMk/>
          <pc:sldMk cId="1787811616" sldId="407"/>
        </pc:sldMkLst>
        <pc:spChg chg="add del mod">
          <ac:chgData name="Yu, Harry" userId="d07dd713-323b-41c6-b24d-c18be50fb4fc" providerId="ADAL" clId="{F08C8037-C502-4E6D-8951-FBC0DBE5BF1B}" dt="2021-08-09T02:08:24.290" v="682" actId="478"/>
          <ac:spMkLst>
            <pc:docMk/>
            <pc:sldMk cId="1787811616" sldId="407"/>
            <ac:spMk id="3" creationId="{8A7AF988-CB1C-4C51-AE6F-772297CD2C09}"/>
          </ac:spMkLst>
        </pc:spChg>
        <pc:spChg chg="del">
          <ac:chgData name="Yu, Harry" userId="d07dd713-323b-41c6-b24d-c18be50fb4fc" providerId="ADAL" clId="{F08C8037-C502-4E6D-8951-FBC0DBE5BF1B}" dt="2021-08-09T02:08:15.013" v="680" actId="478"/>
          <ac:spMkLst>
            <pc:docMk/>
            <pc:sldMk cId="1787811616" sldId="407"/>
            <ac:spMk id="5" creationId="{CB048E8A-DE1E-46FD-9C13-99B8CDEAC8DA}"/>
          </ac:spMkLst>
        </pc:spChg>
        <pc:spChg chg="del">
          <ac:chgData name="Yu, Harry" userId="d07dd713-323b-41c6-b24d-c18be50fb4fc" providerId="ADAL" clId="{F08C8037-C502-4E6D-8951-FBC0DBE5BF1B}" dt="2021-08-09T02:08:18.434" v="681" actId="478"/>
          <ac:spMkLst>
            <pc:docMk/>
            <pc:sldMk cId="1787811616" sldId="407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09T02:08:13.044" v="679" actId="478"/>
          <ac:spMkLst>
            <pc:docMk/>
            <pc:sldMk cId="1787811616" sldId="407"/>
            <ac:spMk id="7" creationId="{E979D3E5-B107-4EED-9369-B2A655B62703}"/>
          </ac:spMkLst>
        </pc:spChg>
        <pc:spChg chg="add mod">
          <ac:chgData name="Yu, Harry" userId="d07dd713-323b-41c6-b24d-c18be50fb4fc" providerId="ADAL" clId="{F08C8037-C502-4E6D-8951-FBC0DBE5BF1B}" dt="2021-08-09T02:08:37.825" v="685" actId="20577"/>
          <ac:spMkLst>
            <pc:docMk/>
            <pc:sldMk cId="1787811616" sldId="407"/>
            <ac:spMk id="8" creationId="{F669C231-FD24-40C2-AFC4-CF67CC3C3EF6}"/>
          </ac:spMkLst>
        </pc:spChg>
        <pc:graphicFrameChg chg="mod modGraphic">
          <ac:chgData name="Yu, Harry" userId="d07dd713-323b-41c6-b24d-c18be50fb4fc" providerId="ADAL" clId="{F08C8037-C502-4E6D-8951-FBC0DBE5BF1B}" dt="2021-08-24T00:19:41.940" v="4266" actId="20577"/>
          <ac:graphicFrameMkLst>
            <pc:docMk/>
            <pc:sldMk cId="1787811616" sldId="407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17T05:12:42.837" v="2773" actId="20577"/>
        <pc:sldMkLst>
          <pc:docMk/>
          <pc:sldMk cId="702712558" sldId="408"/>
        </pc:sldMkLst>
        <pc:spChg chg="add del mod">
          <ac:chgData name="Yu, Harry" userId="d07dd713-323b-41c6-b24d-c18be50fb4fc" providerId="ADAL" clId="{F08C8037-C502-4E6D-8951-FBC0DBE5BF1B}" dt="2021-08-09T02:08:47.769" v="688" actId="478"/>
          <ac:spMkLst>
            <pc:docMk/>
            <pc:sldMk cId="702712558" sldId="408"/>
            <ac:spMk id="3" creationId="{759C194F-7DBC-4578-B343-80CF4675742B}"/>
          </ac:spMkLst>
        </pc:spChg>
        <pc:spChg chg="del">
          <ac:chgData name="Yu, Harry" userId="d07dd713-323b-41c6-b24d-c18be50fb4fc" providerId="ADAL" clId="{F08C8037-C502-4E6D-8951-FBC0DBE5BF1B}" dt="2021-08-09T02:40:50.419" v="931" actId="478"/>
          <ac:spMkLst>
            <pc:docMk/>
            <pc:sldMk cId="702712558" sldId="408"/>
            <ac:spMk id="4" creationId="{739ED610-7AC8-45CD-BCC6-B494109E5D9F}"/>
          </ac:spMkLst>
        </pc:spChg>
        <pc:spChg chg="add mod">
          <ac:chgData name="Yu, Harry" userId="d07dd713-323b-41c6-b24d-c18be50fb4fc" providerId="ADAL" clId="{F08C8037-C502-4E6D-8951-FBC0DBE5BF1B}" dt="2021-08-17T05:12:42.837" v="2773" actId="20577"/>
          <ac:spMkLst>
            <pc:docMk/>
            <pc:sldMk cId="702712558" sldId="408"/>
            <ac:spMk id="4" creationId="{E8BCA230-A956-4C8E-B80A-0FD85E93661B}"/>
          </ac:spMkLst>
        </pc:spChg>
        <pc:spChg chg="del">
          <ac:chgData name="Yu, Harry" userId="d07dd713-323b-41c6-b24d-c18be50fb4fc" providerId="ADAL" clId="{F08C8037-C502-4E6D-8951-FBC0DBE5BF1B}" dt="2021-08-09T02:08:43.094" v="686" actId="478"/>
          <ac:spMkLst>
            <pc:docMk/>
            <pc:sldMk cId="702712558" sldId="408"/>
            <ac:spMk id="5" creationId="{890758CC-83DF-4863-A9EA-FE890100E4C7}"/>
          </ac:spMkLst>
        </pc:spChg>
        <pc:spChg chg="del">
          <ac:chgData name="Yu, Harry" userId="d07dd713-323b-41c6-b24d-c18be50fb4fc" providerId="ADAL" clId="{F08C8037-C502-4E6D-8951-FBC0DBE5BF1B}" dt="2021-08-09T02:08:45.903" v="687" actId="478"/>
          <ac:spMkLst>
            <pc:docMk/>
            <pc:sldMk cId="702712558" sldId="408"/>
            <ac:spMk id="6" creationId="{0ED065AC-F3EF-42B0-A34B-DF7EED7FF8B9}"/>
          </ac:spMkLst>
        </pc:spChg>
        <pc:spChg chg="add mod">
          <ac:chgData name="Yu, Harry" userId="d07dd713-323b-41c6-b24d-c18be50fb4fc" providerId="ADAL" clId="{F08C8037-C502-4E6D-8951-FBC0DBE5BF1B}" dt="2021-08-09T02:08:59.857" v="691" actId="20577"/>
          <ac:spMkLst>
            <pc:docMk/>
            <pc:sldMk cId="702712558" sldId="408"/>
            <ac:spMk id="8" creationId="{0B7D234A-9F99-4C35-A8A0-6D0F9AEECE71}"/>
          </ac:spMkLst>
        </pc:spChg>
        <pc:spChg chg="add del mod">
          <ac:chgData name="Yu, Harry" userId="d07dd713-323b-41c6-b24d-c18be50fb4fc" providerId="ADAL" clId="{F08C8037-C502-4E6D-8951-FBC0DBE5BF1B}" dt="2021-08-09T03:39:20.389" v="1019" actId="21"/>
          <ac:spMkLst>
            <pc:docMk/>
            <pc:sldMk cId="702712558" sldId="408"/>
            <ac:spMk id="10" creationId="{5F95D868-B614-42AF-9951-E230D440D965}"/>
          </ac:spMkLst>
        </pc:spChg>
        <pc:graphicFrameChg chg="mod modGraphic">
          <ac:chgData name="Yu, Harry" userId="d07dd713-323b-41c6-b24d-c18be50fb4fc" providerId="ADAL" clId="{F08C8037-C502-4E6D-8951-FBC0DBE5BF1B}" dt="2021-08-09T02:40:46.225" v="930" actId="207"/>
          <ac:graphicFrameMkLst>
            <pc:docMk/>
            <pc:sldMk cId="702712558" sldId="408"/>
            <ac:graphicFrameMk id="9" creationId="{A471383B-87D3-406F-AEC8-A1732EA53B37}"/>
          </ac:graphicFrameMkLst>
        </pc:graphicFrameChg>
      </pc:sldChg>
      <pc:sldChg chg="add del">
        <pc:chgData name="Yu, Harry" userId="d07dd713-323b-41c6-b24d-c18be50fb4fc" providerId="ADAL" clId="{F08C8037-C502-4E6D-8951-FBC0DBE5BF1B}" dt="2021-07-30T08:21:06.404" v="154" actId="47"/>
        <pc:sldMkLst>
          <pc:docMk/>
          <pc:sldMk cId="1210686159" sldId="408"/>
        </pc:sldMkLst>
      </pc:sldChg>
      <pc:sldChg chg="add del replId">
        <pc:chgData name="Yu, Harry" userId="d07dd713-323b-41c6-b24d-c18be50fb4fc" providerId="ADAL" clId="{F08C8037-C502-4E6D-8951-FBC0DBE5BF1B}" dt="2021-07-30T08:21:06.404" v="154" actId="47"/>
        <pc:sldMkLst>
          <pc:docMk/>
          <pc:sldMk cId="108597143" sldId="409"/>
        </pc:sldMkLst>
      </pc:sldChg>
      <pc:sldChg chg="addSp delSp modSp mod">
        <pc:chgData name="Yu, Harry" userId="d07dd713-323b-41c6-b24d-c18be50fb4fc" providerId="ADAL" clId="{F08C8037-C502-4E6D-8951-FBC0DBE5BF1B}" dt="2021-08-24T00:24:42.844" v="4312" actId="313"/>
        <pc:sldMkLst>
          <pc:docMk/>
          <pc:sldMk cId="2914717653" sldId="409"/>
        </pc:sldMkLst>
        <pc:spChg chg="add del mod">
          <ac:chgData name="Yu, Harry" userId="d07dd713-323b-41c6-b24d-c18be50fb4fc" providerId="ADAL" clId="{F08C8037-C502-4E6D-8951-FBC0DBE5BF1B}" dt="2021-08-09T02:41:31.368" v="945" actId="478"/>
          <ac:spMkLst>
            <pc:docMk/>
            <pc:sldMk cId="2914717653" sldId="409"/>
            <ac:spMk id="3" creationId="{43291827-3657-4EDC-836A-58766A03309D}"/>
          </ac:spMkLst>
        </pc:spChg>
        <pc:spChg chg="del">
          <ac:chgData name="Yu, Harry" userId="d07dd713-323b-41c6-b24d-c18be50fb4fc" providerId="ADAL" clId="{F08C8037-C502-4E6D-8951-FBC0DBE5BF1B}" dt="2021-08-09T02:41:28.093" v="944" actId="478"/>
          <ac:spMkLst>
            <pc:docMk/>
            <pc:sldMk cId="2914717653" sldId="409"/>
            <ac:spMk id="6" creationId="{0ED065AC-F3EF-42B0-A34B-DF7EED7FF8B9}"/>
          </ac:spMkLst>
        </pc:spChg>
        <pc:spChg chg="add mod">
          <ac:chgData name="Yu, Harry" userId="d07dd713-323b-41c6-b24d-c18be50fb4fc" providerId="ADAL" clId="{F08C8037-C502-4E6D-8951-FBC0DBE5BF1B}" dt="2021-08-09T02:41:44.231" v="948" actId="20577"/>
          <ac:spMkLst>
            <pc:docMk/>
            <pc:sldMk cId="2914717653" sldId="409"/>
            <ac:spMk id="7" creationId="{14999E37-738F-4DDF-830D-1F0F2ACF1ECD}"/>
          </ac:spMkLst>
        </pc:spChg>
        <pc:graphicFrameChg chg="mod modGraphic">
          <ac:chgData name="Yu, Harry" userId="d07dd713-323b-41c6-b24d-c18be50fb4fc" providerId="ADAL" clId="{F08C8037-C502-4E6D-8951-FBC0DBE5BF1B}" dt="2021-08-24T00:24:42.844" v="4312" actId="313"/>
          <ac:graphicFrameMkLst>
            <pc:docMk/>
            <pc:sldMk cId="2914717653" sldId="409"/>
            <ac:graphicFrameMk id="9" creationId="{A471383B-87D3-406F-AEC8-A1732EA53B37}"/>
          </ac:graphicFrameMkLst>
        </pc:graphicFrameChg>
      </pc:sldChg>
      <pc:sldChg chg="add del replId">
        <pc:chgData name="Yu, Harry" userId="d07dd713-323b-41c6-b24d-c18be50fb4fc" providerId="ADAL" clId="{F08C8037-C502-4E6D-8951-FBC0DBE5BF1B}" dt="2021-07-30T08:21:06.404" v="154" actId="47"/>
        <pc:sldMkLst>
          <pc:docMk/>
          <pc:sldMk cId="1967063898" sldId="410"/>
        </pc:sldMkLst>
      </pc:sldChg>
      <pc:sldChg chg="addSp modSp mod">
        <pc:chgData name="Yu, Harry" userId="d07dd713-323b-41c6-b24d-c18be50fb4fc" providerId="ADAL" clId="{F08C8037-C502-4E6D-8951-FBC0DBE5BF1B}" dt="2021-08-17T05:17:49.147" v="2985" actId="404"/>
        <pc:sldMkLst>
          <pc:docMk/>
          <pc:sldMk cId="3552434572" sldId="410"/>
        </pc:sldMkLst>
        <pc:spChg chg="add mod">
          <ac:chgData name="Yu, Harry" userId="d07dd713-323b-41c6-b24d-c18be50fb4fc" providerId="ADAL" clId="{F08C8037-C502-4E6D-8951-FBC0DBE5BF1B}" dt="2021-08-17T05:17:49.147" v="2985" actId="404"/>
          <ac:spMkLst>
            <pc:docMk/>
            <pc:sldMk cId="3552434572" sldId="410"/>
            <ac:spMk id="4" creationId="{9F82CBC9-2951-4E33-B11B-A6D1DDB3C631}"/>
          </ac:spMkLst>
        </pc:spChg>
        <pc:spChg chg="mod">
          <ac:chgData name="Yu, Harry" userId="d07dd713-323b-41c6-b24d-c18be50fb4fc" providerId="ADAL" clId="{F08C8037-C502-4E6D-8951-FBC0DBE5BF1B}" dt="2021-08-09T03:40:38.426" v="1024"/>
          <ac:spMkLst>
            <pc:docMk/>
            <pc:sldMk cId="3552434572" sldId="410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09T03:40:52.974" v="1025" actId="207"/>
          <ac:graphicFrameMkLst>
            <pc:docMk/>
            <pc:sldMk cId="3552434572" sldId="410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24T00:27:50.287" v="4313" actId="20577"/>
        <pc:sldMkLst>
          <pc:docMk/>
          <pc:sldMk cId="510519173" sldId="411"/>
        </pc:sldMkLst>
        <pc:spChg chg="add mod">
          <ac:chgData name="Yu, Harry" userId="d07dd713-323b-41c6-b24d-c18be50fb4fc" providerId="ADAL" clId="{F08C8037-C502-4E6D-8951-FBC0DBE5BF1B}" dt="2021-08-24T00:27:50.287" v="4313" actId="20577"/>
          <ac:spMkLst>
            <pc:docMk/>
            <pc:sldMk cId="510519173" sldId="411"/>
            <ac:spMk id="5" creationId="{2E652490-9A07-4E50-A800-4062BB06E679}"/>
          </ac:spMkLst>
        </pc:spChg>
        <pc:spChg chg="del">
          <ac:chgData name="Yu, Harry" userId="d07dd713-323b-41c6-b24d-c18be50fb4fc" providerId="ADAL" clId="{F08C8037-C502-4E6D-8951-FBC0DBE5BF1B}" dt="2021-08-10T03:49:52.616" v="1077" actId="478"/>
          <ac:spMkLst>
            <pc:docMk/>
            <pc:sldMk cId="510519173" sldId="411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F08C8037-C502-4E6D-8951-FBC0DBE5BF1B}" dt="2021-08-10T03:49:26.794" v="1076" actId="207"/>
          <ac:graphicFrameMkLst>
            <pc:docMk/>
            <pc:sldMk cId="510519173" sldId="411"/>
            <ac:graphicFrameMk id="9" creationId="{A471383B-87D3-406F-AEC8-A1732EA53B37}"/>
          </ac:graphicFrameMkLst>
        </pc:graphicFrameChg>
      </pc:sldChg>
      <pc:sldChg chg="add del replId">
        <pc:chgData name="Yu, Harry" userId="d07dd713-323b-41c6-b24d-c18be50fb4fc" providerId="ADAL" clId="{F08C8037-C502-4E6D-8951-FBC0DBE5BF1B}" dt="2021-07-30T08:21:06.404" v="154" actId="47"/>
        <pc:sldMkLst>
          <pc:docMk/>
          <pc:sldMk cId="2609235885" sldId="411"/>
        </pc:sldMkLst>
      </pc:sldChg>
      <pc:sldChg chg="addSp delSp modSp mod modNotesTx">
        <pc:chgData name="Yu, Harry" userId="d07dd713-323b-41c6-b24d-c18be50fb4fc" providerId="ADAL" clId="{F08C8037-C502-4E6D-8951-FBC0DBE5BF1B}" dt="2021-09-02T00:02:29.487" v="4480" actId="21"/>
        <pc:sldMkLst>
          <pc:docMk/>
          <pc:sldMk cId="722008205" sldId="412"/>
        </pc:sldMkLst>
        <pc:spChg chg="add del mod">
          <ac:chgData name="Yu, Harry" userId="d07dd713-323b-41c6-b24d-c18be50fb4fc" providerId="ADAL" clId="{F08C8037-C502-4E6D-8951-FBC0DBE5BF1B}" dt="2021-09-02T00:02:29.487" v="4480" actId="21"/>
          <ac:spMkLst>
            <pc:docMk/>
            <pc:sldMk cId="722008205" sldId="412"/>
            <ac:spMk id="2" creationId="{ABFE04D2-2E71-43C7-90BF-6C08DAA41E2E}"/>
          </ac:spMkLst>
        </pc:spChg>
        <pc:spChg chg="add del mod">
          <ac:chgData name="Yu, Harry" userId="d07dd713-323b-41c6-b24d-c18be50fb4fc" providerId="ADAL" clId="{F08C8037-C502-4E6D-8951-FBC0DBE5BF1B}" dt="2021-08-09T23:28:42.017" v="1029" actId="478"/>
          <ac:spMkLst>
            <pc:docMk/>
            <pc:sldMk cId="722008205" sldId="412"/>
            <ac:spMk id="3" creationId="{B019D7EB-27FB-4383-B477-3B4C4F5FED73}"/>
          </ac:spMkLst>
        </pc:spChg>
        <pc:spChg chg="del">
          <ac:chgData name="Yu, Harry" userId="d07dd713-323b-41c6-b24d-c18be50fb4fc" providerId="ADAL" clId="{F08C8037-C502-4E6D-8951-FBC0DBE5BF1B}" dt="2021-08-09T03:52:12.799" v="1026" actId="478"/>
          <ac:spMkLst>
            <pc:docMk/>
            <pc:sldMk cId="722008205" sldId="412"/>
            <ac:spMk id="5" creationId="{CB048E8A-DE1E-46FD-9C13-99B8CDEAC8DA}"/>
          </ac:spMkLst>
        </pc:spChg>
        <pc:spChg chg="del">
          <ac:chgData name="Yu, Harry" userId="d07dd713-323b-41c6-b24d-c18be50fb4fc" providerId="ADAL" clId="{F08C8037-C502-4E6D-8951-FBC0DBE5BF1B}" dt="2021-08-09T23:28:38.937" v="1028" actId="478"/>
          <ac:spMkLst>
            <pc:docMk/>
            <pc:sldMk cId="722008205" sldId="412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09T03:52:16.241" v="1027" actId="21"/>
          <ac:spMkLst>
            <pc:docMk/>
            <pc:sldMk cId="722008205" sldId="412"/>
            <ac:spMk id="7" creationId="{E979D3E5-B107-4EED-9369-B2A655B62703}"/>
          </ac:spMkLst>
        </pc:spChg>
        <pc:spChg chg="add mod">
          <ac:chgData name="Yu, Harry" userId="d07dd713-323b-41c6-b24d-c18be50fb4fc" providerId="ADAL" clId="{F08C8037-C502-4E6D-8951-FBC0DBE5BF1B}" dt="2021-08-09T23:29:00.289" v="1066" actId="20577"/>
          <ac:spMkLst>
            <pc:docMk/>
            <pc:sldMk cId="722008205" sldId="412"/>
            <ac:spMk id="8" creationId="{B8347B9F-ABAF-4E66-8C1B-59C3294E6BF3}"/>
          </ac:spMkLst>
        </pc:spChg>
        <pc:graphicFrameChg chg="mod modGraphic">
          <ac:chgData name="Yu, Harry" userId="d07dd713-323b-41c6-b24d-c18be50fb4fc" providerId="ADAL" clId="{F08C8037-C502-4E6D-8951-FBC0DBE5BF1B}" dt="2021-08-10T03:52:14.241" v="1147" actId="207"/>
          <ac:graphicFrameMkLst>
            <pc:docMk/>
            <pc:sldMk cId="722008205" sldId="412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9-08T23:25:54.546" v="4550" actId="478"/>
        <pc:sldMkLst>
          <pc:docMk/>
          <pc:sldMk cId="561797139" sldId="413"/>
        </pc:sldMkLst>
        <pc:spChg chg="add del mod">
          <ac:chgData name="Yu, Harry" userId="d07dd713-323b-41c6-b24d-c18be50fb4fc" providerId="ADAL" clId="{F08C8037-C502-4E6D-8951-FBC0DBE5BF1B}" dt="2021-08-09T23:29:18.152" v="1070" actId="478"/>
          <ac:spMkLst>
            <pc:docMk/>
            <pc:sldMk cId="561797139" sldId="413"/>
            <ac:spMk id="3" creationId="{6B290CF4-096E-4783-9FEF-8F5B33908820}"/>
          </ac:spMkLst>
        </pc:spChg>
        <pc:spChg chg="add del mod">
          <ac:chgData name="Yu, Harry" userId="d07dd713-323b-41c6-b24d-c18be50fb4fc" providerId="ADAL" clId="{F08C8037-C502-4E6D-8951-FBC0DBE5BF1B}" dt="2021-09-08T23:25:54.546" v="4550" actId="478"/>
          <ac:spMkLst>
            <pc:docMk/>
            <pc:sldMk cId="561797139" sldId="413"/>
            <ac:spMk id="4" creationId="{CA2150CF-476A-4387-8F8E-B1F21C1CDDA9}"/>
          </ac:spMkLst>
        </pc:spChg>
        <pc:spChg chg="del">
          <ac:chgData name="Yu, Harry" userId="d07dd713-323b-41c6-b24d-c18be50fb4fc" providerId="ADAL" clId="{F08C8037-C502-4E6D-8951-FBC0DBE5BF1B}" dt="2021-08-09T23:29:06.894" v="1067" actId="478"/>
          <ac:spMkLst>
            <pc:docMk/>
            <pc:sldMk cId="561797139" sldId="413"/>
            <ac:spMk id="5" creationId="{CB048E8A-DE1E-46FD-9C13-99B8CDEAC8DA}"/>
          </ac:spMkLst>
        </pc:spChg>
        <pc:spChg chg="del">
          <ac:chgData name="Yu, Harry" userId="d07dd713-323b-41c6-b24d-c18be50fb4fc" providerId="ADAL" clId="{F08C8037-C502-4E6D-8951-FBC0DBE5BF1B}" dt="2021-08-09T23:29:14.673" v="1069" actId="478"/>
          <ac:spMkLst>
            <pc:docMk/>
            <pc:sldMk cId="561797139" sldId="413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09T23:29:10.569" v="1068" actId="478"/>
          <ac:spMkLst>
            <pc:docMk/>
            <pc:sldMk cId="561797139" sldId="413"/>
            <ac:spMk id="7" creationId="{E979D3E5-B107-4EED-9369-B2A655B62703}"/>
          </ac:spMkLst>
        </pc:spChg>
        <pc:spChg chg="add mod">
          <ac:chgData name="Yu, Harry" userId="d07dd713-323b-41c6-b24d-c18be50fb4fc" providerId="ADAL" clId="{F08C8037-C502-4E6D-8951-FBC0DBE5BF1B}" dt="2021-08-09T23:29:30.633" v="1073" actId="20577"/>
          <ac:spMkLst>
            <pc:docMk/>
            <pc:sldMk cId="561797139" sldId="413"/>
            <ac:spMk id="8" creationId="{86F37CCB-1060-459C-B37D-912E0D6894F7}"/>
          </ac:spMkLst>
        </pc:spChg>
        <pc:graphicFrameChg chg="mod modGraphic">
          <ac:chgData name="Yu, Harry" userId="d07dd713-323b-41c6-b24d-c18be50fb4fc" providerId="ADAL" clId="{F08C8037-C502-4E6D-8951-FBC0DBE5BF1B}" dt="2021-08-24T00:32:28.931" v="4319" actId="20577"/>
          <ac:graphicFrameMkLst>
            <pc:docMk/>
            <pc:sldMk cId="561797139" sldId="413"/>
            <ac:graphicFrameMk id="9" creationId="{A471383B-87D3-406F-AEC8-A1732EA53B37}"/>
          </ac:graphicFrameMkLst>
        </pc:graphicFrameChg>
      </pc:sldChg>
      <pc:sldChg chg="modSp del mod">
        <pc:chgData name="Yu, Harry" userId="d07dd713-323b-41c6-b24d-c18be50fb4fc" providerId="ADAL" clId="{F08C8037-C502-4E6D-8951-FBC0DBE5BF1B}" dt="2021-08-04T06:43:23.143" v="289" actId="47"/>
        <pc:sldMkLst>
          <pc:docMk/>
          <pc:sldMk cId="3250821438" sldId="414"/>
        </pc:sldMkLst>
        <pc:graphicFrameChg chg="mod modGraphic">
          <ac:chgData name="Yu, Harry" userId="d07dd713-323b-41c6-b24d-c18be50fb4fc" providerId="ADAL" clId="{F08C8037-C502-4E6D-8951-FBC0DBE5BF1B}" dt="2021-08-04T06:42:28.805" v="287"/>
          <ac:graphicFrameMkLst>
            <pc:docMk/>
            <pc:sldMk cId="3250821438" sldId="414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24T00:36:45.647" v="4322" actId="207"/>
        <pc:sldMkLst>
          <pc:docMk/>
          <pc:sldMk cId="2489166660" sldId="415"/>
        </pc:sldMkLst>
        <pc:spChg chg="add del mod">
          <ac:chgData name="Yu, Harry" userId="d07dd713-323b-41c6-b24d-c18be50fb4fc" providerId="ADAL" clId="{F08C8037-C502-4E6D-8951-FBC0DBE5BF1B}" dt="2021-08-10T03:57:14.215" v="1186" actId="478"/>
          <ac:spMkLst>
            <pc:docMk/>
            <pc:sldMk cId="2489166660" sldId="415"/>
            <ac:spMk id="3" creationId="{D3805D25-9A1C-4D34-8817-965D2B92117C}"/>
          </ac:spMkLst>
        </pc:spChg>
        <pc:spChg chg="add mod">
          <ac:chgData name="Yu, Harry" userId="d07dd713-323b-41c6-b24d-c18be50fb4fc" providerId="ADAL" clId="{F08C8037-C502-4E6D-8951-FBC0DBE5BF1B}" dt="2021-08-17T05:22:04.453" v="3100" actId="20577"/>
          <ac:spMkLst>
            <pc:docMk/>
            <pc:sldMk cId="2489166660" sldId="415"/>
            <ac:spMk id="4" creationId="{B5BB2FE7-14C3-4201-A390-A11CC601CEA4}"/>
          </ac:spMkLst>
        </pc:spChg>
        <pc:spChg chg="del">
          <ac:chgData name="Yu, Harry" userId="d07dd713-323b-41c6-b24d-c18be50fb4fc" providerId="ADAL" clId="{F08C8037-C502-4E6D-8951-FBC0DBE5BF1B}" dt="2021-08-10T03:57:12.472" v="1185" actId="478"/>
          <ac:spMkLst>
            <pc:docMk/>
            <pc:sldMk cId="2489166660" sldId="415"/>
            <ac:spMk id="6" creationId="{0ED065AC-F3EF-42B0-A34B-DF7EED7FF8B9}"/>
          </ac:spMkLst>
        </pc:spChg>
        <pc:spChg chg="add mod">
          <ac:chgData name="Yu, Harry" userId="d07dd713-323b-41c6-b24d-c18be50fb4fc" providerId="ADAL" clId="{F08C8037-C502-4E6D-8951-FBC0DBE5BF1B}" dt="2021-08-10T03:57:45.243" v="1192" actId="20577"/>
          <ac:spMkLst>
            <pc:docMk/>
            <pc:sldMk cId="2489166660" sldId="415"/>
            <ac:spMk id="7" creationId="{6F1C7CDF-B740-46C3-8205-A0616DDBF48F}"/>
          </ac:spMkLst>
        </pc:spChg>
        <pc:graphicFrameChg chg="mod modGraphic">
          <ac:chgData name="Yu, Harry" userId="d07dd713-323b-41c6-b24d-c18be50fb4fc" providerId="ADAL" clId="{F08C8037-C502-4E6D-8951-FBC0DBE5BF1B}" dt="2021-08-24T00:36:45.647" v="4322" actId="207"/>
          <ac:graphicFrameMkLst>
            <pc:docMk/>
            <pc:sldMk cId="2489166660" sldId="415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8-24T00:34:56.042" v="4320"/>
        <pc:sldMkLst>
          <pc:docMk/>
          <pc:sldMk cId="3585669597" sldId="416"/>
        </pc:sldMkLst>
        <pc:spChg chg="add del mod">
          <ac:chgData name="Yu, Harry" userId="d07dd713-323b-41c6-b24d-c18be50fb4fc" providerId="ADAL" clId="{F08C8037-C502-4E6D-8951-FBC0DBE5BF1B}" dt="2021-08-10T03:53:39.809" v="1152" actId="478"/>
          <ac:spMkLst>
            <pc:docMk/>
            <pc:sldMk cId="3585669597" sldId="416"/>
            <ac:spMk id="3" creationId="{1375B301-E436-444C-8418-535E082EFAE1}"/>
          </ac:spMkLst>
        </pc:spChg>
        <pc:spChg chg="del">
          <ac:chgData name="Yu, Harry" userId="d07dd713-323b-41c6-b24d-c18be50fb4fc" providerId="ADAL" clId="{F08C8037-C502-4E6D-8951-FBC0DBE5BF1B}" dt="2021-08-10T03:53:16.986" v="1149" actId="478"/>
          <ac:spMkLst>
            <pc:docMk/>
            <pc:sldMk cId="3585669597" sldId="416"/>
            <ac:spMk id="5" creationId="{CB048E8A-DE1E-46FD-9C13-99B8CDEAC8DA}"/>
          </ac:spMkLst>
        </pc:spChg>
        <pc:spChg chg="del">
          <ac:chgData name="Yu, Harry" userId="d07dd713-323b-41c6-b24d-c18be50fb4fc" providerId="ADAL" clId="{F08C8037-C502-4E6D-8951-FBC0DBE5BF1B}" dt="2021-08-10T03:53:36.819" v="1151" actId="478"/>
          <ac:spMkLst>
            <pc:docMk/>
            <pc:sldMk cId="3585669597" sldId="416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3:53:21.101" v="1150" actId="478"/>
          <ac:spMkLst>
            <pc:docMk/>
            <pc:sldMk cId="3585669597" sldId="416"/>
            <ac:spMk id="7" creationId="{E979D3E5-B107-4EED-9369-B2A655B62703}"/>
          </ac:spMkLst>
        </pc:spChg>
        <pc:spChg chg="add mod">
          <ac:chgData name="Yu, Harry" userId="d07dd713-323b-41c6-b24d-c18be50fb4fc" providerId="ADAL" clId="{F08C8037-C502-4E6D-8951-FBC0DBE5BF1B}" dt="2021-08-10T03:54:14.621" v="1184" actId="20577"/>
          <ac:spMkLst>
            <pc:docMk/>
            <pc:sldMk cId="3585669597" sldId="416"/>
            <ac:spMk id="8" creationId="{40D6C9BC-D257-4ACD-BFBE-80C2730953BD}"/>
          </ac:spMkLst>
        </pc:spChg>
        <pc:graphicFrameChg chg="mod modGraphic">
          <ac:chgData name="Yu, Harry" userId="d07dd713-323b-41c6-b24d-c18be50fb4fc" providerId="ADAL" clId="{F08C8037-C502-4E6D-8951-FBC0DBE5BF1B}" dt="2021-08-24T00:34:56.042" v="4320"/>
          <ac:graphicFrameMkLst>
            <pc:docMk/>
            <pc:sldMk cId="3585669597" sldId="416"/>
            <ac:graphicFrameMk id="9" creationId="{A471383B-87D3-406F-AEC8-A1732EA53B37}"/>
          </ac:graphicFrameMkLst>
        </pc:graphicFrameChg>
      </pc:sldChg>
      <pc:sldChg chg="addSp modSp mod">
        <pc:chgData name="Yu, Harry" userId="d07dd713-323b-41c6-b24d-c18be50fb4fc" providerId="ADAL" clId="{F08C8037-C502-4E6D-8951-FBC0DBE5BF1B}" dt="2021-08-24T00:37:12.799" v="4325" actId="20577"/>
        <pc:sldMkLst>
          <pc:docMk/>
          <pc:sldMk cId="1282720685" sldId="417"/>
        </pc:sldMkLst>
        <pc:spChg chg="add mod">
          <ac:chgData name="Yu, Harry" userId="d07dd713-323b-41c6-b24d-c18be50fb4fc" providerId="ADAL" clId="{F08C8037-C502-4E6D-8951-FBC0DBE5BF1B}" dt="2021-08-24T00:37:12.799" v="4325" actId="20577"/>
          <ac:spMkLst>
            <pc:docMk/>
            <pc:sldMk cId="1282720685" sldId="417"/>
            <ac:spMk id="4" creationId="{4F0329E0-3B8C-4E10-90F9-7572909C5D69}"/>
          </ac:spMkLst>
        </pc:spChg>
        <pc:spChg chg="add mod">
          <ac:chgData name="Yu, Harry" userId="d07dd713-323b-41c6-b24d-c18be50fb4fc" providerId="ADAL" clId="{F08C8037-C502-4E6D-8951-FBC0DBE5BF1B}" dt="2021-08-17T06:12:09.970" v="3638"/>
          <ac:spMkLst>
            <pc:docMk/>
            <pc:sldMk cId="1282720685" sldId="417"/>
            <ac:spMk id="5" creationId="{456F3CAF-B248-4F67-B0CB-8FCE7FCC2DE9}"/>
          </ac:spMkLst>
        </pc:spChg>
        <pc:spChg chg="mod">
          <ac:chgData name="Yu, Harry" userId="d07dd713-323b-41c6-b24d-c18be50fb4fc" providerId="ADAL" clId="{F08C8037-C502-4E6D-8951-FBC0DBE5BF1B}" dt="2021-08-10T03:57:55.303" v="1195" actId="20577"/>
          <ac:spMkLst>
            <pc:docMk/>
            <pc:sldMk cId="1282720685" sldId="417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24T00:37:09.218" v="4323" actId="207"/>
          <ac:graphicFrameMkLst>
            <pc:docMk/>
            <pc:sldMk cId="1282720685" sldId="417"/>
            <ac:graphicFrameMk id="9" creationId="{A471383B-87D3-406F-AEC8-A1732EA53B37}"/>
          </ac:graphicFrameMkLst>
        </pc:graphicFrameChg>
      </pc:sldChg>
      <pc:sldChg chg="addSp modSp mod">
        <pc:chgData name="Yu, Harry" userId="d07dd713-323b-41c6-b24d-c18be50fb4fc" providerId="ADAL" clId="{F08C8037-C502-4E6D-8951-FBC0DBE5BF1B}" dt="2021-08-10T04:18:50.594" v="1487" actId="20577"/>
        <pc:sldMkLst>
          <pc:docMk/>
          <pc:sldMk cId="943981249" sldId="418"/>
        </pc:sldMkLst>
        <pc:spChg chg="add mod">
          <ac:chgData name="Yu, Harry" userId="d07dd713-323b-41c6-b24d-c18be50fb4fc" providerId="ADAL" clId="{F08C8037-C502-4E6D-8951-FBC0DBE5BF1B}" dt="2021-08-10T04:18:50.594" v="1487" actId="20577"/>
          <ac:spMkLst>
            <pc:docMk/>
            <pc:sldMk cId="943981249" sldId="418"/>
            <ac:spMk id="4" creationId="{E6E0E091-B6B1-4F00-8FB9-3C3504E457A1}"/>
          </ac:spMkLst>
        </pc:spChg>
        <pc:spChg chg="mod">
          <ac:chgData name="Yu, Harry" userId="d07dd713-323b-41c6-b24d-c18be50fb4fc" providerId="ADAL" clId="{F08C8037-C502-4E6D-8951-FBC0DBE5BF1B}" dt="2021-08-10T03:58:06.424" v="1198" actId="20577"/>
          <ac:spMkLst>
            <pc:docMk/>
            <pc:sldMk cId="943981249" sldId="418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0T04:18:03.785" v="1424" actId="207"/>
          <ac:graphicFrameMkLst>
            <pc:docMk/>
            <pc:sldMk cId="943981249" sldId="418"/>
            <ac:graphicFrameMk id="9" creationId="{A471383B-87D3-406F-AEC8-A1732EA53B37}"/>
          </ac:graphicFrameMkLst>
        </pc:graphicFrameChg>
      </pc:sldChg>
      <pc:sldChg chg="addSp modSp add del mod">
        <pc:chgData name="Yu, Harry" userId="d07dd713-323b-41c6-b24d-c18be50fb4fc" providerId="ADAL" clId="{F08C8037-C502-4E6D-8951-FBC0DBE5BF1B}" dt="2021-08-24T00:39:59.858" v="4340" actId="20577"/>
        <pc:sldMkLst>
          <pc:docMk/>
          <pc:sldMk cId="2968888852" sldId="419"/>
        </pc:sldMkLst>
        <pc:spChg chg="add mod">
          <ac:chgData name="Yu, Harry" userId="d07dd713-323b-41c6-b24d-c18be50fb4fc" providerId="ADAL" clId="{F08C8037-C502-4E6D-8951-FBC0DBE5BF1B}" dt="2021-08-24T00:39:59.858" v="4340" actId="20577"/>
          <ac:spMkLst>
            <pc:docMk/>
            <pc:sldMk cId="2968888852" sldId="419"/>
            <ac:spMk id="4" creationId="{2CAE92D0-6EC3-4B58-9578-4724D614A330}"/>
          </ac:spMkLst>
        </pc:spChg>
        <pc:spChg chg="mod">
          <ac:chgData name="Yu, Harry" userId="d07dd713-323b-41c6-b24d-c18be50fb4fc" providerId="ADAL" clId="{F08C8037-C502-4E6D-8951-FBC0DBE5BF1B}" dt="2021-08-10T03:58:15.088" v="1201" actId="20577"/>
          <ac:spMkLst>
            <pc:docMk/>
            <pc:sldMk cId="2968888852" sldId="419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24T00:39:39.542" v="4331" actId="207"/>
          <ac:graphicFrameMkLst>
            <pc:docMk/>
            <pc:sldMk cId="2968888852" sldId="419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F08C8037-C502-4E6D-8951-FBC0DBE5BF1B}" dt="2021-08-10T05:11:49.582" v="1500" actId="20577"/>
        <pc:sldMkLst>
          <pc:docMk/>
          <pc:sldMk cId="1065416071" sldId="420"/>
        </pc:sldMkLst>
        <pc:spChg chg="mod">
          <ac:chgData name="Yu, Harry" userId="d07dd713-323b-41c6-b24d-c18be50fb4fc" providerId="ADAL" clId="{F08C8037-C502-4E6D-8951-FBC0DBE5BF1B}" dt="2021-08-10T05:11:49.582" v="1500" actId="20577"/>
          <ac:spMkLst>
            <pc:docMk/>
            <pc:sldMk cId="1065416071" sldId="420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5:11:32.602" v="1496" actId="478"/>
          <ac:spMkLst>
            <pc:docMk/>
            <pc:sldMk cId="1065416071" sldId="420"/>
            <ac:spMk id="11" creationId="{3B0E5B35-F8D6-4092-AA4A-BCC690B2229D}"/>
          </ac:spMkLst>
        </pc:spChg>
        <pc:graphicFrameChg chg="mod modGraphic">
          <ac:chgData name="Yu, Harry" userId="d07dd713-323b-41c6-b24d-c18be50fb4fc" providerId="ADAL" clId="{F08C8037-C502-4E6D-8951-FBC0DBE5BF1B}" dt="2021-08-05T08:31:06.805" v="396"/>
          <ac:graphicFrameMkLst>
            <pc:docMk/>
            <pc:sldMk cId="1065416071" sldId="420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F08C8037-C502-4E6D-8951-FBC0DBE5BF1B}" dt="2021-08-24T00:42:44.707" v="4341" actId="207"/>
        <pc:sldMkLst>
          <pc:docMk/>
          <pc:sldMk cId="3034569877" sldId="421"/>
        </pc:sldMkLst>
        <pc:spChg chg="del">
          <ac:chgData name="Yu, Harry" userId="d07dd713-323b-41c6-b24d-c18be50fb4fc" providerId="ADAL" clId="{F08C8037-C502-4E6D-8951-FBC0DBE5BF1B}" dt="2021-08-10T05:28:33.165" v="1501" actId="478"/>
          <ac:spMkLst>
            <pc:docMk/>
            <pc:sldMk cId="3034569877" sldId="421"/>
            <ac:spMk id="5" creationId="{CB048E8A-DE1E-46FD-9C13-99B8CDEAC8DA}"/>
          </ac:spMkLst>
        </pc:spChg>
        <pc:spChg chg="mod">
          <ac:chgData name="Yu, Harry" userId="d07dd713-323b-41c6-b24d-c18be50fb4fc" providerId="ADAL" clId="{F08C8037-C502-4E6D-8951-FBC0DBE5BF1B}" dt="2021-08-10T05:28:52.683" v="1513" actId="20577"/>
          <ac:spMkLst>
            <pc:docMk/>
            <pc:sldMk cId="3034569877" sldId="421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5:28:36.808" v="1502" actId="478"/>
          <ac:spMkLst>
            <pc:docMk/>
            <pc:sldMk cId="3034569877" sldId="421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24T00:42:44.707" v="4341" actId="207"/>
          <ac:graphicFrameMkLst>
            <pc:docMk/>
            <pc:sldMk cId="3034569877" sldId="421"/>
            <ac:graphicFrameMk id="9" creationId="{A471383B-87D3-406F-AEC8-A1732EA53B37}"/>
          </ac:graphicFrameMkLst>
        </pc:graphicFrameChg>
      </pc:sldChg>
      <pc:sldChg chg="addSp modSp mod">
        <pc:chgData name="Yu, Harry" userId="d07dd713-323b-41c6-b24d-c18be50fb4fc" providerId="ADAL" clId="{F08C8037-C502-4E6D-8951-FBC0DBE5BF1B}" dt="2021-08-17T05:39:35.726" v="3320" actId="20577"/>
        <pc:sldMkLst>
          <pc:docMk/>
          <pc:sldMk cId="4238224736" sldId="422"/>
        </pc:sldMkLst>
        <pc:spChg chg="add mod">
          <ac:chgData name="Yu, Harry" userId="d07dd713-323b-41c6-b24d-c18be50fb4fc" providerId="ADAL" clId="{F08C8037-C502-4E6D-8951-FBC0DBE5BF1B}" dt="2021-08-17T05:39:35.726" v="3320" actId="20577"/>
          <ac:spMkLst>
            <pc:docMk/>
            <pc:sldMk cId="4238224736" sldId="422"/>
            <ac:spMk id="4" creationId="{F79FA440-94CB-4AF0-A4C1-D250EADEE9FB}"/>
          </ac:spMkLst>
        </pc:spChg>
        <pc:spChg chg="mod">
          <ac:chgData name="Yu, Harry" userId="d07dd713-323b-41c6-b24d-c18be50fb4fc" providerId="ADAL" clId="{F08C8037-C502-4E6D-8951-FBC0DBE5BF1B}" dt="2021-08-10T05:29:48.504" v="1524" actId="20577"/>
          <ac:spMkLst>
            <pc:docMk/>
            <pc:sldMk cId="4238224736" sldId="422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0T05:33:36.108" v="1653" actId="207"/>
          <ac:graphicFrameMkLst>
            <pc:docMk/>
            <pc:sldMk cId="4238224736" sldId="422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F08C8037-C502-4E6D-8951-FBC0DBE5BF1B}" dt="2021-09-08T23:56:50.337" v="4555" actId="20577"/>
        <pc:sldMkLst>
          <pc:docMk/>
          <pc:sldMk cId="1488326449" sldId="423"/>
        </pc:sldMkLst>
        <pc:spChg chg="mod">
          <ac:chgData name="Yu, Harry" userId="d07dd713-323b-41c6-b24d-c18be50fb4fc" providerId="ADAL" clId="{F08C8037-C502-4E6D-8951-FBC0DBE5BF1B}" dt="2021-08-10T05:33:06.380" v="1650" actId="20577"/>
          <ac:spMkLst>
            <pc:docMk/>
            <pc:sldMk cId="1488326449" sldId="423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9-08T23:56:50.337" v="4555" actId="20577"/>
          <ac:graphicFrameMkLst>
            <pc:docMk/>
            <pc:sldMk cId="1488326449" sldId="423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F08C8037-C502-4E6D-8951-FBC0DBE5BF1B}" dt="2021-08-10T05:35:41.084" v="1680" actId="207"/>
        <pc:sldMkLst>
          <pc:docMk/>
          <pc:sldMk cId="574681852" sldId="424"/>
        </pc:sldMkLst>
        <pc:spChg chg="del">
          <ac:chgData name="Yu, Harry" userId="d07dd713-323b-41c6-b24d-c18be50fb4fc" providerId="ADAL" clId="{F08C8037-C502-4E6D-8951-FBC0DBE5BF1B}" dt="2021-08-10T05:34:50.524" v="1660" actId="478"/>
          <ac:spMkLst>
            <pc:docMk/>
            <pc:sldMk cId="574681852" sldId="424"/>
            <ac:spMk id="5" creationId="{CB048E8A-DE1E-46FD-9C13-99B8CDEAC8DA}"/>
          </ac:spMkLst>
        </pc:spChg>
        <pc:spChg chg="mod">
          <ac:chgData name="Yu, Harry" userId="d07dd713-323b-41c6-b24d-c18be50fb4fc" providerId="ADAL" clId="{F08C8037-C502-4E6D-8951-FBC0DBE5BF1B}" dt="2021-08-10T05:35:00.532" v="1678" actId="20577"/>
          <ac:spMkLst>
            <pc:docMk/>
            <pc:sldMk cId="574681852" sldId="424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5:34:47.886" v="1659" actId="478"/>
          <ac:spMkLst>
            <pc:docMk/>
            <pc:sldMk cId="574681852" sldId="424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10T05:35:41.084" v="1680" actId="207"/>
          <ac:graphicFrameMkLst>
            <pc:docMk/>
            <pc:sldMk cId="574681852" sldId="424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8-05T08:50:35.490" v="420" actId="47"/>
        <pc:sldMkLst>
          <pc:docMk/>
          <pc:sldMk cId="3468971131" sldId="424"/>
        </pc:sldMkLst>
      </pc:sldChg>
      <pc:sldChg chg="addSp modSp mod">
        <pc:chgData name="Yu, Harry" userId="d07dd713-323b-41c6-b24d-c18be50fb4fc" providerId="ADAL" clId="{F08C8037-C502-4E6D-8951-FBC0DBE5BF1B}" dt="2021-08-24T00:49:35.340" v="4358" actId="20577"/>
        <pc:sldMkLst>
          <pc:docMk/>
          <pc:sldMk cId="776038252" sldId="425"/>
        </pc:sldMkLst>
        <pc:spChg chg="add mod">
          <ac:chgData name="Yu, Harry" userId="d07dd713-323b-41c6-b24d-c18be50fb4fc" providerId="ADAL" clId="{F08C8037-C502-4E6D-8951-FBC0DBE5BF1B}" dt="2021-08-24T00:49:35.340" v="4358" actId="20577"/>
          <ac:spMkLst>
            <pc:docMk/>
            <pc:sldMk cId="776038252" sldId="425"/>
            <ac:spMk id="4" creationId="{696A248B-A980-4376-92D2-8371AB51A648}"/>
          </ac:spMkLst>
        </pc:spChg>
        <pc:spChg chg="mod">
          <ac:chgData name="Yu, Harry" userId="d07dd713-323b-41c6-b24d-c18be50fb4fc" providerId="ADAL" clId="{F08C8037-C502-4E6D-8951-FBC0DBE5BF1B}" dt="2021-08-10T05:35:58.349" v="1692" actId="20577"/>
          <ac:spMkLst>
            <pc:docMk/>
            <pc:sldMk cId="776038252" sldId="425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0T05:36:50.112" v="1697" actId="20577"/>
          <ac:graphicFrameMkLst>
            <pc:docMk/>
            <pc:sldMk cId="776038252" sldId="425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5T08:49:40.448" v="418"/>
        <pc:sldMkLst>
          <pc:docMk/>
          <pc:sldMk cId="3686006551" sldId="425"/>
        </pc:sldMkLst>
        <pc:graphicFrameChg chg="mod">
          <ac:chgData name="Yu, Harry" userId="d07dd713-323b-41c6-b24d-c18be50fb4fc" providerId="ADAL" clId="{F08C8037-C502-4E6D-8951-FBC0DBE5BF1B}" dt="2021-08-05T08:48:05.384" v="415"/>
          <ac:graphicFrameMkLst>
            <pc:docMk/>
            <pc:sldMk cId="3686006551" sldId="425"/>
            <ac:graphicFrameMk id="9" creationId="{A471383B-87D3-406F-AEC8-A1732EA53B37}"/>
          </ac:graphicFrameMkLst>
        </pc:graphicFrameChg>
      </pc:sldChg>
      <pc:sldChg chg="modSp del">
        <pc:chgData name="Yu, Harry" userId="d07dd713-323b-41c6-b24d-c18be50fb4fc" providerId="ADAL" clId="{F08C8037-C502-4E6D-8951-FBC0DBE5BF1B}" dt="2021-08-05T08:47:34.976" v="414" actId="47"/>
        <pc:sldMkLst>
          <pc:docMk/>
          <pc:sldMk cId="4025012511" sldId="425"/>
        </pc:sldMkLst>
        <pc:graphicFrameChg chg="mod">
          <ac:chgData name="Yu, Harry" userId="d07dd713-323b-41c6-b24d-c18be50fb4fc" providerId="ADAL" clId="{F08C8037-C502-4E6D-8951-FBC0DBE5BF1B}" dt="2021-08-05T08:46:43.883" v="413"/>
          <ac:graphicFrameMkLst>
            <pc:docMk/>
            <pc:sldMk cId="4025012511" sldId="425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F08C8037-C502-4E6D-8951-FBC0DBE5BF1B}" dt="2021-08-24T00:52:59.157" v="4359" actId="207"/>
        <pc:sldMkLst>
          <pc:docMk/>
          <pc:sldMk cId="2176729132" sldId="426"/>
        </pc:sldMkLst>
        <pc:spChg chg="mod">
          <ac:chgData name="Yu, Harry" userId="d07dd713-323b-41c6-b24d-c18be50fb4fc" providerId="ADAL" clId="{F08C8037-C502-4E6D-8951-FBC0DBE5BF1B}" dt="2021-08-10T05:39:11.306" v="1850" actId="20577"/>
          <ac:spMkLst>
            <pc:docMk/>
            <pc:sldMk cId="2176729132" sldId="426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24T00:52:59.157" v="4359" actId="207"/>
          <ac:graphicFrameMkLst>
            <pc:docMk/>
            <pc:sldMk cId="2176729132" sldId="426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F08C8037-C502-4E6D-8951-FBC0DBE5BF1B}" dt="2021-08-10T06:00:40.138" v="2059" actId="207"/>
        <pc:sldMkLst>
          <pc:docMk/>
          <pc:sldMk cId="1693173128" sldId="427"/>
        </pc:sldMkLst>
        <pc:spChg chg="mod">
          <ac:chgData name="Yu, Harry" userId="d07dd713-323b-41c6-b24d-c18be50fb4fc" providerId="ADAL" clId="{F08C8037-C502-4E6D-8951-FBC0DBE5BF1B}" dt="2021-08-10T05:59:14.671" v="2048" actId="20577"/>
          <ac:spMkLst>
            <pc:docMk/>
            <pc:sldMk cId="1693173128" sldId="427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0T06:00:40.138" v="2059" actId="207"/>
          <ac:graphicFrameMkLst>
            <pc:docMk/>
            <pc:sldMk cId="1693173128" sldId="427"/>
            <ac:graphicFrameMk id="9" creationId="{A471383B-87D3-406F-AEC8-A1732EA53B37}"/>
          </ac:graphicFrameMkLst>
        </pc:graphicFrameChg>
      </pc:sldChg>
      <pc:sldChg chg="del">
        <pc:chgData name="Yu, Harry" userId="d07dd713-323b-41c6-b24d-c18be50fb4fc" providerId="ADAL" clId="{F08C8037-C502-4E6D-8951-FBC0DBE5BF1B}" dt="2021-08-05T09:23:10.234" v="451"/>
        <pc:sldMkLst>
          <pc:docMk/>
          <pc:sldMk cId="4148787766" sldId="427"/>
        </pc:sldMkLst>
      </pc:sldChg>
      <pc:sldChg chg="addSp delSp modSp mod">
        <pc:chgData name="Yu, Harry" userId="d07dd713-323b-41c6-b24d-c18be50fb4fc" providerId="ADAL" clId="{F08C8037-C502-4E6D-8951-FBC0DBE5BF1B}" dt="2021-08-17T06:19:47.176" v="3779" actId="1076"/>
        <pc:sldMkLst>
          <pc:docMk/>
          <pc:sldMk cId="1898914133" sldId="428"/>
        </pc:sldMkLst>
        <pc:spChg chg="add mod">
          <ac:chgData name="Yu, Harry" userId="d07dd713-323b-41c6-b24d-c18be50fb4fc" providerId="ADAL" clId="{F08C8037-C502-4E6D-8951-FBC0DBE5BF1B}" dt="2021-08-17T06:19:47.176" v="3779" actId="1076"/>
          <ac:spMkLst>
            <pc:docMk/>
            <pc:sldMk cId="1898914133" sldId="428"/>
            <ac:spMk id="4" creationId="{7D7D8D91-97A3-4302-BC64-08579C998AA8}"/>
          </ac:spMkLst>
        </pc:spChg>
        <pc:spChg chg="del">
          <ac:chgData name="Yu, Harry" userId="d07dd713-323b-41c6-b24d-c18be50fb4fc" providerId="ADAL" clId="{F08C8037-C502-4E6D-8951-FBC0DBE5BF1B}" dt="2021-08-10T05:53:13.024" v="1853" actId="478"/>
          <ac:spMkLst>
            <pc:docMk/>
            <pc:sldMk cId="1898914133" sldId="428"/>
            <ac:spMk id="5" creationId="{CB048E8A-DE1E-46FD-9C13-99B8CDEAC8DA}"/>
          </ac:spMkLst>
        </pc:spChg>
        <pc:spChg chg="mod">
          <ac:chgData name="Yu, Harry" userId="d07dd713-323b-41c6-b24d-c18be50fb4fc" providerId="ADAL" clId="{F08C8037-C502-4E6D-8951-FBC0DBE5BF1B}" dt="2021-08-10T05:53:38.543" v="1859" actId="20577"/>
          <ac:spMkLst>
            <pc:docMk/>
            <pc:sldMk cId="1898914133" sldId="428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5:53:17.053" v="1854" actId="478"/>
          <ac:spMkLst>
            <pc:docMk/>
            <pc:sldMk cId="1898914133" sldId="428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10T05:54:59.775" v="1870" actId="207"/>
          <ac:graphicFrameMkLst>
            <pc:docMk/>
            <pc:sldMk cId="1898914133" sldId="428"/>
            <ac:graphicFrameMk id="9" creationId="{A471383B-87D3-406F-AEC8-A1732EA53B37}"/>
          </ac:graphicFrameMkLst>
        </pc:graphicFrameChg>
      </pc:sldChg>
      <pc:sldChg chg="addSp delSp modSp mod">
        <pc:chgData name="Yu, Harry" userId="d07dd713-323b-41c6-b24d-c18be50fb4fc" providerId="ADAL" clId="{F08C8037-C502-4E6D-8951-FBC0DBE5BF1B}" dt="2021-09-07T05:49:12.731" v="4548" actId="20577"/>
        <pc:sldMkLst>
          <pc:docMk/>
          <pc:sldMk cId="2549360784" sldId="429"/>
        </pc:sldMkLst>
        <pc:spChg chg="add mod">
          <ac:chgData name="Yu, Harry" userId="d07dd713-323b-41c6-b24d-c18be50fb4fc" providerId="ADAL" clId="{F08C8037-C502-4E6D-8951-FBC0DBE5BF1B}" dt="2021-09-07T05:49:12.731" v="4548" actId="20577"/>
          <ac:spMkLst>
            <pc:docMk/>
            <pc:sldMk cId="2549360784" sldId="429"/>
            <ac:spMk id="2" creationId="{04417B0E-2535-41CF-BF65-EDAC494977E0}"/>
          </ac:spMkLst>
        </pc:spChg>
        <pc:spChg chg="del">
          <ac:chgData name="Yu, Harry" userId="d07dd713-323b-41c6-b24d-c18be50fb4fc" providerId="ADAL" clId="{F08C8037-C502-4E6D-8951-FBC0DBE5BF1B}" dt="2021-08-10T05:55:14.167" v="1871" actId="478"/>
          <ac:spMkLst>
            <pc:docMk/>
            <pc:sldMk cId="2549360784" sldId="429"/>
            <ac:spMk id="5" creationId="{CB048E8A-DE1E-46FD-9C13-99B8CDEAC8DA}"/>
          </ac:spMkLst>
        </pc:spChg>
        <pc:spChg chg="add mod">
          <ac:chgData name="Yu, Harry" userId="d07dd713-323b-41c6-b24d-c18be50fb4fc" providerId="ADAL" clId="{F08C8037-C502-4E6D-8951-FBC0DBE5BF1B}" dt="2021-08-17T06:26:49.057" v="3780"/>
          <ac:spMkLst>
            <pc:docMk/>
            <pc:sldMk cId="2549360784" sldId="429"/>
            <ac:spMk id="5" creationId="{F138F280-C0E4-4DFE-995F-7F9D63B4071C}"/>
          </ac:spMkLst>
        </pc:spChg>
        <pc:spChg chg="mod">
          <ac:chgData name="Yu, Harry" userId="d07dd713-323b-41c6-b24d-c18be50fb4fc" providerId="ADAL" clId="{F08C8037-C502-4E6D-8951-FBC0DBE5BF1B}" dt="2021-08-10T05:55:26.386" v="1875" actId="20577"/>
          <ac:spMkLst>
            <pc:docMk/>
            <pc:sldMk cId="2549360784" sldId="429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5:55:17.242" v="1872" actId="478"/>
          <ac:spMkLst>
            <pc:docMk/>
            <pc:sldMk cId="2549360784" sldId="429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24T00:55:24.767" v="4360" actId="207"/>
          <ac:graphicFrameMkLst>
            <pc:docMk/>
            <pc:sldMk cId="2549360784" sldId="429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F08C8037-C502-4E6D-8951-FBC0DBE5BF1B}" dt="2021-08-10T06:11:48.280" v="2074" actId="207"/>
        <pc:sldMkLst>
          <pc:docMk/>
          <pc:sldMk cId="3710500859" sldId="430"/>
        </pc:sldMkLst>
        <pc:spChg chg="del">
          <ac:chgData name="Yu, Harry" userId="d07dd713-323b-41c6-b24d-c18be50fb4fc" providerId="ADAL" clId="{F08C8037-C502-4E6D-8951-FBC0DBE5BF1B}" dt="2021-08-10T06:10:59.115" v="2060" actId="478"/>
          <ac:spMkLst>
            <pc:docMk/>
            <pc:sldMk cId="3710500859" sldId="430"/>
            <ac:spMk id="5" creationId="{CB048E8A-DE1E-46FD-9C13-99B8CDEAC8DA}"/>
          </ac:spMkLst>
        </pc:spChg>
        <pc:spChg chg="mod">
          <ac:chgData name="Yu, Harry" userId="d07dd713-323b-41c6-b24d-c18be50fb4fc" providerId="ADAL" clId="{F08C8037-C502-4E6D-8951-FBC0DBE5BF1B}" dt="2021-08-10T06:11:15.904" v="2073" actId="20577"/>
          <ac:spMkLst>
            <pc:docMk/>
            <pc:sldMk cId="3710500859" sldId="430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6:11:02.153" v="2061" actId="478"/>
          <ac:spMkLst>
            <pc:docMk/>
            <pc:sldMk cId="3710500859" sldId="430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10T06:11:48.280" v="2074" actId="207"/>
          <ac:graphicFrameMkLst>
            <pc:docMk/>
            <pc:sldMk cId="3710500859" sldId="430"/>
            <ac:graphicFrameMk id="9" creationId="{A471383B-87D3-406F-AEC8-A1732EA53B37}"/>
          </ac:graphicFrameMkLst>
        </pc:graphicFrameChg>
      </pc:sldChg>
      <pc:sldChg chg="addSp modSp mod">
        <pc:chgData name="Yu, Harry" userId="d07dd713-323b-41c6-b24d-c18be50fb4fc" providerId="ADAL" clId="{F08C8037-C502-4E6D-8951-FBC0DBE5BF1B}" dt="2021-08-17T05:57:26.151" v="3350" actId="313"/>
        <pc:sldMkLst>
          <pc:docMk/>
          <pc:sldMk cId="3766124570" sldId="431"/>
        </pc:sldMkLst>
        <pc:spChg chg="add mod">
          <ac:chgData name="Yu, Harry" userId="d07dd713-323b-41c6-b24d-c18be50fb4fc" providerId="ADAL" clId="{F08C8037-C502-4E6D-8951-FBC0DBE5BF1B}" dt="2021-08-17T05:57:26.151" v="3350" actId="313"/>
          <ac:spMkLst>
            <pc:docMk/>
            <pc:sldMk cId="3766124570" sldId="431"/>
            <ac:spMk id="4" creationId="{B36CD4A0-CA69-4D31-9E46-5DF25995476A}"/>
          </ac:spMkLst>
        </pc:spChg>
        <pc:spChg chg="mod">
          <ac:chgData name="Yu, Harry" userId="d07dd713-323b-41c6-b24d-c18be50fb4fc" providerId="ADAL" clId="{F08C8037-C502-4E6D-8951-FBC0DBE5BF1B}" dt="2021-08-10T06:12:05.732" v="2086" actId="20577"/>
          <ac:spMkLst>
            <pc:docMk/>
            <pc:sldMk cId="3766124570" sldId="431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0T06:13:13.705" v="2092" actId="207"/>
          <ac:graphicFrameMkLst>
            <pc:docMk/>
            <pc:sldMk cId="3766124570" sldId="431"/>
            <ac:graphicFrameMk id="9" creationId="{A471383B-87D3-406F-AEC8-A1732EA53B37}"/>
          </ac:graphicFrameMkLst>
        </pc:graphicFrameChg>
      </pc:sldChg>
      <pc:sldChg chg="delSp modSp mod">
        <pc:chgData name="Yu, Harry" userId="d07dd713-323b-41c6-b24d-c18be50fb4fc" providerId="ADAL" clId="{F08C8037-C502-4E6D-8951-FBC0DBE5BF1B}" dt="2021-08-10T06:15:05.456" v="2296" actId="20577"/>
        <pc:sldMkLst>
          <pc:docMk/>
          <pc:sldMk cId="2231879138" sldId="432"/>
        </pc:sldMkLst>
        <pc:spChg chg="del">
          <ac:chgData name="Yu, Harry" userId="d07dd713-323b-41c6-b24d-c18be50fb4fc" providerId="ADAL" clId="{F08C8037-C502-4E6D-8951-FBC0DBE5BF1B}" dt="2021-08-10T06:14:53.498" v="2286" actId="478"/>
          <ac:spMkLst>
            <pc:docMk/>
            <pc:sldMk cId="2231879138" sldId="432"/>
            <ac:spMk id="5" creationId="{CB048E8A-DE1E-46FD-9C13-99B8CDEAC8DA}"/>
          </ac:spMkLst>
        </pc:spChg>
        <pc:spChg chg="mod">
          <ac:chgData name="Yu, Harry" userId="d07dd713-323b-41c6-b24d-c18be50fb4fc" providerId="ADAL" clId="{F08C8037-C502-4E6D-8951-FBC0DBE5BF1B}" dt="2021-08-10T06:15:05.456" v="2296" actId="20577"/>
          <ac:spMkLst>
            <pc:docMk/>
            <pc:sldMk cId="2231879138" sldId="432"/>
            <ac:spMk id="6" creationId="{0ED065AC-F3EF-42B0-A34B-DF7EED7FF8B9}"/>
          </ac:spMkLst>
        </pc:spChg>
        <pc:spChg chg="del">
          <ac:chgData name="Yu, Harry" userId="d07dd713-323b-41c6-b24d-c18be50fb4fc" providerId="ADAL" clId="{F08C8037-C502-4E6D-8951-FBC0DBE5BF1B}" dt="2021-08-10T06:14:56.461" v="2287" actId="478"/>
          <ac:spMkLst>
            <pc:docMk/>
            <pc:sldMk cId="2231879138" sldId="432"/>
            <ac:spMk id="7" creationId="{E979D3E5-B107-4EED-9369-B2A655B62703}"/>
          </ac:spMkLst>
        </pc:spChg>
        <pc:graphicFrameChg chg="mod modGraphic">
          <ac:chgData name="Yu, Harry" userId="d07dd713-323b-41c6-b24d-c18be50fb4fc" providerId="ADAL" clId="{F08C8037-C502-4E6D-8951-FBC0DBE5BF1B}" dt="2021-08-06T08:44:15.853" v="551"/>
          <ac:graphicFrameMkLst>
            <pc:docMk/>
            <pc:sldMk cId="2231879138" sldId="432"/>
            <ac:graphicFrameMk id="9" creationId="{A471383B-87D3-406F-AEC8-A1732EA53B37}"/>
          </ac:graphicFrameMkLst>
        </pc:graphicFrameChg>
      </pc:sldChg>
      <pc:sldChg chg="modSp mod">
        <pc:chgData name="Yu, Harry" userId="d07dd713-323b-41c6-b24d-c18be50fb4fc" providerId="ADAL" clId="{F08C8037-C502-4E6D-8951-FBC0DBE5BF1B}" dt="2021-08-17T05:58:08.708" v="3352" actId="20577"/>
        <pc:sldMkLst>
          <pc:docMk/>
          <pc:sldMk cId="2330827398" sldId="433"/>
        </pc:sldMkLst>
        <pc:spChg chg="mod">
          <ac:chgData name="Yu, Harry" userId="d07dd713-323b-41c6-b24d-c18be50fb4fc" providerId="ADAL" clId="{F08C8037-C502-4E6D-8951-FBC0DBE5BF1B}" dt="2021-08-10T06:15:48.427" v="2315" actId="20577"/>
          <ac:spMkLst>
            <pc:docMk/>
            <pc:sldMk cId="2330827398" sldId="433"/>
            <ac:spMk id="6" creationId="{0ED065AC-F3EF-42B0-A34B-DF7EED7FF8B9}"/>
          </ac:spMkLst>
        </pc:spChg>
        <pc:graphicFrameChg chg="mod modGraphic">
          <ac:chgData name="Yu, Harry" userId="d07dd713-323b-41c6-b24d-c18be50fb4fc" providerId="ADAL" clId="{F08C8037-C502-4E6D-8951-FBC0DBE5BF1B}" dt="2021-08-17T05:58:08.708" v="3352" actId="20577"/>
          <ac:graphicFrameMkLst>
            <pc:docMk/>
            <pc:sldMk cId="2330827398" sldId="433"/>
            <ac:graphicFrameMk id="9" creationId="{A471383B-87D3-406F-AEC8-A1732EA53B37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3A553E8-0470-1349-956C-3CB18694582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67CBD2-00E1-E94C-B4F0-37C39C209D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0B726A-C477-6444-83BF-F1538D69AD12}" type="datetimeFigureOut">
              <a:rPr lang="en-US" smtClean="0"/>
              <a:t>5/18/2023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C31E5-3BC8-F849-AC60-6FCBD80D554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1290B-DD02-C147-B1CC-37C02F331DB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DCDB93-7126-8142-8B95-E87AEC483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2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Shape 105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6" name="Shape 105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1pPr>
    <a:lvl2pPr indent="1143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2pPr>
    <a:lvl3pPr indent="2286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3pPr>
    <a:lvl4pPr indent="3429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4pPr>
    <a:lvl5pPr indent="4572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5pPr>
    <a:lvl6pPr indent="5715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6pPr>
    <a:lvl7pPr indent="6858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7pPr>
    <a:lvl8pPr indent="8001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8pPr>
    <a:lvl9pPr indent="914400" defTabSz="228600" latinLnBrk="0">
      <a:lnSpc>
        <a:spcPct val="117999"/>
      </a:lnSpc>
      <a:defRPr sz="11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lue A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0" name="Square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1" name="Rectangle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2" name="Square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DF977-78B3-4C00-9E43-1223CD667932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8F73C8D-05B1-4270-85FA-B1FD37A25A0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C6580CA-6E37-4F04-8FAD-D6491FEE8CE6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614C49-972F-498A-9654-844CECF9AF64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2EBBE0-933B-4A65-BAAC-DC5972E3F9A4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79684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Blue B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E706504-BEDA-1441-8BC1-243269FBBC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rgbClr val="00C7FD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 Light</a:t>
            </a:r>
            <a:endParaRPr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71E0DDC0-B435-4D0B-837E-0E27121099B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5F1BD0FC-D3B7-4D2E-989A-64ED187DAF99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3D2DE0DF-793A-4E90-BB4C-004CD646F4EF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C39C59F8-1EBA-44B6-940C-E67247F76722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251DAF-788D-46D0-84B3-34DFEE6262F3}"/>
              </a:ext>
            </a:extLst>
          </p:cNvPr>
          <p:cNvGrpSpPr/>
          <p:nvPr userDrawn="1"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050DF4B-855E-41F4-9B0B-9B0BA01FB4FE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5E76890-19E8-4E79-B88A-5E246700E0DB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094D935-4B06-467E-ACD3-E78CD1B86EE3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3E1BDA4-68F2-4FA3-BD91-CBC85BF15A79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8500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"/>
          <p:cNvSpPr/>
          <p:nvPr/>
        </p:nvSpPr>
        <p:spPr>
          <a:xfrm>
            <a:off x="1466513" y="-28456"/>
            <a:ext cx="3430768" cy="5421617"/>
          </a:xfrm>
          <a:prstGeom prst="rect">
            <a:avLst/>
          </a:prstGeom>
          <a:solidFill>
            <a:srgbClr val="E7E7E7">
              <a:alpha val="39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Title Text">
            <a:extLst>
              <a:ext uri="{FF2B5EF4-FFF2-40B4-BE49-F238E27FC236}">
                <a16:creationId xmlns:a16="http://schemas.microsoft.com/office/drawing/2014/main" id="{82EC668F-6093-6548-B182-47568630A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Autofit/>
          </a:bodyPr>
          <a:lstStyle>
            <a:lvl1pPr>
              <a:defRPr sz="75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75 </a:t>
            </a:r>
            <a:r>
              <a:rPr lang="en-US" dirty="0" err="1"/>
              <a:t>pt</a:t>
            </a:r>
            <a:r>
              <a:rPr lang="en-US" dirty="0"/>
              <a:t> Intel Clear</a:t>
            </a:r>
            <a:endParaRPr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87CC838-4D6E-4C99-A3F1-81F2913C62B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1" i="0">
                <a:solidFill>
                  <a:schemeClr val="accent1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16pt Intel Clear Bold Intro: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00C3E650-A810-40D9-81A8-D3E73C9326E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78609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2"/>
                </a:solidFill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</a:defRPr>
            </a:lvl1pPr>
          </a:lstStyle>
          <a:p>
            <a:r>
              <a:rPr lang="en-US" dirty="0"/>
              <a:t>18pt Intel Clear Subhead, Date, Etc.</a:t>
            </a:r>
          </a:p>
        </p:txBody>
      </p:sp>
      <p:sp>
        <p:nvSpPr>
          <p:cNvPr id="10" name="Square">
            <a:extLst>
              <a:ext uri="{FF2B5EF4-FFF2-40B4-BE49-F238E27FC236}">
                <a16:creationId xmlns:a16="http://schemas.microsoft.com/office/drawing/2014/main" id="{99F366F8-DC49-4E0B-B131-1FB92CC518E3}"/>
              </a:ext>
            </a:extLst>
          </p:cNvPr>
          <p:cNvSpPr/>
          <p:nvPr userDrawn="1"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1" name="Rectangle">
            <a:extLst>
              <a:ext uri="{FF2B5EF4-FFF2-40B4-BE49-F238E27FC236}">
                <a16:creationId xmlns:a16="http://schemas.microsoft.com/office/drawing/2014/main" id="{10443275-64C7-4249-92B8-990C3BB41279}"/>
              </a:ext>
            </a:extLst>
          </p:cNvPr>
          <p:cNvSpPr/>
          <p:nvPr userDrawn="1"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908D9A-1608-44B4-A0A3-FC9E665728CA}"/>
              </a:ext>
            </a:extLst>
          </p:cNvPr>
          <p:cNvSpPr/>
          <p:nvPr userDrawn="1"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52F383-4862-4271-B541-5612120030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6513" y="5992753"/>
            <a:ext cx="1031758" cy="384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375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</p:spTree>
    <p:extLst>
      <p:ext uri="{BB962C8B-B14F-4D97-AF65-F5344CB8AC3E}">
        <p14:creationId xmlns:p14="http://schemas.microsoft.com/office/powerpoint/2010/main" val="2554795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673454"/>
            <a:ext cx="11010900" cy="457494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83255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14C27936-4608-A44C-9C6E-3708646E200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A0C540-99BD-45E3-99D2-78C2032EBE5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139953"/>
            <a:ext cx="11010900" cy="41084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980C114-FE9A-4B63-B509-F59F1A2C55A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37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6991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2139951"/>
            <a:ext cx="5288525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2139951"/>
            <a:ext cx="5288525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4EEAA39-7062-4DCE-91B8-83056F818FA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11022013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11918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2 Conten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EBEEA47F-E66C-C546-A539-293E792A32C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712A-D685-7146-A64F-2AEC13EF76F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571500" y="1673402"/>
            <a:ext cx="5288525" cy="45848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8FE6631-4BAF-4E4B-B6F0-F9ED72A3155E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6289113" y="1673402"/>
            <a:ext cx="5288525" cy="458483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3236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25" name="Body Level One…">
            <a:extLst>
              <a:ext uri="{FF2B5EF4-FFF2-40B4-BE49-F238E27FC236}">
                <a16:creationId xmlns:a16="http://schemas.microsoft.com/office/drawing/2014/main" id="{6903F994-74B2-4D40-AA5F-7F3D24A00171}"/>
              </a:ext>
            </a:extLst>
          </p:cNvPr>
          <p:cNvSpPr txBox="1">
            <a:spLocks noGrp="1"/>
          </p:cNvSpPr>
          <p:nvPr>
            <p:ph idx="27" hasCustomPrompt="1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26" name="Body Level One…">
            <a:extLst>
              <a:ext uri="{FF2B5EF4-FFF2-40B4-BE49-F238E27FC236}">
                <a16:creationId xmlns:a16="http://schemas.microsoft.com/office/drawing/2014/main" id="{BF74888E-798E-B543-94EF-279F3EA6E46B}"/>
              </a:ext>
            </a:extLst>
          </p:cNvPr>
          <p:cNvSpPr txBox="1">
            <a:spLocks noGrp="1"/>
          </p:cNvSpPr>
          <p:nvPr>
            <p:ph idx="28" hasCustomPrompt="1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numCol="1">
            <a:normAutofit/>
          </a:bodyPr>
          <a:lstStyle>
            <a:lvl1pPr marL="0" marR="0" indent="0" algn="l" defTabSz="609600" eaLnBrk="1" fontAlgn="auto" latinLnBrk="0" hangingPunct="1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Image Caption 16pt gray text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09331" y="571500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5CA48836-DAA2-4E4F-A22A-2F5682E12CE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609331" y="3537061"/>
            <a:ext cx="4668837" cy="238125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C0D3278-E8A7-4B14-A5ED-BE235CEC6F80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3FD6E6-528D-49D5-BBAB-B26572C15F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051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B3C6455-4913-47BC-8232-AB0BABBA08C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615046" y="0"/>
            <a:ext cx="5129422" cy="6416167"/>
          </a:xfrm>
        </p:spPr>
        <p:txBody>
          <a:bodyPr/>
          <a:lstStyle/>
          <a:p>
            <a:endParaRPr lang="en-US"/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FAEAC0A3-8438-1245-A28C-64BC26BFB23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B7FB3F6-9C71-45A0-8236-12671533CA2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571500" y="2139952"/>
            <a:ext cx="5768944" cy="41182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B1C73349-1E00-4922-970C-187F97CE06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1612901"/>
            <a:ext cx="5768944" cy="438150"/>
          </a:xfrm>
        </p:spPr>
        <p:txBody>
          <a:bodyPr>
            <a:no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787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Full 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AD9210-5064-4050-9368-9292054D5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1286" y="0"/>
            <a:ext cx="11744325" cy="6401797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11" name="Title Text">
            <a:extLst>
              <a:ext uri="{FF2B5EF4-FFF2-40B4-BE49-F238E27FC236}">
                <a16:creationId xmlns:a16="http://schemas.microsoft.com/office/drawing/2014/main" id="{14AFAB66-6BED-5D47-B26F-D9C8808F3A1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Full page Image, Delete Title if Necessary</a:t>
            </a:r>
          </a:p>
        </p:txBody>
      </p:sp>
    </p:spTree>
    <p:extLst>
      <p:ext uri="{BB962C8B-B14F-4D97-AF65-F5344CB8AC3E}">
        <p14:creationId xmlns:p14="http://schemas.microsoft.com/office/powerpoint/2010/main" val="498565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2529"/>
            <a:ext cx="11010900" cy="3727184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E196E31-7238-4049-821C-D94FDEAEDC5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61818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516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hart Exam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E7759918-59AA-4DFC-90DA-60CD5B2BD6B8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Square">
            <a:extLst>
              <a:ext uri="{FF2B5EF4-FFF2-40B4-BE49-F238E27FC236}">
                <a16:creationId xmlns:a16="http://schemas.microsoft.com/office/drawing/2014/main" id="{D4662ED0-432E-6C48-8B26-9A21EDA54E6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DF4199-9905-E94D-9EEB-E7016E48C0FC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145FA424-6F4D-7644-8964-49FF494320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40pt Intel Clear Light Text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F36A7C-A787-47EC-ACD5-77F3FD6AFB8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1500" y="1599816"/>
            <a:ext cx="11010900" cy="3719897"/>
          </a:xfrm>
        </p:spPr>
        <p:txBody>
          <a:bodyPr>
            <a:normAutofit/>
          </a:bodyPr>
          <a:lstStyle>
            <a:lvl1pPr marL="0" indent="0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11" name="Image" descr="Image">
            <a:extLst>
              <a:ext uri="{FF2B5EF4-FFF2-40B4-BE49-F238E27FC236}">
                <a16:creationId xmlns:a16="http://schemas.microsoft.com/office/drawing/2014/main" id="{B9FFF72B-62D2-4E22-9A98-EF3F6229F4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BD06FF7-C66A-4B8C-9693-1423A8337983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5269BB-7AC7-41A6-BC05-71FDAD0FDBA2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22ECF1F-2453-406E-AC0D-F6E6614ECF8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5476099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6C53A36-6661-45AA-8054-02BA7512E62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5997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Text">
            <a:extLst>
              <a:ext uri="{FF2B5EF4-FFF2-40B4-BE49-F238E27FC236}">
                <a16:creationId xmlns:a16="http://schemas.microsoft.com/office/drawing/2014/main" id="{56CA39C9-EAE4-4511-9CE8-BB4D4B47FC0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rgbClr val="525252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B923F7B-306D-4D7E-9DB3-5B163B8D53F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3975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06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8B5B8CD-DD94-44E8-9F69-C9075C2E0A93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2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4D76E8-466A-4C06-9261-BDE1AA914749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88B335-02FC-4504-AF46-DF56B2EC52E4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6" name="Title Text">
            <a:extLst>
              <a:ext uri="{FF2B5EF4-FFF2-40B4-BE49-F238E27FC236}">
                <a16:creationId xmlns:a16="http://schemas.microsoft.com/office/drawing/2014/main" id="{38003A1C-51D1-4427-BFE8-8448E4C61D6B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30F9DFC-5AE2-4BB1-822C-8EAEAE2CA5F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48942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2519BB-51CE-4A9C-AFEF-514971F5D779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111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Light Blue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07A2BC2-9250-4B6C-8674-1CD30F0A349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22C60C-8CBC-40B8-ABEA-44BF775A3581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A864FA-3818-4931-B452-798F1E7F5A67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FC8DFF-85CB-4435-B144-6A1DC4093482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5844F860-03F8-4657-A6E6-4E8919DD4FF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b" anchorCtr="0"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Break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ACC9CB-1B2F-42BF-8D9F-62EC595FEA6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3964420"/>
            <a:ext cx="11022013" cy="43815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913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4C58A6BF-BF0D-4749-B07B-7C0A27747D42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7" name="Square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8" name="Square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99" name="Square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700" name="Rectangle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70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5846515-4871-AA4D-B71A-1561CC2E370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D8740F-FED9-4D14-9DF3-3BA84ADF820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DEF55E0-947C-4281-8A2A-E59398C246AB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F192548-45E5-4F50-A32B-E61F6CFA996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38703551-AC59-4BD9-8B3C-616B6DFB3DB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94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quare">
            <a:extLst>
              <a:ext uri="{FF2B5EF4-FFF2-40B4-BE49-F238E27FC236}">
                <a16:creationId xmlns:a16="http://schemas.microsoft.com/office/drawing/2014/main" id="{3B808FDC-D2A2-42EB-B356-E69E4A048F8E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2" name="Rectangle">
            <a:extLst>
              <a:ext uri="{FF2B5EF4-FFF2-40B4-BE49-F238E27FC236}">
                <a16:creationId xmlns:a16="http://schemas.microsoft.com/office/drawing/2014/main" id="{8A1BD37C-2C85-4873-ABDD-4B358A87ED4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0" name="Square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1" name="Square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672" name="Square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67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C90FD0E6-78D1-5F44-A938-3A961F43FACD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25002A24-73D0-4602-A8A1-5D9281BAF934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1659E3-0873-4033-A7E2-31DB4A07B08A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60C086-3964-411C-85AF-F720D5E83519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Title Text">
            <a:extLst>
              <a:ext uri="{FF2B5EF4-FFF2-40B4-BE49-F238E27FC236}">
                <a16:creationId xmlns:a16="http://schemas.microsoft.com/office/drawing/2014/main" id="{1F252960-CAAB-483D-8A6A-5882E4B6282A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AAFA146E-21CD-4BD6-A89D-E6C5A68508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6316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quare">
            <a:extLst>
              <a:ext uri="{FF2B5EF4-FFF2-40B4-BE49-F238E27FC236}">
                <a16:creationId xmlns:a16="http://schemas.microsoft.com/office/drawing/2014/main" id="{FE9A3852-307B-4677-A2E2-D7DC495E366A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1" name="Rectangle">
            <a:extLst>
              <a:ext uri="{FF2B5EF4-FFF2-40B4-BE49-F238E27FC236}">
                <a16:creationId xmlns:a16="http://schemas.microsoft.com/office/drawing/2014/main" id="{1E9FE6C1-27FB-467A-8BF9-B80A0C35FED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11" name="Square">
            <a:extLst>
              <a:ext uri="{FF2B5EF4-FFF2-40B4-BE49-F238E27FC236}">
                <a16:creationId xmlns:a16="http://schemas.microsoft.com/office/drawing/2014/main" id="{C93C8C2E-66DD-E64F-BD60-42EBDC0E958E}"/>
              </a:ext>
            </a:extLst>
          </p:cNvPr>
          <p:cNvSpPr/>
          <p:nvPr userDrawn="1"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68B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2" name="Square">
            <a:extLst>
              <a:ext uri="{FF2B5EF4-FFF2-40B4-BE49-F238E27FC236}">
                <a16:creationId xmlns:a16="http://schemas.microsoft.com/office/drawing/2014/main" id="{85A14FBD-B953-BA4F-8F83-DE73E3C37290}"/>
              </a:ext>
            </a:extLst>
          </p:cNvPr>
          <p:cNvSpPr/>
          <p:nvPr userDrawn="1"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7" name="Square">
            <a:extLst>
              <a:ext uri="{FF2B5EF4-FFF2-40B4-BE49-F238E27FC236}">
                <a16:creationId xmlns:a16="http://schemas.microsoft.com/office/drawing/2014/main" id="{59044771-2E3B-C941-8593-8E508F542287}"/>
              </a:ext>
            </a:extLst>
          </p:cNvPr>
          <p:cNvSpPr/>
          <p:nvPr userDrawn="1"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E74A4-2107-4448-BA31-9630404A452B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ABA887-D95E-434F-B1E9-73FC7AE8C2A8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5E5861BF-901F-47D4-91BC-0B353503F23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BA33390-07D4-4E2C-BDA6-AE147B9075A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800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, Content Gra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quare">
            <a:extLst>
              <a:ext uri="{FF2B5EF4-FFF2-40B4-BE49-F238E27FC236}">
                <a16:creationId xmlns:a16="http://schemas.microsoft.com/office/drawing/2014/main" id="{55D0C779-F23A-40CE-B4C7-842A10085F59}"/>
              </a:ext>
            </a:extLst>
          </p:cNvPr>
          <p:cNvSpPr/>
          <p:nvPr userDrawn="1"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1EFAB719-B3C2-4520-AFF9-4A06F169DB2B}"/>
              </a:ext>
            </a:extLst>
          </p:cNvPr>
          <p:cNvSpPr/>
          <p:nvPr userDrawn="1"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511" name="Rectangle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197FC80-1304-44AF-BD9E-CFB8D3B37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itle Text">
            <a:extLst>
              <a:ext uri="{FF2B5EF4-FFF2-40B4-BE49-F238E27FC236}">
                <a16:creationId xmlns:a16="http://schemas.microsoft.com/office/drawing/2014/main" id="{1B60A262-0CE7-4C6B-B734-0B0EA0F1A4A3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B80F0DD-816B-4E0B-8C85-8413DB8C70E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2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78484E-3DC4-4DF6-819B-FDDDA6F166CB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tx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94966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Blu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FE89D76-523B-456C-9EE9-BC9CB964E5C3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itle Text">
            <a:extLst>
              <a:ext uri="{FF2B5EF4-FFF2-40B4-BE49-F238E27FC236}">
                <a16:creationId xmlns:a16="http://schemas.microsoft.com/office/drawing/2014/main" id="{72D74CEB-BA0A-43F1-82CE-384185B612C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0F55EEA-3D90-42F4-B8D0-30E0374D2A5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CCC3F4-FFF1-4AD9-8605-41A61B8926CF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Square">
            <a:extLst>
              <a:ext uri="{FF2B5EF4-FFF2-40B4-BE49-F238E27FC236}">
                <a16:creationId xmlns:a16="http://schemas.microsoft.com/office/drawing/2014/main" id="{C4A06178-9ACC-4082-8329-4A9A59924508}"/>
              </a:ext>
            </a:extLst>
          </p:cNvPr>
          <p:cNvSpPr/>
          <p:nvPr userDrawn="1"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50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defTabSz="412750"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922DFF-5663-40DE-9B54-4149EDB7740E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22" name="Image" descr="Image">
            <a:extLst>
              <a:ext uri="{FF2B5EF4-FFF2-40B4-BE49-F238E27FC236}">
                <a16:creationId xmlns:a16="http://schemas.microsoft.com/office/drawing/2014/main" id="{E5997704-33EA-4D7D-8B55-E46DD22168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C3544D4-6B59-4B11-BC0E-2FD48F693641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2FEA03-1122-4C36-ACD1-DA42FB8A03DC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73D4EB9-5CAF-4B81-91EA-AD490D0B13E4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72139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, Sub &amp; Content Light Blue 2"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2093C42A-FAA6-40D8-A663-DDDE456C16CF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6394450" y="1974850"/>
            <a:ext cx="4852988" cy="37036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" name="Title Text">
            <a:extLst>
              <a:ext uri="{FF2B5EF4-FFF2-40B4-BE49-F238E27FC236}">
                <a16:creationId xmlns:a16="http://schemas.microsoft.com/office/drawing/2014/main" id="{6A03358B-3D25-4A6D-85E6-54F235A943A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t" anchorCtr="0">
            <a:no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Text Goes Here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8EBE803-6659-42A1-A094-94B9EF7ABC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94450" y="740229"/>
            <a:ext cx="4865211" cy="1078146"/>
          </a:xfrm>
        </p:spPr>
        <p:txBody>
          <a:bodyPr anchor="b" anchorCtr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0D4B91-0BAF-46EC-9A7C-9D57C3224A9C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30B67E-5DCD-4732-882C-64DE9CC86419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pic>
        <p:nvPicPr>
          <p:cNvPr id="18" name="Image" descr="Image">
            <a:extLst>
              <a:ext uri="{FF2B5EF4-FFF2-40B4-BE49-F238E27FC236}">
                <a16:creationId xmlns:a16="http://schemas.microsoft.com/office/drawing/2014/main" id="{2F70C4FC-7A21-4AFA-8998-5EAB2E19CB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D716FF7-59F9-414F-85CD-8E23360D2B4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4273EB-E90B-42F7-8CE9-6A1713A08CA3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8FFA5B-1C6A-486A-A0FE-02206FCDC54A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75472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hart 5">
            <a:extLst>
              <a:ext uri="{FF2B5EF4-FFF2-40B4-BE49-F238E27FC236}">
                <a16:creationId xmlns:a16="http://schemas.microsoft.com/office/drawing/2014/main" id="{F0529FEA-BEC4-644C-94EE-601D5BED26F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680995965"/>
              </p:ext>
            </p:extLst>
          </p:nvPr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Title Text">
            <a:extLst>
              <a:ext uri="{FF2B5EF4-FFF2-40B4-BE49-F238E27FC236}">
                <a16:creationId xmlns:a16="http://schemas.microsoft.com/office/drawing/2014/main" id="{0EA1A176-5931-41CA-86D5-15FC4398AA40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7652EB-8B2D-46CC-B147-89A4C26A2D8F}"/>
              </a:ext>
            </a:extLst>
          </p:cNvPr>
          <p:cNvSpPr/>
          <p:nvPr userDrawn="1"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1A480A-B7B4-498C-9868-A91E2651D429}"/>
              </a:ext>
            </a:extLst>
          </p:cNvPr>
          <p:cNvSpPr/>
          <p:nvPr userDrawn="1"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51118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A778AB-F6EC-4101-87E6-DECF7944E661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E1F1A6-2FDF-4676-B713-F9746DD3A821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E400EEBB-F912-40CA-A759-DEFE15164979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403765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 Light Blue">
    <p:bg>
      <p:bgPr>
        <a:solidFill>
          <a:srgbClr val="00C7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"/>
          <p:cNvSpPr/>
          <p:nvPr userDrawn="1"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sp>
        <p:nvSpPr>
          <p:cNvPr id="861" name="Square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/>
          </a:p>
        </p:txBody>
      </p:sp>
      <p:pic>
        <p:nvPicPr>
          <p:cNvPr id="86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1433" y="6543018"/>
            <a:ext cx="491250" cy="190501"/>
          </a:xfrm>
          <a:prstGeom prst="rect">
            <a:avLst/>
          </a:prstGeom>
          <a:ln w="12700">
            <a:miter lim="400000"/>
          </a:ln>
        </p:spPr>
      </p:pic>
      <p:sp>
        <p:nvSpPr>
          <p:cNvPr id="866" name="Text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b">
            <a:spAutoFit/>
          </a:bodyPr>
          <a:lstStyle/>
          <a:p>
            <a:pPr algn="ctr" defTabSz="2921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FFFFFF"/>
                </a:solidFill>
                <a:latin typeface="Intel Clear"/>
                <a:ea typeface="Intel Clear"/>
                <a:cs typeface="Intel Clear"/>
                <a:sym typeface="Intel Clear"/>
              </a:defRPr>
            </a:pPr>
            <a:endParaRPr sz="9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4875CE-AB47-3643-8581-D89E9CF7EFC1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E60B70-5DF3-4398-B558-301661292DFC}"/>
              </a:ext>
            </a:extLst>
          </p:cNvPr>
          <p:cNvSpPr/>
          <p:nvPr userDrawn="1"/>
        </p:nvSpPr>
        <p:spPr>
          <a:xfrm>
            <a:off x="4835879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Intel Confidential | For Internal Use Only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2CF38D-B95A-4CD5-8F7D-86EA9C709AD4}"/>
              </a:ext>
            </a:extLst>
          </p:cNvPr>
          <p:cNvSpPr/>
          <p:nvPr userDrawn="1"/>
        </p:nvSpPr>
        <p:spPr>
          <a:xfrm>
            <a:off x="483010" y="6562504"/>
            <a:ext cx="228780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1"/>
                </a:solidFill>
              </a:rPr>
              <a:t>CQR |</a:t>
            </a:r>
            <a:r>
              <a:rPr lang="en-US" sz="1000" b="0" dirty="0">
                <a:solidFill>
                  <a:schemeClr val="bg1"/>
                </a:solidFill>
              </a:rPr>
              <a:t> Customer Quality &amp; Reliability</a:t>
            </a:r>
            <a:endParaRPr lang="en-US" sz="1000" b="1" dirty="0">
              <a:solidFill>
                <a:schemeClr val="bg1"/>
              </a:solidFill>
            </a:endParaRPr>
          </a:p>
        </p:txBody>
      </p:sp>
      <p:sp>
        <p:nvSpPr>
          <p:cNvPr id="10" name="Title Text">
            <a:extLst>
              <a:ext uri="{FF2B5EF4-FFF2-40B4-BE49-F238E27FC236}">
                <a16:creationId xmlns:a16="http://schemas.microsoft.com/office/drawing/2014/main" id="{93B25211-1805-4C17-8545-7E02A6786392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48pt Intel Clear Light Body. For content that is not a section, but has a big idea in text only.</a:t>
            </a:r>
          </a:p>
        </p:txBody>
      </p:sp>
    </p:spTree>
    <p:extLst>
      <p:ext uri="{BB962C8B-B14F-4D97-AF65-F5344CB8AC3E}">
        <p14:creationId xmlns:p14="http://schemas.microsoft.com/office/powerpoint/2010/main" val="316376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DA94F2D-B7BD-4CE9-A606-F00802F313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9949" y="2409775"/>
            <a:ext cx="4080108" cy="15213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F655609-5439-9C4A-8F0D-9AB5A1AAC9A3}"/>
              </a:ext>
            </a:extLst>
          </p:cNvPr>
          <p:cNvSpPr txBox="1"/>
          <p:nvPr userDrawn="1"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l" defTabSz="1219169" rtl="0" fontAlgn="auto" latinLnBrk="0" hangingPunct="0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302FE90D-A879-0D42-B0CA-7E5C0D197FB5}" type="slidenum">
              <a:rPr kumimoji="0" lang="en-US" sz="850" b="0" i="0" u="none" strike="noStrike" cap="none" spc="0" normalizeH="0" baseline="0" smtClean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" panose="020B0604020203020204" pitchFamily="34" charset="0"/>
                <a:ea typeface="Intel Clear" panose="020B0604020203020204" pitchFamily="34" charset="0"/>
                <a:cs typeface="Intel Clear" panose="020B0604020203020204" pitchFamily="34" charset="0"/>
                <a:sym typeface="Helvetica Neue"/>
              </a:rPr>
              <a:pPr marL="0" marR="0" indent="0" algn="l" defTabSz="1219169" rtl="0" fontAlgn="auto" latinLnBrk="0" hangingPunct="0">
                <a:lnSpc>
                  <a:spcPct val="90000"/>
                </a:lnSpc>
                <a:spcBef>
                  <a:spcPts val="225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5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" panose="020B0604020203020204" pitchFamily="34" charset="0"/>
              <a:ea typeface="Intel Clear" panose="020B0604020203020204" pitchFamily="34" charset="0"/>
              <a:cs typeface="Intel Clear" panose="020B0604020203020204" pitchFamily="34" charset="0"/>
              <a:sym typeface="Helvetica Neu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12354-342E-49CE-8E3C-E078BBE1ADF7}"/>
              </a:ext>
            </a:extLst>
          </p:cNvPr>
          <p:cNvSpPr/>
          <p:nvPr userDrawn="1"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21D8AD-9194-4DBA-8221-7F294421810B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0831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C80E488-8534-4743-924A-62CA17A7A192}"/>
              </a:ext>
            </a:extLst>
          </p:cNvPr>
          <p:cNvSpPr/>
          <p:nvPr userDrawn="1"/>
        </p:nvSpPr>
        <p:spPr>
          <a:xfrm>
            <a:off x="-9144" y="6407451"/>
            <a:ext cx="11736987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F27ABEE-91E1-420E-AD52-066ECB7CBDFC}"/>
              </a:ext>
            </a:extLst>
          </p:cNvPr>
          <p:cNvSpPr/>
          <p:nvPr userDrawn="1"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rPr lang="en-US" dirty="0"/>
              <a:t>Body copy Intel clear light 28 point</a:t>
            </a:r>
          </a:p>
          <a:p>
            <a:pPr lvl="1"/>
            <a:r>
              <a:rPr lang="en-US" dirty="0"/>
              <a:t>Sub Bullet one 24 point</a:t>
            </a:r>
          </a:p>
          <a:p>
            <a:pPr lvl="2"/>
            <a:r>
              <a:rPr lang="en-US" dirty="0"/>
              <a:t>Sub Bullet two 20 point</a:t>
            </a:r>
          </a:p>
          <a:p>
            <a:pPr lvl="3"/>
            <a:r>
              <a:rPr lang="en-US" dirty="0"/>
              <a:t>Sub Bullet three 18 point</a:t>
            </a:r>
          </a:p>
          <a:p>
            <a:pPr lvl="4"/>
            <a:r>
              <a:rPr lang="en-US" dirty="0"/>
              <a:t>Sub Bullet four 16 point</a:t>
            </a:r>
            <a:br>
              <a:rPr lang="en-US" dirty="0"/>
            </a:br>
            <a:endParaRPr lang="en-US" dirty="0"/>
          </a:p>
          <a:p>
            <a:pPr lvl="2"/>
            <a:endParaRPr dirty="0"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/>
          <a:p>
            <a:r>
              <a:rPr lang="en-US" dirty="0"/>
              <a:t>40pt Intel Clear Light Text Goes Here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33D527-2918-4752-A9A7-0BDBA010BB39}"/>
              </a:ext>
            </a:extLst>
          </p:cNvPr>
          <p:cNvSpPr/>
          <p:nvPr userDrawn="1"/>
        </p:nvSpPr>
        <p:spPr>
          <a:xfrm>
            <a:off x="4835881" y="6562504"/>
            <a:ext cx="2520242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000" dirty="0">
                <a:solidFill>
                  <a:schemeClr val="bg2"/>
                </a:solidFill>
              </a:rPr>
              <a:t>Intel Confidential | For Internal Use Only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2005A-EE28-4562-A018-55A90BB1BA11}"/>
              </a:ext>
            </a:extLst>
          </p:cNvPr>
          <p:cNvSpPr/>
          <p:nvPr userDrawn="1"/>
        </p:nvSpPr>
        <p:spPr>
          <a:xfrm>
            <a:off x="483010" y="6562504"/>
            <a:ext cx="2319866" cy="2314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US" sz="1000" b="1" dirty="0">
                <a:solidFill>
                  <a:schemeClr val="bg2"/>
                </a:solidFill>
              </a:rPr>
              <a:t>CQR | </a:t>
            </a:r>
            <a:r>
              <a:rPr lang="en-US" sz="1000" b="0" dirty="0">
                <a:solidFill>
                  <a:schemeClr val="bg2"/>
                </a:solidFill>
              </a:rPr>
              <a:t> Customer Quality &amp; Reliability</a:t>
            </a:r>
            <a:endParaRPr lang="en-US" sz="1000" b="1" dirty="0">
              <a:solidFill>
                <a:schemeClr val="bg2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CACDBB0-BD96-446C-8F63-C56E4AA10FBD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137466" y="6554735"/>
            <a:ext cx="476084" cy="1775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20E06-BF98-49FF-91DB-15EBE855DD9E}"/>
              </a:ext>
            </a:extLst>
          </p:cNvPr>
          <p:cNvSpPr txBox="1"/>
          <p:nvPr userDrawn="1"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0" tIns="0" rIns="0" bIns="0" numCol="1" spcCol="38100" rtlCol="0" anchor="t" anchorCtr="0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4F6B73DA-0149-4325-A7B8-AE29BD4BC701}" type="slidenum">
              <a: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2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pPr marL="0" marR="0" indent="0" algn="ctr" defTabSz="2438338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0" lang="en-US" sz="800" b="0" i="0" u="none" strike="noStrike" cap="none" spc="0" normalizeH="0" baseline="0" dirty="0" err="1">
              <a:ln>
                <a:noFill/>
              </a:ln>
              <a:solidFill>
                <a:schemeClr val="bg2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67" r:id="rId2"/>
    <p:sldLayoutId id="2147483766" r:id="rId3"/>
    <p:sldLayoutId id="2147483756" r:id="rId4"/>
    <p:sldLayoutId id="2147483759" r:id="rId5"/>
    <p:sldLayoutId id="2147483755" r:id="rId6"/>
    <p:sldLayoutId id="2147483722" r:id="rId7"/>
    <p:sldLayoutId id="2147483778" r:id="rId8"/>
    <p:sldLayoutId id="2147483724" r:id="rId9"/>
    <p:sldLayoutId id="2147483751" r:id="rId10"/>
    <p:sldLayoutId id="2147483730" r:id="rId11"/>
    <p:sldLayoutId id="2147483754" r:id="rId12"/>
    <p:sldLayoutId id="2147483761" r:id="rId13"/>
    <p:sldLayoutId id="2147483749" r:id="rId14"/>
    <p:sldLayoutId id="2147483746" r:id="rId15"/>
    <p:sldLayoutId id="2147483747" r:id="rId16"/>
    <p:sldLayoutId id="2147483769" r:id="rId17"/>
    <p:sldLayoutId id="2147483768" r:id="rId18"/>
    <p:sldLayoutId id="2147483723" r:id="rId19"/>
    <p:sldLayoutId id="2147483770" r:id="rId20"/>
    <p:sldLayoutId id="2147483771" r:id="rId21"/>
    <p:sldLayoutId id="2147483772" r:id="rId22"/>
    <p:sldLayoutId id="2147483745" r:id="rId23"/>
    <p:sldLayoutId id="2147483780" r:id="rId24"/>
    <p:sldLayoutId id="2147483744" r:id="rId25"/>
    <p:sldLayoutId id="2147483750" r:id="rId2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2pPr>
      <a:lvl3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3pPr>
      <a:lvl4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4pPr>
      <a:lvl5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5pPr>
      <a:lvl6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300" b="1" i="0" u="none" strike="noStrike" cap="none" spc="0" baseline="0">
          <a:solidFill>
            <a:srgbClr val="535353"/>
          </a:solidFill>
          <a:uFillTx/>
          <a:latin typeface="Helvetica"/>
          <a:ea typeface="Helvetica"/>
          <a:cs typeface="Helvetica"/>
          <a:sym typeface="Helvetica"/>
        </a:defRPr>
      </a:lvl9pPr>
    </p:titleStyle>
    <p:bodyStyle>
      <a:lvl1pPr marL="228600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Wingdings" pitchFamily="2" charset="2"/>
        <a:buChar char="§"/>
        <a:tabLst/>
        <a:defRPr sz="2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1pPr>
      <a:lvl2pPr marL="431800" marR="0" indent="-2032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24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2pPr>
      <a:lvl3pPr marL="686594" marR="0" indent="-197644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3pPr>
      <a:lvl4pPr marL="9199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4pPr>
      <a:lvl5pPr marL="1148557" marR="0" indent="-228600" algn="l" defTabSz="609600" latinLnBrk="0">
        <a:lnSpc>
          <a:spcPct val="100000"/>
        </a:lnSpc>
        <a:spcBef>
          <a:spcPts val="12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sz="1600" b="0" i="0" u="none" strike="noStrike" cap="none" spc="0" baseline="0">
          <a:solidFill>
            <a:schemeClr val="bg2"/>
          </a:solidFill>
          <a:uFillTx/>
          <a:latin typeface="Intel Clear Light" panose="020B0404020203020204" pitchFamily="34" charset="0"/>
          <a:ea typeface="Intel Clear Light" panose="020B0404020203020204" pitchFamily="34" charset="0"/>
          <a:cs typeface="Intel Clear Light" panose="020B0404020203020204" pitchFamily="34" charset="0"/>
          <a:sym typeface="Helvetica"/>
        </a:defRPr>
      </a:lvl5pPr>
      <a:lvl6pPr marL="0" marR="0" indent="5715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6pPr>
      <a:lvl7pPr marL="0" marR="0" indent="6858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7pPr>
      <a:lvl8pPr marL="0" marR="0" indent="8001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8pPr>
      <a:lvl9pPr marL="0" marR="0" indent="914400" algn="l" defTabSz="60960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00" b="0" i="0" u="none" strike="noStrike" cap="none" spc="0" baseline="0">
          <a:solidFill>
            <a:srgbClr val="5E5E5E"/>
          </a:solidFill>
          <a:uFillTx/>
          <a:latin typeface="Helvetica"/>
          <a:ea typeface="Helvetica"/>
          <a:cs typeface="Helvetica"/>
          <a:sym typeface="Helvetica"/>
        </a:defRPr>
      </a:lvl9pPr>
    </p:bodyStyle>
    <p:otherStyle>
      <a:lvl1pPr marL="0" marR="0" indent="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1pPr>
      <a:lvl2pPr marL="0" marR="0" indent="228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2pPr>
      <a:lvl3pPr marL="0" marR="0" indent="457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3pPr>
      <a:lvl4pPr marL="0" marR="0" indent="685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4pPr>
      <a:lvl5pPr marL="0" marR="0" indent="9144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5pPr>
      <a:lvl6pPr marL="0" marR="0" indent="11430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6pPr>
      <a:lvl7pPr marL="0" marR="0" indent="13716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7pPr>
      <a:lvl8pPr marL="0" marR="0" indent="16002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8pPr>
      <a:lvl9pPr marL="0" marR="0" indent="1828800" algn="r" defTabSz="6096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ntel Clear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9F4BE2-8E4A-4003-B816-9E34781F7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484" y="1626385"/>
            <a:ext cx="11310050" cy="2170334"/>
          </a:xfrm>
        </p:spPr>
        <p:txBody>
          <a:bodyPr anchor="b" anchorCtr="0"/>
          <a:lstStyle/>
          <a:p>
            <a:pPr algn="ctr"/>
            <a:r>
              <a:rPr lang="en-US" sz="6600" dirty="0"/>
              <a:t>2023 WIFI Module Customers CRD Summary Report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EAF9F9-E88D-44A4-A1B6-BAA2E532B65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908349" y="4778609"/>
            <a:ext cx="9695388" cy="326776"/>
          </a:xfrm>
        </p:spPr>
        <p:txBody>
          <a:bodyPr/>
          <a:lstStyle/>
          <a:p>
            <a:r>
              <a:rPr lang="en-US"/>
              <a:t>Rev2.0, </a:t>
            </a:r>
            <a:r>
              <a:rPr lang="en-US" dirty="0"/>
              <a:t>CQ&amp;R CMEE Team, 2023Q2</a:t>
            </a:r>
          </a:p>
        </p:txBody>
      </p:sp>
      <p:sp>
        <p:nvSpPr>
          <p:cNvPr id="8" name="Octagon 7">
            <a:extLst>
              <a:ext uri="{FF2B5EF4-FFF2-40B4-BE49-F238E27FC236}">
                <a16:creationId xmlns:a16="http://schemas.microsoft.com/office/drawing/2014/main" id="{6042841E-0D98-468A-8176-AB4F17BB07E7}"/>
              </a:ext>
            </a:extLst>
          </p:cNvPr>
          <p:cNvSpPr/>
          <p:nvPr/>
        </p:nvSpPr>
        <p:spPr>
          <a:xfrm>
            <a:off x="10330099" y="17705"/>
            <a:ext cx="1861901" cy="2061686"/>
          </a:xfrm>
          <a:prstGeom prst="octagon">
            <a:avLst/>
          </a:prstGeom>
          <a:solidFill>
            <a:srgbClr val="FF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 Neue Medium"/>
              </a:rPr>
              <a:t>Stop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solidFill>
                  <a:srgbClr val="FFFFFF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 Neue Medium"/>
              </a:rPr>
              <a:t>Customers confidential information </a:t>
            </a:r>
            <a:r>
              <a:rPr lang="en-US" sz="1200" u="sng" dirty="0">
                <a:solidFill>
                  <a:srgbClr val="FFFFFF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 Neue Medium"/>
              </a:rPr>
              <a:t>under NDA</a:t>
            </a:r>
            <a:r>
              <a:rPr lang="en-US" sz="1200" dirty="0">
                <a:solidFill>
                  <a:srgbClr val="FFFFFF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  <a:sym typeface="Helvetica Neue Medium"/>
              </a:rPr>
              <a:t>, Intel internal use only</a:t>
            </a:r>
            <a:endParaRPr kumimoji="0" lang="en-US" sz="1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Intel Clear Light" panose="020B0404020203020204" pitchFamily="34" charset="0"/>
              <a:ea typeface="Intel Clear Light" panose="020B0404020203020204" pitchFamily="34" charset="0"/>
              <a:cs typeface="Intel Clear Light" panose="020B0404020203020204" pitchFamily="34" charset="0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86400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F9035-2E54-4883-B353-04ABA460C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SMT Line Layout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06266C5-0975-40AE-B7EA-B35AA647EFBD}"/>
              </a:ext>
            </a:extLst>
          </p:cNvPr>
          <p:cNvGrpSpPr/>
          <p:nvPr/>
        </p:nvGrpSpPr>
        <p:grpSpPr>
          <a:xfrm>
            <a:off x="1524000" y="1308555"/>
            <a:ext cx="9144000" cy="5011888"/>
            <a:chOff x="1524000" y="1308555"/>
            <a:chExt cx="9144000" cy="501188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7F4FA19-8472-4A82-A54B-C16052181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4000" y="1523999"/>
              <a:ext cx="9144000" cy="4796444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58F69106-D292-407E-A7B9-C515C8437CF0}"/>
                </a:ext>
              </a:extLst>
            </p:cNvPr>
            <p:cNvCxnSpPr/>
            <p:nvPr/>
          </p:nvCxnSpPr>
          <p:spPr bwMode="auto">
            <a:xfrm>
              <a:off x="2307771" y="3992201"/>
              <a:ext cx="503853" cy="447869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17AD1CA-9E40-4A83-B158-6161861785B4}"/>
                </a:ext>
              </a:extLst>
            </p:cNvPr>
            <p:cNvSpPr txBox="1"/>
            <p:nvPr/>
          </p:nvSpPr>
          <p:spPr>
            <a:xfrm>
              <a:off x="3637383" y="5102544"/>
              <a:ext cx="17541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MY" sz="1400" dirty="0">
                  <a:solidFill>
                    <a:srgbClr val="000000"/>
                  </a:solidFill>
                </a:rPr>
                <a:t>Solder Paste Inspection (SPI)</a:t>
              </a:r>
              <a:endParaRPr lang="en-US" sz="1400" dirty="0">
                <a:solidFill>
                  <a:srgbClr val="000000"/>
                </a:solidFill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FB93E878-13D6-4C2A-856E-4E1228840DD8}"/>
                </a:ext>
              </a:extLst>
            </p:cNvPr>
            <p:cNvCxnSpPr/>
            <p:nvPr/>
          </p:nvCxnSpPr>
          <p:spPr bwMode="auto">
            <a:xfrm>
              <a:off x="4276531" y="3329727"/>
              <a:ext cx="27991" cy="419878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CFC6F87-4A16-42AE-B754-83982841936D}"/>
                </a:ext>
              </a:extLst>
            </p:cNvPr>
            <p:cNvCxnSpPr/>
            <p:nvPr/>
          </p:nvCxnSpPr>
          <p:spPr bwMode="auto">
            <a:xfrm>
              <a:off x="4649755" y="3245752"/>
              <a:ext cx="233265" cy="298579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749D29A-B82C-4221-BE39-D0F88411B680}"/>
                </a:ext>
              </a:extLst>
            </p:cNvPr>
            <p:cNvSpPr txBox="1"/>
            <p:nvPr/>
          </p:nvSpPr>
          <p:spPr>
            <a:xfrm>
              <a:off x="4439814" y="2394175"/>
              <a:ext cx="270121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1100" dirty="0">
                  <a:solidFill>
                    <a:srgbClr val="000000"/>
                  </a:solidFill>
                </a:rPr>
                <a:t>Pre-Reflow Automated Optical Inspection (AOI) - Optional</a:t>
              </a:r>
              <a:endParaRPr lang="en-US" sz="1100" dirty="0">
                <a:solidFill>
                  <a:srgbClr val="000000"/>
                </a:solidFill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6C88DCD-F20E-4AF5-A366-6C8BAAE1E43B}"/>
                </a:ext>
              </a:extLst>
            </p:cNvPr>
            <p:cNvCxnSpPr/>
            <p:nvPr/>
          </p:nvCxnSpPr>
          <p:spPr bwMode="auto">
            <a:xfrm>
              <a:off x="5790420" y="2825062"/>
              <a:ext cx="202943" cy="504665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BBF56A05-17CF-4253-B856-E47C94C05471}"/>
                </a:ext>
              </a:extLst>
            </p:cNvPr>
            <p:cNvCxnSpPr/>
            <p:nvPr/>
          </p:nvCxnSpPr>
          <p:spPr bwMode="auto">
            <a:xfrm>
              <a:off x="7346302" y="2394175"/>
              <a:ext cx="457200" cy="683219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780ECD1-3821-42E4-9542-1DF1AE079146}"/>
                </a:ext>
              </a:extLst>
            </p:cNvPr>
            <p:cNvCxnSpPr/>
            <p:nvPr/>
          </p:nvCxnSpPr>
          <p:spPr bwMode="auto">
            <a:xfrm flipH="1" flipV="1">
              <a:off x="9566988" y="2825062"/>
              <a:ext cx="569167" cy="420690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6982695-F2F8-46E3-A98A-7B5025ED4C2F}"/>
                </a:ext>
              </a:extLst>
            </p:cNvPr>
            <p:cNvSpPr txBox="1"/>
            <p:nvPr/>
          </p:nvSpPr>
          <p:spPr>
            <a:xfrm>
              <a:off x="8344677" y="1308555"/>
              <a:ext cx="221835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MY" sz="1100" dirty="0">
                  <a:solidFill>
                    <a:srgbClr val="000000"/>
                  </a:solidFill>
                </a:rPr>
                <a:t>Post-Reflow Automated Optical Inspection (AOI)</a:t>
              </a:r>
              <a:endParaRPr lang="en-US" sz="1100" dirty="0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3367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C6B2-4893-4AFD-A933-7468A12B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7946-1483-4C9A-8FE4-A2862E3EFF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2642615"/>
            <a:ext cx="11010900" cy="360578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Data Collected From 10 ODM Customers/Sites</a:t>
            </a:r>
          </a:p>
          <a:p>
            <a:pPr lvl="1"/>
            <a:r>
              <a:rPr lang="en-US" dirty="0"/>
              <a:t>Compal (</a:t>
            </a:r>
            <a:r>
              <a:rPr lang="en-US" dirty="0" err="1"/>
              <a:t>KunSan</a:t>
            </a:r>
            <a:r>
              <a:rPr lang="en-US" dirty="0"/>
              <a:t> – Build for Dell/HP, </a:t>
            </a:r>
            <a:r>
              <a:rPr lang="en-US" dirty="0" err="1"/>
              <a:t>ChengDu</a:t>
            </a:r>
            <a:r>
              <a:rPr lang="en-US" dirty="0"/>
              <a:t> – Build for Dell, </a:t>
            </a:r>
            <a:r>
              <a:rPr lang="en-US" dirty="0" err="1"/>
              <a:t>ChongQing</a:t>
            </a:r>
            <a:r>
              <a:rPr lang="en-US" dirty="0"/>
              <a:t> – Build for Acer)</a:t>
            </a:r>
          </a:p>
          <a:p>
            <a:pPr lvl="1"/>
            <a:r>
              <a:rPr lang="en-US" dirty="0" err="1"/>
              <a:t>HuaQin</a:t>
            </a:r>
            <a:r>
              <a:rPr lang="en-US" dirty="0"/>
              <a:t> (Build for </a:t>
            </a:r>
            <a:r>
              <a:rPr lang="en-US" dirty="0" err="1"/>
              <a:t>HuaWei</a:t>
            </a:r>
            <a:r>
              <a:rPr lang="en-US" dirty="0"/>
              <a:t>/Asus/Lenovo/Samsung)</a:t>
            </a:r>
          </a:p>
          <a:p>
            <a:pPr lvl="1"/>
            <a:r>
              <a:rPr lang="en-US" dirty="0"/>
              <a:t>Inventec </a:t>
            </a:r>
            <a:r>
              <a:rPr lang="en-US" dirty="0" err="1"/>
              <a:t>ChongQing</a:t>
            </a:r>
            <a:r>
              <a:rPr lang="en-US" dirty="0"/>
              <a:t> (Build for HP/Asus)</a:t>
            </a:r>
          </a:p>
          <a:p>
            <a:pPr lvl="1"/>
            <a:r>
              <a:rPr lang="en-US" dirty="0"/>
              <a:t>LCFC (Build for Lenovo)</a:t>
            </a:r>
          </a:p>
          <a:p>
            <a:pPr lvl="1"/>
            <a:r>
              <a:rPr lang="en-US" dirty="0"/>
              <a:t>MSI </a:t>
            </a:r>
            <a:r>
              <a:rPr lang="en-US" dirty="0" err="1"/>
              <a:t>KunSan</a:t>
            </a:r>
            <a:r>
              <a:rPr lang="en-US" dirty="0"/>
              <a:t> (Own Brand)</a:t>
            </a:r>
          </a:p>
          <a:p>
            <a:pPr lvl="1"/>
            <a:r>
              <a:rPr lang="en-US" dirty="0"/>
              <a:t>Pegatron (Suzhou – Build for Microsoft, </a:t>
            </a:r>
            <a:r>
              <a:rPr lang="en-US" dirty="0" err="1"/>
              <a:t>ChongQing</a:t>
            </a:r>
            <a:r>
              <a:rPr lang="en-US" dirty="0"/>
              <a:t> – Build for Asus)</a:t>
            </a:r>
          </a:p>
          <a:p>
            <a:pPr lvl="1"/>
            <a:r>
              <a:rPr lang="en-US" dirty="0"/>
              <a:t>Quanta (</a:t>
            </a:r>
            <a:r>
              <a:rPr lang="en-US" dirty="0" err="1"/>
              <a:t>ChongQing</a:t>
            </a:r>
            <a:r>
              <a:rPr lang="en-US" dirty="0"/>
              <a:t> – Build for HP)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B3903-56DF-4903-AAAF-FFE7DC00ED5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Share Findings From CMEE Mobile Industry Data Collection (WIFI Module Customer Survey)</a:t>
            </a:r>
          </a:p>
        </p:txBody>
      </p:sp>
    </p:spTree>
    <p:extLst>
      <p:ext uri="{BB962C8B-B14F-4D97-AF65-F5344CB8AC3E}">
        <p14:creationId xmlns:p14="http://schemas.microsoft.com/office/powerpoint/2010/main" val="197084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C6B2-4893-4AFD-A933-7468A12B6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Highlight</a:t>
            </a:r>
            <a:r>
              <a:rPr lang="en-US" altLang="zh-CN" dirty="0">
                <a:solidFill>
                  <a:srgbClr val="FF0000"/>
                </a:solidFill>
              </a:rPr>
              <a:t>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57946-1483-4C9A-8FE4-A2862E3EFF3F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253765"/>
            <a:ext cx="11010900" cy="4994635"/>
          </a:xfrm>
        </p:spPr>
        <p:txBody>
          <a:bodyPr>
            <a:normAutofit/>
          </a:bodyPr>
          <a:lstStyle/>
          <a:p>
            <a:pPr marL="288925" indent="-288925"/>
            <a:r>
              <a:rPr lang="en-US" dirty="0"/>
              <a:t>Most of the customers follow Intel MAS to design land pattern and stencil. </a:t>
            </a:r>
          </a:p>
          <a:p>
            <a:pPr marL="288925" indent="-288925"/>
            <a:r>
              <a:rPr lang="en-US" dirty="0"/>
              <a:t>4 mil is most popular stencil thickness, half of the customers use step-stencil on mother board WLAN SD1216 location. </a:t>
            </a:r>
          </a:p>
          <a:p>
            <a:pPr marL="288925" indent="-288925"/>
            <a:r>
              <a:rPr lang="en-US" altLang="zh-CN" dirty="0">
                <a:sym typeface="Wingdings" panose="05000000000000000000" pitchFamily="2" charset="2"/>
              </a:rPr>
              <a:t>Most of the customers locate the module in corner or edge. No preference on top or bottom</a:t>
            </a:r>
          </a:p>
          <a:p>
            <a:pPr marL="288925" indent="-288925"/>
            <a:r>
              <a:rPr lang="en-US" altLang="zh-CN" dirty="0">
                <a:sym typeface="Wingdings" panose="05000000000000000000" pitchFamily="2" charset="2"/>
              </a:rPr>
              <a:t>Only Compal CQ and </a:t>
            </a:r>
            <a:r>
              <a:rPr lang="en-US" altLang="zh-CN" dirty="0" err="1">
                <a:sym typeface="Wingdings" panose="05000000000000000000" pitchFamily="2" charset="2"/>
              </a:rPr>
              <a:t>HuaQin</a:t>
            </a:r>
            <a:r>
              <a:rPr lang="en-US" altLang="zh-CN" dirty="0">
                <a:sym typeface="Wingdings" panose="05000000000000000000" pitchFamily="2" charset="2"/>
              </a:rPr>
              <a:t> scan the SN# and save to database, and only Compal CQ’s scanner has ECC feature.</a:t>
            </a:r>
          </a:p>
          <a:p>
            <a:pPr marL="288925" indent="-288925"/>
            <a:endParaRPr lang="en-US" altLang="zh-CN" dirty="0">
              <a:sym typeface="Wingdings" panose="05000000000000000000" pitchFamily="2" charset="2"/>
            </a:endParaRPr>
          </a:p>
          <a:p>
            <a:pPr marL="288925" indent="-288925"/>
            <a:endParaRPr lang="en-US" altLang="zh-CN" dirty="0">
              <a:sym typeface="Wingdings" panose="05000000000000000000" pitchFamily="2" charset="2"/>
            </a:endParaRPr>
          </a:p>
          <a:p>
            <a:pPr marL="288925" indent="-288925"/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23533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WIFI Module (1 Of 4)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851184"/>
              </p:ext>
            </p:extLst>
          </p:nvPr>
        </p:nvGraphicFramePr>
        <p:xfrm>
          <a:off x="571370" y="1392555"/>
          <a:ext cx="10767190" cy="37084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Are you following recommended WLAN SD1216 land pattern in MAS? If not, why?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00B050"/>
                          </a:solidFill>
                          <a:effectLst/>
                          <a:latin typeface="Intel Clear Light" panose="020B0404020203020204" pitchFamily="34" charset="0"/>
                        </a:rPr>
                        <a:t>Yes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No, used to have solder open and short failures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Are you following recommended stencil opening for WLAN SD1216 in MAS?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No, used to have solder open and short failures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571370" y="5275679"/>
            <a:ext cx="10686438" cy="1292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accent1"/>
                </a:solidFill>
              </a:rPr>
              <a:t>Most of the customers follow Intel MAS to design land pattern and stencil. </a:t>
            </a: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44906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WIFI Module (2 Of 4)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092134"/>
              </p:ext>
            </p:extLst>
          </p:nvPr>
        </p:nvGraphicFramePr>
        <p:xfrm>
          <a:off x="571370" y="1392555"/>
          <a:ext cx="10767190" cy="37084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What is the preferred stencil thickness for WLAN SD1216?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4 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5 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4 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4 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4 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4 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4 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4 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4 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4 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Is there a stencil thickness stepping up or down on mother board WLAN SD1216 location?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Intel Clear Light" panose="020B0404020203020204" pitchFamily="34" charset="0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571370" y="5275679"/>
            <a:ext cx="10686438" cy="1292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accent1"/>
                </a:solidFill>
              </a:rPr>
              <a:t>Most of the customers use 4 mil stencil, half of the customers use step-stencil on mother board WLAN SD1216 location. </a:t>
            </a: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15201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WIFI Module (3 Of 4)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733669"/>
              </p:ext>
            </p:extLst>
          </p:nvPr>
        </p:nvGraphicFramePr>
        <p:xfrm>
          <a:off x="571370" y="1392555"/>
          <a:ext cx="10767190" cy="37084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Where is the WLAN SD1216 located in your board design? 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Edge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Edge, center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Edge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Edge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Edge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Edge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Corner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Edge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Edge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Edge or corner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US" sz="1200" b="1" i="0" u="none" strike="noStrike" cap="none" spc="0" baseline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Do you place the WLAN SD1216 on top (1 time reflow) or bottom (2 times reflow) side of the motherboard?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Both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Top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Bottom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Bottom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Bottom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Bottom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Bottom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Bottom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Top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Both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571370" y="5275679"/>
            <a:ext cx="10686438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solidFill>
                  <a:schemeClr val="accent1"/>
                </a:solidFill>
              </a:rPr>
              <a:t>Most of the customers locate the module in corner or edge. No preference on top or bottom</a:t>
            </a: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28685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WIFI Module (4 Of 4)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556942"/>
              </p:ext>
            </p:extLst>
          </p:nvPr>
        </p:nvGraphicFramePr>
        <p:xfrm>
          <a:off x="571370" y="1392555"/>
          <a:ext cx="10767190" cy="37084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Do you scan the SN# of Intel SDWLAN module, and link it with board SN# and save it into your database?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If yes, is your scanner having Error correction code (ECC) feature?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Yes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571370" y="5275679"/>
            <a:ext cx="10686438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Only Compal CQ and </a:t>
            </a:r>
            <a:r>
              <a:rPr lang="en-US" sz="2800" b="1" dirty="0" err="1">
                <a:solidFill>
                  <a:schemeClr val="accent1"/>
                </a:solidFill>
              </a:rPr>
              <a:t>HuaQin</a:t>
            </a:r>
            <a:r>
              <a:rPr lang="en-US" sz="2800" b="1" dirty="0">
                <a:solidFill>
                  <a:schemeClr val="accent1"/>
                </a:solidFill>
              </a:rPr>
              <a:t> scan the SN# and save to database, and only Compal CQ’s scanner has ECC feature.</a:t>
            </a: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10459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Solder Paste Related(1 Of 2)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74074"/>
              </p:ext>
            </p:extLst>
          </p:nvPr>
        </p:nvGraphicFramePr>
        <p:xfrm>
          <a:off x="571370" y="1392555"/>
          <a:ext cx="10767190" cy="37084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Can you provide your current SAC solder paste list with percent and usage?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YunNan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Tin：YW9-3005-98CY04,100%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Shenmao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PF606-P  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Shenmao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PF606-P, 50%/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YunNan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TinYW9-3005-98CY04, 50%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ShenMao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PF606-P, 73%;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Eunow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EUP-100F,27%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ShenMao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PF606-P, 50%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tamura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LTF-204-93IVT,50%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Shenmao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95%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KOKI S3X58-M406-3,100%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YunNan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Tin YW9-3005-98US04    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Shenmao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PF606-P,100%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Senju M705-S101HF(N4)-S4, 50% ,Eunow EUP-1000HQR: 30%</a:t>
                      </a:r>
                      <a:endParaRPr kumimoji="0" 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Intel Clear Light" panose="020B0404020203020204" pitchFamily="34" charset="0"/>
                        <a:ea typeface="+mn-ea"/>
                        <a:cs typeface="+mn-cs"/>
                        <a:sym typeface="Intel Clear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Can you provide your current/future LTS solder paste list with percent and usage?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Nihon B37 100%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HVM plan, verified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Eunow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DW1000 and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YunNan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Tin YT-AB02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Senju and </a:t>
                      </a:r>
                      <a:r>
                        <a:rPr kumimoji="0" lang="en-US" sz="10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Shenmao</a:t>
                      </a: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 90% 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571370" y="5275679"/>
            <a:ext cx="11393020" cy="129266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Different ODMs have different SAC solder paste preference.</a:t>
            </a:r>
            <a:endParaRPr lang="en-US" sz="2800" b="1" dirty="0">
              <a:solidFill>
                <a:schemeClr val="accent1"/>
              </a:solidFill>
              <a:sym typeface="Intel Clear"/>
            </a:endParaRPr>
          </a:p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lang="en-US" sz="2800" b="1" dirty="0">
                <a:solidFill>
                  <a:schemeClr val="accent1"/>
                </a:solidFill>
              </a:rPr>
              <a:t>Most ODMs don’t have LTS experience</a:t>
            </a:r>
            <a:endParaRPr lang="en-US" sz="2800" b="1" dirty="0">
              <a:solidFill>
                <a:schemeClr val="accent1"/>
              </a:solidFill>
              <a:sym typeface="Intel Clear"/>
            </a:endParaRPr>
          </a:p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48590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Solder Paste Related(2 Of 2)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A471383B-87D3-406F-AEC8-A1732EA53B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9395435"/>
              </p:ext>
            </p:extLst>
          </p:nvPr>
        </p:nvGraphicFramePr>
        <p:xfrm>
          <a:off x="571370" y="1392555"/>
          <a:ext cx="10767190" cy="37084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153438">
                  <a:extLst>
                    <a:ext uri="{9D8B030D-6E8A-4147-A177-3AD203B41FA5}">
                      <a16:colId xmlns:a16="http://schemas.microsoft.com/office/drawing/2014/main" val="476935505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213491659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1470204383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4194567538"/>
                    </a:ext>
                  </a:extLst>
                </a:gridCol>
                <a:gridCol w="2153438">
                  <a:extLst>
                    <a:ext uri="{9D8B030D-6E8A-4147-A177-3AD203B41FA5}">
                      <a16:colId xmlns:a16="http://schemas.microsoft.com/office/drawing/2014/main" val="3653989113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l"/>
                      <a:r>
                        <a:rPr lang="en-US" sz="1200" b="1" dirty="0"/>
                        <a:t>Do you use LTS for other product except BGA? What paste do you use? What kind of product?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3571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4A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err="1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  <a:endParaRPr lang="en-US" sz="1200" b="1" i="0" u="none" strike="noStrike" dirty="0">
                        <a:solidFill>
                          <a:schemeClr val="tx1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094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978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6936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Full board LTS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8651515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marL="0" marR="0" lvl="0" indent="0" algn="l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i="0" u="none" strike="noStrike" cap="none" spc="0" baseline="0" noProof="0" dirty="0">
                          <a:solidFill>
                            <a:schemeClr val="lt1"/>
                          </a:solidFill>
                          <a:uFillTx/>
                          <a:latin typeface="+mn-lt"/>
                          <a:ea typeface="+mn-ea"/>
                          <a:cs typeface="+mn-cs"/>
                          <a:sym typeface="Intel Clear"/>
                        </a:rPr>
                        <a:t>What would be the tolerance limits used on the SPI machine for 0.35 mm pitch part?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8B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fi-FI" sz="1000" b="0" i="0" u="none" strike="noStrike" dirty="0">
                        <a:solidFill>
                          <a:srgbClr val="00B05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Intel Clear Light" panose="020B0404020203020204" pitchFamily="34" charset="0"/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360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CD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Compal KS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HuaQin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Intel Clear Light" panose="020B0404020203020204" pitchFamily="34" charset="0"/>
                        </a:rPr>
                        <a:t>Inventec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0940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Volume:50%~180%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Volume:50%-150%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Volume:60%-160%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Volume:60%-150%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Volume:60%-140%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508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LCFC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MSI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Quanta CQ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09600" fontAlgn="b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sz="1200" b="1" i="0" u="none" strike="noStrike" cap="none" spc="0" baseline="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Pega</a:t>
                      </a:r>
                      <a:r>
                        <a:rPr lang="en-US" sz="1200" b="1" i="0" u="none" strike="noStrike" cap="none" spc="0" baseline="0" dirty="0">
                          <a:solidFill>
                            <a:schemeClr val="tx1"/>
                          </a:solidFill>
                          <a:effectLst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 SZ</a:t>
                      </a:r>
                    </a:p>
                  </a:txBody>
                  <a:tcPr marR="0" marT="0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B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766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sym typeface="Intel Clear"/>
                        </a:rPr>
                        <a:t>Volume:70%-170%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No answer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Volume:50%-180%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Volume:50%-150%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Volume&amp;Area:50%-150%</a:t>
                      </a:r>
                    </a:p>
                    <a:p>
                      <a:pPr marL="0" marR="0" lvl="0" indent="0" algn="ctr" defTabSz="6096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Intel Clear Light" panose="020B0404020203020204" pitchFamily="34" charset="0"/>
                          <a:ea typeface="+mn-ea"/>
                          <a:cs typeface="+mn-cs"/>
                          <a:sym typeface="Intel Clear"/>
                        </a:rPr>
                        <a:t>Height: +2mil, -1mil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72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69962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39ED610-7AC8-45CD-BCC6-B494109E5D9F}"/>
              </a:ext>
            </a:extLst>
          </p:cNvPr>
          <p:cNvSpPr txBox="1"/>
          <p:nvPr/>
        </p:nvSpPr>
        <p:spPr>
          <a:xfrm>
            <a:off x="571370" y="5275679"/>
            <a:ext cx="11393020" cy="86177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 anchorCtr="0">
            <a:spAutoFit/>
          </a:bodyPr>
          <a:lstStyle/>
          <a:p>
            <a:pPr defTabSz="2438338">
              <a:lnSpc>
                <a:spcPct val="100000"/>
              </a:lnSpc>
              <a:spcBef>
                <a:spcPts val="0"/>
              </a:spcBef>
            </a:pPr>
            <a:r>
              <a: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Only LCFC and Compal KS have LTS HVM experience</a:t>
            </a:r>
            <a:endParaRPr lang="en-US" sz="2800" b="1" dirty="0">
              <a:solidFill>
                <a:schemeClr val="accent1"/>
              </a:solidFill>
              <a:sym typeface="Intel Clear"/>
            </a:endParaRPr>
          </a:p>
          <a:p>
            <a:pPr marL="0" marR="0" indent="0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800" b="1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35700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0ED065AC-F3EF-42B0-A34B-DF7EED7F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 Suggestions from ODMs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5CDA488-21BA-933E-DBBE-A49B75FC6773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571370" y="1253765"/>
            <a:ext cx="11010900" cy="49946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Pegatron SZ:</a:t>
            </a:r>
          </a:p>
          <a:p>
            <a:pPr marL="492125" lvl="1" indent="-288925"/>
            <a:r>
              <a:rPr lang="en-US" dirty="0"/>
              <a:t>Change inner row pads from SMD to MD, to reduce SBB risk</a:t>
            </a:r>
          </a:p>
          <a:p>
            <a:pPr marL="492125" lvl="1" indent="-288925"/>
            <a:r>
              <a:rPr lang="en-US" dirty="0"/>
              <a:t>2 connectors were easy to broken</a:t>
            </a:r>
          </a:p>
          <a:p>
            <a:pPr marL="492125" lvl="1" indent="-288925"/>
            <a:endParaRPr lang="en-US" dirty="0"/>
          </a:p>
          <a:p>
            <a:pPr marL="203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200" dirty="0" err="1"/>
              <a:t>Huaqin</a:t>
            </a:r>
            <a:endParaRPr lang="en-US" sz="3200" dirty="0"/>
          </a:p>
          <a:p>
            <a:pPr lvl="1"/>
            <a:r>
              <a:rPr lang="en-US" sz="2000" dirty="0"/>
              <a:t>Reduce the distance between the pad(outer row) and edge to facilitate the reflow</a:t>
            </a:r>
          </a:p>
          <a:p>
            <a:pPr marL="0" indent="0">
              <a:buNone/>
            </a:pPr>
            <a:endParaRPr lang="en-US" sz="3200" dirty="0"/>
          </a:p>
          <a:p>
            <a:pPr marL="203200" lvl="1" indent="0">
              <a:buNone/>
            </a:pPr>
            <a:endParaRPr lang="en-US" sz="2800" dirty="0"/>
          </a:p>
          <a:p>
            <a:pPr marL="288925" indent="-288925"/>
            <a:endParaRPr lang="en-US" altLang="zh-CN" dirty="0">
              <a:sym typeface="Wingdings" panose="05000000000000000000" pitchFamily="2" charset="2"/>
            </a:endParaRPr>
          </a:p>
          <a:p>
            <a:pPr marL="288925" indent="-288925"/>
            <a:endParaRPr lang="en-US" altLang="zh-CN" dirty="0">
              <a:sym typeface="Wingdings" panose="05000000000000000000" pitchFamily="2" charset="2"/>
            </a:endParaRPr>
          </a:p>
          <a:p>
            <a:pPr marL="288925" indent="-288925"/>
            <a:endParaRPr lang="en-US" altLang="zh-CN" dirty="0">
              <a:sym typeface="Wingdings" panose="05000000000000000000" pitchFamily="2" charset="2"/>
            </a:endParaRPr>
          </a:p>
          <a:p>
            <a:pPr marL="288925" indent="-288925"/>
            <a:endParaRPr lang="en-US" dirty="0">
              <a:sym typeface="Wingdings" panose="05000000000000000000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F0CA4C-BB15-60EF-562B-170EC58D6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767" y="2847919"/>
            <a:ext cx="2726418" cy="9524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3A6A67-BF99-DD12-7B06-74DEA1CCE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63" y="4921689"/>
            <a:ext cx="2188464" cy="114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00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920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Custom 11">
      <a:majorFont>
        <a:latin typeface="Intel Clear Light"/>
        <a:ea typeface="Helvetica Neue"/>
        <a:cs typeface="Helvetica Neue"/>
      </a:majorFont>
      <a:minorFont>
        <a:latin typeface="Intel Clear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none" lIns="0" tIns="0" rIns="0" bIns="0" numCol="1" spcCol="38100" rtlCol="0" anchor="t" anchorCtr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b="0" i="0" u="none" strike="noStrike" cap="none" spc="0" normalizeH="0" baseline="0" dirty="0" err="1" smtClean="0">
            <a:ln>
              <a:noFill/>
            </a:ln>
            <a:solidFill>
              <a:schemeClr val="tx2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6" ma:contentTypeDescription="Create a new document." ma:contentTypeScope="" ma:versionID="dcb4e6236f8843d40e84b5f939809e12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c20bfde01be3661ab29d2c01e4711dcf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E71BE12-C511-4E09-B44F-F41370469ED0}"/>
</file>

<file path=customXml/itemProps2.xml><?xml version="1.0" encoding="utf-8"?>
<ds:datastoreItem xmlns:ds="http://schemas.openxmlformats.org/officeDocument/2006/customXml" ds:itemID="{724B8A99-8161-4D52-8DFD-478F5C1B3170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01C66F3-FBD8-4B0F-98D9-445FE3649D01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26214</TotalTime>
  <Words>1108</Words>
  <Application>Microsoft Office PowerPoint</Application>
  <PresentationFormat>Widescreen</PresentationFormat>
  <Paragraphs>303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Helvetica Neue</vt:lpstr>
      <vt:lpstr>Helvetica Neue Medium</vt:lpstr>
      <vt:lpstr>Arial</vt:lpstr>
      <vt:lpstr>Calibri</vt:lpstr>
      <vt:lpstr>Helvetica</vt:lpstr>
      <vt:lpstr>Intel Clear</vt:lpstr>
      <vt:lpstr>Intel Clear Light</vt:lpstr>
      <vt:lpstr>Wingdings</vt:lpstr>
      <vt:lpstr>21_BasicWhite</vt:lpstr>
      <vt:lpstr>2023 WIFI Module Customers CRD Summary Report</vt:lpstr>
      <vt:lpstr>General SMT Line Layout</vt:lpstr>
      <vt:lpstr>Objectives</vt:lpstr>
      <vt:lpstr>Highlights</vt:lpstr>
      <vt:lpstr>WIFI Module (1 Of 4)</vt:lpstr>
      <vt:lpstr>WIFI Module (2 Of 4)</vt:lpstr>
      <vt:lpstr>WIFI Module (3 Of 4)</vt:lpstr>
      <vt:lpstr>WIFI Module (4 Of 4)</vt:lpstr>
      <vt:lpstr>Solder Paste Related(1 Of 2)</vt:lpstr>
      <vt:lpstr>Solder Paste Related(2 Of 2)</vt:lpstr>
      <vt:lpstr>Improvement Suggestions from ODMs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Killeen, Kristine</dc:creator>
  <cp:keywords>CTPClassification=CTP_NT</cp:keywords>
  <cp:lastModifiedBy>Zheng, Binghuan</cp:lastModifiedBy>
  <cp:revision>187</cp:revision>
  <dcterms:modified xsi:type="dcterms:W3CDTF">2023-05-18T03:03:49Z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77294acb-f791-4422-865e-0b7527e37b89</vt:lpwstr>
  </property>
  <property fmtid="{D5CDD505-2E9C-101B-9397-08002B2CF9AE}" pid="3" name="CTP_TimeStamp">
    <vt:lpwstr>2020-08-21 21:49:33Z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0x010100C25921F9D4874B40A69C72F5C132575A</vt:lpwstr>
  </property>
</Properties>
</file>