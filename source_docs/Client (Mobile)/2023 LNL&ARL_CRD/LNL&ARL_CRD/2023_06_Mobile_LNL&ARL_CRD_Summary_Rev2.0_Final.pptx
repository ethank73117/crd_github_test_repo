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256" r:id="rId5"/>
    <p:sldId id="345" r:id="rId6"/>
    <p:sldId id="346" r:id="rId7"/>
    <p:sldId id="402" r:id="rId8"/>
    <p:sldId id="437" r:id="rId9"/>
    <p:sldId id="451" r:id="rId10"/>
    <p:sldId id="482" r:id="rId11"/>
    <p:sldId id="483" r:id="rId12"/>
    <p:sldId id="444" r:id="rId13"/>
    <p:sldId id="484" r:id="rId14"/>
    <p:sldId id="447" r:id="rId15"/>
    <p:sldId id="458" r:id="rId16"/>
    <p:sldId id="450" r:id="rId17"/>
    <p:sldId id="481" r:id="rId18"/>
    <p:sldId id="456" r:id="rId19"/>
    <p:sldId id="457" r:id="rId20"/>
    <p:sldId id="485" r:id="rId21"/>
    <p:sldId id="459" r:id="rId22"/>
    <p:sldId id="452" r:id="rId23"/>
    <p:sldId id="460" r:id="rId24"/>
    <p:sldId id="461" r:id="rId25"/>
    <p:sldId id="462" r:id="rId26"/>
    <p:sldId id="463" r:id="rId27"/>
    <p:sldId id="453" r:id="rId28"/>
    <p:sldId id="464" r:id="rId29"/>
    <p:sldId id="465" r:id="rId30"/>
    <p:sldId id="454" r:id="rId31"/>
    <p:sldId id="467" r:id="rId32"/>
    <p:sldId id="468" r:id="rId33"/>
    <p:sldId id="469" r:id="rId34"/>
    <p:sldId id="470" r:id="rId35"/>
    <p:sldId id="471" r:id="rId36"/>
    <p:sldId id="472" r:id="rId37"/>
    <p:sldId id="473" r:id="rId38"/>
    <p:sldId id="475" r:id="rId39"/>
    <p:sldId id="474" r:id="rId40"/>
    <p:sldId id="455" r:id="rId41"/>
    <p:sldId id="476" r:id="rId42"/>
    <p:sldId id="478" r:id="rId43"/>
    <p:sldId id="479" r:id="rId44"/>
    <p:sldId id="480" r:id="rId45"/>
    <p:sldId id="292" r:id="rId46"/>
    <p:sldId id="486" r:id="rId47"/>
    <p:sldId id="487" r:id="rId48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5"/>
    <a:srgbClr val="E7EBF3"/>
    <a:srgbClr val="2872C5"/>
    <a:srgbClr val="525252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719DF-D0BF-4E46-823D-4B25E6E42C7F}" v="100" dt="2023-05-30T10:00:57.63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7423" autoAdjust="0"/>
  </p:normalViewPr>
  <p:slideViewPr>
    <p:cSldViewPr snapToGrid="0" snapToObjects="1">
      <p:cViewPr varScale="1">
        <p:scale>
          <a:sx n="161" d="100"/>
          <a:sy n="161" d="100"/>
        </p:scale>
        <p:origin x="822" y="144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23:43:08.108" v="12880" actId="165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  <pc:spChg chg="add del mod">
          <ac:chgData name="Yu, Harry" userId="d07dd713-323b-41c6-b24d-c18be50fb4fc" providerId="ADAL" clId="{196D0870-A10A-40F5-A791-3C67912576F2}" dt="2020-09-24T04:40:39.782" v="77" actId="478"/>
          <ac:spMkLst>
            <pc:docMk/>
            <pc:sldMk cId="2086400740" sldId="256"/>
            <ac:spMk id="3" creationId="{44022660-942C-4D19-BBDF-9AB35BDDDBE6}"/>
          </ac:spMkLst>
        </pc:spChg>
        <pc:spChg chg="del">
          <ac:chgData name="Yu, Harry" userId="d07dd713-323b-41c6-b24d-c18be50fb4fc" providerId="ADAL" clId="{196D0870-A10A-40F5-A791-3C67912576F2}" dt="2020-09-24T04:40:37.110" v="76" actId="478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u, Harry" userId="d07dd713-323b-41c6-b24d-c18be50fb4fc" providerId="ADAL" clId="{196D0870-A10A-40F5-A791-3C67912576F2}" dt="2020-10-12T06:36:43.140" v="8803" actId="20577"/>
          <ac:spMkLst>
            <pc:docMk/>
            <pc:sldMk cId="2086400740" sldId="256"/>
            <ac:spMk id="5" creationId="{679F4BE2-8E4A-4003-B816-9E34781F7E88}"/>
          </ac:spMkLst>
        </pc:spChg>
        <pc:spChg chg="add del mod">
          <ac:chgData name="Yu, Harry" userId="d07dd713-323b-41c6-b24d-c18be50fb4fc" providerId="ADAL" clId="{196D0870-A10A-40F5-A791-3C67912576F2}" dt="2020-09-24T06:38:09.454" v="128" actId="478"/>
          <ac:spMkLst>
            <pc:docMk/>
            <pc:sldMk cId="2086400740" sldId="256"/>
            <ac:spMk id="6" creationId="{B3CBD8B5-2379-41F2-9E22-E2C808622D58}"/>
          </ac:spMkLst>
        </pc:spChg>
        <pc:spChg chg="add del mod">
          <ac:chgData name="Yu, Harry" userId="d07dd713-323b-41c6-b24d-c18be50fb4fc" providerId="ADAL" clId="{196D0870-A10A-40F5-A791-3C67912576F2}" dt="2020-09-24T06:37:58.072" v="117" actId="478"/>
          <ac:spMkLst>
            <pc:docMk/>
            <pc:sldMk cId="2086400740" sldId="256"/>
            <ac:spMk id="7" creationId="{0CD554E0-37CD-4393-8562-2A640063E19C}"/>
          </ac:spMkLst>
        </pc:spChg>
        <pc:spChg chg="add mod">
          <ac:chgData name="Yu, Harry" userId="d07dd713-323b-41c6-b24d-c18be50fb4fc" providerId="ADAL" clId="{196D0870-A10A-40F5-A791-3C67912576F2}" dt="2020-09-29T08:08:42.945" v="4443" actId="115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Yu, Harry" userId="d07dd713-323b-41c6-b24d-c18be50fb4fc" providerId="ADAL" clId="{196D0870-A10A-40F5-A791-3C67912576F2}" dt="2020-11-11T09:44:51.761" v="12878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  <pc:spChg chg="add del mod">
          <ac:chgData name="Yu, Harry" userId="d07dd713-323b-41c6-b24d-c18be50fb4fc" providerId="ADAL" clId="{196D0870-A10A-40F5-A791-3C67912576F2}" dt="2020-09-24T07:01:03.826" v="736" actId="478"/>
          <ac:spMkLst>
            <pc:docMk/>
            <pc:sldMk cId="3615015588" sldId="272"/>
            <ac:spMk id="3" creationId="{0BA7D23A-07D4-47DB-9386-133612A2C85A}"/>
          </ac:spMkLst>
        </pc:spChg>
        <pc:spChg chg="mod">
          <ac:chgData name="Yu, Harry" userId="d07dd713-323b-41c6-b24d-c18be50fb4fc" providerId="ADAL" clId="{196D0870-A10A-40F5-A791-3C67912576F2}" dt="2020-09-24T07:01:23.421" v="756" actId="20577"/>
          <ac:spMkLst>
            <pc:docMk/>
            <pc:sldMk cId="3615015588" sldId="272"/>
            <ac:spMk id="4" creationId="{1567C550-8534-4752-A750-4145E9563059}"/>
          </ac:spMkLst>
        </pc:spChg>
        <pc:spChg chg="del">
          <ac:chgData name="Yu, Harry" userId="d07dd713-323b-41c6-b24d-c18be50fb4fc" providerId="ADAL" clId="{196D0870-A10A-40F5-A791-3C67912576F2}" dt="2020-09-24T07:01:00.167" v="735" actId="478"/>
          <ac:spMkLst>
            <pc:docMk/>
            <pc:sldMk cId="3615015588" sldId="272"/>
            <ac:spMk id="9" creationId="{E5293A40-AD51-4281-A953-0D5B5C5DF6B0}"/>
          </ac:spMkLst>
        </pc:spChg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11-11T23:43:08.108" v="12880" actId="165"/>
        <pc:sldMkLst>
          <pc:docMk/>
          <pc:sldMk cId="2393367446" sldId="345"/>
        </pc:sldMkLst>
        <pc:spChg chg="mod">
          <ac:chgData name="Yu, Harry" userId="d07dd713-323b-41c6-b24d-c18be50fb4fc" providerId="ADAL" clId="{196D0870-A10A-40F5-A791-3C67912576F2}" dt="2020-09-24T06:46:19.404" v="313" actId="20577"/>
          <ac:spMkLst>
            <pc:docMk/>
            <pc:sldMk cId="2393367446" sldId="345"/>
            <ac:spMk id="2" creationId="{8A2F9035-2E54-4883-B353-04ABA460C743}"/>
          </ac:spMkLst>
        </pc:spChg>
        <pc:spChg chg="del">
          <ac:chgData name="Yu, Harry" userId="d07dd713-323b-41c6-b24d-c18be50fb4fc" providerId="ADAL" clId="{196D0870-A10A-40F5-A791-3C67912576F2}" dt="2020-09-24T06:45:22.326" v="281" actId="478"/>
          <ac:spMkLst>
            <pc:docMk/>
            <pc:sldMk cId="2393367446" sldId="345"/>
            <ac:spMk id="3" creationId="{D686A3E6-7413-4E2A-BFDD-57F2C980EF92}"/>
          </ac:spMkLst>
        </pc:spChg>
        <pc:spChg chg="del">
          <ac:chgData name="Yu, Harry" userId="d07dd713-323b-41c6-b24d-c18be50fb4fc" providerId="ADAL" clId="{196D0870-A10A-40F5-A791-3C67912576F2}" dt="2020-09-24T06:45:19.630" v="280" actId="478"/>
          <ac:spMkLst>
            <pc:docMk/>
            <pc:sldMk cId="2393367446" sldId="345"/>
            <ac:spMk id="4" creationId="{681A9CB2-9950-4536-97DE-A6F40F6D94D5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7" creationId="{117AD1CA-9E40-4A83-B158-6161861785B4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0" creationId="{2749D29A-B82C-4221-BE39-D0F88411B680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4" creationId="{06982695-F2F8-46E3-A98A-7B5025ED4C2F}"/>
          </ac:spMkLst>
        </pc:spChg>
        <pc:grpChg chg="add del mod">
          <ac:chgData name="Yu, Harry" userId="d07dd713-323b-41c6-b24d-c18be50fb4fc" providerId="ADAL" clId="{196D0870-A10A-40F5-A791-3C67912576F2}" dt="2020-11-11T23:43:08.108" v="12880" actId="165"/>
          <ac:grpSpMkLst>
            <pc:docMk/>
            <pc:sldMk cId="2393367446" sldId="345"/>
            <ac:grpSpMk id="15" creationId="{406266C5-0975-40AE-B7EA-B35AA647EFBD}"/>
          </ac:grpSpMkLst>
        </pc:grpChg>
        <pc:picChg chg="add mod topLvl">
          <ac:chgData name="Yu, Harry" userId="d07dd713-323b-41c6-b24d-c18be50fb4fc" providerId="ADAL" clId="{196D0870-A10A-40F5-A791-3C67912576F2}" dt="2020-11-11T23:43:08.108" v="12880" actId="165"/>
          <ac:picMkLst>
            <pc:docMk/>
            <pc:sldMk cId="2393367446" sldId="345"/>
            <ac:picMk id="5" creationId="{57F4FA19-8472-4A82-A54B-C1605218127E}"/>
          </ac:picMkLst>
        </pc:pic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6" creationId="{58F69106-D292-407E-A7B9-C515C8437CF0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8" creationId="{FB93E878-13D6-4C2A-856E-4E1228840DD8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9" creationId="{1CFC6F87-4A16-42AE-B754-83982841936D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1" creationId="{D6C88DCD-F20E-4AF5-A366-6C8BAAE1E43B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2" creationId="{BBF56A05-17CF-4253-B856-E47C94C05471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3" creationId="{E780ECD1-3821-42E4-9542-1DF1AE079146}"/>
          </ac:cxnSpMkLst>
        </pc:cxnChg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  <pc:spChg chg="mod">
          <ac:chgData name="Yu, Harry" userId="d07dd713-323b-41c6-b24d-c18be50fb4fc" providerId="ADAL" clId="{196D0870-A10A-40F5-A791-3C67912576F2}" dt="2020-09-24T06:54:02.624" v="331" actId="20577"/>
          <ac:spMkLst>
            <pc:docMk/>
            <pc:sldMk cId="1970846983" sldId="346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20T05:50:54.323" v="108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196D0870-A10A-40F5-A791-3C67912576F2}" dt="2020-10-16T06:58:57.921" v="8900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20T05:48:15.165" v="10554" actId="478"/>
          <ac:spMkLst>
            <pc:docMk/>
            <pc:sldMk cId="1970846983" sldId="346"/>
            <ac:spMk id="5" creationId="{6CDCDAA3-D9B8-498F-A109-7CA02D82C7B4}"/>
          </ac:spMkLst>
        </pc:spChg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  <pc:spChg chg="add mod">
          <ac:chgData name="Yu, Harry" userId="d07dd713-323b-41c6-b24d-c18be50fb4fc" providerId="ADAL" clId="{196D0870-A10A-40F5-A791-3C67912576F2}" dt="2020-10-19T05:59:26.639" v="10373" actId="1035"/>
          <ac:spMkLst>
            <pc:docMk/>
            <pc:sldMk cId="1720989735" sldId="347"/>
            <ac:spMk id="2" creationId="{55BB7C54-D472-43C3-BAD5-8FBDED0C0004}"/>
          </ac:spMkLst>
        </pc:spChg>
        <pc:spChg chg="del mod">
          <ac:chgData name="Yu, Harry" userId="d07dd713-323b-41c6-b24d-c18be50fb4fc" providerId="ADAL" clId="{196D0870-A10A-40F5-A791-3C67912576F2}" dt="2020-09-24T07:04:08.601" v="805" actId="478"/>
          <ac:spMkLst>
            <pc:docMk/>
            <pc:sldMk cId="1720989735" sldId="347"/>
            <ac:spMk id="2" creationId="{E6A2D027-9112-41A8-BEF2-1AABCF902F7B}"/>
          </ac:spMkLst>
        </pc:spChg>
        <pc:spChg chg="add del">
          <ac:chgData name="Yu, Harry" userId="d07dd713-323b-41c6-b24d-c18be50fb4fc" providerId="ADAL" clId="{196D0870-A10A-40F5-A791-3C67912576F2}" dt="2020-09-24T07:07:53.221" v="843" actId="478"/>
          <ac:spMkLst>
            <pc:docMk/>
            <pc:sldMk cId="1720989735" sldId="347"/>
            <ac:spMk id="3" creationId="{ADC0AFF0-3459-4E9B-9304-72B3BBA0BBFA}"/>
          </ac:spMkLst>
        </pc:spChg>
        <pc:spChg chg="add del">
          <ac:chgData name="Yu, Harry" userId="d07dd713-323b-41c6-b24d-c18be50fb4fc" providerId="ADAL" clId="{196D0870-A10A-40F5-A791-3C67912576F2}" dt="2020-09-24T07:07:50.332" v="842" actId="478"/>
          <ac:spMkLst>
            <pc:docMk/>
            <pc:sldMk cId="1720989735" sldId="347"/>
            <ac:spMk id="4" creationId="{3891A0E1-9206-4187-B241-330866471481}"/>
          </ac:spMkLst>
        </pc:spChg>
        <pc:spChg chg="add del mod">
          <ac:chgData name="Yu, Harry" userId="d07dd713-323b-41c6-b24d-c18be50fb4fc" providerId="ADAL" clId="{196D0870-A10A-40F5-A791-3C67912576F2}" dt="2020-09-27T05:32:44.026" v="2222" actId="20577"/>
          <ac:spMkLst>
            <pc:docMk/>
            <pc:sldMk cId="1720989735" sldId="347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10-20T05:58:30.457" v="10861" actId="478"/>
          <ac:spMkLst>
            <pc:docMk/>
            <pc:sldMk cId="1720989735" sldId="347"/>
            <ac:spMk id="7" creationId="{978F45B7-A3CD-4A7C-81EB-E9BDAC99272C}"/>
          </ac:spMkLst>
        </pc:spChg>
        <pc:spChg chg="add mod">
          <ac:chgData name="Yu, Harry" userId="d07dd713-323b-41c6-b24d-c18be50fb4fc" providerId="ADAL" clId="{196D0870-A10A-40F5-A791-3C67912576F2}" dt="2020-09-27T05:10:43.390" v="1682" actId="1036"/>
          <ac:spMkLst>
            <pc:docMk/>
            <pc:sldMk cId="1720989735" sldId="347"/>
            <ac:spMk id="11" creationId="{3B0E5B35-F8D6-4092-AA4A-BCC690B2229D}"/>
          </ac:spMkLst>
        </pc:spChg>
        <pc:graphicFrameChg chg="add del">
          <ac:chgData name="Yu, Harry" userId="d07dd713-323b-41c6-b24d-c18be50fb4fc" providerId="ADAL" clId="{196D0870-A10A-40F5-A791-3C67912576F2}" dt="2020-09-24T07:07:17.745" v="811" actId="3680"/>
          <ac:graphicFrameMkLst>
            <pc:docMk/>
            <pc:sldMk cId="1720989735" sldId="347"/>
            <ac:graphicFrameMk id="7" creationId="{4F4245BB-5E77-4E53-950F-A7FA2AEA27D2}"/>
          </ac:graphicFrameMkLst>
        </pc:graphicFrameChg>
        <pc:graphicFrameChg chg="add mod modGraphic">
          <ac:chgData name="Yu, Harry" userId="d07dd713-323b-41c6-b24d-c18be50fb4fc" providerId="ADAL" clId="{196D0870-A10A-40F5-A791-3C67912576F2}" dt="2020-11-11T09:40:09.733" v="12863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  <pc:spChg chg="add mod">
          <ac:chgData name="Yu, Harry" userId="d07dd713-323b-41c6-b24d-c18be50fb4fc" providerId="ADAL" clId="{196D0870-A10A-40F5-A791-3C67912576F2}" dt="2020-10-20T06:01:40.418" v="10956" actId="108"/>
          <ac:spMkLst>
            <pc:docMk/>
            <pc:sldMk cId="1047594624" sldId="348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0:16.518" v="10374"/>
          <ac:spMkLst>
            <pc:docMk/>
            <pc:sldMk cId="1047594624" sldId="348"/>
            <ac:spMk id="5" creationId="{890758CC-83DF-4863-A9EA-FE890100E4C7}"/>
          </ac:spMkLst>
        </pc:spChg>
        <pc:spChg chg="mod">
          <ac:chgData name="Yu, Harry" userId="d07dd713-323b-41c6-b24d-c18be50fb4fc" providerId="ADAL" clId="{196D0870-A10A-40F5-A791-3C67912576F2}" dt="2020-09-27T05:33:02.945" v="2225" actId="20577"/>
          <ac:spMkLst>
            <pc:docMk/>
            <pc:sldMk cId="1047594624" sldId="348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09-24T08:26:07.766" v="1072" actId="478"/>
          <ac:spMkLst>
            <pc:docMk/>
            <pc:sldMk cId="1047594624" sldId="34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7T05:36:54.568" v="2255" actId="20577"/>
          <ac:graphicFrameMkLst>
            <pc:docMk/>
            <pc:sldMk cId="1047594624" sldId="34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  <pc:spChg chg="mod">
          <ac:chgData name="Yu, Harry" userId="d07dd713-323b-41c6-b24d-c18be50fb4fc" providerId="ADAL" clId="{196D0870-A10A-40F5-A791-3C67912576F2}" dt="2020-09-27T04:59:34.235" v="1574" actId="313"/>
          <ac:spMkLst>
            <pc:docMk/>
            <pc:sldMk cId="1430307301" sldId="34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13.508" v="2226"/>
          <ac:spMkLst>
            <pc:docMk/>
            <pc:sldMk cId="1430307301" sldId="34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28T23:11:34.048" v="12597" actId="20577"/>
          <ac:graphicFrameMkLst>
            <pc:docMk/>
            <pc:sldMk cId="1430307301" sldId="34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  <pc:spChg chg="mod">
          <ac:chgData name="Yu, Harry" userId="d07dd713-323b-41c6-b24d-c18be50fb4fc" providerId="ADAL" clId="{196D0870-A10A-40F5-A791-3C67912576F2}" dt="2020-09-27T05:14:29.488" v="1820" actId="20577"/>
          <ac:spMkLst>
            <pc:docMk/>
            <pc:sldMk cId="2694536849" sldId="350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2:00.155" v="10375"/>
          <ac:spMkLst>
            <pc:docMk/>
            <pc:sldMk cId="2694536849" sldId="350"/>
            <ac:spMk id="5" creationId="{349FBFA3-9E25-4376-9E07-B5BAF2407844}"/>
          </ac:spMkLst>
        </pc:spChg>
        <pc:spChg chg="mod">
          <ac:chgData name="Yu, Harry" userId="d07dd713-323b-41c6-b24d-c18be50fb4fc" providerId="ADAL" clId="{196D0870-A10A-40F5-A791-3C67912576F2}" dt="2020-09-27T05:33:19.327" v="2227"/>
          <ac:spMkLst>
            <pc:docMk/>
            <pc:sldMk cId="2694536849" sldId="35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5:36:41.592" v="2251" actId="20577"/>
          <ac:graphicFrameMkLst>
            <pc:docMk/>
            <pc:sldMk cId="2694536849" sldId="350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2" creationId="{932E1C38-B22C-4609-A3FE-B5DC606ECF11}"/>
          </ac:spMkLst>
        </pc:spChg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5:32:27.963" v="2220" actId="20577"/>
          <ac:spMkLst>
            <pc:docMk/>
            <pc:sldMk cId="744400410" sldId="35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25.993" v="2228"/>
          <ac:spMkLst>
            <pc:docMk/>
            <pc:sldMk cId="744400410" sldId="351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6:13.941" v="10377"/>
          <ac:spMkLst>
            <pc:docMk/>
            <pc:sldMk cId="744400410" sldId="351"/>
            <ac:spMk id="7" creationId="{69CECD5C-2D0E-496B-90DD-6C34C6FF039F}"/>
          </ac:spMkLst>
        </pc:spChg>
        <pc:graphicFrameChg chg="mod modGraphic">
          <ac:chgData name="Yu, Harry" userId="d07dd713-323b-41c6-b24d-c18be50fb4fc" providerId="ADAL" clId="{196D0870-A10A-40F5-A791-3C67912576F2}" dt="2020-10-21T23:32:44.815" v="11002" actId="20577"/>
          <ac:graphicFrameMkLst>
            <pc:docMk/>
            <pc:sldMk cId="744400410" sldId="351"/>
            <ac:graphicFrameMk id="9" creationId="{A471383B-87D3-406F-AEC8-A1732EA53B37}"/>
          </ac:graphicFrameMkLst>
        </pc:graphicFrameChg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  <pc:spChg chg="mod">
          <ac:chgData name="Yu, Harry" userId="d07dd713-323b-41c6-b24d-c18be50fb4fc" providerId="ADAL" clId="{196D0870-A10A-40F5-A791-3C67912576F2}" dt="2020-09-27T05:38:11.114" v="2370" actId="20577"/>
          <ac:spMkLst>
            <pc:docMk/>
            <pc:sldMk cId="20239079" sldId="352"/>
            <ac:spMk id="2" creationId="{23388410-9A25-42FC-8E77-7289CC6C2B38}"/>
          </ac:spMkLst>
        </pc:spChg>
        <pc:spChg chg="del">
          <ac:chgData name="Yu, Harry" userId="d07dd713-323b-41c6-b24d-c18be50fb4fc" providerId="ADAL" clId="{196D0870-A10A-40F5-A791-3C67912576F2}" dt="2020-09-27T05:38:20.573" v="2372" actId="478"/>
          <ac:spMkLst>
            <pc:docMk/>
            <pc:sldMk cId="20239079" sldId="352"/>
            <ac:spMk id="3" creationId="{480B5FD8-FFCA-4667-875F-C60C107CD166}"/>
          </ac:spMkLst>
        </pc:spChg>
        <pc:spChg chg="del">
          <ac:chgData name="Yu, Harry" userId="d07dd713-323b-41c6-b24d-c18be50fb4fc" providerId="ADAL" clId="{196D0870-A10A-40F5-A791-3C67912576F2}" dt="2020-09-27T05:38:18.052" v="2371" actId="478"/>
          <ac:spMkLst>
            <pc:docMk/>
            <pc:sldMk cId="20239079" sldId="352"/>
            <ac:spMk id="4" creationId="{ECDADF0A-5653-4428-ACDF-37181255FD54}"/>
          </ac:spMkLst>
        </pc:spChg>
        <pc:spChg chg="add mod">
          <ac:chgData name="Yu, Harry" userId="d07dd713-323b-41c6-b24d-c18be50fb4fc" providerId="ADAL" clId="{196D0870-A10A-40F5-A791-3C67912576F2}" dt="2020-09-27T05:42:22.541" v="2418" actId="1076"/>
          <ac:spMkLst>
            <pc:docMk/>
            <pc:sldMk cId="20239079" sldId="352"/>
            <ac:spMk id="7" creationId="{89B33806-E7E1-4305-9F0C-68C42B8738B2}"/>
          </ac:spMkLst>
        </pc:spChg>
        <pc:spChg chg="add mod">
          <ac:chgData name="Yu, Harry" userId="d07dd713-323b-41c6-b24d-c18be50fb4fc" providerId="ADAL" clId="{196D0870-A10A-40F5-A791-3C67912576F2}" dt="2020-09-27T05:44:06.133" v="2450" actId="1076"/>
          <ac:spMkLst>
            <pc:docMk/>
            <pc:sldMk cId="20239079" sldId="352"/>
            <ac:spMk id="8" creationId="{F49B172A-BAE7-4B0D-8D1C-5E422BCB57BD}"/>
          </ac:spMkLst>
        </pc:spChg>
        <pc:spChg chg="add mod">
          <ac:chgData name="Yu, Harry" userId="d07dd713-323b-41c6-b24d-c18be50fb4fc" providerId="ADAL" clId="{196D0870-A10A-40F5-A791-3C67912576F2}" dt="2020-09-27T05:44:18.462" v="2456" actId="20577"/>
          <ac:spMkLst>
            <pc:docMk/>
            <pc:sldMk cId="20239079" sldId="352"/>
            <ac:spMk id="9" creationId="{4BACE75D-8113-4DA8-902B-05F2294CB0A6}"/>
          </ac:spMkLst>
        </pc:spChg>
        <pc:spChg chg="add mod">
          <ac:chgData name="Yu, Harry" userId="d07dd713-323b-41c6-b24d-c18be50fb4fc" providerId="ADAL" clId="{196D0870-A10A-40F5-A791-3C67912576F2}" dt="2020-09-27T05:47:35.165" v="2519" actId="20577"/>
          <ac:spMkLst>
            <pc:docMk/>
            <pc:sldMk cId="20239079" sldId="352"/>
            <ac:spMk id="14" creationId="{9EEC5408-EE95-44ED-ABD8-5361FB032E13}"/>
          </ac:spMkLst>
        </pc:spChg>
        <pc:spChg chg="add mod">
          <ac:chgData name="Yu, Harry" userId="d07dd713-323b-41c6-b24d-c18be50fb4fc" providerId="ADAL" clId="{196D0870-A10A-40F5-A791-3C67912576F2}" dt="2020-09-27T05:47:20.483" v="2509" actId="20577"/>
          <ac:spMkLst>
            <pc:docMk/>
            <pc:sldMk cId="20239079" sldId="352"/>
            <ac:spMk id="15" creationId="{7C695DD1-5FA4-4A7A-AE5F-1C161F59972B}"/>
          </ac:spMkLst>
        </pc:spChg>
        <pc:spChg chg="add mod">
          <ac:chgData name="Yu, Harry" userId="d07dd713-323b-41c6-b24d-c18be50fb4fc" providerId="ADAL" clId="{196D0870-A10A-40F5-A791-3C67912576F2}" dt="2020-09-27T05:47:04.716" v="2501" actId="20577"/>
          <ac:spMkLst>
            <pc:docMk/>
            <pc:sldMk cId="20239079" sldId="352"/>
            <ac:spMk id="16" creationId="{F2FF4A95-C1C6-4EB5-9316-9BAD4C5DBD0A}"/>
          </ac:spMkLst>
        </pc:spChg>
        <pc:spChg chg="add mod">
          <ac:chgData name="Yu, Harry" userId="d07dd713-323b-41c6-b24d-c18be50fb4fc" providerId="ADAL" clId="{196D0870-A10A-40F5-A791-3C67912576F2}" dt="2020-09-27T05:46:46.793" v="2487" actId="20577"/>
          <ac:spMkLst>
            <pc:docMk/>
            <pc:sldMk cId="20239079" sldId="352"/>
            <ac:spMk id="17" creationId="{5A901FF5-0172-44A8-B98F-0EF16A3F3A57}"/>
          </ac:spMkLst>
        </pc:spChg>
        <pc:spChg chg="add mod">
          <ac:chgData name="Yu, Harry" userId="d07dd713-323b-41c6-b24d-c18be50fb4fc" providerId="ADAL" clId="{196D0870-A10A-40F5-A791-3C67912576F2}" dt="2020-09-27T05:47:57.127" v="2542" actId="20577"/>
          <ac:spMkLst>
            <pc:docMk/>
            <pc:sldMk cId="20239079" sldId="352"/>
            <ac:spMk id="18" creationId="{C36AC84A-C510-4E6A-B2B3-4BB54B828F6C}"/>
          </ac:spMkLst>
        </pc:spChg>
        <pc:spChg chg="add mod">
          <ac:chgData name="Yu, Harry" userId="d07dd713-323b-41c6-b24d-c18be50fb4fc" providerId="ADAL" clId="{196D0870-A10A-40F5-A791-3C67912576F2}" dt="2020-09-27T05:48:14.814" v="2543" actId="11529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196D0870-A10A-40F5-A791-3C67912576F2}" dt="2020-09-27T05:41:39.427" v="2387" actId="1076"/>
          <ac:picMkLst>
            <pc:docMk/>
            <pc:sldMk cId="20239079" sldId="352"/>
            <ac:picMk id="5" creationId="{424E9EC2-BD73-4D02-8FEF-12EA2523B643}"/>
          </ac:picMkLst>
        </pc:picChg>
        <pc:picChg chg="add mod">
          <ac:chgData name="Yu, Harry" userId="d07dd713-323b-41c6-b24d-c18be50fb4fc" providerId="ADAL" clId="{196D0870-A10A-40F5-A791-3C67912576F2}" dt="2020-09-27T05:41:36.573" v="2386" actId="1076"/>
          <ac:picMkLst>
            <pc:docMk/>
            <pc:sldMk cId="20239079" sldId="352"/>
            <ac:picMk id="6" creationId="{EB5164E0-8FDC-418D-81D8-0A706B2B90A8}"/>
          </ac:picMkLst>
        </pc:picChg>
        <pc:picChg chg="add mod">
          <ac:chgData name="Yu, Harry" userId="d07dd713-323b-41c6-b24d-c18be50fb4fc" providerId="ADAL" clId="{196D0870-A10A-40F5-A791-3C67912576F2}" dt="2020-09-27T05:44:50" v="2460" actId="1076"/>
          <ac:picMkLst>
            <pc:docMk/>
            <pc:sldMk cId="20239079" sldId="352"/>
            <ac:picMk id="10" creationId="{5CA20B42-778F-4970-8599-D016E291C26C}"/>
          </ac:picMkLst>
        </pc:picChg>
        <pc:picChg chg="add mod">
          <ac:chgData name="Yu, Harry" userId="d07dd713-323b-41c6-b24d-c18be50fb4fc" providerId="ADAL" clId="{196D0870-A10A-40F5-A791-3C67912576F2}" dt="2020-09-27T05:45:29.919" v="2464" actId="1076"/>
          <ac:picMkLst>
            <pc:docMk/>
            <pc:sldMk cId="20239079" sldId="352"/>
            <ac:picMk id="11" creationId="{567E21AF-918F-4CF0-95BC-ED560320C4AC}"/>
          </ac:picMkLst>
        </pc:picChg>
        <pc:picChg chg="add mod">
          <ac:chgData name="Yu, Harry" userId="d07dd713-323b-41c6-b24d-c18be50fb4fc" providerId="ADAL" clId="{196D0870-A10A-40F5-A791-3C67912576F2}" dt="2020-09-27T05:45:58.252" v="2466" actId="1076"/>
          <ac:picMkLst>
            <pc:docMk/>
            <pc:sldMk cId="20239079" sldId="352"/>
            <ac:picMk id="12" creationId="{C4D6AAA9-6B44-4EF3-AA46-C3AAE0F4F5B6}"/>
          </ac:picMkLst>
        </pc:picChg>
        <pc:picChg chg="add mod">
          <ac:chgData name="Yu, Harry" userId="d07dd713-323b-41c6-b24d-c18be50fb4fc" providerId="ADAL" clId="{196D0870-A10A-40F5-A791-3C67912576F2}" dt="2020-09-27T05:46:21.477" v="2470" actId="1076"/>
          <ac:picMkLst>
            <pc:docMk/>
            <pc:sldMk cId="20239079" sldId="352"/>
            <ac:picMk id="13" creationId="{3B5ED610-CD2C-4A96-99CA-F67F48A5E9CD}"/>
          </ac:picMkLst>
        </pc:picChg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  <pc:spChg chg="mod">
          <ac:chgData name="Yu, Harry" userId="d07dd713-323b-41c6-b24d-c18be50fb4fc" providerId="ADAL" clId="{196D0870-A10A-40F5-A791-3C67912576F2}" dt="2020-09-27T05:49:36.078" v="2567" actId="20577"/>
          <ac:spMkLst>
            <pc:docMk/>
            <pc:sldMk cId="1807581627" sldId="353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  <pc:spChg chg="del">
          <ac:chgData name="Yu, Harry" userId="d07dd713-323b-41c6-b24d-c18be50fb4fc" providerId="ADAL" clId="{196D0870-A10A-40F5-A791-3C67912576F2}" dt="2020-09-27T05:49:47.397" v="2570" actId="478"/>
          <ac:spMkLst>
            <pc:docMk/>
            <pc:sldMk cId="2793958940" sldId="354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5:49:50.987" v="2571" actId="478"/>
          <ac:spMkLst>
            <pc:docMk/>
            <pc:sldMk cId="2793958940" sldId="354"/>
            <ac:spMk id="3" creationId="{F9EAAF39-1CE1-4776-9A95-5916AA9098BF}"/>
          </ac:spMkLst>
        </pc:spChg>
        <pc:spChg chg="del mod">
          <ac:chgData name="Yu, Harry" userId="d07dd713-323b-41c6-b24d-c18be50fb4fc" providerId="ADAL" clId="{196D0870-A10A-40F5-A791-3C67912576F2}" dt="2020-09-27T07:36:35.156" v="2611" actId="478"/>
          <ac:spMkLst>
            <pc:docMk/>
            <pc:sldMk cId="2793958940" sldId="354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7:36:04.034" v="2610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7:35:35.190" v="2609" actId="3064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  <pc:spChg chg="mod">
          <ac:chgData name="Yu, Harry" userId="d07dd713-323b-41c6-b24d-c18be50fb4fc" providerId="ADAL" clId="{196D0870-A10A-40F5-A791-3C67912576F2}" dt="2020-09-27T07:38:47.160" v="2612"/>
          <ac:spMkLst>
            <pc:docMk/>
            <pc:sldMk cId="2684987239" sldId="355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  <pc:spChg chg="del">
          <ac:chgData name="Yu, Harry" userId="d07dd713-323b-41c6-b24d-c18be50fb4fc" providerId="ADAL" clId="{196D0870-A10A-40F5-A791-3C67912576F2}" dt="2020-09-27T08:47:01.897" v="2741" actId="478"/>
          <ac:spMkLst>
            <pc:docMk/>
            <pc:sldMk cId="1265383617" sldId="356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8:47:05.936" v="2742" actId="478"/>
          <ac:spMkLst>
            <pc:docMk/>
            <pc:sldMk cId="1265383617" sldId="356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8:45:54.545" v="2738" actId="20577"/>
          <ac:spMkLst>
            <pc:docMk/>
            <pc:sldMk cId="1265383617" sldId="356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7:39.356" v="2751" actId="20577"/>
          <ac:spMkLst>
            <pc:docMk/>
            <pc:sldMk cId="1265383617" sldId="35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8:44:51.938" v="2643" actId="3064"/>
          <ac:graphicFrameMkLst>
            <pc:docMk/>
            <pc:sldMk cId="1265383617" sldId="35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  <pc:spChg chg="del">
          <ac:chgData name="Yu, Harry" userId="d07dd713-323b-41c6-b24d-c18be50fb4fc" providerId="ADAL" clId="{196D0870-A10A-40F5-A791-3C67912576F2}" dt="2020-09-27T09:01:24.034" v="2763" actId="478"/>
          <ac:spMkLst>
            <pc:docMk/>
            <pc:sldMk cId="516112021" sldId="357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8:09.512" v="2753" actId="20577"/>
          <ac:spMkLst>
            <pc:docMk/>
            <pc:sldMk cId="516112021" sldId="35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3.583" v="6258" actId="313"/>
          <ac:graphicFrameMkLst>
            <pc:docMk/>
            <pc:sldMk cId="516112021" sldId="357"/>
            <ac:graphicFrameMk id="9" creationId="{A471383B-87D3-406F-AEC8-A1732EA53B37}"/>
          </ac:graphicFrameMkLst>
        </pc:graphicFrameChg>
        <pc:picChg chg="add mod">
          <ac:chgData name="Yu, Harry" userId="d07dd713-323b-41c6-b24d-c18be50fb4fc" providerId="ADAL" clId="{196D0870-A10A-40F5-A791-3C67912576F2}" dt="2020-09-27T09:02:34.465" v="2793" actId="1037"/>
          <ac:picMkLst>
            <pc:docMk/>
            <pc:sldMk cId="516112021" sldId="357"/>
            <ac:picMk id="5" creationId="{B213D99B-CE90-4C86-AE39-9CEF45453C3D}"/>
          </ac:picMkLst>
        </pc:picChg>
        <pc:picChg chg="add mod">
          <ac:chgData name="Yu, Harry" userId="d07dd713-323b-41c6-b24d-c18be50fb4fc" providerId="ADAL" clId="{196D0870-A10A-40F5-A791-3C67912576F2}" dt="2020-09-27T09:02:42.611" v="2827" actId="1036"/>
          <ac:picMkLst>
            <pc:docMk/>
            <pc:sldMk cId="516112021" sldId="357"/>
            <ac:picMk id="7" creationId="{02D977AE-468E-4209-81A5-69F59D4A07CA}"/>
          </ac:picMkLst>
        </pc:picChg>
        <pc:picChg chg="add mod">
          <ac:chgData name="Yu, Harry" userId="d07dd713-323b-41c6-b24d-c18be50fb4fc" providerId="ADAL" clId="{196D0870-A10A-40F5-A791-3C67912576F2}" dt="2020-09-27T09:03:24.195" v="2843" actId="1037"/>
          <ac:picMkLst>
            <pc:docMk/>
            <pc:sldMk cId="516112021" sldId="357"/>
            <ac:picMk id="8" creationId="{871F3B83-98B3-48D3-AFDC-67923918C6F5}"/>
          </ac:picMkLst>
        </pc:picChg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  <pc:spChg chg="mod">
          <ac:chgData name="Yu, Harry" userId="d07dd713-323b-41c6-b24d-c18be50fb4fc" providerId="ADAL" clId="{196D0870-A10A-40F5-A791-3C67912576F2}" dt="2020-09-27T09:06:26.678" v="2889"/>
          <ac:spMkLst>
            <pc:docMk/>
            <pc:sldMk cId="2573751591" sldId="358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  <pc:spChg chg="add mod">
          <ac:chgData name="Yu, Harry" userId="d07dd713-323b-41c6-b24d-c18be50fb4fc" providerId="ADAL" clId="{196D0870-A10A-40F5-A791-3C67912576F2}" dt="2020-09-27T09:11:41.730" v="2926" actId="1076"/>
          <ac:spMkLst>
            <pc:docMk/>
            <pc:sldMk cId="762571728" sldId="359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09-27T09:35:23.628" v="3145" actId="20577"/>
          <ac:spMkLst>
            <pc:docMk/>
            <pc:sldMk cId="762571728" sldId="35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1.228" v="12624" actId="20577"/>
          <ac:spMkLst>
            <pc:docMk/>
            <pc:sldMk cId="762571728" sldId="35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4.219" v="6259" actId="313"/>
          <ac:graphicFrameMkLst>
            <pc:docMk/>
            <pc:sldMk cId="762571728" sldId="359"/>
            <ac:graphicFrameMk id="9" creationId="{A471383B-87D3-406F-AEC8-A1732EA53B37}"/>
          </ac:graphicFrameMkLst>
        </pc:graphicFrameChg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  <pc:spChg chg="mod">
          <ac:chgData name="Yu, Harry" userId="d07dd713-323b-41c6-b24d-c18be50fb4fc" providerId="ADAL" clId="{196D0870-A10A-40F5-A791-3C67912576F2}" dt="2020-09-28T01:38:05.839" v="3453" actId="20577"/>
          <ac:spMkLst>
            <pc:docMk/>
            <pc:sldMk cId="602838902" sldId="360"/>
            <ac:spMk id="6" creationId="{0ED065AC-F3EF-42B0-A34B-DF7EED7FF8B9}"/>
          </ac:spMkLst>
        </pc:spChg>
        <pc:cxnChg chg="add mod">
          <ac:chgData name="Yu, Harry" userId="d07dd713-323b-41c6-b24d-c18be50fb4fc" providerId="ADAL" clId="{196D0870-A10A-40F5-A791-3C67912576F2}" dt="2020-10-28T23:30:16.790" v="12598" actId="11529"/>
          <ac:cxnSpMkLst>
            <pc:docMk/>
            <pc:sldMk cId="602838902" sldId="360"/>
            <ac:cxnSpMk id="3" creationId="{5BFA35B8-C0EE-4309-B5DF-6E1BBE76C8A6}"/>
          </ac:cxnSpMkLst>
        </pc:cxnChg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  <pc:spChg chg="del">
          <ac:chgData name="Yu, Harry" userId="d07dd713-323b-41c6-b24d-c18be50fb4fc" providerId="ADAL" clId="{196D0870-A10A-40F5-A791-3C67912576F2}" dt="2020-09-28T01:09:00.185" v="3165" actId="478"/>
          <ac:spMkLst>
            <pc:docMk/>
            <pc:sldMk cId="1738908870" sldId="36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8.989" v="12628" actId="20577"/>
          <ac:spMkLst>
            <pc:docMk/>
            <pc:sldMk cId="1738908870" sldId="36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1:24:05.302" v="3314" actId="207"/>
          <ac:graphicFrameMkLst>
            <pc:docMk/>
            <pc:sldMk cId="1738908870" sldId="361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  <pc:spChg chg="mod">
          <ac:chgData name="Yu, Harry" userId="d07dd713-323b-41c6-b24d-c18be50fb4fc" providerId="ADAL" clId="{196D0870-A10A-40F5-A791-3C67912576F2}" dt="2020-09-28T01:26:22.426" v="3319" actId="113"/>
          <ac:spMkLst>
            <pc:docMk/>
            <pc:sldMk cId="1803848135" sldId="362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10-12T06:35:13.227" v="8799" actId="20577"/>
          <ac:spMkLst>
            <pc:docMk/>
            <pc:sldMk cId="1803848135" sldId="362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7:07.267" v="12632" actId="20577"/>
          <ac:spMkLst>
            <pc:docMk/>
            <pc:sldMk cId="1803848135" sldId="362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7:34.070" v="10378"/>
          <ac:spMkLst>
            <pc:docMk/>
            <pc:sldMk cId="1803848135" sldId="362"/>
            <ac:spMk id="7" creationId="{2D505846-F083-4C9E-B976-EEED6C71670D}"/>
          </ac:spMkLst>
        </pc:spChg>
        <pc:graphicFrameChg chg="mod modGraphic">
          <ac:chgData name="Yu, Harry" userId="d07dd713-323b-41c6-b24d-c18be50fb4fc" providerId="ADAL" clId="{196D0870-A10A-40F5-A791-3C67912576F2}" dt="2020-09-28T01:33:20.850" v="3355" actId="207"/>
          <ac:graphicFrameMkLst>
            <pc:docMk/>
            <pc:sldMk cId="1803848135" sldId="362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  <pc:spChg chg="mod">
          <ac:chgData name="Yu, Harry" userId="d07dd713-323b-41c6-b24d-c18be50fb4fc" providerId="ADAL" clId="{196D0870-A10A-40F5-A791-3C67912576F2}" dt="2020-09-28T01:36:19.709" v="3442"/>
          <ac:spMkLst>
            <pc:docMk/>
            <pc:sldMk cId="830645897" sldId="363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  <pc:spChg chg="mod">
          <ac:chgData name="Yu, Harry" userId="d07dd713-323b-41c6-b24d-c18be50fb4fc" providerId="ADAL" clId="{196D0870-A10A-40F5-A791-3C67912576F2}" dt="2020-09-30T07:36:27.431" v="5898" actId="20577"/>
          <ac:spMkLst>
            <pc:docMk/>
            <pc:sldMk cId="2483991268" sldId="364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39:46.194" v="10380"/>
          <ac:spMkLst>
            <pc:docMk/>
            <pc:sldMk cId="2483991268" sldId="364"/>
            <ac:spMk id="5" creationId="{3FB68C6B-3832-4135-B2C8-BC59823ECBE2}"/>
          </ac:spMkLst>
        </pc:spChg>
        <pc:spChg chg="mod">
          <ac:chgData name="Yu, Harry" userId="d07dd713-323b-41c6-b24d-c18be50fb4fc" providerId="ADAL" clId="{196D0870-A10A-40F5-A791-3C67912576F2}" dt="2020-09-28T04:01:54.974" v="4075" actId="20577"/>
          <ac:spMkLst>
            <pc:docMk/>
            <pc:sldMk cId="2483991268" sldId="36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03:17.166" v="4082" actId="207"/>
          <ac:graphicFrameMkLst>
            <pc:docMk/>
            <pc:sldMk cId="2483991268" sldId="364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  <pc:spChg chg="add mod">
          <ac:chgData name="Yu, Harry" userId="d07dd713-323b-41c6-b24d-c18be50fb4fc" providerId="ADAL" clId="{196D0870-A10A-40F5-A791-3C67912576F2}" dt="2020-10-22T03:55:14.464" v="11019" actId="1038"/>
          <ac:spMkLst>
            <pc:docMk/>
            <pc:sldMk cId="4124176753" sldId="365"/>
            <ac:spMk id="2" creationId="{8E4E1CAD-729D-40A3-AA83-C93644CA1EF8}"/>
          </ac:spMkLst>
        </pc:spChg>
        <pc:spChg chg="add">
          <ac:chgData name="Yu, Harry" userId="d07dd713-323b-41c6-b24d-c18be50fb4fc" providerId="ADAL" clId="{196D0870-A10A-40F5-A791-3C67912576F2}" dt="2020-10-19T06:38:34.044" v="10379"/>
          <ac:spMkLst>
            <pc:docMk/>
            <pc:sldMk cId="4124176753" sldId="365"/>
            <ac:spMk id="5" creationId="{E64EDFB3-FFC1-4F3C-9668-8E0017D7B384}"/>
          </ac:spMkLst>
        </pc:spChg>
        <pc:spChg chg="mod">
          <ac:chgData name="Yu, Harry" userId="d07dd713-323b-41c6-b24d-c18be50fb4fc" providerId="ADAL" clId="{196D0870-A10A-40F5-A791-3C67912576F2}" dt="2020-09-28T04:01:59.941" v="4076" actId="20577"/>
          <ac:spMkLst>
            <pc:docMk/>
            <pc:sldMk cId="4124176753" sldId="365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22T03:55:01.625" v="11013" actId="1076"/>
          <ac:spMkLst>
            <pc:docMk/>
            <pc:sldMk cId="4124176753" sldId="36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2:41:32.375" v="3479" actId="207"/>
          <ac:graphicFrameMkLst>
            <pc:docMk/>
            <pc:sldMk cId="4124176753" sldId="365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  <pc:spChg chg="mod">
          <ac:chgData name="Yu, Harry" userId="d07dd713-323b-41c6-b24d-c18be50fb4fc" providerId="ADAL" clId="{196D0870-A10A-40F5-A791-3C67912576F2}" dt="2020-09-28T04:01:49.441" v="4074" actId="20577"/>
          <ac:spMkLst>
            <pc:docMk/>
            <pc:sldMk cId="1291149336" sldId="36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17:36.966" v="4126" actId="20577"/>
          <ac:graphicFrameMkLst>
            <pc:docMk/>
            <pc:sldMk cId="1291149336" sldId="36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  <pc:spChg chg="mod">
          <ac:chgData name="Yu, Harry" userId="d07dd713-323b-41c6-b24d-c18be50fb4fc" providerId="ADAL" clId="{196D0870-A10A-40F5-A791-3C67912576F2}" dt="2020-09-28T04:13:08.590" v="4115"/>
          <ac:spMkLst>
            <pc:docMk/>
            <pc:sldMk cId="2886081286" sldId="36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  <pc:spChg chg="mod">
          <ac:chgData name="Yu, Harry" userId="d07dd713-323b-41c6-b24d-c18be50fb4fc" providerId="ADAL" clId="{196D0870-A10A-40F5-A791-3C67912576F2}" dt="2020-10-10T08:09:16.178" v="695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09-28T04:21:21.179" v="4346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4:19:31.720" v="4136" actId="207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  <pc:spChg chg="mod">
          <ac:chgData name="Yu, Harry" userId="d07dd713-323b-41c6-b24d-c18be50fb4fc" providerId="ADAL" clId="{196D0870-A10A-40F5-A791-3C67912576F2}" dt="2020-10-10T08:09:20.780" v="6958"/>
          <ac:spMkLst>
            <pc:docMk/>
            <pc:sldMk cId="3718417336" sldId="369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09-29T08:42:09.983" v="5042" actId="478"/>
          <ac:spMkLst>
            <pc:docMk/>
            <pc:sldMk cId="3718417336" sldId="369"/>
            <ac:spMk id="7" creationId="{89E1BA4A-1027-431C-BD6B-ADB2E119615C}"/>
          </ac:spMkLst>
        </pc:spChg>
        <pc:spChg chg="del">
          <ac:chgData name="Yu, Harry" userId="d07dd713-323b-41c6-b24d-c18be50fb4fc" providerId="ADAL" clId="{196D0870-A10A-40F5-A791-3C67912576F2}" dt="2020-09-28T04:23:21.229" v="4347" actId="478"/>
          <ac:spMkLst>
            <pc:docMk/>
            <pc:sldMk cId="3718417336" sldId="369"/>
            <ac:spMk id="11" creationId="{3B0E5B35-F8D6-4092-AA4A-BCC690B2229D}"/>
          </ac:spMkLst>
        </pc:spChg>
        <pc:graphicFrameChg chg="add del mod">
          <ac:chgData name="Yu, Harry" userId="d07dd713-323b-41c6-b24d-c18be50fb4fc" providerId="ADAL" clId="{196D0870-A10A-40F5-A791-3C67912576F2}" dt="2020-09-28T04:25:45.968" v="4352" actId="478"/>
          <ac:graphicFrameMkLst>
            <pc:docMk/>
            <pc:sldMk cId="3718417336" sldId="369"/>
            <ac:graphicFrameMk id="2" creationId="{3DD01C5F-FA06-41C4-ABE4-DEE1A15982DD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29T09:22:28.340" v="12713" actId="207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  <pc:spChg chg="add del">
          <ac:chgData name="Yu, Harry" userId="d07dd713-323b-41c6-b24d-c18be50fb4fc" providerId="ADAL" clId="{196D0870-A10A-40F5-A791-3C67912576F2}" dt="2020-09-29T08:40:44.729" v="5040" actId="478"/>
          <ac:spMkLst>
            <pc:docMk/>
            <pc:sldMk cId="332865271" sldId="370"/>
            <ac:spMk id="4" creationId="{739ED610-7AC8-45CD-BCC6-B494109E5D9F}"/>
          </ac:spMkLst>
        </pc:spChg>
        <pc:spChg chg="add mod">
          <ac:chgData name="Yu, Harry" userId="d07dd713-323b-41c6-b24d-c18be50fb4fc" providerId="ADAL" clId="{196D0870-A10A-40F5-A791-3C67912576F2}" dt="2020-10-21T23:53:24.129" v="11008" actId="20577"/>
          <ac:spMkLst>
            <pc:docMk/>
            <pc:sldMk cId="332865271" sldId="370"/>
            <ac:spMk id="5" creationId="{CDE95802-C1DE-421A-A844-AD78F2D7EDA6}"/>
          </ac:spMkLst>
        </pc:spChg>
        <pc:spChg chg="mod">
          <ac:chgData name="Yu, Harry" userId="d07dd713-323b-41c6-b24d-c18be50fb4fc" providerId="ADAL" clId="{196D0870-A10A-40F5-A791-3C67912576F2}" dt="2020-10-10T08:09:25.690" v="6959"/>
          <ac:spMkLst>
            <pc:docMk/>
            <pc:sldMk cId="332865271" sldId="370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20T06:04:38.391" v="10961" actId="20577"/>
          <ac:spMkLst>
            <pc:docMk/>
            <pc:sldMk cId="332865271" sldId="370"/>
            <ac:spMk id="7" creationId="{B84CFCD8-C513-4102-B4C7-D143FD02E1EA}"/>
          </ac:spMkLst>
        </pc:spChg>
        <pc:spChg chg="add">
          <ac:chgData name="Yu, Harry" userId="d07dd713-323b-41c6-b24d-c18be50fb4fc" providerId="ADAL" clId="{196D0870-A10A-40F5-A791-3C67912576F2}" dt="2020-10-19T06:40:44.193" v="10381"/>
          <ac:spMkLst>
            <pc:docMk/>
            <pc:sldMk cId="332865271" sldId="370"/>
            <ac:spMk id="8" creationId="{2E568A9A-D1A7-4930-8FAF-022030669388}"/>
          </ac:spMkLst>
        </pc:spChg>
        <pc:graphicFrameChg chg="add del mod modGraphic">
          <ac:chgData name="Yu, Harry" userId="d07dd713-323b-41c6-b24d-c18be50fb4fc" providerId="ADAL" clId="{196D0870-A10A-40F5-A791-3C67912576F2}" dt="2020-10-20T06:06:12.831" v="10979" actId="207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  <pc:spChg chg="del mod">
          <ac:chgData name="Yu, Harry" userId="d07dd713-323b-41c6-b24d-c18be50fb4fc" providerId="ADAL" clId="{196D0870-A10A-40F5-A791-3C67912576F2}" dt="2020-09-30T07:33:05.618" v="5878"/>
          <ac:spMkLst>
            <pc:docMk/>
            <pc:sldMk cId="1301221291" sldId="37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10T08:09:31.715" v="6960"/>
          <ac:spMkLst>
            <pc:docMk/>
            <pc:sldMk cId="1301221291" sldId="37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30T07:45:47.918" v="5977" actId="20577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  <pc:spChg chg="add mod">
          <ac:chgData name="Yu, Harry" userId="d07dd713-323b-41c6-b24d-c18be50fb4fc" providerId="ADAL" clId="{196D0870-A10A-40F5-A791-3C67912576F2}" dt="2020-10-10T06:44:04.903" v="6644" actId="1076"/>
          <ac:spMkLst>
            <pc:docMk/>
            <pc:sldMk cId="777599342" sldId="372"/>
            <ac:spMk id="5" creationId="{7F36F3DA-DB26-4EFF-A2D8-5FDFBFA93E48}"/>
          </ac:spMkLst>
        </pc:spChg>
        <pc:spChg chg="mod">
          <ac:chgData name="Yu, Harry" userId="d07dd713-323b-41c6-b24d-c18be50fb4fc" providerId="ADAL" clId="{196D0870-A10A-40F5-A791-3C67912576F2}" dt="2020-10-10T08:09:36.575" v="6961"/>
          <ac:spMkLst>
            <pc:docMk/>
            <pc:sldMk cId="777599342" sldId="372"/>
            <ac:spMk id="6" creationId="{0ED065AC-F3EF-42B0-A34B-DF7EED7FF8B9}"/>
          </ac:spMkLst>
        </pc:spChg>
        <pc:graphicFrameChg chg="add del mod modGraphic">
          <ac:chgData name="Yu, Harry" userId="d07dd713-323b-41c6-b24d-c18be50fb4fc" providerId="ADAL" clId="{196D0870-A10A-40F5-A791-3C67912576F2}" dt="2020-10-10T06:19:56.569" v="6262" actId="313"/>
          <ac:graphicFrameMkLst>
            <pc:docMk/>
            <pc:sldMk cId="777599342" sldId="372"/>
            <ac:graphicFrameMk id="4" creationId="{F9AFED7C-8782-438F-A74C-3F98A375AED2}"/>
          </ac:graphicFrameMkLst>
        </pc:graphicFrameChg>
        <pc:graphicFrameChg chg="del">
          <ac:chgData name="Yu, Harry" userId="d07dd713-323b-41c6-b24d-c18be50fb4fc" providerId="ADAL" clId="{196D0870-A10A-40F5-A791-3C67912576F2}" dt="2020-09-30T07:39:12.967" v="5901" actId="478"/>
          <ac:graphicFrameMkLst>
            <pc:docMk/>
            <pc:sldMk cId="777599342" sldId="37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  <pc:spChg chg="mod">
          <ac:chgData name="Yu, Harry" userId="d07dd713-323b-41c6-b24d-c18be50fb4fc" providerId="ADAL" clId="{196D0870-A10A-40F5-A791-3C67912576F2}" dt="2020-10-10T08:09:46.182" v="6962"/>
          <ac:spMkLst>
            <pc:docMk/>
            <pc:sldMk cId="1828527808" sldId="37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28:10.044" v="6315" actId="1076"/>
          <ac:graphicFrameMkLst>
            <pc:docMk/>
            <pc:sldMk cId="1828527808" sldId="373"/>
            <ac:graphicFrameMk id="4" creationId="{F9AFED7C-8782-438F-A74C-3F98A375AED2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  <pc:spChg chg="add mod">
          <ac:chgData name="Yu, Harry" userId="d07dd713-323b-41c6-b24d-c18be50fb4fc" providerId="ADAL" clId="{196D0870-A10A-40F5-A791-3C67912576F2}" dt="2020-10-10T06:30:58.329" v="6330" actId="1076"/>
          <ac:spMkLst>
            <pc:docMk/>
            <pc:sldMk cId="2145281802" sldId="374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09:55.318" v="6963"/>
          <ac:spMkLst>
            <pc:docMk/>
            <pc:sldMk cId="2145281802" sldId="374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0T06:33:29.228" v="6532" actId="1076"/>
          <ac:spMkLst>
            <pc:docMk/>
            <pc:sldMk cId="2145281802" sldId="374"/>
            <ac:spMk id="7" creationId="{0AC2C3EC-5105-4933-BD9F-28D5D48E4395}"/>
          </ac:spMkLst>
        </pc:spChg>
        <pc:graphicFrameChg chg="add del">
          <ac:chgData name="Yu, Harry" userId="d07dd713-323b-41c6-b24d-c18be50fb4fc" providerId="ADAL" clId="{196D0870-A10A-40F5-A791-3C67912576F2}" dt="2020-10-10T06:29:50.215" v="6322"/>
          <ac:graphicFrameMkLst>
            <pc:docMk/>
            <pc:sldMk cId="2145281802" sldId="374"/>
            <ac:graphicFrameMk id="2" creationId="{B25BA877-3A49-4F02-8D74-440135839463}"/>
          </ac:graphicFrameMkLst>
        </pc:graphicFrameChg>
        <pc:graphicFrameChg chg="del">
          <ac:chgData name="Yu, Harry" userId="d07dd713-323b-41c6-b24d-c18be50fb4fc" providerId="ADAL" clId="{196D0870-A10A-40F5-A791-3C67912576F2}" dt="2020-10-10T06:29:36.577" v="6320" actId="478"/>
          <ac:graphicFrameMkLst>
            <pc:docMk/>
            <pc:sldMk cId="2145281802" sldId="374"/>
            <ac:graphicFrameMk id="9" creationId="{A471383B-87D3-406F-AEC8-A1732EA53B37}"/>
          </ac:graphicFrameMkLst>
        </pc:graphicFrameChg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  <pc:spChg chg="mod">
          <ac:chgData name="Yu, Harry" userId="d07dd713-323b-41c6-b24d-c18be50fb4fc" providerId="ADAL" clId="{196D0870-A10A-40F5-A791-3C67912576F2}" dt="2020-10-20T01:41:18.568" v="10533" actId="20577"/>
          <ac:spMkLst>
            <pc:docMk/>
            <pc:sldMk cId="4193153865" sldId="375"/>
            <ac:spMk id="2" creationId="{16893625-44AD-4340-A7BB-FDBA32164A9A}"/>
          </ac:spMkLst>
        </pc:spChg>
        <pc:spChg chg="del">
          <ac:chgData name="Yu, Harry" userId="d07dd713-323b-41c6-b24d-c18be50fb4fc" providerId="ADAL" clId="{196D0870-A10A-40F5-A791-3C67912576F2}" dt="2020-10-10T06:34:13.070" v="6590" actId="478"/>
          <ac:spMkLst>
            <pc:docMk/>
            <pc:sldMk cId="4193153865" sldId="375"/>
            <ac:spMk id="3" creationId="{1720C4A2-966A-4902-8DD1-6C969CC8A497}"/>
          </ac:spMkLst>
        </pc:spChg>
        <pc:spChg chg="del">
          <ac:chgData name="Yu, Harry" userId="d07dd713-323b-41c6-b24d-c18be50fb4fc" providerId="ADAL" clId="{196D0870-A10A-40F5-A791-3C67912576F2}" dt="2020-10-10T06:34:10.239" v="6589" actId="478"/>
          <ac:spMkLst>
            <pc:docMk/>
            <pc:sldMk cId="4193153865" sldId="375"/>
            <ac:spMk id="4" creationId="{2FCD32BE-60C7-4DD8-8909-BD40875DCB1A}"/>
          </ac:spMkLst>
        </pc:spChg>
        <pc:spChg chg="add">
          <ac:chgData name="Yu, Harry" userId="d07dd713-323b-41c6-b24d-c18be50fb4fc" providerId="ADAL" clId="{196D0870-A10A-40F5-A791-3C67912576F2}" dt="2020-10-10T06:42:51.606" v="6642"/>
          <ac:spMkLst>
            <pc:docMk/>
            <pc:sldMk cId="4193153865" sldId="375"/>
            <ac:spMk id="11" creationId="{AC2B9EA6-5B96-4ABC-9AF2-B6A0D320B885}"/>
          </ac:spMkLst>
        </pc:spChg>
        <pc:picChg chg="add mod">
          <ac:chgData name="Yu, Harry" userId="d07dd713-323b-41c6-b24d-c18be50fb4fc" providerId="ADAL" clId="{196D0870-A10A-40F5-A791-3C67912576F2}" dt="2020-10-10T06:41:09.359" v="6633" actId="1076"/>
          <ac:picMkLst>
            <pc:docMk/>
            <pc:sldMk cId="4193153865" sldId="375"/>
            <ac:picMk id="5" creationId="{402B4C07-621D-4C6B-A2BC-6CEA04D54E7E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6" creationId="{555E482A-3C8D-4D13-8567-77F0D7042613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7" creationId="{C898DDB6-F959-4458-8253-75389D4BAC5F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8" creationId="{51AEEDBF-C1DD-41EB-AFE9-E39CD0B64EE1}"/>
          </ac:picMkLst>
        </pc:picChg>
        <pc:picChg chg="add mod">
          <ac:chgData name="Yu, Harry" userId="d07dd713-323b-41c6-b24d-c18be50fb4fc" providerId="ADAL" clId="{196D0870-A10A-40F5-A791-3C67912576F2}" dt="2020-10-10T06:41:48.453" v="6637" actId="1076"/>
          <ac:picMkLst>
            <pc:docMk/>
            <pc:sldMk cId="4193153865" sldId="375"/>
            <ac:picMk id="9" creationId="{09B9063B-C7A1-4B9A-AFE9-2DA4DDD74F0B}"/>
          </ac:picMkLst>
        </pc:picChg>
        <pc:picChg chg="add mod">
          <ac:chgData name="Yu, Harry" userId="d07dd713-323b-41c6-b24d-c18be50fb4fc" providerId="ADAL" clId="{196D0870-A10A-40F5-A791-3C67912576F2}" dt="2020-10-10T06:42:31.856" v="6641" actId="1076"/>
          <ac:picMkLst>
            <pc:docMk/>
            <pc:sldMk cId="4193153865" sldId="375"/>
            <ac:picMk id="10" creationId="{E742A5ED-307A-4883-A832-D4AF89A33BFE}"/>
          </ac:picMkLst>
        </pc:picChg>
        <pc:cxnChg chg="add mod">
          <ac:chgData name="Yu, Harry" userId="d07dd713-323b-41c6-b24d-c18be50fb4fc" providerId="ADAL" clId="{196D0870-A10A-40F5-A791-3C67912576F2}" dt="2020-10-12T06:48:48.163" v="8852" actId="1076"/>
          <ac:cxnSpMkLst>
            <pc:docMk/>
            <pc:sldMk cId="4193153865" sldId="375"/>
            <ac:cxnSpMk id="4" creationId="{1175DACF-4C9C-44FB-9871-4241D996A7CD}"/>
          </ac:cxnSpMkLst>
        </pc:cxnChg>
        <pc:cxnChg chg="add mod">
          <ac:chgData name="Yu, Harry" userId="d07dd713-323b-41c6-b24d-c18be50fb4fc" providerId="ADAL" clId="{196D0870-A10A-40F5-A791-3C67912576F2}" dt="2020-10-12T06:49:22.552" v="8858" actId="14100"/>
          <ac:cxnSpMkLst>
            <pc:docMk/>
            <pc:sldMk cId="4193153865" sldId="375"/>
            <ac:cxnSpMk id="12" creationId="{A5106D8D-D286-4887-BFC1-AF39868A069A}"/>
          </ac:cxnSpMkLst>
        </pc:cxnChg>
        <pc:cxnChg chg="add mod">
          <ac:chgData name="Yu, Harry" userId="d07dd713-323b-41c6-b24d-c18be50fb4fc" providerId="ADAL" clId="{196D0870-A10A-40F5-A791-3C67912576F2}" dt="2020-10-12T06:49:00.178" v="8854" actId="14100"/>
          <ac:cxnSpMkLst>
            <pc:docMk/>
            <pc:sldMk cId="4193153865" sldId="375"/>
            <ac:cxnSpMk id="13" creationId="{DCE1A7EF-9237-45C6-9F11-BD3CA2CC20CA}"/>
          </ac:cxnSpMkLst>
        </pc:cxnChg>
        <pc:cxnChg chg="add mod">
          <ac:chgData name="Yu, Harry" userId="d07dd713-323b-41c6-b24d-c18be50fb4fc" providerId="ADAL" clId="{196D0870-A10A-40F5-A791-3C67912576F2}" dt="2020-10-12T06:48:42.039" v="8850" actId="14100"/>
          <ac:cxnSpMkLst>
            <pc:docMk/>
            <pc:sldMk cId="4193153865" sldId="375"/>
            <ac:cxnSpMk id="14" creationId="{DEAFD87D-25C2-40C4-B2F0-FEAF3B447BF7}"/>
          </ac:cxnSpMkLst>
        </pc:cxnChg>
        <pc:cxnChg chg="add mod">
          <ac:chgData name="Yu, Harry" userId="d07dd713-323b-41c6-b24d-c18be50fb4fc" providerId="ADAL" clId="{196D0870-A10A-40F5-A791-3C67912576F2}" dt="2020-10-12T06:48:32.258" v="8848" actId="1037"/>
          <ac:cxnSpMkLst>
            <pc:docMk/>
            <pc:sldMk cId="4193153865" sldId="375"/>
            <ac:cxnSpMk id="15" creationId="{9F5ACD1E-3458-4AC8-ABE0-1A977EA73E6B}"/>
          </ac:cxnSpMkLst>
        </pc:cxnChg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  <pc:spChg chg="mod">
          <ac:chgData name="Yu, Harry" userId="d07dd713-323b-41c6-b24d-c18be50fb4fc" providerId="ADAL" clId="{196D0870-A10A-40F5-A791-3C67912576F2}" dt="2020-10-10T08:10:02.652" v="6964"/>
          <ac:spMkLst>
            <pc:docMk/>
            <pc:sldMk cId="1741195623" sldId="37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49:54.915" v="6702" actId="20577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  <pc:spChg chg="mod">
          <ac:chgData name="Yu, Harry" userId="d07dd713-323b-41c6-b24d-c18be50fb4fc" providerId="ADAL" clId="{196D0870-A10A-40F5-A791-3C67912576F2}" dt="2020-10-10T08:10:08.050" v="6965"/>
          <ac:spMkLst>
            <pc:docMk/>
            <pc:sldMk cId="36743268" sldId="37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0:24.325" v="6737" actId="207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  <pc:spChg chg="add del mod">
          <ac:chgData name="Yu, Harry" userId="d07dd713-323b-41c6-b24d-c18be50fb4fc" providerId="ADAL" clId="{196D0870-A10A-40F5-A791-3C67912576F2}" dt="2020-10-29T00:02:26.684" v="12621"/>
          <ac:spMkLst>
            <pc:docMk/>
            <pc:sldMk cId="3668215363" sldId="378"/>
            <ac:spMk id="2" creationId="{13038D4B-F9A9-4A3B-82B5-BD94A0EE599C}"/>
          </ac:spMkLst>
        </pc:spChg>
        <pc:spChg chg="add del mod">
          <ac:chgData name="Yu, Harry" userId="d07dd713-323b-41c6-b24d-c18be50fb4fc" providerId="ADAL" clId="{196D0870-A10A-40F5-A791-3C67912576F2}" dt="2020-10-29T06:27:33.608" v="12633" actId="478"/>
          <ac:spMkLst>
            <pc:docMk/>
            <pc:sldMk cId="3668215363" sldId="378"/>
            <ac:spMk id="3" creationId="{83583214-A746-4B1F-8B16-4E020674A3FA}"/>
          </ac:spMkLst>
        </pc:spChg>
        <pc:spChg chg="mod">
          <ac:chgData name="Yu, Harry" userId="d07dd713-323b-41c6-b24d-c18be50fb4fc" providerId="ADAL" clId="{196D0870-A10A-40F5-A791-3C67912576F2}" dt="2020-10-10T08:10:14.367" v="6966"/>
          <ac:spMkLst>
            <pc:docMk/>
            <pc:sldMk cId="3668215363" sldId="37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6:45.332" v="6754" actId="3064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  <pc:spChg chg="mod">
          <ac:chgData name="Yu, Harry" userId="d07dd713-323b-41c6-b24d-c18be50fb4fc" providerId="ADAL" clId="{196D0870-A10A-40F5-A791-3C67912576F2}" dt="2020-10-10T07:59:52.906" v="6761"/>
          <ac:spMkLst>
            <pc:docMk/>
            <pc:sldMk cId="400289930" sldId="379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10:20.297" v="6967"/>
          <ac:spMkLst>
            <pc:docMk/>
            <pc:sldMk cId="400289930" sldId="379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10T08:01:11.473" v="6870" actId="20577"/>
          <ac:spMkLst>
            <pc:docMk/>
            <pc:sldMk cId="400289930" sldId="379"/>
            <ac:spMk id="7" creationId="{0AC2C3EC-5105-4933-BD9F-28D5D48E4395}"/>
          </ac:spMkLst>
        </pc:spChg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  <pc:spChg chg="add mod">
          <ac:chgData name="Yu, Harry" userId="d07dd713-323b-41c6-b24d-c18be50fb4fc" providerId="ADAL" clId="{196D0870-A10A-40F5-A791-3C67912576F2}" dt="2020-10-10T08:08:34.438" v="6954" actId="20577"/>
          <ac:spMkLst>
            <pc:docMk/>
            <pc:sldMk cId="1634231022" sldId="380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1:39.198" v="10382"/>
          <ac:spMkLst>
            <pc:docMk/>
            <pc:sldMk cId="1634231022" sldId="380"/>
            <ac:spMk id="5" creationId="{80BD0569-8F10-4729-92AF-393D5AE934BA}"/>
          </ac:spMkLst>
        </pc:spChg>
        <pc:spChg chg="mod">
          <ac:chgData name="Yu, Harry" userId="d07dd713-323b-41c6-b24d-c18be50fb4fc" providerId="ADAL" clId="{196D0870-A10A-40F5-A791-3C67912576F2}" dt="2020-10-10T08:09:03.964" v="6956" actId="20577"/>
          <ac:spMkLst>
            <pc:docMk/>
            <pc:sldMk cId="1634231022" sldId="38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07:13.106" v="6897" actId="207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  <pc:spChg chg="mod">
          <ac:chgData name="Yu, Harry" userId="d07dd713-323b-41c6-b24d-c18be50fb4fc" providerId="ADAL" clId="{196D0870-A10A-40F5-A791-3C67912576F2}" dt="2020-10-10T08:11:31.735" v="6973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  <pc:spChg chg="mod">
          <ac:chgData name="Yu, Harry" userId="d07dd713-323b-41c6-b24d-c18be50fb4fc" providerId="ADAL" clId="{196D0870-A10A-40F5-A791-3C67912576F2}" dt="2020-10-10T08:13:45.615" v="6982" actId="20577"/>
          <ac:spMkLst>
            <pc:docMk/>
            <pc:sldMk cId="1486447241" sldId="382"/>
            <ac:spMk id="6" creationId="{0ED065AC-F3EF-42B0-A34B-DF7EED7FF8B9}"/>
          </ac:spMkLst>
        </pc:spChg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  <pc:spChg chg="mod">
          <ac:chgData name="Yu, Harry" userId="d07dd713-323b-41c6-b24d-c18be50fb4fc" providerId="ADAL" clId="{196D0870-A10A-40F5-A791-3C67912576F2}" dt="2020-10-10T08:22:11.591" v="7185" actId="20577"/>
          <ac:spMkLst>
            <pc:docMk/>
            <pc:sldMk cId="3386074264" sldId="382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2:58.520" v="10383"/>
          <ac:spMkLst>
            <pc:docMk/>
            <pc:sldMk cId="3386074264" sldId="382"/>
            <ac:spMk id="5" creationId="{48F09428-E486-4CF7-994E-BD21D4685C22}"/>
          </ac:spMkLst>
        </pc:spChg>
        <pc:spChg chg="mod">
          <ac:chgData name="Yu, Harry" userId="d07dd713-323b-41c6-b24d-c18be50fb4fc" providerId="ADAL" clId="{196D0870-A10A-40F5-A791-3C67912576F2}" dt="2020-10-10T08:14:31.642" v="6992" actId="20577"/>
          <ac:spMkLst>
            <pc:docMk/>
            <pc:sldMk cId="3386074264" sldId="38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0:29.182" v="7014" actId="207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  <pc:spChg chg="mod">
          <ac:chgData name="Yu, Harry" userId="d07dd713-323b-41c6-b24d-c18be50fb4fc" providerId="ADAL" clId="{196D0870-A10A-40F5-A791-3C67912576F2}" dt="2020-10-10T08:27:56.530" v="7349" actId="20577"/>
          <ac:spMkLst>
            <pc:docMk/>
            <pc:sldMk cId="1106017697" sldId="383"/>
            <ac:spMk id="4" creationId="{0718C1A6-C379-4663-BDCB-A29217FAE378}"/>
          </ac:spMkLst>
        </pc:spChg>
        <pc:spChg chg="mod">
          <ac:chgData name="Yu, Harry" userId="d07dd713-323b-41c6-b24d-c18be50fb4fc" providerId="ADAL" clId="{196D0870-A10A-40F5-A791-3C67912576F2}" dt="2020-10-10T08:21:53.470" v="7181" actId="20577"/>
          <ac:spMkLst>
            <pc:docMk/>
            <pc:sldMk cId="1106017697" sldId="38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6:40.445" v="7202" actId="207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  <pc:spChg chg="mod">
          <ac:chgData name="Yu, Harry" userId="d07dd713-323b-41c6-b24d-c18be50fb4fc" providerId="ADAL" clId="{196D0870-A10A-40F5-A791-3C67912576F2}" dt="2020-10-10T08:36:16.261" v="7350"/>
          <ac:spMkLst>
            <pc:docMk/>
            <pc:sldMk cId="3968152520" sldId="384"/>
            <ac:spMk id="4" creationId="{1567C550-8534-4752-A750-4145E9563059}"/>
          </ac:spMkLst>
        </pc:spChg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  <pc:spChg chg="del">
          <ac:chgData name="Yu, Harry" userId="d07dd713-323b-41c6-b24d-c18be50fb4fc" providerId="ADAL" clId="{196D0870-A10A-40F5-A791-3C67912576F2}" dt="2020-10-10T08:41:39.805" v="7388" actId="478"/>
          <ac:spMkLst>
            <pc:docMk/>
            <pc:sldMk cId="4141823049" sldId="385"/>
            <ac:spMk id="4" creationId="{0718C1A6-C379-4663-BDCB-A29217FAE378}"/>
          </ac:spMkLst>
        </pc:spChg>
        <pc:spChg chg="add mod">
          <ac:chgData name="Yu, Harry" userId="d07dd713-323b-41c6-b24d-c18be50fb4fc" providerId="ADAL" clId="{196D0870-A10A-40F5-A791-3C67912576F2}" dt="2020-10-10T08:58:34.674" v="7466" actId="20577"/>
          <ac:spMkLst>
            <pc:docMk/>
            <pc:sldMk cId="4141823049" sldId="385"/>
            <ac:spMk id="5" creationId="{0D4ACF82-F353-4B05-B918-35159214ED7B}"/>
          </ac:spMkLst>
        </pc:spChg>
        <pc:spChg chg="mod">
          <ac:chgData name="Yu, Harry" userId="d07dd713-323b-41c6-b24d-c18be50fb4fc" providerId="ADAL" clId="{196D0870-A10A-40F5-A791-3C67912576F2}" dt="2020-10-10T09:15:33.470" v="7778" actId="20577"/>
          <ac:spMkLst>
            <pc:docMk/>
            <pc:sldMk cId="4141823049" sldId="38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1-11T09:43:58.461" v="12877" actId="20577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  <pc:spChg chg="add mod">
          <ac:chgData name="Yu, Harry" userId="d07dd713-323b-41c6-b24d-c18be50fb4fc" providerId="ADAL" clId="{196D0870-A10A-40F5-A791-3C67912576F2}" dt="2020-10-19T05:49:21.037" v="10124" actId="404"/>
          <ac:spMkLst>
            <pc:docMk/>
            <pc:sldMk cId="4009894245" sldId="386"/>
            <ac:spMk id="4" creationId="{7CF37AFA-0567-4EFA-A2EF-A34EB555397C}"/>
          </ac:spMkLst>
        </pc:spChg>
        <pc:spChg chg="add del mod">
          <ac:chgData name="Yu, Harry" userId="d07dd713-323b-41c6-b24d-c18be50fb4fc" providerId="ADAL" clId="{196D0870-A10A-40F5-A791-3C67912576F2}" dt="2020-10-19T05:49:30.521" v="10125" actId="478"/>
          <ac:spMkLst>
            <pc:docMk/>
            <pc:sldMk cId="4009894245" sldId="386"/>
            <ac:spMk id="5" creationId="{129001FB-F3F7-48BB-AE7A-09E6665BDA45}"/>
          </ac:spMkLst>
        </pc:spChg>
        <pc:spChg chg="mod">
          <ac:chgData name="Yu, Harry" userId="d07dd713-323b-41c6-b24d-c18be50fb4fc" providerId="ADAL" clId="{196D0870-A10A-40F5-A791-3C67912576F2}" dt="2020-10-10T09:15:38.214" v="7779" actId="20577"/>
          <ac:spMkLst>
            <pc:docMk/>
            <pc:sldMk cId="4009894245" sldId="38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9:07:04.549" v="7509" actId="207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  <pc:spChg chg="add">
          <ac:chgData name="Yu, Harry" userId="d07dd713-323b-41c6-b24d-c18be50fb4fc" providerId="ADAL" clId="{196D0870-A10A-40F5-A791-3C67912576F2}" dt="2020-10-19T06:43:46.307" v="10384"/>
          <ac:spMkLst>
            <pc:docMk/>
            <pc:sldMk cId="3675676484" sldId="387"/>
            <ac:spMk id="5" creationId="{CB048E8A-DE1E-46FD-9C13-99B8CDEAC8DA}"/>
          </ac:spMkLst>
        </pc:spChg>
        <pc:spChg chg="mod">
          <ac:chgData name="Yu, Harry" userId="d07dd713-323b-41c6-b24d-c18be50fb4fc" providerId="ADAL" clId="{196D0870-A10A-40F5-A791-3C67912576F2}" dt="2020-10-12T05:04:41.187" v="8059" actId="1076"/>
          <ac:spMkLst>
            <pc:docMk/>
            <pc:sldMk cId="3675676484" sldId="387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2T05:05:51.307" v="8108" actId="20577"/>
          <ac:spMkLst>
            <pc:docMk/>
            <pc:sldMk cId="3675676484" sldId="387"/>
            <ac:spMk id="7" creationId="{E979D3E5-B107-4EED-9369-B2A655B62703}"/>
          </ac:spMkLst>
        </pc:spChg>
        <pc:graphicFrameChg chg="add del">
          <ac:chgData name="Yu, Harry" userId="d07dd713-323b-41c6-b24d-c18be50fb4fc" providerId="ADAL" clId="{196D0870-A10A-40F5-A791-3C67912576F2}" dt="2020-10-12T03:17:52.688" v="7808" actId="3680"/>
          <ac:graphicFrameMkLst>
            <pc:docMk/>
            <pc:sldMk cId="3675676484" sldId="387"/>
            <ac:graphicFrameMk id="2" creationId="{E6DF603C-B816-4FB6-8886-CCF315E570C8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12T01:36:09.240" v="7804" actId="207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  <pc:spChg chg="mod">
          <ac:chgData name="Yu, Harry" userId="d07dd713-323b-41c6-b24d-c18be50fb4fc" providerId="ADAL" clId="{196D0870-A10A-40F5-A791-3C67912576F2}" dt="2020-10-12T01:37:19.715" v="7805"/>
          <ac:spMkLst>
            <pc:docMk/>
            <pc:sldMk cId="3933054710" sldId="388"/>
            <ac:spMk id="4" creationId="{1567C550-8534-4752-A750-4145E9563059}"/>
          </ac:spMkLst>
        </pc:spChg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  <pc:spChg chg="mod">
          <ac:chgData name="Yu, Harry" userId="d07dd713-323b-41c6-b24d-c18be50fb4fc" providerId="ADAL" clId="{196D0870-A10A-40F5-A791-3C67912576F2}" dt="2020-10-12T05:02:32.027" v="8001"/>
          <ac:spMkLst>
            <pc:docMk/>
            <pc:sldMk cId="4023221386" sldId="389"/>
            <ac:spMk id="2" creationId="{FFC8ED2D-44AD-4566-888E-BED91AAFEFCD}"/>
          </ac:spMkLst>
        </pc:spChg>
        <pc:spChg chg="del">
          <ac:chgData name="Yu, Harry" userId="d07dd713-323b-41c6-b24d-c18be50fb4fc" providerId="ADAL" clId="{196D0870-A10A-40F5-A791-3C67912576F2}" dt="2020-10-12T03:18:15.232" v="7814" actId="478"/>
          <ac:spMkLst>
            <pc:docMk/>
            <pc:sldMk cId="4023221386" sldId="389"/>
            <ac:spMk id="3" creationId="{95503911-D4EE-4A70-82F7-B811E86F2BFF}"/>
          </ac:spMkLst>
        </pc:spChg>
        <pc:spChg chg="del">
          <ac:chgData name="Yu, Harry" userId="d07dd713-323b-41c6-b24d-c18be50fb4fc" providerId="ADAL" clId="{196D0870-A10A-40F5-A791-3C67912576F2}" dt="2020-10-12T03:18:12.388" v="7813" actId="478"/>
          <ac:spMkLst>
            <pc:docMk/>
            <pc:sldMk cId="4023221386" sldId="389"/>
            <ac:spMk id="4" creationId="{04610164-2380-4DB6-8F9B-6F6ABE37FDD2}"/>
          </ac:spMkLst>
        </pc:spChg>
        <pc:graphicFrameChg chg="add mod modGraphic">
          <ac:chgData name="Yu, Harry" userId="d07dd713-323b-41c6-b24d-c18be50fb4fc" providerId="ADAL" clId="{196D0870-A10A-40F5-A791-3C67912576F2}" dt="2020-10-12T05:01:15.577" v="7993" actId="20577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  <pc:spChg chg="mod">
          <ac:chgData name="Yu, Harry" userId="d07dd713-323b-41c6-b24d-c18be50fb4fc" providerId="ADAL" clId="{196D0870-A10A-40F5-A791-3C67912576F2}" dt="2020-10-12T05:02:27.511" v="7999"/>
          <ac:spMkLst>
            <pc:docMk/>
            <pc:sldMk cId="1891120556" sldId="390"/>
            <ac:spMk id="2" creationId="{FFC8ED2D-44AD-4566-888E-BED91AAFEFCD}"/>
          </ac:spMkLst>
        </pc:spChg>
        <pc:graphicFrameChg chg="modGraphic">
          <ac:chgData name="Yu, Harry" userId="d07dd713-323b-41c6-b24d-c18be50fb4fc" providerId="ADAL" clId="{196D0870-A10A-40F5-A791-3C67912576F2}" dt="2020-11-05T00:21:36.227" v="12720" actId="20577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  <pc:spChg chg="mod">
          <ac:chgData name="Yu, Harry" userId="d07dd713-323b-41c6-b24d-c18be50fb4fc" providerId="ADAL" clId="{196D0870-A10A-40F5-A791-3C67912576F2}" dt="2020-10-12T05:02:37.550" v="8003"/>
          <ac:spMkLst>
            <pc:docMk/>
            <pc:sldMk cId="1220728675" sldId="391"/>
            <ac:spMk id="2" creationId="{FFC8ED2D-44AD-4566-888E-BED91AAFEFCD}"/>
          </ac:spMkLst>
        </pc:spChg>
        <pc:graphicFrameChg chg="mod modGraphic">
          <ac:chgData name="Yu, Harry" userId="d07dd713-323b-41c6-b24d-c18be50fb4fc" providerId="ADAL" clId="{196D0870-A10A-40F5-A791-3C67912576F2}" dt="2020-10-12T05:02:14.158" v="7997" actId="20577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  <pc:spChg chg="mod">
          <ac:chgData name="Yu, Harry" userId="d07dd713-323b-41c6-b24d-c18be50fb4fc" providerId="ADAL" clId="{196D0870-A10A-40F5-A791-3C67912576F2}" dt="2020-10-12T05:07:22.186" v="8109"/>
          <ac:spMkLst>
            <pc:docMk/>
            <pc:sldMk cId="3818488837" sldId="392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  <pc:spChg chg="mod">
          <ac:chgData name="Yu, Harry" userId="d07dd713-323b-41c6-b24d-c18be50fb4fc" providerId="ADAL" clId="{196D0870-A10A-40F5-A791-3C67912576F2}" dt="2020-10-12T05:58:13.930" v="8226" actId="20577"/>
          <ac:spMkLst>
            <pc:docMk/>
            <pc:sldMk cId="20146493" sldId="393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10-12T05:10:37.726" v="8117" actId="478"/>
          <ac:spMkLst>
            <pc:docMk/>
            <pc:sldMk cId="20146493" sldId="393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196D0870-A10A-40F5-A791-3C67912576F2}" dt="2020-10-12T05:17:06.086" v="8145" actId="20577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  <pc:spChg chg="mod">
          <ac:chgData name="Yu, Harry" userId="d07dd713-323b-41c6-b24d-c18be50fb4fc" providerId="ADAL" clId="{196D0870-A10A-40F5-A791-3C67912576F2}" dt="2020-10-12T05:58:18.532" v="8227" actId="20577"/>
          <ac:spMkLst>
            <pc:docMk/>
            <pc:sldMk cId="1885818837" sldId="39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25:12.382" v="8188" actId="20577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  <pc:spChg chg="mod">
          <ac:chgData name="Yu, Harry" userId="d07dd713-323b-41c6-b24d-c18be50fb4fc" providerId="ADAL" clId="{196D0870-A10A-40F5-A791-3C67912576F2}" dt="2020-10-12T05:58:23.930" v="8228" actId="20577"/>
          <ac:spMkLst>
            <pc:docMk/>
            <pc:sldMk cId="3029800416" sldId="39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57:36.589" v="8225" actId="207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  <pc:spChg chg="mod">
          <ac:chgData name="Yu, Harry" userId="d07dd713-323b-41c6-b24d-c18be50fb4fc" providerId="ADAL" clId="{196D0870-A10A-40F5-A791-3C67912576F2}" dt="2020-10-12T05:59:48.910" v="8245" actId="20577"/>
          <ac:spMkLst>
            <pc:docMk/>
            <pc:sldMk cId="2484212312" sldId="39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  <pc:spChg chg="mod">
          <ac:chgData name="Yu, Harry" userId="d07dd713-323b-41c6-b24d-c18be50fb4fc" providerId="ADAL" clId="{196D0870-A10A-40F5-A791-3C67912576F2}" dt="2020-10-12T06:15:47.545" v="8326" actId="20577"/>
          <ac:spMkLst>
            <pc:docMk/>
            <pc:sldMk cId="4033781814" sldId="39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06:11.335" v="8280" actId="20577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  <pc:spChg chg="mod">
          <ac:chgData name="Yu, Harry" userId="d07dd713-323b-41c6-b24d-c18be50fb4fc" providerId="ADAL" clId="{196D0870-A10A-40F5-A791-3C67912576F2}" dt="2020-10-12T06:15:52.602" v="8327" actId="20577"/>
          <ac:spMkLst>
            <pc:docMk/>
            <pc:sldMk cId="1399147271" sldId="39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15:39.996" v="8325" actId="207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  <pc:spChg chg="add mod">
          <ac:chgData name="Yu, Harry" userId="d07dd713-323b-41c6-b24d-c18be50fb4fc" providerId="ADAL" clId="{196D0870-A10A-40F5-A791-3C67912576F2}" dt="2020-10-12T06:29:26.105" v="8781" actId="113"/>
          <ac:spMkLst>
            <pc:docMk/>
            <pc:sldMk cId="2963989402" sldId="400"/>
            <ac:spMk id="4" creationId="{06C3FB2C-3E91-4E40-84F6-2E3C27F2154B}"/>
          </ac:spMkLst>
        </pc:spChg>
        <pc:spChg chg="mod">
          <ac:chgData name="Yu, Harry" userId="d07dd713-323b-41c6-b24d-c18be50fb4fc" providerId="ADAL" clId="{196D0870-A10A-40F5-A791-3C67912576F2}" dt="2020-10-12T06:15:59.842" v="8330" actId="20577"/>
          <ac:spMkLst>
            <pc:docMk/>
            <pc:sldMk cId="2963989402" sldId="40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25:05.995" v="8399" actId="20577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  <pc:spChg chg="mod">
          <ac:chgData name="Yu, Harry" userId="d07dd713-323b-41c6-b24d-c18be50fb4fc" providerId="ADAL" clId="{196D0870-A10A-40F5-A791-3C67912576F2}" dt="2020-10-12T06:16:06.921" v="8333" actId="20577"/>
          <ac:spMkLst>
            <pc:docMk/>
            <pc:sldMk cId="4220464762" sldId="40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33:44.378" v="8797" actId="207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  <pc:spChg chg="mod">
          <ac:chgData name="Yu, Harry" userId="d07dd713-323b-41c6-b24d-c18be50fb4fc" providerId="ADAL" clId="{196D0870-A10A-40F5-A791-3C67912576F2}" dt="2020-10-19T05:11:59.819" v="9596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19T06:44:24.783" v="10387" actId="20577"/>
          <ac:spMkLst>
            <pc:docMk/>
            <pc:sldMk cId="723533408" sldId="402"/>
            <ac:spMk id="3" creationId="{96457946-1483-4C9A-8FE4-A2862E3EFF3F}"/>
          </ac:spMkLst>
        </pc:spChg>
        <pc:spChg chg="del">
          <ac:chgData name="Yu, Harry" userId="d07dd713-323b-41c6-b24d-c18be50fb4fc" providerId="ADAL" clId="{196D0870-A10A-40F5-A791-3C67912576F2}" dt="2020-10-16T06:59:15.673" v="8902" actId="478"/>
          <ac:spMkLst>
            <pc:docMk/>
            <pc:sldMk cId="723533408" sldId="402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16T06:59:23.494" v="8903" actId="478"/>
          <ac:spMkLst>
            <pc:docMk/>
            <pc:sldMk cId="723533408" sldId="402"/>
            <ac:spMk id="6" creationId="{D5A259F3-86D1-4963-9E0A-6C3E7516F7F8}"/>
          </ac:spMkLst>
        </pc:spChg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  <pc:spChg chg="mod">
          <ac:chgData name="Yu, Harry" userId="d07dd713-323b-41c6-b24d-c18be50fb4fc" providerId="ADAL" clId="{196D0870-A10A-40F5-A791-3C67912576F2}" dt="2020-10-22T03:57:25.806" v="11175" actId="20577"/>
          <ac:spMkLst>
            <pc:docMk/>
            <pc:sldMk cId="3004043700" sldId="403"/>
            <ac:spMk id="2" creationId="{ED55F549-94FF-4DE8-832C-177E57CD6E9A}"/>
          </ac:spMkLst>
        </pc:spChg>
        <pc:spChg chg="mod">
          <ac:chgData name="Yu, Harry" userId="d07dd713-323b-41c6-b24d-c18be50fb4fc" providerId="ADAL" clId="{196D0870-A10A-40F5-A791-3C67912576F2}" dt="2020-10-22T04:34:59.274" v="12518" actId="20577"/>
          <ac:spMkLst>
            <pc:docMk/>
            <pc:sldMk cId="3004043700" sldId="403"/>
            <ac:spMk id="3" creationId="{C94C0357-C34C-461F-A62D-2F636771AEF4}"/>
          </ac:spMkLst>
        </pc:spChg>
        <pc:spChg chg="del">
          <ac:chgData name="Yu, Harry" userId="d07dd713-323b-41c6-b24d-c18be50fb4fc" providerId="ADAL" clId="{196D0870-A10A-40F5-A791-3C67912576F2}" dt="2020-10-22T03:57:21.014" v="11172" actId="478"/>
          <ac:spMkLst>
            <pc:docMk/>
            <pc:sldMk cId="3004043700" sldId="403"/>
            <ac:spMk id="4" creationId="{7CEE157C-C9A8-480B-B036-65306144D99B}"/>
          </ac:spMkLst>
        </pc:spChg>
        <pc:spChg chg="add">
          <ac:chgData name="Yu, Harry" userId="d07dd713-323b-41c6-b24d-c18be50fb4fc" providerId="ADAL" clId="{196D0870-A10A-40F5-A791-3C67912576F2}" dt="2020-10-22T04:39:39.079" v="12519"/>
          <ac:spMkLst>
            <pc:docMk/>
            <pc:sldMk cId="3004043700" sldId="403"/>
            <ac:spMk id="6" creationId="{129C9198-1C62-4DB1-85C2-DC41B8111A85}"/>
          </ac:spMkLst>
        </pc:spChg>
        <pc:picChg chg="add mod">
          <ac:chgData name="Yu, Harry" userId="d07dd713-323b-41c6-b24d-c18be50fb4fc" providerId="ADAL" clId="{196D0870-A10A-40F5-A791-3C67912576F2}" dt="2020-10-22T03:59:37.413" v="11183" actId="14100"/>
          <ac:picMkLst>
            <pc:docMk/>
            <pc:sldMk cId="3004043700" sldId="403"/>
            <ac:picMk id="1026" creationId="{9107FF16-6CB8-4839-90F3-C9651F23535F}"/>
          </ac:picMkLst>
        </pc:picChg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pChg chg="mod">
          <ac:chgData name="Yu, Harry" userId="d07dd713-323b-41c6-b24d-c18be50fb4fc" providerId="ADAL" clId="{196D0870-A10A-40F5-A791-3C67912576F2}" dt="2020-09-24T04:30:17.205" v="49"/>
          <ac:spMkLst>
            <pc:docMk/>
            <pc:sldMasterMk cId="0" sldId="2147483648"/>
            <ac:spMk id="2" creationId="{6D33D527-2918-4752-A9A7-0BDBA010BB39}"/>
          </ac:spMkLst>
        </pc:spChg>
        <pc:spChg chg="mod">
          <ac:chgData name="Yu, Harry" userId="d07dd713-323b-41c6-b24d-c18be50fb4fc" providerId="ADAL" clId="{196D0870-A10A-40F5-A791-3C67912576F2}" dt="2020-09-24T04:27:30.390" v="47" actId="1076"/>
          <ac:spMkLst>
            <pc:docMk/>
            <pc:sldMasterMk cId="0" sldId="2147483648"/>
            <ac:spMk id="11" creationId="{1C80E488-8534-4743-924A-62CA17A7A192}"/>
          </ac:spMkLst>
        </pc:sp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848009137" sldId="2147483723"/>
              <ac:spMk id="14" creationId="{5C1E74A4-2107-4448-BA31-9630404A452B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3163764267" sldId="2147483744"/>
              <ac:spMk id="8" creationId="{52E60B70-5DF3-4398-B558-301661292DF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11115880" sldId="2147483746"/>
              <ac:spMk id="13" creationId="{ED4D76E8-466A-4C06-9261-BDE1AA914749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069130286" sldId="2147483747"/>
              <ac:spMk id="15" creationId="{68A864FA-3818-4931-B452-798F1E7F5A67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659977097" sldId="2147483761"/>
              <ac:spMk id="12" creationId="{EBD06FF7-C66A-4B8C-9693-1423A8337983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06316103" sldId="2147483768"/>
              <ac:spMk id="15" creationId="{431659E3-0873-4033-A7E2-31DB4A07B08A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929401118" sldId="2147483769"/>
              <ac:spMk id="19" creationId="{D5D8740F-FED9-4D14-9DF3-3BA84ADF820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721394469" sldId="2147483771"/>
              <ac:spMk id="23" creationId="{3C3544D4-6B59-4B11-BC0E-2FD48F693641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75472773" sldId="2147483772"/>
              <ac:spMk id="22" creationId="{8D716FF7-59F9-414F-85CD-8E23360D2B4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4037652969" sldId="2147483780"/>
              <ac:spMk id="8" creationId="{41A778AB-F6EC-4101-87E6-DECF7944E661}"/>
            </ac:spMkLst>
          </pc:spChg>
        </pc:sldLayoutChg>
      </pc:sldMasterChg>
    </pc:docChg>
  </pc:docChgLst>
  <pc:docChgLst>
    <pc:chgData name="Yu, Harry" userId="d07dd713-323b-41c6-b24d-c18be50fb4fc" providerId="ADAL" clId="{D83F0C2C-D676-425D-B92E-9A88DAD47D68}"/>
    <pc:docChg chg="custSel modSld">
      <pc:chgData name="Yu, Harry" userId="d07dd713-323b-41c6-b24d-c18be50fb4fc" providerId="ADAL" clId="{D83F0C2C-D676-425D-B92E-9A88DAD47D68}" dt="2021-11-01T05:42:06.395" v="282" actId="20577"/>
      <pc:docMkLst>
        <pc:docMk/>
      </pc:docMkLst>
      <pc:sldChg chg="delSp mod">
        <pc:chgData name="Yu, Harry" userId="d07dd713-323b-41c6-b24d-c18be50fb4fc" providerId="ADAL" clId="{D83F0C2C-D676-425D-B92E-9A88DAD47D68}" dt="2021-11-01T05:39:28.097" v="0" actId="478"/>
        <pc:sldMkLst>
          <pc:docMk/>
          <pc:sldMk cId="914646431" sldId="368"/>
        </pc:sldMkLst>
        <pc:spChg chg="del">
          <ac:chgData name="Yu, Harry" userId="d07dd713-323b-41c6-b24d-c18be50fb4fc" providerId="ADAL" clId="{D83F0C2C-D676-425D-B92E-9A88DAD47D68}" dt="2021-11-01T05:39:28.097" v="0" actId="478"/>
          <ac:spMkLst>
            <pc:docMk/>
            <pc:sldMk cId="914646431" sldId="368"/>
            <ac:spMk id="3" creationId="{EA58FA56-130E-4D6D-A0F3-D10C0C15DD3F}"/>
          </ac:spMkLst>
        </pc:spChg>
      </pc:sldChg>
      <pc:sldChg chg="modSp mod">
        <pc:chgData name="Yu, Harry" userId="d07dd713-323b-41c6-b24d-c18be50fb4fc" providerId="ADAL" clId="{D83F0C2C-D676-425D-B92E-9A88DAD47D68}" dt="2021-11-01T05:42:06.395" v="282" actId="20577"/>
        <pc:sldMkLst>
          <pc:docMk/>
          <pc:sldMk cId="2549360784" sldId="429"/>
        </pc:sldMkLst>
        <pc:spChg chg="mod">
          <ac:chgData name="Yu, Harry" userId="d07dd713-323b-41c6-b24d-c18be50fb4fc" providerId="ADAL" clId="{D83F0C2C-D676-425D-B92E-9A88DAD47D68}" dt="2021-11-01T05:42:06.395" v="282" actId="20577"/>
          <ac:spMkLst>
            <pc:docMk/>
            <pc:sldMk cId="2549360784" sldId="429"/>
            <ac:spMk id="2" creationId="{04417B0E-2535-41CF-BF65-EDAC494977E0}"/>
          </ac:spMkLst>
        </pc:spChg>
      </pc:sldChg>
    </pc:docChg>
  </pc:docChgLst>
  <pc:docChgLst>
    <pc:chgData name="Zheng, Binghuan" userId="0c8cd837-2f89-4b12-8657-4317aa4b18aa" providerId="ADAL" clId="{37E719DF-D0BF-4E46-823D-4B25E6E42C7F}"/>
    <pc:docChg chg="undo custSel addSld delSld modSld sldOrd">
      <pc:chgData name="Zheng, Binghuan" userId="0c8cd837-2f89-4b12-8657-4317aa4b18aa" providerId="ADAL" clId="{37E719DF-D0BF-4E46-823D-4B25E6E42C7F}" dt="2023-06-14T23:36:22.153" v="4489" actId="20577"/>
      <pc:docMkLst>
        <pc:docMk/>
      </pc:docMkLst>
      <pc:sldChg chg="modSp mod">
        <pc:chgData name="Zheng, Binghuan" userId="0c8cd837-2f89-4b12-8657-4317aa4b18aa" providerId="ADAL" clId="{37E719DF-D0BF-4E46-823D-4B25E6E42C7F}" dt="2023-05-22T03:43:06.800" v="2147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37E719DF-D0BF-4E46-823D-4B25E6E42C7F}" dt="2023-05-22T03:43:06.800" v="2147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Zheng, Binghuan" userId="0c8cd837-2f89-4b12-8657-4317aa4b18aa" providerId="ADAL" clId="{37E719DF-D0BF-4E46-823D-4B25E6E42C7F}" dt="2023-05-29T07:52:31.291" v="3420" actId="1076"/>
        <pc:sldMkLst>
          <pc:docMk/>
          <pc:sldMk cId="1970846983" sldId="346"/>
        </pc:sldMkLst>
        <pc:spChg chg="mod">
          <ac:chgData name="Zheng, Binghuan" userId="0c8cd837-2f89-4b12-8657-4317aa4b18aa" providerId="ADAL" clId="{37E719DF-D0BF-4E46-823D-4B25E6E42C7F}" dt="2023-05-29T07:52:31.291" v="3420" actId="1076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37E719DF-D0BF-4E46-823D-4B25E6E42C7F}" dt="2023-05-29T07:52:31.291" v="3420" actId="1076"/>
          <ac:spMkLst>
            <pc:docMk/>
            <pc:sldMk cId="1970846983" sldId="346"/>
            <ac:spMk id="4" creationId="{F40B3903-56DF-4903-AAAF-FFE7DC00ED5A}"/>
          </ac:spMkLst>
        </pc:spChg>
      </pc:sldChg>
      <pc:sldChg chg="modSp mod">
        <pc:chgData name="Zheng, Binghuan" userId="0c8cd837-2f89-4b12-8657-4317aa4b18aa" providerId="ADAL" clId="{37E719DF-D0BF-4E46-823D-4B25E6E42C7F}" dt="2023-05-29T07:32:24.975" v="3382"/>
        <pc:sldMkLst>
          <pc:docMk/>
          <pc:sldMk cId="723533408" sldId="402"/>
        </pc:sldMkLst>
        <pc:spChg chg="mod">
          <ac:chgData name="Zheng, Binghuan" userId="0c8cd837-2f89-4b12-8657-4317aa4b18aa" providerId="ADAL" clId="{37E719DF-D0BF-4E46-823D-4B25E6E42C7F}" dt="2023-05-29T07:32:24.975" v="3382"/>
          <ac:spMkLst>
            <pc:docMk/>
            <pc:sldMk cId="723533408" sldId="402"/>
            <ac:spMk id="3" creationId="{96457946-1483-4C9A-8FE4-A2862E3EFF3F}"/>
          </ac:spMkLst>
        </pc:spChg>
      </pc:sldChg>
      <pc:sldChg chg="del">
        <pc:chgData name="Zheng, Binghuan" userId="0c8cd837-2f89-4b12-8657-4317aa4b18aa" providerId="ADAL" clId="{37E719DF-D0BF-4E46-823D-4B25E6E42C7F}" dt="2023-05-19T09:19:07.713" v="0" actId="47"/>
        <pc:sldMkLst>
          <pc:docMk/>
          <pc:sldMk cId="652883061" sldId="438"/>
        </pc:sldMkLst>
      </pc:sldChg>
      <pc:sldChg chg="del">
        <pc:chgData name="Zheng, Binghuan" userId="0c8cd837-2f89-4b12-8657-4317aa4b18aa" providerId="ADAL" clId="{37E719DF-D0BF-4E46-823D-4B25E6E42C7F}" dt="2023-05-19T09:19:12.141" v="1" actId="47"/>
        <pc:sldMkLst>
          <pc:docMk/>
          <pc:sldMk cId="9024894" sldId="439"/>
        </pc:sldMkLst>
      </pc:sldChg>
      <pc:sldChg chg="del">
        <pc:chgData name="Zheng, Binghuan" userId="0c8cd837-2f89-4b12-8657-4317aa4b18aa" providerId="ADAL" clId="{37E719DF-D0BF-4E46-823D-4B25E6E42C7F}" dt="2023-05-19T09:19:13.123" v="2" actId="47"/>
        <pc:sldMkLst>
          <pc:docMk/>
          <pc:sldMk cId="3674131767" sldId="440"/>
        </pc:sldMkLst>
      </pc:sldChg>
      <pc:sldChg chg="del">
        <pc:chgData name="Zheng, Binghuan" userId="0c8cd837-2f89-4b12-8657-4317aa4b18aa" providerId="ADAL" clId="{37E719DF-D0BF-4E46-823D-4B25E6E42C7F}" dt="2023-05-19T09:19:15.120" v="3" actId="47"/>
        <pc:sldMkLst>
          <pc:docMk/>
          <pc:sldMk cId="1388188829" sldId="441"/>
        </pc:sldMkLst>
      </pc:sldChg>
      <pc:sldChg chg="del">
        <pc:chgData name="Zheng, Binghuan" userId="0c8cd837-2f89-4b12-8657-4317aa4b18aa" providerId="ADAL" clId="{37E719DF-D0BF-4E46-823D-4B25E6E42C7F}" dt="2023-05-19T09:19:16.557" v="4" actId="47"/>
        <pc:sldMkLst>
          <pc:docMk/>
          <pc:sldMk cId="1448590864" sldId="442"/>
        </pc:sldMkLst>
      </pc:sldChg>
      <pc:sldChg chg="del">
        <pc:chgData name="Zheng, Binghuan" userId="0c8cd837-2f89-4b12-8657-4317aa4b18aa" providerId="ADAL" clId="{37E719DF-D0BF-4E46-823D-4B25E6E42C7F}" dt="2023-05-19T09:45:45.444" v="399" actId="47"/>
        <pc:sldMkLst>
          <pc:docMk/>
          <pc:sldMk cId="435700087" sldId="443"/>
        </pc:sldMkLst>
      </pc:sldChg>
      <pc:sldChg chg="del">
        <pc:chgData name="Zheng, Binghuan" userId="0c8cd837-2f89-4b12-8657-4317aa4b18aa" providerId="ADAL" clId="{37E719DF-D0BF-4E46-823D-4B25E6E42C7F}" dt="2023-05-19T09:46:04.370" v="400" actId="47"/>
        <pc:sldMkLst>
          <pc:docMk/>
          <pc:sldMk cId="2211459611" sldId="445"/>
        </pc:sldMkLst>
      </pc:sldChg>
      <pc:sldChg chg="del">
        <pc:chgData name="Zheng, Binghuan" userId="0c8cd837-2f89-4b12-8657-4317aa4b18aa" providerId="ADAL" clId="{37E719DF-D0BF-4E46-823D-4B25E6E42C7F}" dt="2023-05-19T09:46:05.372" v="401" actId="47"/>
        <pc:sldMkLst>
          <pc:docMk/>
          <pc:sldMk cId="3498928025" sldId="446"/>
        </pc:sldMkLst>
      </pc:sldChg>
      <pc:sldChg chg="del">
        <pc:chgData name="Zheng, Binghuan" userId="0c8cd837-2f89-4b12-8657-4317aa4b18aa" providerId="ADAL" clId="{37E719DF-D0BF-4E46-823D-4B25E6E42C7F}" dt="2023-05-19T12:53:12.507" v="753" actId="47"/>
        <pc:sldMkLst>
          <pc:docMk/>
          <pc:sldMk cId="732527161" sldId="448"/>
        </pc:sldMkLst>
      </pc:sldChg>
      <pc:sldChg chg="del">
        <pc:chgData name="Zheng, Binghuan" userId="0c8cd837-2f89-4b12-8657-4317aa4b18aa" providerId="ADAL" clId="{37E719DF-D0BF-4E46-823D-4B25E6E42C7F}" dt="2023-05-19T12:53:14.196" v="754" actId="47"/>
        <pc:sldMkLst>
          <pc:docMk/>
          <pc:sldMk cId="1002335632" sldId="449"/>
        </pc:sldMkLst>
      </pc:sldChg>
      <pc:sldChg chg="addSp delSp modSp mod">
        <pc:chgData name="Zheng, Binghuan" userId="0c8cd837-2f89-4b12-8657-4317aa4b18aa" providerId="ADAL" clId="{37E719DF-D0BF-4E46-823D-4B25E6E42C7F}" dt="2023-05-30T08:23:11.027" v="4406"/>
        <pc:sldMkLst>
          <pc:docMk/>
          <pc:sldMk cId="2050256125" sldId="451"/>
        </pc:sldMkLst>
        <pc:spChg chg="add mod">
          <ac:chgData name="Zheng, Binghuan" userId="0c8cd837-2f89-4b12-8657-4317aa4b18aa" providerId="ADAL" clId="{37E719DF-D0BF-4E46-823D-4B25E6E42C7F}" dt="2023-05-19T09:23:53.923" v="150" actId="403"/>
          <ac:spMkLst>
            <pc:docMk/>
            <pc:sldMk cId="2050256125" sldId="451"/>
            <ac:spMk id="2" creationId="{0B4CE6B6-C18B-5054-7842-B41001CDC4A8}"/>
          </ac:spMkLst>
        </pc:spChg>
        <pc:spChg chg="del">
          <ac:chgData name="Zheng, Binghuan" userId="0c8cd837-2f89-4b12-8657-4317aa4b18aa" providerId="ADAL" clId="{37E719DF-D0BF-4E46-823D-4B25E6E42C7F}" dt="2023-05-19T09:19:46.797" v="7" actId="478"/>
          <ac:spMkLst>
            <pc:docMk/>
            <pc:sldMk cId="2050256125" sldId="451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8:23:11.027" v="4406"/>
          <ac:graphicFrameMkLst>
            <pc:docMk/>
            <pc:sldMk cId="2050256125" sldId="451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01:41:42.824" v="4108" actId="20577"/>
        <pc:sldMkLst>
          <pc:docMk/>
          <pc:sldMk cId="731146122" sldId="456"/>
        </pc:sldMkLst>
        <pc:spChg chg="add mod">
          <ac:chgData name="Zheng, Binghuan" userId="0c8cd837-2f89-4b12-8657-4317aa4b18aa" providerId="ADAL" clId="{37E719DF-D0BF-4E46-823D-4B25E6E42C7F}" dt="2023-05-19T13:00:09.586" v="866" actId="20577"/>
          <ac:spMkLst>
            <pc:docMk/>
            <pc:sldMk cId="731146122" sldId="456"/>
            <ac:spMk id="2" creationId="{F4F8C58B-86BE-B0AE-08E5-A8B24ECDCCBC}"/>
          </ac:spMkLst>
        </pc:spChg>
        <pc:spChg chg="del">
          <ac:chgData name="Zheng, Binghuan" userId="0c8cd837-2f89-4b12-8657-4317aa4b18aa" providerId="ADAL" clId="{37E719DF-D0BF-4E46-823D-4B25E6E42C7F}" dt="2023-05-19T12:59:26.567" v="824" actId="478"/>
          <ac:spMkLst>
            <pc:docMk/>
            <pc:sldMk cId="731146122" sldId="456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30T01:41:42.824" v="4108" actId="20577"/>
          <ac:graphicFrameMkLst>
            <pc:docMk/>
            <pc:sldMk cId="731146122" sldId="456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29T08:10:03.522" v="3696" actId="20577"/>
        <pc:sldMkLst>
          <pc:docMk/>
          <pc:sldMk cId="1628488132" sldId="457"/>
        </pc:sldMkLst>
        <pc:spChg chg="add mod">
          <ac:chgData name="Zheng, Binghuan" userId="0c8cd837-2f89-4b12-8657-4317aa4b18aa" providerId="ADAL" clId="{37E719DF-D0BF-4E46-823D-4B25E6E42C7F}" dt="2023-05-19T13:02:18.559" v="945" actId="20577"/>
          <ac:spMkLst>
            <pc:docMk/>
            <pc:sldMk cId="1628488132" sldId="457"/>
            <ac:spMk id="2" creationId="{C2E2CBC8-8C8E-A6B1-A566-B2CD693EA3FA}"/>
          </ac:spMkLst>
        </pc:spChg>
        <pc:spChg chg="del mod">
          <ac:chgData name="Zheng, Binghuan" userId="0c8cd837-2f89-4b12-8657-4317aa4b18aa" providerId="ADAL" clId="{37E719DF-D0BF-4E46-823D-4B25E6E42C7F}" dt="2023-05-19T13:00:41.658" v="872" actId="478"/>
          <ac:spMkLst>
            <pc:docMk/>
            <pc:sldMk cId="1628488132" sldId="457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10:03.522" v="3696" actId="20577"/>
          <ac:graphicFrameMkLst>
            <pc:docMk/>
            <pc:sldMk cId="1628488132" sldId="457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01:37:50.305" v="4094" actId="115"/>
        <pc:sldMkLst>
          <pc:docMk/>
          <pc:sldMk cId="3275979725" sldId="458"/>
        </pc:sldMkLst>
        <pc:spChg chg="add mod">
          <ac:chgData name="Zheng, Binghuan" userId="0c8cd837-2f89-4b12-8657-4317aa4b18aa" providerId="ADAL" clId="{37E719DF-D0BF-4E46-823D-4B25E6E42C7F}" dt="2023-05-19T12:47:41.456" v="703" actId="14100"/>
          <ac:spMkLst>
            <pc:docMk/>
            <pc:sldMk cId="3275979725" sldId="458"/>
            <ac:spMk id="2" creationId="{828BB6BF-06C3-F4E5-7778-D2F094D7BCE5}"/>
          </ac:spMkLst>
        </pc:spChg>
        <pc:spChg chg="add mod">
          <ac:chgData name="Zheng, Binghuan" userId="0c8cd837-2f89-4b12-8657-4317aa4b18aa" providerId="ADAL" clId="{37E719DF-D0BF-4E46-823D-4B25E6E42C7F}" dt="2023-05-29T07:43:23.362" v="3408" actId="1076"/>
          <ac:spMkLst>
            <pc:docMk/>
            <pc:sldMk cId="3275979725" sldId="458"/>
            <ac:spMk id="4" creationId="{397C8F98-80F5-181A-C376-0440262BF7B6}"/>
          </ac:spMkLst>
        </pc:spChg>
        <pc:spChg chg="del mod">
          <ac:chgData name="Zheng, Binghuan" userId="0c8cd837-2f89-4b12-8657-4317aa4b18aa" providerId="ADAL" clId="{37E719DF-D0BF-4E46-823D-4B25E6E42C7F}" dt="2023-05-19T12:24:48.084" v="612" actId="478"/>
          <ac:spMkLst>
            <pc:docMk/>
            <pc:sldMk cId="3275979725" sldId="458"/>
            <ac:spMk id="4" creationId="{739ED610-7AC8-45CD-BCC6-B494109E5D9F}"/>
          </ac:spMkLst>
        </pc:spChg>
        <pc:spChg chg="add del mod">
          <ac:chgData name="Zheng, Binghuan" userId="0c8cd837-2f89-4b12-8657-4317aa4b18aa" providerId="ADAL" clId="{37E719DF-D0BF-4E46-823D-4B25E6E42C7F}" dt="2023-05-29T07:43:25.604" v="3409" actId="1076"/>
          <ac:spMkLst>
            <pc:docMk/>
            <pc:sldMk cId="3275979725" sldId="458"/>
            <ac:spMk id="5" creationId="{19C6F61C-A8CF-A380-AD8E-1C9836EE7852}"/>
          </ac:spMkLst>
        </pc:spChg>
        <pc:spChg chg="add del mod">
          <ac:chgData name="Zheng, Binghuan" userId="0c8cd837-2f89-4b12-8657-4317aa4b18aa" providerId="ADAL" clId="{37E719DF-D0BF-4E46-823D-4B25E6E42C7F}" dt="2023-05-19T12:52:39.062" v="750" actId="21"/>
          <ac:spMkLst>
            <pc:docMk/>
            <pc:sldMk cId="3275979725" sldId="458"/>
            <ac:spMk id="7" creationId="{283A62ED-2AF6-32E9-E391-8581749F2626}"/>
          </ac:spMkLst>
        </pc:spChg>
        <pc:spChg chg="add del mod">
          <ac:chgData name="Zheng, Binghuan" userId="0c8cd837-2f89-4b12-8657-4317aa4b18aa" providerId="ADAL" clId="{37E719DF-D0BF-4E46-823D-4B25E6E42C7F}" dt="2023-05-19T12:48:55.230" v="707" actId="478"/>
          <ac:spMkLst>
            <pc:docMk/>
            <pc:sldMk cId="3275979725" sldId="458"/>
            <ac:spMk id="8" creationId="{2797CED4-886A-DD1D-C8A5-26822F913B50}"/>
          </ac:spMkLst>
        </pc:spChg>
        <pc:graphicFrameChg chg="modGraphic">
          <ac:chgData name="Zheng, Binghuan" userId="0c8cd837-2f89-4b12-8657-4317aa4b18aa" providerId="ADAL" clId="{37E719DF-D0BF-4E46-823D-4B25E6E42C7F}" dt="2023-05-30T01:37:50.305" v="4094" actId="115"/>
          <ac:graphicFrameMkLst>
            <pc:docMk/>
            <pc:sldMk cId="3275979725" sldId="458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29T08:15:04.482" v="3749" actId="20577"/>
        <pc:sldMkLst>
          <pc:docMk/>
          <pc:sldMk cId="1593563696" sldId="459"/>
        </pc:sldMkLst>
        <pc:spChg chg="mod">
          <ac:chgData name="Zheng, Binghuan" userId="0c8cd837-2f89-4b12-8657-4317aa4b18aa" providerId="ADAL" clId="{37E719DF-D0BF-4E46-823D-4B25E6E42C7F}" dt="2023-05-22T05:39:27.389" v="2298" actId="1036"/>
          <ac:spMkLst>
            <pc:docMk/>
            <pc:sldMk cId="1593563696" sldId="459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15:04.482" v="3749" actId="20577"/>
          <ac:graphicFrameMkLst>
            <pc:docMk/>
            <pc:sldMk cId="1593563696" sldId="459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6-14T23:36:22.153" v="4489" actId="20577"/>
        <pc:sldMkLst>
          <pc:docMk/>
          <pc:sldMk cId="3580862102" sldId="460"/>
        </pc:sldMkLst>
        <pc:spChg chg="mod">
          <ac:chgData name="Zheng, Binghuan" userId="0c8cd837-2f89-4b12-8657-4317aa4b18aa" providerId="ADAL" clId="{37E719DF-D0BF-4E46-823D-4B25E6E42C7F}" dt="2023-06-14T23:36:22.153" v="4489" actId="20577"/>
          <ac:spMkLst>
            <pc:docMk/>
            <pc:sldMk cId="3580862102" sldId="460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30T01:45:50.761" v="4138" actId="20577"/>
          <ac:graphicFrameMkLst>
            <pc:docMk/>
            <pc:sldMk cId="3580862102" sldId="460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37E719DF-D0BF-4E46-823D-4B25E6E42C7F}" dt="2023-05-30T01:48:52.116" v="4144" actId="20577"/>
        <pc:sldMkLst>
          <pc:docMk/>
          <pc:sldMk cId="1419580613" sldId="461"/>
        </pc:sldMkLst>
        <pc:spChg chg="del">
          <ac:chgData name="Zheng, Binghuan" userId="0c8cd837-2f89-4b12-8657-4317aa4b18aa" providerId="ADAL" clId="{37E719DF-D0BF-4E46-823D-4B25E6E42C7F}" dt="2023-05-20T07:29:45.587" v="1255" actId="478"/>
          <ac:spMkLst>
            <pc:docMk/>
            <pc:sldMk cId="1419580613" sldId="461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1:48:52.116" v="4144" actId="20577"/>
          <ac:graphicFrameMkLst>
            <pc:docMk/>
            <pc:sldMk cId="1419580613" sldId="461"/>
            <ac:graphicFrameMk id="3" creationId="{503B5CA7-8C98-49CD-062E-DAB370D359FC}"/>
          </ac:graphicFrameMkLst>
        </pc:graphicFrameChg>
      </pc:sldChg>
      <pc:sldChg chg="addSp modSp mod">
        <pc:chgData name="Zheng, Binghuan" userId="0c8cd837-2f89-4b12-8657-4317aa4b18aa" providerId="ADAL" clId="{37E719DF-D0BF-4E46-823D-4B25E6E42C7F}" dt="2023-05-30T09:10:39.965" v="4416"/>
        <pc:sldMkLst>
          <pc:docMk/>
          <pc:sldMk cId="43316218" sldId="462"/>
        </pc:sldMkLst>
        <pc:spChg chg="add mod">
          <ac:chgData name="Zheng, Binghuan" userId="0c8cd837-2f89-4b12-8657-4317aa4b18aa" providerId="ADAL" clId="{37E719DF-D0BF-4E46-823D-4B25E6E42C7F}" dt="2023-05-30T01:52:09.726" v="4147" actId="1076"/>
          <ac:spMkLst>
            <pc:docMk/>
            <pc:sldMk cId="43316218" sldId="462"/>
            <ac:spMk id="2" creationId="{5A871C41-8209-0F70-41A1-25F52B95497C}"/>
          </ac:spMkLst>
        </pc:spChg>
        <pc:spChg chg="mod">
          <ac:chgData name="Zheng, Binghuan" userId="0c8cd837-2f89-4b12-8657-4317aa4b18aa" providerId="ADAL" clId="{37E719DF-D0BF-4E46-823D-4B25E6E42C7F}" dt="2023-05-30T01:51:02.140" v="4146" actId="20577"/>
          <ac:spMkLst>
            <pc:docMk/>
            <pc:sldMk cId="43316218" sldId="462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9:10:39.965" v="4416"/>
          <ac:graphicFrameMkLst>
            <pc:docMk/>
            <pc:sldMk cId="43316218" sldId="462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02:00:38.225" v="4332" actId="20577"/>
        <pc:sldMkLst>
          <pc:docMk/>
          <pc:sldMk cId="3731721025" sldId="463"/>
        </pc:sldMkLst>
        <pc:spChg chg="add mod">
          <ac:chgData name="Zheng, Binghuan" userId="0c8cd837-2f89-4b12-8657-4317aa4b18aa" providerId="ADAL" clId="{37E719DF-D0BF-4E46-823D-4B25E6E42C7F}" dt="2023-05-30T02:00:38.225" v="4332" actId="20577"/>
          <ac:spMkLst>
            <pc:docMk/>
            <pc:sldMk cId="3731721025" sldId="463"/>
            <ac:spMk id="2" creationId="{5D8CE5B2-C40E-3FF4-300F-23E4DF47DAF8}"/>
          </ac:spMkLst>
        </pc:spChg>
        <pc:spChg chg="del mod">
          <ac:chgData name="Zheng, Binghuan" userId="0c8cd837-2f89-4b12-8657-4317aa4b18aa" providerId="ADAL" clId="{37E719DF-D0BF-4E46-823D-4B25E6E42C7F}" dt="2023-05-20T07:33:19.771" v="1397"/>
          <ac:spMkLst>
            <pc:docMk/>
            <pc:sldMk cId="3731721025" sldId="463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2:00:19.101" v="4325" actId="20577"/>
          <ac:graphicFrameMkLst>
            <pc:docMk/>
            <pc:sldMk cId="3731721025" sldId="463"/>
            <ac:graphicFrameMk id="3" creationId="{503B5CA7-8C98-49CD-062E-DAB370D359FC}"/>
          </ac:graphicFrameMkLst>
        </pc:graphicFrameChg>
      </pc:sldChg>
      <pc:sldChg chg="addSp modSp mod">
        <pc:chgData name="Zheng, Binghuan" userId="0c8cd837-2f89-4b12-8657-4317aa4b18aa" providerId="ADAL" clId="{37E719DF-D0BF-4E46-823D-4B25E6E42C7F}" dt="2023-05-30T09:18:00.729" v="4429" actId="20577"/>
        <pc:sldMkLst>
          <pc:docMk/>
          <pc:sldMk cId="697485291" sldId="464"/>
        </pc:sldMkLst>
        <pc:spChg chg="add mod">
          <ac:chgData name="Zheng, Binghuan" userId="0c8cd837-2f89-4b12-8657-4317aa4b18aa" providerId="ADAL" clId="{37E719DF-D0BF-4E46-823D-4B25E6E42C7F}" dt="2023-05-29T07:46:20.702" v="3415" actId="1076"/>
          <ac:spMkLst>
            <pc:docMk/>
            <pc:sldMk cId="697485291" sldId="464"/>
            <ac:spMk id="2" creationId="{0A06EF32-9DE9-64D8-6BDC-F753C1F2910E}"/>
          </ac:spMkLst>
        </pc:spChg>
        <pc:spChg chg="mod">
          <ac:chgData name="Zheng, Binghuan" userId="0c8cd837-2f89-4b12-8657-4317aa4b18aa" providerId="ADAL" clId="{37E719DF-D0BF-4E46-823D-4B25E6E42C7F}" dt="2023-05-22T05:58:14.674" v="2666" actId="20577"/>
          <ac:spMkLst>
            <pc:docMk/>
            <pc:sldMk cId="697485291" sldId="464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9:18:00.729" v="4429" actId="20577"/>
          <ac:graphicFrameMkLst>
            <pc:docMk/>
            <pc:sldMk cId="697485291" sldId="464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37E719DF-D0BF-4E46-823D-4B25E6E42C7F}" dt="2023-05-30T02:04:46.860" v="4333" actId="478"/>
        <pc:sldMkLst>
          <pc:docMk/>
          <pc:sldMk cId="56375173" sldId="465"/>
        </pc:sldMkLst>
        <pc:spChg chg="del mod">
          <ac:chgData name="Zheng, Binghuan" userId="0c8cd837-2f89-4b12-8657-4317aa4b18aa" providerId="ADAL" clId="{37E719DF-D0BF-4E46-823D-4B25E6E42C7F}" dt="2023-05-30T02:04:46.860" v="4333" actId="478"/>
          <ac:spMkLst>
            <pc:docMk/>
            <pc:sldMk cId="56375173" sldId="465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29T08:43:08.915" v="3871" actId="20577"/>
          <ac:graphicFrameMkLst>
            <pc:docMk/>
            <pc:sldMk cId="56375173" sldId="465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30T09:45:10.465" v="4453" actId="20577"/>
        <pc:sldMkLst>
          <pc:docMk/>
          <pc:sldMk cId="3136376735" sldId="467"/>
        </pc:sldMkLst>
        <pc:spChg chg="mod">
          <ac:chgData name="Zheng, Binghuan" userId="0c8cd837-2f89-4b12-8657-4317aa4b18aa" providerId="ADAL" clId="{37E719DF-D0BF-4E46-823D-4B25E6E42C7F}" dt="2023-05-23T07:15:17.909" v="2685" actId="404"/>
          <ac:spMkLst>
            <pc:docMk/>
            <pc:sldMk cId="3136376735" sldId="467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30T09:45:10.465" v="4453" actId="20577"/>
          <ac:graphicFrameMkLst>
            <pc:docMk/>
            <pc:sldMk cId="3136376735" sldId="467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30T02:07:02.086" v="4336" actId="20577"/>
        <pc:sldMkLst>
          <pc:docMk/>
          <pc:sldMk cId="559823900" sldId="468"/>
        </pc:sldMkLst>
        <pc:spChg chg="mod">
          <ac:chgData name="Zheng, Binghuan" userId="0c8cd837-2f89-4b12-8657-4317aa4b18aa" providerId="ADAL" clId="{37E719DF-D0BF-4E46-823D-4B25E6E42C7F}" dt="2023-05-23T07:17:52.539" v="2687" actId="404"/>
          <ac:spMkLst>
            <pc:docMk/>
            <pc:sldMk cId="559823900" sldId="468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30T02:07:02.086" v="4336" actId="20577"/>
          <ac:graphicFrameMkLst>
            <pc:docMk/>
            <pc:sldMk cId="559823900" sldId="468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29T08:46:10.489" v="3969" actId="207"/>
        <pc:sldMkLst>
          <pc:docMk/>
          <pc:sldMk cId="1148473252" sldId="469"/>
        </pc:sldMkLst>
        <pc:spChg chg="mod">
          <ac:chgData name="Zheng, Binghuan" userId="0c8cd837-2f89-4b12-8657-4317aa4b18aa" providerId="ADAL" clId="{37E719DF-D0BF-4E46-823D-4B25E6E42C7F}" dt="2023-05-23T07:19:14.646" v="2697" actId="404"/>
          <ac:spMkLst>
            <pc:docMk/>
            <pc:sldMk cId="1148473252" sldId="469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46:10.489" v="3969" actId="207"/>
          <ac:graphicFrameMkLst>
            <pc:docMk/>
            <pc:sldMk cId="1148473252" sldId="469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10:00:59.578" v="4485" actId="108"/>
        <pc:sldMkLst>
          <pc:docMk/>
          <pc:sldMk cId="141679243" sldId="470"/>
        </pc:sldMkLst>
        <pc:spChg chg="add del mod">
          <ac:chgData name="Zheng, Binghuan" userId="0c8cd837-2f89-4b12-8657-4317aa4b18aa" providerId="ADAL" clId="{37E719DF-D0BF-4E46-823D-4B25E6E42C7F}" dt="2023-05-30T10:00:31.740" v="4479" actId="478"/>
          <ac:spMkLst>
            <pc:docMk/>
            <pc:sldMk cId="141679243" sldId="470"/>
            <ac:spMk id="2" creationId="{C33FAEA9-8738-2E65-C6E6-39B63CB19556}"/>
          </ac:spMkLst>
        </pc:spChg>
        <pc:spChg chg="del">
          <ac:chgData name="Zheng, Binghuan" userId="0c8cd837-2f89-4b12-8657-4317aa4b18aa" providerId="ADAL" clId="{37E719DF-D0BF-4E46-823D-4B25E6E42C7F}" dt="2023-05-20T07:57:54.200" v="1708" actId="478"/>
          <ac:spMkLst>
            <pc:docMk/>
            <pc:sldMk cId="141679243" sldId="470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10:00:59.578" v="4485" actId="108"/>
          <ac:graphicFrameMkLst>
            <pc:docMk/>
            <pc:sldMk cId="141679243" sldId="470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37E719DF-D0BF-4E46-823D-4B25E6E42C7F}" dt="2023-05-30T09:59:05.127" v="4478" actId="108"/>
        <pc:sldMkLst>
          <pc:docMk/>
          <pc:sldMk cId="2447273490" sldId="471"/>
        </pc:sldMkLst>
        <pc:spChg chg="del">
          <ac:chgData name="Zheng, Binghuan" userId="0c8cd837-2f89-4b12-8657-4317aa4b18aa" providerId="ADAL" clId="{37E719DF-D0BF-4E46-823D-4B25E6E42C7F}" dt="2023-05-20T07:58:03.361" v="1709" actId="478"/>
          <ac:spMkLst>
            <pc:docMk/>
            <pc:sldMk cId="2447273490" sldId="471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30T09:59:05.127" v="4478" actId="108"/>
          <ac:graphicFrameMkLst>
            <pc:docMk/>
            <pc:sldMk cId="2447273490" sldId="471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30T02:11:30.193" v="4349" actId="20577"/>
        <pc:sldMkLst>
          <pc:docMk/>
          <pc:sldMk cId="3949367011" sldId="472"/>
        </pc:sldMkLst>
        <pc:spChg chg="mod">
          <ac:chgData name="Zheng, Binghuan" userId="0c8cd837-2f89-4b12-8657-4317aa4b18aa" providerId="ADAL" clId="{37E719DF-D0BF-4E46-823D-4B25E6E42C7F}" dt="2023-05-23T08:01:14.671" v="2732" actId="20577"/>
          <ac:spMkLst>
            <pc:docMk/>
            <pc:sldMk cId="3949367011" sldId="472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30T02:11:30.193" v="4349" actId="20577"/>
          <ac:graphicFrameMkLst>
            <pc:docMk/>
            <pc:sldMk cId="3949367011" sldId="472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29T08:47:28.204" v="3979" actId="20577"/>
        <pc:sldMkLst>
          <pc:docMk/>
          <pc:sldMk cId="1608275893" sldId="473"/>
        </pc:sldMkLst>
        <pc:spChg chg="mod">
          <ac:chgData name="Zheng, Binghuan" userId="0c8cd837-2f89-4b12-8657-4317aa4b18aa" providerId="ADAL" clId="{37E719DF-D0BF-4E46-823D-4B25E6E42C7F}" dt="2023-05-23T08:06:19.947" v="2769" actId="404"/>
          <ac:spMkLst>
            <pc:docMk/>
            <pc:sldMk cId="1608275893" sldId="473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29T08:47:28.204" v="3979" actId="20577"/>
          <ac:graphicFrameMkLst>
            <pc:docMk/>
            <pc:sldMk cId="1608275893" sldId="473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02:14:34.306" v="4357" actId="20577"/>
        <pc:sldMkLst>
          <pc:docMk/>
          <pc:sldMk cId="3735186540" sldId="474"/>
        </pc:sldMkLst>
        <pc:spChg chg="add mod">
          <ac:chgData name="Zheng, Binghuan" userId="0c8cd837-2f89-4b12-8657-4317aa4b18aa" providerId="ADAL" clId="{37E719DF-D0BF-4E46-823D-4B25E6E42C7F}" dt="2023-05-23T08:10:22.371" v="2815" actId="20577"/>
          <ac:spMkLst>
            <pc:docMk/>
            <pc:sldMk cId="3735186540" sldId="474"/>
            <ac:spMk id="2" creationId="{0C6B12D3-0122-3A78-3DF6-ADA08B626AF8}"/>
          </ac:spMkLst>
        </pc:spChg>
        <pc:spChg chg="del">
          <ac:chgData name="Zheng, Binghuan" userId="0c8cd837-2f89-4b12-8657-4317aa4b18aa" providerId="ADAL" clId="{37E719DF-D0BF-4E46-823D-4B25E6E42C7F}" dt="2023-05-20T08:20:49.676" v="1993" actId="478"/>
          <ac:spMkLst>
            <pc:docMk/>
            <pc:sldMk cId="3735186540" sldId="474"/>
            <ac:spMk id="4" creationId="{739ED610-7AC8-45CD-BCC6-B494109E5D9F}"/>
          </ac:spMkLst>
        </pc:spChg>
        <pc:spChg chg="add mod">
          <ac:chgData name="Zheng, Binghuan" userId="0c8cd837-2f89-4b12-8657-4317aa4b18aa" providerId="ADAL" clId="{37E719DF-D0BF-4E46-823D-4B25E6E42C7F}" dt="2023-05-29T07:47:10.249" v="3417" actId="1076"/>
          <ac:spMkLst>
            <pc:docMk/>
            <pc:sldMk cId="3735186540" sldId="474"/>
            <ac:spMk id="4" creationId="{8A07BDE1-FD87-E2E3-1E70-2B3A4E87284C}"/>
          </ac:spMkLst>
        </pc:spChg>
        <pc:graphicFrameChg chg="modGraphic">
          <ac:chgData name="Zheng, Binghuan" userId="0c8cd837-2f89-4b12-8657-4317aa4b18aa" providerId="ADAL" clId="{37E719DF-D0BF-4E46-823D-4B25E6E42C7F}" dt="2023-05-30T02:14:34.306" v="4357" actId="20577"/>
          <ac:graphicFrameMkLst>
            <pc:docMk/>
            <pc:sldMk cId="3735186540" sldId="474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29T08:47:44.938" v="3980" actId="207"/>
        <pc:sldMkLst>
          <pc:docMk/>
          <pc:sldMk cId="1933954306" sldId="475"/>
        </pc:sldMkLst>
        <pc:spChg chg="mod">
          <ac:chgData name="Zheng, Binghuan" userId="0c8cd837-2f89-4b12-8657-4317aa4b18aa" providerId="ADAL" clId="{37E719DF-D0BF-4E46-823D-4B25E6E42C7F}" dt="2023-05-23T08:07:43.012" v="2775" actId="404"/>
          <ac:spMkLst>
            <pc:docMk/>
            <pc:sldMk cId="1933954306" sldId="475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47:44.938" v="3980" actId="207"/>
          <ac:graphicFrameMkLst>
            <pc:docMk/>
            <pc:sldMk cId="1933954306" sldId="475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24T06:01:36.313" v="3045" actId="20577"/>
        <pc:sldMkLst>
          <pc:docMk/>
          <pc:sldMk cId="3848952280" sldId="476"/>
        </pc:sldMkLst>
        <pc:spChg chg="add mod">
          <ac:chgData name="Zheng, Binghuan" userId="0c8cd837-2f89-4b12-8657-4317aa4b18aa" providerId="ADAL" clId="{37E719DF-D0BF-4E46-823D-4B25E6E42C7F}" dt="2023-05-23T08:11:35.780" v="2889" actId="1076"/>
          <ac:spMkLst>
            <pc:docMk/>
            <pc:sldMk cId="3848952280" sldId="476"/>
            <ac:spMk id="2" creationId="{7B5213C3-C243-D6B6-B4FE-3FE91D6AE57C}"/>
          </ac:spMkLst>
        </pc:spChg>
        <pc:spChg chg="mod">
          <ac:chgData name="Zheng, Binghuan" userId="0c8cd837-2f89-4b12-8657-4317aa4b18aa" providerId="ADAL" clId="{37E719DF-D0BF-4E46-823D-4B25E6E42C7F}" dt="2023-05-23T08:11:30.555" v="2888" actId="404"/>
          <ac:spMkLst>
            <pc:docMk/>
            <pc:sldMk cId="3848952280" sldId="476"/>
            <ac:spMk id="4" creationId="{739ED610-7AC8-45CD-BCC6-B494109E5D9F}"/>
          </ac:spMkLst>
        </pc:spChg>
        <pc:spChg chg="mod">
          <ac:chgData name="Zheng, Binghuan" userId="0c8cd837-2f89-4b12-8657-4317aa4b18aa" providerId="ADAL" clId="{37E719DF-D0BF-4E46-823D-4B25E6E42C7F}" dt="2023-05-23T08:11:46.733" v="2890" actId="20577"/>
          <ac:spMkLst>
            <pc:docMk/>
            <pc:sldMk cId="3848952280" sldId="47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37E719DF-D0BF-4E46-823D-4B25E6E42C7F}" dt="2023-05-24T06:01:36.313" v="3045" actId="20577"/>
          <ac:graphicFrameMkLst>
            <pc:docMk/>
            <pc:sldMk cId="3848952280" sldId="476"/>
            <ac:graphicFrameMk id="3" creationId="{503B5CA7-8C98-49CD-062E-DAB370D359FC}"/>
          </ac:graphicFrameMkLst>
        </pc:graphicFrameChg>
        <pc:picChg chg="del mod">
          <ac:chgData name="Zheng, Binghuan" userId="0c8cd837-2f89-4b12-8657-4317aa4b18aa" providerId="ADAL" clId="{37E719DF-D0BF-4E46-823D-4B25E6E42C7F}" dt="2023-05-20T08:22:35.727" v="1995" actId="478"/>
          <ac:picMkLst>
            <pc:docMk/>
            <pc:sldMk cId="3848952280" sldId="476"/>
            <ac:picMk id="5" creationId="{CD5782C0-B512-4660-A603-3D57A0200961}"/>
          </ac:picMkLst>
        </pc:picChg>
      </pc:sldChg>
      <pc:sldChg chg="addSp delSp modSp mod">
        <pc:chgData name="Zheng, Binghuan" userId="0c8cd837-2f89-4b12-8657-4317aa4b18aa" providerId="ADAL" clId="{37E719DF-D0BF-4E46-823D-4B25E6E42C7F}" dt="2023-05-29T08:49:19.742" v="4026" actId="20577"/>
        <pc:sldMkLst>
          <pc:docMk/>
          <pc:sldMk cId="1789271270" sldId="478"/>
        </pc:sldMkLst>
        <pc:spChg chg="add mod">
          <ac:chgData name="Zheng, Binghuan" userId="0c8cd837-2f89-4b12-8657-4317aa4b18aa" providerId="ADAL" clId="{37E719DF-D0BF-4E46-823D-4B25E6E42C7F}" dt="2023-05-24T05:57:26.741" v="2911" actId="20577"/>
          <ac:spMkLst>
            <pc:docMk/>
            <pc:sldMk cId="1789271270" sldId="478"/>
            <ac:spMk id="2" creationId="{05BCE841-D6F2-6AA9-CE09-F285EBD0F003}"/>
          </ac:spMkLst>
        </pc:spChg>
        <pc:spChg chg="del mod">
          <ac:chgData name="Zheng, Binghuan" userId="0c8cd837-2f89-4b12-8657-4317aa4b18aa" providerId="ADAL" clId="{37E719DF-D0BF-4E46-823D-4B25E6E42C7F}" dt="2023-05-20T08:28:28.150" v="2085" actId="478"/>
          <ac:spMkLst>
            <pc:docMk/>
            <pc:sldMk cId="1789271270" sldId="478"/>
            <ac:spMk id="4" creationId="{739ED610-7AC8-45CD-BCC6-B494109E5D9F}"/>
          </ac:spMkLst>
        </pc:spChg>
        <pc:spChg chg="mod">
          <ac:chgData name="Zheng, Binghuan" userId="0c8cd837-2f89-4b12-8657-4317aa4b18aa" providerId="ADAL" clId="{37E719DF-D0BF-4E46-823D-4B25E6E42C7F}" dt="2023-05-23T08:11:49.334" v="2891" actId="20577"/>
          <ac:spMkLst>
            <pc:docMk/>
            <pc:sldMk cId="1789271270" sldId="47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37E719DF-D0BF-4E46-823D-4B25E6E42C7F}" dt="2023-05-29T08:49:19.742" v="4026" actId="20577"/>
          <ac:graphicFrameMkLst>
            <pc:docMk/>
            <pc:sldMk cId="1789271270" sldId="478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30T02:17:41.226" v="4405" actId="20577"/>
        <pc:sldMkLst>
          <pc:docMk/>
          <pc:sldMk cId="4177327766" sldId="479"/>
        </pc:sldMkLst>
        <pc:spChg chg="mod">
          <ac:chgData name="Zheng, Binghuan" userId="0c8cd837-2f89-4b12-8657-4317aa4b18aa" providerId="ADAL" clId="{37E719DF-D0BF-4E46-823D-4B25E6E42C7F}" dt="2023-05-24T05:51:49.092" v="2895" actId="404"/>
          <ac:spMkLst>
            <pc:docMk/>
            <pc:sldMk cId="4177327766" sldId="479"/>
            <ac:spMk id="4" creationId="{739ED610-7AC8-45CD-BCC6-B494109E5D9F}"/>
          </ac:spMkLst>
        </pc:spChg>
        <pc:spChg chg="mod">
          <ac:chgData name="Zheng, Binghuan" userId="0c8cd837-2f89-4b12-8657-4317aa4b18aa" providerId="ADAL" clId="{37E719DF-D0BF-4E46-823D-4B25E6E42C7F}" dt="2023-05-23T08:11:51.302" v="2892" actId="20577"/>
          <ac:spMkLst>
            <pc:docMk/>
            <pc:sldMk cId="4177327766" sldId="479"/>
            <ac:spMk id="6" creationId="{0ED065AC-F3EF-42B0-A34B-DF7EED7FF8B9}"/>
          </ac:spMkLst>
        </pc:spChg>
        <pc:graphicFrameChg chg="modGraphic">
          <ac:chgData name="Zheng, Binghuan" userId="0c8cd837-2f89-4b12-8657-4317aa4b18aa" providerId="ADAL" clId="{37E719DF-D0BF-4E46-823D-4B25E6E42C7F}" dt="2023-05-30T02:17:41.226" v="4405" actId="20577"/>
          <ac:graphicFrameMkLst>
            <pc:docMk/>
            <pc:sldMk cId="4177327766" sldId="479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37E719DF-D0BF-4E46-823D-4B25E6E42C7F}" dt="2023-05-29T08:52:21.047" v="4080" actId="20577"/>
        <pc:sldMkLst>
          <pc:docMk/>
          <pc:sldMk cId="536687498" sldId="480"/>
        </pc:sldMkLst>
        <pc:spChg chg="del mod">
          <ac:chgData name="Zheng, Binghuan" userId="0c8cd837-2f89-4b12-8657-4317aa4b18aa" providerId="ADAL" clId="{37E719DF-D0BF-4E46-823D-4B25E6E42C7F}" dt="2023-05-20T08:31:27.122" v="2146" actId="478"/>
          <ac:spMkLst>
            <pc:docMk/>
            <pc:sldMk cId="536687498" sldId="480"/>
            <ac:spMk id="4" creationId="{739ED610-7AC8-45CD-BCC6-B494109E5D9F}"/>
          </ac:spMkLst>
        </pc:spChg>
        <pc:spChg chg="mod">
          <ac:chgData name="Zheng, Binghuan" userId="0c8cd837-2f89-4b12-8657-4317aa4b18aa" providerId="ADAL" clId="{37E719DF-D0BF-4E46-823D-4B25E6E42C7F}" dt="2023-05-23T08:11:53.005" v="2893" actId="20577"/>
          <ac:spMkLst>
            <pc:docMk/>
            <pc:sldMk cId="536687498" sldId="480"/>
            <ac:spMk id="6" creationId="{0ED065AC-F3EF-42B0-A34B-DF7EED7FF8B9}"/>
          </ac:spMkLst>
        </pc:spChg>
        <pc:graphicFrameChg chg="modGraphic">
          <ac:chgData name="Zheng, Binghuan" userId="0c8cd837-2f89-4b12-8657-4317aa4b18aa" providerId="ADAL" clId="{37E719DF-D0BF-4E46-823D-4B25E6E42C7F}" dt="2023-05-29T08:52:21.047" v="4080" actId="20577"/>
          <ac:graphicFrameMkLst>
            <pc:docMk/>
            <pc:sldMk cId="536687498" sldId="480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30T01:40:53.612" v="4101" actId="20577"/>
        <pc:sldMkLst>
          <pc:docMk/>
          <pc:sldMk cId="788278670" sldId="481"/>
        </pc:sldMkLst>
        <pc:spChg chg="add mod">
          <ac:chgData name="Zheng, Binghuan" userId="0c8cd837-2f89-4b12-8657-4317aa4b18aa" providerId="ADAL" clId="{37E719DF-D0BF-4E46-823D-4B25E6E42C7F}" dt="2023-05-29T07:28:48.990" v="3349" actId="20577"/>
          <ac:spMkLst>
            <pc:docMk/>
            <pc:sldMk cId="788278670" sldId="481"/>
            <ac:spMk id="2" creationId="{A15AC8E4-D693-1BF7-6FFC-B665176B864F}"/>
          </ac:spMkLst>
        </pc:spChg>
        <pc:spChg chg="del">
          <ac:chgData name="Zheng, Binghuan" userId="0c8cd837-2f89-4b12-8657-4317aa4b18aa" providerId="ADAL" clId="{37E719DF-D0BF-4E46-823D-4B25E6E42C7F}" dt="2023-05-19T12:54:06.107" v="769" actId="478"/>
          <ac:spMkLst>
            <pc:docMk/>
            <pc:sldMk cId="788278670" sldId="481"/>
            <ac:spMk id="4" creationId="{739ED610-7AC8-45CD-BCC6-B494109E5D9F}"/>
          </ac:spMkLst>
        </pc:spChg>
        <pc:spChg chg="add mod">
          <ac:chgData name="Zheng, Binghuan" userId="0c8cd837-2f89-4b12-8657-4317aa4b18aa" providerId="ADAL" clId="{37E719DF-D0BF-4E46-823D-4B25E6E42C7F}" dt="2023-05-29T07:44:10.606" v="3411" actId="1076"/>
          <ac:spMkLst>
            <pc:docMk/>
            <pc:sldMk cId="788278670" sldId="481"/>
            <ac:spMk id="4" creationId="{DF1D6DCE-930A-9466-E1F1-2F7B77DBD389}"/>
          </ac:spMkLst>
        </pc:spChg>
        <pc:graphicFrameChg chg="mod modGraphic">
          <ac:chgData name="Zheng, Binghuan" userId="0c8cd837-2f89-4b12-8657-4317aa4b18aa" providerId="ADAL" clId="{37E719DF-D0BF-4E46-823D-4B25E6E42C7F}" dt="2023-05-30T01:40:53.612" v="4101" actId="20577"/>
          <ac:graphicFrameMkLst>
            <pc:docMk/>
            <pc:sldMk cId="788278670" sldId="481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29T07:41:43.991" v="3400" actId="207"/>
        <pc:sldMkLst>
          <pc:docMk/>
          <pc:sldMk cId="345076665" sldId="482"/>
        </pc:sldMkLst>
        <pc:spChg chg="add mod">
          <ac:chgData name="Zheng, Binghuan" userId="0c8cd837-2f89-4b12-8657-4317aa4b18aa" providerId="ADAL" clId="{37E719DF-D0BF-4E46-823D-4B25E6E42C7F}" dt="2023-05-19T09:25:00.450" v="227" actId="20577"/>
          <ac:spMkLst>
            <pc:docMk/>
            <pc:sldMk cId="345076665" sldId="482"/>
            <ac:spMk id="2" creationId="{6270C4AE-B850-1221-8246-B4B9103B61D4}"/>
          </ac:spMkLst>
        </pc:spChg>
        <pc:spChg chg="del">
          <ac:chgData name="Zheng, Binghuan" userId="0c8cd837-2f89-4b12-8657-4317aa4b18aa" providerId="ADAL" clId="{37E719DF-D0BF-4E46-823D-4B25E6E42C7F}" dt="2023-05-19T09:24:20.777" v="151" actId="478"/>
          <ac:spMkLst>
            <pc:docMk/>
            <pc:sldMk cId="345076665" sldId="482"/>
            <ac:spMk id="4" creationId="{739ED610-7AC8-45CD-BCC6-B494109E5D9F}"/>
          </ac:spMkLst>
        </pc:spChg>
        <pc:spChg chg="add mod">
          <ac:chgData name="Zheng, Binghuan" userId="0c8cd837-2f89-4b12-8657-4317aa4b18aa" providerId="ADAL" clId="{37E719DF-D0BF-4E46-823D-4B25E6E42C7F}" dt="2023-05-29T07:41:43.991" v="3400" actId="207"/>
          <ac:spMkLst>
            <pc:docMk/>
            <pc:sldMk cId="345076665" sldId="482"/>
            <ac:spMk id="9" creationId="{4A4140DE-1CC1-5B9A-9EE4-2F20E741D474}"/>
          </ac:spMkLst>
        </pc:spChg>
        <pc:graphicFrameChg chg="modGraphic">
          <ac:chgData name="Zheng, Binghuan" userId="0c8cd837-2f89-4b12-8657-4317aa4b18aa" providerId="ADAL" clId="{37E719DF-D0BF-4E46-823D-4B25E6E42C7F}" dt="2023-05-22T03:58:37.166" v="2189" actId="207"/>
          <ac:graphicFrameMkLst>
            <pc:docMk/>
            <pc:sldMk cId="345076665" sldId="482"/>
            <ac:graphicFrameMk id="3" creationId="{503B5CA7-8C98-49CD-062E-DAB370D359FC}"/>
          </ac:graphicFrameMkLst>
        </pc:graphicFrameChg>
        <pc:picChg chg="add del mod">
          <ac:chgData name="Zheng, Binghuan" userId="0c8cd837-2f89-4b12-8657-4317aa4b18aa" providerId="ADAL" clId="{37E719DF-D0BF-4E46-823D-4B25E6E42C7F}" dt="2023-05-29T07:40:17.574" v="3387" actId="478"/>
          <ac:picMkLst>
            <pc:docMk/>
            <pc:sldMk cId="345076665" sldId="482"/>
            <ac:picMk id="5" creationId="{6EB7DF20-8753-B500-1B1E-982F0F058915}"/>
          </ac:picMkLst>
        </pc:picChg>
        <pc:picChg chg="add del mod">
          <ac:chgData name="Zheng, Binghuan" userId="0c8cd837-2f89-4b12-8657-4317aa4b18aa" providerId="ADAL" clId="{37E719DF-D0BF-4E46-823D-4B25E6E42C7F}" dt="2023-05-29T07:41:32.042" v="3396" actId="478"/>
          <ac:picMkLst>
            <pc:docMk/>
            <pc:sldMk cId="345076665" sldId="482"/>
            <ac:picMk id="8" creationId="{23B7E4BB-F209-F616-1F1B-F2EB0C05ABAB}"/>
          </ac:picMkLst>
        </pc:picChg>
      </pc:sldChg>
      <pc:sldChg chg="addSp delSp modSp mod">
        <pc:chgData name="Zheng, Binghuan" userId="0c8cd837-2f89-4b12-8657-4317aa4b18aa" providerId="ADAL" clId="{37E719DF-D0BF-4E46-823D-4B25E6E42C7F}" dt="2023-05-29T08:00:51.698" v="3606" actId="207"/>
        <pc:sldMkLst>
          <pc:docMk/>
          <pc:sldMk cId="1916881881" sldId="483"/>
        </pc:sldMkLst>
        <pc:spChg chg="add mod">
          <ac:chgData name="Zheng, Binghuan" userId="0c8cd837-2f89-4b12-8657-4317aa4b18aa" providerId="ADAL" clId="{37E719DF-D0BF-4E46-823D-4B25E6E42C7F}" dt="2023-05-22T03:59:27.053" v="2199" actId="20577"/>
          <ac:spMkLst>
            <pc:docMk/>
            <pc:sldMk cId="1916881881" sldId="483"/>
            <ac:spMk id="2" creationId="{4C45B8DC-3735-84FA-FB6B-E435D39A2F18}"/>
          </ac:spMkLst>
        </pc:spChg>
        <pc:spChg chg="add mod">
          <ac:chgData name="Zheng, Binghuan" userId="0c8cd837-2f89-4b12-8657-4317aa4b18aa" providerId="ADAL" clId="{37E719DF-D0BF-4E46-823D-4B25E6E42C7F}" dt="2023-05-29T07:42:31.051" v="3402" actId="1076"/>
          <ac:spMkLst>
            <pc:docMk/>
            <pc:sldMk cId="1916881881" sldId="483"/>
            <ac:spMk id="4" creationId="{1B85F3A2-1E8B-89C1-645C-18B1B2264E7C}"/>
          </ac:spMkLst>
        </pc:spChg>
        <pc:spChg chg="del">
          <ac:chgData name="Zheng, Binghuan" userId="0c8cd837-2f89-4b12-8657-4317aa4b18aa" providerId="ADAL" clId="{37E719DF-D0BF-4E46-823D-4B25E6E42C7F}" dt="2023-05-19T09:27:00.396" v="240" actId="478"/>
          <ac:spMkLst>
            <pc:docMk/>
            <pc:sldMk cId="1916881881" sldId="483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00:51.698" v="3606" actId="207"/>
          <ac:graphicFrameMkLst>
            <pc:docMk/>
            <pc:sldMk cId="1916881881" sldId="483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37E719DF-D0BF-4E46-823D-4B25E6E42C7F}" dt="2023-05-29T08:03:36.781" v="3641" actId="20577"/>
        <pc:sldMkLst>
          <pc:docMk/>
          <pc:sldMk cId="2882291423" sldId="484"/>
        </pc:sldMkLst>
        <pc:spChg chg="add mod">
          <ac:chgData name="Zheng, Binghuan" userId="0c8cd837-2f89-4b12-8657-4317aa4b18aa" providerId="ADAL" clId="{37E719DF-D0BF-4E46-823D-4B25E6E42C7F}" dt="2023-05-19T12:17:23.841" v="567" actId="20577"/>
          <ac:spMkLst>
            <pc:docMk/>
            <pc:sldMk cId="2882291423" sldId="484"/>
            <ac:spMk id="2" creationId="{037F8397-1F34-AD23-D9F5-7B56BAE6A1E6}"/>
          </ac:spMkLst>
        </pc:spChg>
        <pc:spChg chg="del">
          <ac:chgData name="Zheng, Binghuan" userId="0c8cd837-2f89-4b12-8657-4317aa4b18aa" providerId="ADAL" clId="{37E719DF-D0BF-4E46-823D-4B25E6E42C7F}" dt="2023-05-19T09:46:15.506" v="404" actId="478"/>
          <ac:spMkLst>
            <pc:docMk/>
            <pc:sldMk cId="2882291423" sldId="484"/>
            <ac:spMk id="4" creationId="{739ED610-7AC8-45CD-BCC6-B494109E5D9F}"/>
          </ac:spMkLst>
        </pc:spChg>
        <pc:graphicFrameChg chg="mod modGraphic">
          <ac:chgData name="Zheng, Binghuan" userId="0c8cd837-2f89-4b12-8657-4317aa4b18aa" providerId="ADAL" clId="{37E719DF-D0BF-4E46-823D-4B25E6E42C7F}" dt="2023-05-29T08:03:36.781" v="3641" actId="20577"/>
          <ac:graphicFrameMkLst>
            <pc:docMk/>
            <pc:sldMk cId="2882291423" sldId="484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37E719DF-D0BF-4E46-823D-4B25E6E42C7F}" dt="2023-05-29T08:11:05.375" v="3738" actId="20577"/>
        <pc:sldMkLst>
          <pc:docMk/>
          <pc:sldMk cId="837894073" sldId="485"/>
        </pc:sldMkLst>
        <pc:spChg chg="mod">
          <ac:chgData name="Zheng, Binghuan" userId="0c8cd837-2f89-4b12-8657-4317aa4b18aa" providerId="ADAL" clId="{37E719DF-D0BF-4E46-823D-4B25E6E42C7F}" dt="2023-05-22T05:35:17.447" v="2245" actId="404"/>
          <ac:spMkLst>
            <pc:docMk/>
            <pc:sldMk cId="837894073" sldId="485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37E719DF-D0BF-4E46-823D-4B25E6E42C7F}" dt="2023-05-29T08:11:05.375" v="3738" actId="20577"/>
          <ac:graphicFrameMkLst>
            <pc:docMk/>
            <pc:sldMk cId="837894073" sldId="485"/>
            <ac:graphicFrameMk id="3" creationId="{503B5CA7-8C98-49CD-062E-DAB370D359FC}"/>
          </ac:graphicFrameMkLst>
        </pc:graphicFrameChg>
      </pc:sldChg>
      <pc:sldChg chg="new del">
        <pc:chgData name="Zheng, Binghuan" userId="0c8cd837-2f89-4b12-8657-4317aa4b18aa" providerId="ADAL" clId="{37E719DF-D0BF-4E46-823D-4B25E6E42C7F}" dt="2023-05-19T12:49:07.477" v="709" actId="680"/>
        <pc:sldMkLst>
          <pc:docMk/>
          <pc:sldMk cId="759071813" sldId="486"/>
        </pc:sldMkLst>
      </pc:sldChg>
      <pc:sldChg chg="addSp delSp modSp add mod ord">
        <pc:chgData name="Zheng, Binghuan" userId="0c8cd837-2f89-4b12-8657-4317aa4b18aa" providerId="ADAL" clId="{37E719DF-D0BF-4E46-823D-4B25E6E42C7F}" dt="2023-05-19T12:52:43.469" v="751"/>
        <pc:sldMkLst>
          <pc:docMk/>
          <pc:sldMk cId="3686215549" sldId="486"/>
        </pc:sldMkLst>
        <pc:spChg chg="del">
          <ac:chgData name="Zheng, Binghuan" userId="0c8cd837-2f89-4b12-8657-4317aa4b18aa" providerId="ADAL" clId="{37E719DF-D0BF-4E46-823D-4B25E6E42C7F}" dt="2023-05-19T12:49:28.508" v="718" actId="478"/>
          <ac:spMkLst>
            <pc:docMk/>
            <pc:sldMk cId="3686215549" sldId="486"/>
            <ac:spMk id="4" creationId="{739ED610-7AC8-45CD-BCC6-B494109E5D9F}"/>
          </ac:spMkLst>
        </pc:spChg>
        <pc:spChg chg="add mod">
          <ac:chgData name="Zheng, Binghuan" userId="0c8cd837-2f89-4b12-8657-4317aa4b18aa" providerId="ADAL" clId="{37E719DF-D0BF-4E46-823D-4B25E6E42C7F}" dt="2023-05-19T12:51:00.490" v="744" actId="1582"/>
          <ac:spMkLst>
            <pc:docMk/>
            <pc:sldMk cId="3686215549" sldId="486"/>
            <ac:spMk id="5" creationId="{A5D1BEDB-75E4-F4DD-CA61-3AA5C8B2D4B6}"/>
          </ac:spMkLst>
        </pc:spChg>
        <pc:spChg chg="mod">
          <ac:chgData name="Zheng, Binghuan" userId="0c8cd837-2f89-4b12-8657-4317aa4b18aa" providerId="ADAL" clId="{37E719DF-D0BF-4E46-823D-4B25E6E42C7F}" dt="2023-05-19T12:49:21.954" v="716" actId="20577"/>
          <ac:spMkLst>
            <pc:docMk/>
            <pc:sldMk cId="3686215549" sldId="486"/>
            <ac:spMk id="6" creationId="{0ED065AC-F3EF-42B0-A34B-DF7EED7FF8B9}"/>
          </ac:spMkLst>
        </pc:spChg>
        <pc:spChg chg="add mod">
          <ac:chgData name="Zheng, Binghuan" userId="0c8cd837-2f89-4b12-8657-4317aa4b18aa" providerId="ADAL" clId="{37E719DF-D0BF-4E46-823D-4B25E6E42C7F}" dt="2023-05-19T12:52:43.469" v="751"/>
          <ac:spMkLst>
            <pc:docMk/>
            <pc:sldMk cId="3686215549" sldId="486"/>
            <ac:spMk id="7" creationId="{728781D6-53EB-AE30-0BA8-2A580B1341B4}"/>
          </ac:spMkLst>
        </pc:spChg>
        <pc:graphicFrameChg chg="del">
          <ac:chgData name="Zheng, Binghuan" userId="0c8cd837-2f89-4b12-8657-4317aa4b18aa" providerId="ADAL" clId="{37E719DF-D0BF-4E46-823D-4B25E6E42C7F}" dt="2023-05-19T12:49:25.377" v="717" actId="478"/>
          <ac:graphicFrameMkLst>
            <pc:docMk/>
            <pc:sldMk cId="3686215549" sldId="486"/>
            <ac:graphicFrameMk id="3" creationId="{503B5CA7-8C98-49CD-062E-DAB370D359FC}"/>
          </ac:graphicFrameMkLst>
        </pc:graphicFrameChg>
        <pc:picChg chg="add mod">
          <ac:chgData name="Zheng, Binghuan" userId="0c8cd837-2f89-4b12-8657-4317aa4b18aa" providerId="ADAL" clId="{37E719DF-D0BF-4E46-823D-4B25E6E42C7F}" dt="2023-05-19T12:50:43.793" v="740" actId="1076"/>
          <ac:picMkLst>
            <pc:docMk/>
            <pc:sldMk cId="3686215549" sldId="486"/>
            <ac:picMk id="2" creationId="{59947C0D-D07E-1927-127A-1EAD3FD9223C}"/>
          </ac:picMkLst>
        </pc:picChg>
      </pc:sldChg>
      <pc:sldChg chg="addSp modSp add mod">
        <pc:chgData name="Zheng, Binghuan" userId="0c8cd837-2f89-4b12-8657-4317aa4b18aa" providerId="ADAL" clId="{37E719DF-D0BF-4E46-823D-4B25E6E42C7F}" dt="2023-05-19T12:52:46.691" v="752"/>
        <pc:sldMkLst>
          <pc:docMk/>
          <pc:sldMk cId="2457082727" sldId="487"/>
        </pc:sldMkLst>
        <pc:spChg chg="add mod">
          <ac:chgData name="Zheng, Binghuan" userId="0c8cd837-2f89-4b12-8657-4317aa4b18aa" providerId="ADAL" clId="{37E719DF-D0BF-4E46-823D-4B25E6E42C7F}" dt="2023-05-19T12:52:46.691" v="752"/>
          <ac:spMkLst>
            <pc:docMk/>
            <pc:sldMk cId="2457082727" sldId="487"/>
            <ac:spMk id="3" creationId="{7881D36E-6CF6-DF95-07ED-39BC2303147A}"/>
          </ac:spMkLst>
        </pc:spChg>
        <pc:spChg chg="mod">
          <ac:chgData name="Zheng, Binghuan" userId="0c8cd837-2f89-4b12-8657-4317aa4b18aa" providerId="ADAL" clId="{37E719DF-D0BF-4E46-823D-4B25E6E42C7F}" dt="2023-05-19T12:49:41.685" v="735" actId="20577"/>
          <ac:spMkLst>
            <pc:docMk/>
            <pc:sldMk cId="2457082727" sldId="487"/>
            <ac:spMk id="6" creationId="{0ED065AC-F3EF-42B0-A34B-DF7EED7FF8B9}"/>
          </ac:spMkLst>
        </pc:spChg>
        <pc:picChg chg="add mod">
          <ac:chgData name="Zheng, Binghuan" userId="0c8cd837-2f89-4b12-8657-4317aa4b18aa" providerId="ADAL" clId="{37E719DF-D0BF-4E46-823D-4B25E6E42C7F}" dt="2023-05-19T12:51:30.579" v="749" actId="1076"/>
          <ac:picMkLst>
            <pc:docMk/>
            <pc:sldMk cId="2457082727" sldId="487"/>
            <ac:picMk id="2" creationId="{CD5782C0-B512-4660-A603-3D57A0200961}"/>
          </ac:picMkLst>
        </pc:picChg>
      </pc:sldChg>
      <pc:sldChg chg="addSp delSp modSp add del mod">
        <pc:chgData name="Zheng, Binghuan" userId="0c8cd837-2f89-4b12-8657-4317aa4b18aa" providerId="ADAL" clId="{37E719DF-D0BF-4E46-823D-4B25E6E42C7F}" dt="2023-05-23T02:16:44.217" v="2681" actId="47"/>
        <pc:sldMkLst>
          <pc:docMk/>
          <pc:sldMk cId="3282235069" sldId="488"/>
        </pc:sldMkLst>
        <pc:graphicFrameChg chg="add del modGraphic">
          <ac:chgData name="Zheng, Binghuan" userId="0c8cd837-2f89-4b12-8657-4317aa4b18aa" providerId="ADAL" clId="{37E719DF-D0BF-4E46-823D-4B25E6E42C7F}" dt="2023-05-23T02:16:40.193" v="2680" actId="478"/>
          <ac:graphicFrameMkLst>
            <pc:docMk/>
            <pc:sldMk cId="3282235069" sldId="488"/>
            <ac:graphicFrameMk id="3" creationId="{503B5CA7-8C98-49CD-062E-DAB370D359FC}"/>
          </ac:graphicFrameMkLst>
        </pc:graphicFrameChg>
      </pc:sldChg>
    </pc:docChg>
  </pc:docChgLst>
  <pc:docChgLst>
    <pc:chgData name="Zheng, Binghuan" userId="0c8cd837-2f89-4b12-8657-4317aa4b18aa" providerId="ADAL" clId="{DB00DB67-FA87-4343-A891-4AD2DE0A735E}"/>
    <pc:docChg chg="undo redo custSel addSld delSld modSld sldOrd">
      <pc:chgData name="Zheng, Binghuan" userId="0c8cd837-2f89-4b12-8657-4317aa4b18aa" providerId="ADAL" clId="{DB00DB67-FA87-4343-A891-4AD2DE0A735E}" dt="2023-05-18T12:13:11.035" v="5302"/>
      <pc:docMkLst>
        <pc:docMk/>
      </pc:docMkLst>
      <pc:sldChg chg="modSp mod">
        <pc:chgData name="Zheng, Binghuan" userId="0c8cd837-2f89-4b12-8657-4317aa4b18aa" providerId="ADAL" clId="{DB00DB67-FA87-4343-A891-4AD2DE0A735E}" dt="2023-05-11T05:46:37.214" v="27" actId="1076"/>
        <pc:sldMkLst>
          <pc:docMk/>
          <pc:sldMk cId="2086400740" sldId="256"/>
        </pc:sldMkLst>
        <pc:spChg chg="mod">
          <ac:chgData name="Zheng, Binghuan" userId="0c8cd837-2f89-4b12-8657-4317aa4b18aa" providerId="ADAL" clId="{DB00DB67-FA87-4343-A891-4AD2DE0A735E}" dt="2023-05-11T05:46:37.214" v="27" actId="1076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DB00DB67-FA87-4343-A891-4AD2DE0A735E}" dt="2023-05-11T05:46:33.134" v="26" actId="1076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Zheng, Binghuan" userId="0c8cd837-2f89-4b12-8657-4317aa4b18aa" providerId="ADAL" clId="{DB00DB67-FA87-4343-A891-4AD2DE0A735E}" dt="2023-05-11T05:46:01.791" v="23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del mod">
        <pc:chgData name="Zheng, Binghuan" userId="0c8cd837-2f89-4b12-8657-4317aa4b18aa" providerId="ADAL" clId="{DB00DB67-FA87-4343-A891-4AD2DE0A735E}" dt="2023-05-18T09:16:30.599" v="4731" actId="47"/>
        <pc:sldMkLst>
          <pc:docMk/>
          <pc:sldMk cId="3615015588" sldId="272"/>
        </pc:sldMkLst>
        <pc:spChg chg="mod">
          <ac:chgData name="Zheng, Binghuan" userId="0c8cd837-2f89-4b12-8657-4317aa4b18aa" providerId="ADAL" clId="{DB00DB67-FA87-4343-A891-4AD2DE0A735E}" dt="2023-05-11T05:58:13.328" v="53"/>
          <ac:spMkLst>
            <pc:docMk/>
            <pc:sldMk cId="3615015588" sldId="272"/>
            <ac:spMk id="4" creationId="{1567C550-8534-4752-A750-4145E9563059}"/>
          </ac:spMkLst>
        </pc:spChg>
      </pc:sldChg>
      <pc:sldChg chg="modSp mod">
        <pc:chgData name="Zheng, Binghuan" userId="0c8cd837-2f89-4b12-8657-4317aa4b18aa" providerId="ADAL" clId="{DB00DB67-FA87-4343-A891-4AD2DE0A735E}" dt="2023-05-11T07:48:14.416" v="693" actId="20577"/>
        <pc:sldMkLst>
          <pc:docMk/>
          <pc:sldMk cId="1970846983" sldId="346"/>
        </pc:sldMkLst>
        <pc:spChg chg="mod">
          <ac:chgData name="Zheng, Binghuan" userId="0c8cd837-2f89-4b12-8657-4317aa4b18aa" providerId="ADAL" clId="{DB00DB67-FA87-4343-A891-4AD2DE0A735E}" dt="2023-05-11T07:48:14.416" v="693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DB00DB67-FA87-4343-A891-4AD2DE0A735E}" dt="2023-05-11T05:49:30.264" v="37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del">
        <pc:chgData name="Zheng, Binghuan" userId="0c8cd837-2f89-4b12-8657-4317aa4b18aa" providerId="ADAL" clId="{DB00DB67-FA87-4343-A891-4AD2DE0A735E}" dt="2023-05-11T07:47:57.583" v="655" actId="47"/>
        <pc:sldMkLst>
          <pc:docMk/>
          <pc:sldMk cId="1807581627" sldId="353"/>
        </pc:sldMkLst>
      </pc:sldChg>
      <pc:sldChg chg="del">
        <pc:chgData name="Zheng, Binghuan" userId="0c8cd837-2f89-4b12-8657-4317aa4b18aa" providerId="ADAL" clId="{DB00DB67-FA87-4343-A891-4AD2DE0A735E}" dt="2023-05-11T07:47:57.615" v="656" actId="47"/>
        <pc:sldMkLst>
          <pc:docMk/>
          <pc:sldMk cId="2793958940" sldId="354"/>
        </pc:sldMkLst>
      </pc:sldChg>
      <pc:sldChg chg="del">
        <pc:chgData name="Zheng, Binghuan" userId="0c8cd837-2f89-4b12-8657-4317aa4b18aa" providerId="ADAL" clId="{DB00DB67-FA87-4343-A891-4AD2DE0A735E}" dt="2023-05-11T07:47:57.680" v="658" actId="47"/>
        <pc:sldMkLst>
          <pc:docMk/>
          <pc:sldMk cId="2684987239" sldId="355"/>
        </pc:sldMkLst>
      </pc:sldChg>
      <pc:sldChg chg="del">
        <pc:chgData name="Zheng, Binghuan" userId="0c8cd837-2f89-4b12-8657-4317aa4b18aa" providerId="ADAL" clId="{DB00DB67-FA87-4343-A891-4AD2DE0A735E}" dt="2023-05-11T07:47:58.338" v="678" actId="47"/>
        <pc:sldMkLst>
          <pc:docMk/>
          <pc:sldMk cId="2573751591" sldId="358"/>
        </pc:sldMkLst>
      </pc:sldChg>
      <pc:sldChg chg="del">
        <pc:chgData name="Zheng, Binghuan" userId="0c8cd837-2f89-4b12-8657-4317aa4b18aa" providerId="ADAL" clId="{DB00DB67-FA87-4343-A891-4AD2DE0A735E}" dt="2023-05-11T07:47:57.756" v="660" actId="47"/>
        <pc:sldMkLst>
          <pc:docMk/>
          <pc:sldMk cId="830645897" sldId="363"/>
        </pc:sldMkLst>
      </pc:sldChg>
      <pc:sldChg chg="del">
        <pc:chgData name="Zheng, Binghuan" userId="0c8cd837-2f89-4b12-8657-4317aa4b18aa" providerId="ADAL" clId="{DB00DB67-FA87-4343-A891-4AD2DE0A735E}" dt="2023-05-11T07:47:57.879" v="664" actId="47"/>
        <pc:sldMkLst>
          <pc:docMk/>
          <pc:sldMk cId="2886081286" sldId="367"/>
        </pc:sldMkLst>
      </pc:sldChg>
      <pc:sldChg chg="del">
        <pc:chgData name="Zheng, Binghuan" userId="0c8cd837-2f89-4b12-8657-4317aa4b18aa" providerId="ADAL" clId="{DB00DB67-FA87-4343-A891-4AD2DE0A735E}" dt="2023-05-11T07:47:58.375" v="679" actId="47"/>
        <pc:sldMkLst>
          <pc:docMk/>
          <pc:sldMk cId="914646431" sldId="368"/>
        </pc:sldMkLst>
      </pc:sldChg>
      <pc:sldChg chg="del">
        <pc:chgData name="Zheng, Binghuan" userId="0c8cd837-2f89-4b12-8657-4317aa4b18aa" providerId="ADAL" clId="{DB00DB67-FA87-4343-A891-4AD2DE0A735E}" dt="2023-05-11T07:47:58.142" v="672" actId="47"/>
        <pc:sldMkLst>
          <pc:docMk/>
          <pc:sldMk cId="224488440" sldId="381"/>
        </pc:sldMkLst>
      </pc:sldChg>
      <pc:sldChg chg="del">
        <pc:chgData name="Zheng, Binghuan" userId="0c8cd837-2f89-4b12-8657-4317aa4b18aa" providerId="ADAL" clId="{DB00DB67-FA87-4343-A891-4AD2DE0A735E}" dt="2023-05-11T07:47:58.399" v="680" actId="47"/>
        <pc:sldMkLst>
          <pc:docMk/>
          <pc:sldMk cId="3968152520" sldId="384"/>
        </pc:sldMkLst>
      </pc:sldChg>
      <pc:sldChg chg="del">
        <pc:chgData name="Zheng, Binghuan" userId="0c8cd837-2f89-4b12-8657-4317aa4b18aa" providerId="ADAL" clId="{DB00DB67-FA87-4343-A891-4AD2DE0A735E}" dt="2023-05-11T07:47:57.511" v="652" actId="47"/>
        <pc:sldMkLst>
          <pc:docMk/>
          <pc:sldMk cId="3675676484" sldId="387"/>
        </pc:sldMkLst>
      </pc:sldChg>
      <pc:sldChg chg="del">
        <pc:chgData name="Zheng, Binghuan" userId="0c8cd837-2f89-4b12-8657-4317aa4b18aa" providerId="ADAL" clId="{DB00DB67-FA87-4343-A891-4AD2DE0A735E}" dt="2023-05-11T07:47:58.464" v="682" actId="47"/>
        <pc:sldMkLst>
          <pc:docMk/>
          <pc:sldMk cId="3933054710" sldId="388"/>
        </pc:sldMkLst>
      </pc:sldChg>
      <pc:sldChg chg="del">
        <pc:chgData name="Zheng, Binghuan" userId="0c8cd837-2f89-4b12-8657-4317aa4b18aa" providerId="ADAL" clId="{DB00DB67-FA87-4343-A891-4AD2DE0A735E}" dt="2023-05-11T07:47:58.066" v="670" actId="47"/>
        <pc:sldMkLst>
          <pc:docMk/>
          <pc:sldMk cId="3818488837" sldId="392"/>
        </pc:sldMkLst>
      </pc:sldChg>
      <pc:sldChg chg="del">
        <pc:chgData name="Zheng, Binghuan" userId="0c8cd837-2f89-4b12-8657-4317aa4b18aa" providerId="ADAL" clId="{DB00DB67-FA87-4343-A891-4AD2DE0A735E}" dt="2023-05-11T07:47:58.607" v="686" actId="47"/>
        <pc:sldMkLst>
          <pc:docMk/>
          <pc:sldMk cId="2484212312" sldId="397"/>
        </pc:sldMkLst>
      </pc:sldChg>
      <pc:sldChg chg="modSp mod">
        <pc:chgData name="Zheng, Binghuan" userId="0c8cd837-2f89-4b12-8657-4317aa4b18aa" providerId="ADAL" clId="{DB00DB67-FA87-4343-A891-4AD2DE0A735E}" dt="2023-05-11T05:55:19.374" v="52" actId="207"/>
        <pc:sldMkLst>
          <pc:docMk/>
          <pc:sldMk cId="723533408" sldId="402"/>
        </pc:sldMkLst>
        <pc:spChg chg="mod">
          <ac:chgData name="Zheng, Binghuan" userId="0c8cd837-2f89-4b12-8657-4317aa4b18aa" providerId="ADAL" clId="{DB00DB67-FA87-4343-A891-4AD2DE0A735E}" dt="2023-05-11T05:55:19.374" v="52" actId="207"/>
          <ac:spMkLst>
            <pc:docMk/>
            <pc:sldMk cId="723533408" sldId="402"/>
            <ac:spMk id="2" creationId="{B2DCC6B2-4893-4AFD-A933-7468A12B60AF}"/>
          </ac:spMkLst>
        </pc:spChg>
      </pc:sldChg>
      <pc:sldChg chg="addSp delSp modSp del mod">
        <pc:chgData name="Zheng, Binghuan" userId="0c8cd837-2f89-4b12-8657-4317aa4b18aa" providerId="ADAL" clId="{DB00DB67-FA87-4343-A891-4AD2DE0A735E}" dt="2023-05-18T09:16:31.260" v="4732" actId="47"/>
        <pc:sldMkLst>
          <pc:docMk/>
          <pc:sldMk cId="2144906693" sldId="404"/>
        </pc:sldMkLst>
        <pc:spChg chg="add del">
          <ac:chgData name="Zheng, Binghuan" userId="0c8cd837-2f89-4b12-8657-4317aa4b18aa" providerId="ADAL" clId="{DB00DB67-FA87-4343-A891-4AD2DE0A735E}" dt="2023-05-11T06:31:03.831" v="213" actId="22"/>
          <ac:spMkLst>
            <pc:docMk/>
            <pc:sldMk cId="2144906693" sldId="404"/>
            <ac:spMk id="3" creationId="{0A52A4DA-6D91-1F11-D200-FEEE9BE2F84F}"/>
          </ac:spMkLst>
        </pc:spChg>
        <pc:spChg chg="mod">
          <ac:chgData name="Zheng, Binghuan" userId="0c8cd837-2f89-4b12-8657-4317aa4b18aa" providerId="ADAL" clId="{DB00DB67-FA87-4343-A891-4AD2DE0A735E}" dt="2023-05-11T07:47:36.224" v="649" actId="20577"/>
          <ac:spMkLst>
            <pc:docMk/>
            <pc:sldMk cId="2144906693" sldId="40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0.963" v="642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17:02.504" v="11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B00DB67-FA87-4343-A891-4AD2DE0A735E}" dt="2023-05-11T07:47:56.970" v="650" actId="47"/>
        <pc:sldMkLst>
          <pc:docMk/>
          <pc:sldMk cId="3009095594" sldId="405"/>
        </pc:sldMkLst>
      </pc:sldChg>
      <pc:sldChg chg="del">
        <pc:chgData name="Zheng, Binghuan" userId="0c8cd837-2f89-4b12-8657-4317aa4b18aa" providerId="ADAL" clId="{DB00DB67-FA87-4343-A891-4AD2DE0A735E}" dt="2023-05-11T07:47:57.469" v="651" actId="47"/>
        <pc:sldMkLst>
          <pc:docMk/>
          <pc:sldMk cId="3247937829" sldId="406"/>
        </pc:sldMkLst>
      </pc:sldChg>
      <pc:sldChg chg="del">
        <pc:chgData name="Zheng, Binghuan" userId="0c8cd837-2f89-4b12-8657-4317aa4b18aa" providerId="ADAL" clId="{DB00DB67-FA87-4343-A891-4AD2DE0A735E}" dt="2023-05-11T07:47:57.542" v="653" actId="47"/>
        <pc:sldMkLst>
          <pc:docMk/>
          <pc:sldMk cId="1787811616" sldId="407"/>
        </pc:sldMkLst>
      </pc:sldChg>
      <pc:sldChg chg="del">
        <pc:chgData name="Zheng, Binghuan" userId="0c8cd837-2f89-4b12-8657-4317aa4b18aa" providerId="ADAL" clId="{DB00DB67-FA87-4343-A891-4AD2DE0A735E}" dt="2023-05-11T07:47:57.551" v="654" actId="47"/>
        <pc:sldMkLst>
          <pc:docMk/>
          <pc:sldMk cId="702712558" sldId="408"/>
        </pc:sldMkLst>
      </pc:sldChg>
      <pc:sldChg chg="del">
        <pc:chgData name="Zheng, Binghuan" userId="0c8cd837-2f89-4b12-8657-4317aa4b18aa" providerId="ADAL" clId="{DB00DB67-FA87-4343-A891-4AD2DE0A735E}" dt="2023-05-11T07:47:57.632" v="657" actId="47"/>
        <pc:sldMkLst>
          <pc:docMk/>
          <pc:sldMk cId="2914717653" sldId="409"/>
        </pc:sldMkLst>
      </pc:sldChg>
      <pc:sldChg chg="del">
        <pc:chgData name="Zheng, Binghuan" userId="0c8cd837-2f89-4b12-8657-4317aa4b18aa" providerId="ADAL" clId="{DB00DB67-FA87-4343-A891-4AD2DE0A735E}" dt="2023-05-11T07:47:57.738" v="659" actId="47"/>
        <pc:sldMkLst>
          <pc:docMk/>
          <pc:sldMk cId="3552434572" sldId="410"/>
        </pc:sldMkLst>
      </pc:sldChg>
      <pc:sldChg chg="del">
        <pc:chgData name="Zheng, Binghuan" userId="0c8cd837-2f89-4b12-8657-4317aa4b18aa" providerId="ADAL" clId="{DB00DB67-FA87-4343-A891-4AD2DE0A735E}" dt="2023-05-11T07:47:57.786" v="661" actId="47"/>
        <pc:sldMkLst>
          <pc:docMk/>
          <pc:sldMk cId="510519173" sldId="411"/>
        </pc:sldMkLst>
      </pc:sldChg>
      <pc:sldChg chg="del">
        <pc:chgData name="Zheng, Binghuan" userId="0c8cd837-2f89-4b12-8657-4317aa4b18aa" providerId="ADAL" clId="{DB00DB67-FA87-4343-A891-4AD2DE0A735E}" dt="2023-05-11T07:47:57.817" v="662" actId="47"/>
        <pc:sldMkLst>
          <pc:docMk/>
          <pc:sldMk cId="722008205" sldId="412"/>
        </pc:sldMkLst>
      </pc:sldChg>
      <pc:sldChg chg="del">
        <pc:chgData name="Zheng, Binghuan" userId="0c8cd837-2f89-4b12-8657-4317aa4b18aa" providerId="ADAL" clId="{DB00DB67-FA87-4343-A891-4AD2DE0A735E}" dt="2023-05-11T07:47:57.863" v="663" actId="47"/>
        <pc:sldMkLst>
          <pc:docMk/>
          <pc:sldMk cId="561797139" sldId="413"/>
        </pc:sldMkLst>
      </pc:sldChg>
      <pc:sldChg chg="del">
        <pc:chgData name="Zheng, Binghuan" userId="0c8cd837-2f89-4b12-8657-4317aa4b18aa" providerId="ADAL" clId="{DB00DB67-FA87-4343-A891-4AD2DE0A735E}" dt="2023-05-11T07:47:57.963" v="666" actId="47"/>
        <pc:sldMkLst>
          <pc:docMk/>
          <pc:sldMk cId="2489166660" sldId="415"/>
        </pc:sldMkLst>
      </pc:sldChg>
      <pc:sldChg chg="del">
        <pc:chgData name="Zheng, Binghuan" userId="0c8cd837-2f89-4b12-8657-4317aa4b18aa" providerId="ADAL" clId="{DB00DB67-FA87-4343-A891-4AD2DE0A735E}" dt="2023-05-11T07:47:57.937" v="665" actId="47"/>
        <pc:sldMkLst>
          <pc:docMk/>
          <pc:sldMk cId="3585669597" sldId="416"/>
        </pc:sldMkLst>
      </pc:sldChg>
      <pc:sldChg chg="del">
        <pc:chgData name="Zheng, Binghuan" userId="0c8cd837-2f89-4b12-8657-4317aa4b18aa" providerId="ADAL" clId="{DB00DB67-FA87-4343-A891-4AD2DE0A735E}" dt="2023-05-11T07:47:57.985" v="667" actId="47"/>
        <pc:sldMkLst>
          <pc:docMk/>
          <pc:sldMk cId="1282720685" sldId="417"/>
        </pc:sldMkLst>
      </pc:sldChg>
      <pc:sldChg chg="del">
        <pc:chgData name="Zheng, Binghuan" userId="0c8cd837-2f89-4b12-8657-4317aa4b18aa" providerId="ADAL" clId="{DB00DB67-FA87-4343-A891-4AD2DE0A735E}" dt="2023-05-11T07:47:58.001" v="668" actId="47"/>
        <pc:sldMkLst>
          <pc:docMk/>
          <pc:sldMk cId="943981249" sldId="418"/>
        </pc:sldMkLst>
      </pc:sldChg>
      <pc:sldChg chg="del">
        <pc:chgData name="Zheng, Binghuan" userId="0c8cd837-2f89-4b12-8657-4317aa4b18aa" providerId="ADAL" clId="{DB00DB67-FA87-4343-A891-4AD2DE0A735E}" dt="2023-05-11T07:47:58.032" v="669" actId="47"/>
        <pc:sldMkLst>
          <pc:docMk/>
          <pc:sldMk cId="2968888852" sldId="419"/>
        </pc:sldMkLst>
      </pc:sldChg>
      <pc:sldChg chg="del">
        <pc:chgData name="Zheng, Binghuan" userId="0c8cd837-2f89-4b12-8657-4317aa4b18aa" providerId="ADAL" clId="{DB00DB67-FA87-4343-A891-4AD2DE0A735E}" dt="2023-05-11T07:47:58.110" v="671" actId="47"/>
        <pc:sldMkLst>
          <pc:docMk/>
          <pc:sldMk cId="1065416071" sldId="420"/>
        </pc:sldMkLst>
      </pc:sldChg>
      <pc:sldChg chg="del">
        <pc:chgData name="Zheng, Binghuan" userId="0c8cd837-2f89-4b12-8657-4317aa4b18aa" providerId="ADAL" clId="{DB00DB67-FA87-4343-A891-4AD2DE0A735E}" dt="2023-05-11T07:47:58.204" v="673" actId="47"/>
        <pc:sldMkLst>
          <pc:docMk/>
          <pc:sldMk cId="3034569877" sldId="421"/>
        </pc:sldMkLst>
      </pc:sldChg>
      <pc:sldChg chg="del">
        <pc:chgData name="Zheng, Binghuan" userId="0c8cd837-2f89-4b12-8657-4317aa4b18aa" providerId="ADAL" clId="{DB00DB67-FA87-4343-A891-4AD2DE0A735E}" dt="2023-05-11T07:47:58.221" v="674" actId="47"/>
        <pc:sldMkLst>
          <pc:docMk/>
          <pc:sldMk cId="4238224736" sldId="422"/>
        </pc:sldMkLst>
      </pc:sldChg>
      <pc:sldChg chg="del">
        <pc:chgData name="Zheng, Binghuan" userId="0c8cd837-2f89-4b12-8657-4317aa4b18aa" providerId="ADAL" clId="{DB00DB67-FA87-4343-A891-4AD2DE0A735E}" dt="2023-05-11T07:47:58.254" v="675" actId="47"/>
        <pc:sldMkLst>
          <pc:docMk/>
          <pc:sldMk cId="1488326449" sldId="423"/>
        </pc:sldMkLst>
      </pc:sldChg>
      <pc:sldChg chg="del">
        <pc:chgData name="Zheng, Binghuan" userId="0c8cd837-2f89-4b12-8657-4317aa4b18aa" providerId="ADAL" clId="{DB00DB67-FA87-4343-A891-4AD2DE0A735E}" dt="2023-05-11T07:47:58.269" v="676" actId="47"/>
        <pc:sldMkLst>
          <pc:docMk/>
          <pc:sldMk cId="574681852" sldId="424"/>
        </pc:sldMkLst>
      </pc:sldChg>
      <pc:sldChg chg="del">
        <pc:chgData name="Zheng, Binghuan" userId="0c8cd837-2f89-4b12-8657-4317aa4b18aa" providerId="ADAL" clId="{DB00DB67-FA87-4343-A891-4AD2DE0A735E}" dt="2023-05-11T07:47:58.287" v="677" actId="47"/>
        <pc:sldMkLst>
          <pc:docMk/>
          <pc:sldMk cId="776038252" sldId="425"/>
        </pc:sldMkLst>
      </pc:sldChg>
      <pc:sldChg chg="del">
        <pc:chgData name="Zheng, Binghuan" userId="0c8cd837-2f89-4b12-8657-4317aa4b18aa" providerId="ADAL" clId="{DB00DB67-FA87-4343-A891-4AD2DE0A735E}" dt="2023-05-11T07:47:58.435" v="681" actId="47"/>
        <pc:sldMkLst>
          <pc:docMk/>
          <pc:sldMk cId="2176729132" sldId="426"/>
        </pc:sldMkLst>
      </pc:sldChg>
      <pc:sldChg chg="del">
        <pc:chgData name="Zheng, Binghuan" userId="0c8cd837-2f89-4b12-8657-4317aa4b18aa" providerId="ADAL" clId="{DB00DB67-FA87-4343-A891-4AD2DE0A735E}" dt="2023-05-11T07:47:58.592" v="685" actId="47"/>
        <pc:sldMkLst>
          <pc:docMk/>
          <pc:sldMk cId="1693173128" sldId="427"/>
        </pc:sldMkLst>
      </pc:sldChg>
      <pc:sldChg chg="del">
        <pc:chgData name="Zheng, Binghuan" userId="0c8cd837-2f89-4b12-8657-4317aa4b18aa" providerId="ADAL" clId="{DB00DB67-FA87-4343-A891-4AD2DE0A735E}" dt="2023-05-11T07:47:58.520" v="683" actId="47"/>
        <pc:sldMkLst>
          <pc:docMk/>
          <pc:sldMk cId="1898914133" sldId="428"/>
        </pc:sldMkLst>
      </pc:sldChg>
      <pc:sldChg chg="del">
        <pc:chgData name="Zheng, Binghuan" userId="0c8cd837-2f89-4b12-8657-4317aa4b18aa" providerId="ADAL" clId="{DB00DB67-FA87-4343-A891-4AD2DE0A735E}" dt="2023-05-11T07:47:58.549" v="684" actId="47"/>
        <pc:sldMkLst>
          <pc:docMk/>
          <pc:sldMk cId="2549360784" sldId="429"/>
        </pc:sldMkLst>
      </pc:sldChg>
      <pc:sldChg chg="del">
        <pc:chgData name="Zheng, Binghuan" userId="0c8cd837-2f89-4b12-8657-4317aa4b18aa" providerId="ADAL" clId="{DB00DB67-FA87-4343-A891-4AD2DE0A735E}" dt="2023-05-11T07:47:58.655" v="687" actId="47"/>
        <pc:sldMkLst>
          <pc:docMk/>
          <pc:sldMk cId="3710500859" sldId="430"/>
        </pc:sldMkLst>
      </pc:sldChg>
      <pc:sldChg chg="del">
        <pc:chgData name="Zheng, Binghuan" userId="0c8cd837-2f89-4b12-8657-4317aa4b18aa" providerId="ADAL" clId="{DB00DB67-FA87-4343-A891-4AD2DE0A735E}" dt="2023-05-11T07:47:59.065" v="688" actId="47"/>
        <pc:sldMkLst>
          <pc:docMk/>
          <pc:sldMk cId="3766124570" sldId="431"/>
        </pc:sldMkLst>
      </pc:sldChg>
      <pc:sldChg chg="del">
        <pc:chgData name="Zheng, Binghuan" userId="0c8cd837-2f89-4b12-8657-4317aa4b18aa" providerId="ADAL" clId="{DB00DB67-FA87-4343-A891-4AD2DE0A735E}" dt="2023-05-11T07:47:59.279" v="689" actId="47"/>
        <pc:sldMkLst>
          <pc:docMk/>
          <pc:sldMk cId="2231879138" sldId="432"/>
        </pc:sldMkLst>
      </pc:sldChg>
      <pc:sldChg chg="del">
        <pc:chgData name="Zheng, Binghuan" userId="0c8cd837-2f89-4b12-8657-4317aa4b18aa" providerId="ADAL" clId="{DB00DB67-FA87-4343-A891-4AD2DE0A735E}" dt="2023-05-11T07:47:59.477" v="690" actId="47"/>
        <pc:sldMkLst>
          <pc:docMk/>
          <pc:sldMk cId="2330827398" sldId="433"/>
        </pc:sldMkLst>
      </pc:sldChg>
      <pc:sldChg chg="modSp add del mod">
        <pc:chgData name="Zheng, Binghuan" userId="0c8cd837-2f89-4b12-8657-4317aa4b18aa" providerId="ADAL" clId="{DB00DB67-FA87-4343-A891-4AD2DE0A735E}" dt="2023-05-18T09:16:31.753" v="4733" actId="47"/>
        <pc:sldMkLst>
          <pc:docMk/>
          <pc:sldMk cId="115201031" sldId="434"/>
        </pc:sldMkLst>
        <pc:spChg chg="mod">
          <ac:chgData name="Zheng, Binghuan" userId="0c8cd837-2f89-4b12-8657-4317aa4b18aa" providerId="ADAL" clId="{DB00DB67-FA87-4343-A891-4AD2DE0A735E}" dt="2023-05-11T06:52:55.337" v="381" actId="20577"/>
          <ac:spMkLst>
            <pc:docMk/>
            <pc:sldMk cId="115201031" sldId="43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6.668" v="644" actId="20577"/>
          <ac:spMkLst>
            <pc:docMk/>
            <pc:sldMk cId="115201031" sldId="43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51:38.359" v="311" actId="122"/>
          <ac:graphicFrameMkLst>
            <pc:docMk/>
            <pc:sldMk cId="115201031" sldId="434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B00DB67-FA87-4343-A891-4AD2DE0A735E}" dt="2023-05-18T09:16:32.386" v="4734" actId="47"/>
        <pc:sldMkLst>
          <pc:docMk/>
          <pc:sldMk cId="428685846" sldId="435"/>
        </pc:sldMkLst>
        <pc:spChg chg="mod">
          <ac:chgData name="Zheng, Binghuan" userId="0c8cd837-2f89-4b12-8657-4317aa4b18aa" providerId="ADAL" clId="{DB00DB67-FA87-4343-A891-4AD2DE0A735E}" dt="2023-05-11T07:14:04.056" v="484" actId="20577"/>
          <ac:spMkLst>
            <pc:docMk/>
            <pc:sldMk cId="428685846" sldId="43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27.778" v="646" actId="20577"/>
          <ac:spMkLst>
            <pc:docMk/>
            <pc:sldMk cId="428685846" sldId="43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3:17.567" v="443"/>
          <ac:graphicFrameMkLst>
            <pc:docMk/>
            <pc:sldMk cId="428685846" sldId="435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B00DB67-FA87-4343-A891-4AD2DE0A735E}" dt="2023-05-18T09:16:33.009" v="4735" actId="47"/>
        <pc:sldMkLst>
          <pc:docMk/>
          <pc:sldMk cId="2110459600" sldId="436"/>
        </pc:sldMkLst>
        <pc:spChg chg="mod">
          <ac:chgData name="Zheng, Binghuan" userId="0c8cd837-2f89-4b12-8657-4317aa4b18aa" providerId="ADAL" clId="{DB00DB67-FA87-4343-A891-4AD2DE0A735E}" dt="2023-05-11T07:19:04.850" v="641" actId="20577"/>
          <ac:spMkLst>
            <pc:docMk/>
            <pc:sldMk cId="2110459600" sldId="43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32.058" v="648" actId="20577"/>
          <ac:spMkLst>
            <pc:docMk/>
            <pc:sldMk cId="2110459600" sldId="43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7:52.604" v="520"/>
          <ac:graphicFrameMkLst>
            <pc:docMk/>
            <pc:sldMk cId="2110459600" sldId="43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1T07:49:01.437" v="700"/>
        <pc:sldMkLst>
          <pc:docMk/>
          <pc:sldMk cId="2059096030" sldId="437"/>
        </pc:sldMkLst>
        <pc:spChg chg="mod">
          <ac:chgData name="Zheng, Binghuan" userId="0c8cd837-2f89-4b12-8657-4317aa4b18aa" providerId="ADAL" clId="{DB00DB67-FA87-4343-A891-4AD2DE0A735E}" dt="2023-05-11T07:49:01.437" v="700"/>
          <ac:spMkLst>
            <pc:docMk/>
            <pc:sldMk cId="2059096030" sldId="437"/>
            <ac:spMk id="4" creationId="{1567C550-8534-4752-A750-4145E9563059}"/>
          </ac:spMkLst>
        </pc:spChg>
      </pc:sldChg>
      <pc:sldChg chg="modSp add del mod ord">
        <pc:chgData name="Zheng, Binghuan" userId="0c8cd837-2f89-4b12-8657-4317aa4b18aa" providerId="ADAL" clId="{DB00DB67-FA87-4343-A891-4AD2DE0A735E}" dt="2023-05-18T11:58:41.357" v="5153" actId="47"/>
        <pc:sldMkLst>
          <pc:docMk/>
          <pc:sldMk cId="652883061" sldId="438"/>
        </pc:sldMkLst>
        <pc:spChg chg="mod">
          <ac:chgData name="Zheng, Binghuan" userId="0c8cd837-2f89-4b12-8657-4317aa4b18aa" providerId="ADAL" clId="{DB00DB67-FA87-4343-A891-4AD2DE0A735E}" dt="2023-05-11T08:53:23.512" v="840" actId="20577"/>
          <ac:spMkLst>
            <pc:docMk/>
            <pc:sldMk cId="652883061" sldId="43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18.601" v="1408" actId="20577"/>
          <ac:spMkLst>
            <pc:docMk/>
            <pc:sldMk cId="652883061" sldId="43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8:47:24.904" v="729" actId="20577"/>
          <ac:graphicFrameMkLst>
            <pc:docMk/>
            <pc:sldMk cId="652883061" sldId="43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6:39:20.633" v="1409" actId="20577"/>
        <pc:sldMkLst>
          <pc:docMk/>
          <pc:sldMk cId="9024894" sldId="439"/>
        </pc:sldMkLst>
        <pc:spChg chg="add del">
          <ac:chgData name="Zheng, Binghuan" userId="0c8cd837-2f89-4b12-8657-4317aa4b18aa" providerId="ADAL" clId="{DB00DB67-FA87-4343-A891-4AD2DE0A735E}" dt="2023-05-12T02:24:14.246" v="982" actId="22"/>
          <ac:spMkLst>
            <pc:docMk/>
            <pc:sldMk cId="9024894" sldId="439"/>
            <ac:spMk id="3" creationId="{4FA6E3B7-2AF1-EE72-EABC-95EAAC030816}"/>
          </ac:spMkLst>
        </pc:spChg>
        <pc:spChg chg="mod">
          <ac:chgData name="Zheng, Binghuan" userId="0c8cd837-2f89-4b12-8657-4317aa4b18aa" providerId="ADAL" clId="{DB00DB67-FA87-4343-A891-4AD2DE0A735E}" dt="2023-05-11T09:08:42.100" v="980" actId="20577"/>
          <ac:spMkLst>
            <pc:docMk/>
            <pc:sldMk cId="9024894" sldId="439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0.633" v="1409" actId="20577"/>
          <ac:spMkLst>
            <pc:docMk/>
            <pc:sldMk cId="9024894" sldId="43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9:08:23.956" v="939" actId="20577"/>
          <ac:graphicFrameMkLst>
            <pc:docMk/>
            <pc:sldMk cId="9024894" sldId="439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24.912" v="1411" actId="20577"/>
        <pc:sldMkLst>
          <pc:docMk/>
          <pc:sldMk cId="3674131767" sldId="440"/>
        </pc:sldMkLst>
        <pc:spChg chg="mod">
          <ac:chgData name="Zheng, Binghuan" userId="0c8cd837-2f89-4b12-8657-4317aa4b18aa" providerId="ADAL" clId="{DB00DB67-FA87-4343-A891-4AD2DE0A735E}" dt="2023-05-12T06:00:46.325" v="1117" actId="20577"/>
          <ac:spMkLst>
            <pc:docMk/>
            <pc:sldMk cId="3674131767" sldId="440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4.912" v="1411" actId="20577"/>
          <ac:spMkLst>
            <pc:docMk/>
            <pc:sldMk cId="3674131767" sldId="44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5:56:42.487" v="1055"/>
          <ac:graphicFrameMkLst>
            <pc:docMk/>
            <pc:sldMk cId="3674131767" sldId="440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0.374" v="1413" actId="20577"/>
        <pc:sldMkLst>
          <pc:docMk/>
          <pc:sldMk cId="1388188829" sldId="441"/>
        </pc:sldMkLst>
        <pc:spChg chg="mod">
          <ac:chgData name="Zheng, Binghuan" userId="0c8cd837-2f89-4b12-8657-4317aa4b18aa" providerId="ADAL" clId="{DB00DB67-FA87-4343-A891-4AD2DE0A735E}" dt="2023-05-12T06:08:19.712" v="1160" actId="20577"/>
          <ac:spMkLst>
            <pc:docMk/>
            <pc:sldMk cId="1388188829" sldId="441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0.374" v="1413" actId="20577"/>
          <ac:spMkLst>
            <pc:docMk/>
            <pc:sldMk cId="1388188829" sldId="44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06:17.322" v="1140" actId="207"/>
          <ac:graphicFrameMkLst>
            <pc:docMk/>
            <pc:sldMk cId="1388188829" sldId="441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9.653" v="1418" actId="20577"/>
        <pc:sldMkLst>
          <pc:docMk/>
          <pc:sldMk cId="1448590864" sldId="442"/>
        </pc:sldMkLst>
        <pc:spChg chg="mod">
          <ac:chgData name="Zheng, Binghuan" userId="0c8cd837-2f89-4b12-8657-4317aa4b18aa" providerId="ADAL" clId="{DB00DB67-FA87-4343-A891-4AD2DE0A735E}" dt="2023-05-12T06:26:11.329" v="1311" actId="20577"/>
          <ac:spMkLst>
            <pc:docMk/>
            <pc:sldMk cId="1448590864" sldId="44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9.653" v="1418" actId="20577"/>
          <ac:spMkLst>
            <pc:docMk/>
            <pc:sldMk cId="1448590864" sldId="44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24:49.064" v="1205" actId="108"/>
          <ac:graphicFrameMkLst>
            <pc:docMk/>
            <pc:sldMk cId="1448590864" sldId="442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B00DB67-FA87-4343-A891-4AD2DE0A735E}" dt="2023-05-18T11:57:36.609" v="5151" actId="47"/>
        <pc:sldMkLst>
          <pc:docMk/>
          <pc:sldMk cId="435700087" sldId="443"/>
        </pc:sldMkLst>
        <pc:spChg chg="mod">
          <ac:chgData name="Zheng, Binghuan" userId="0c8cd837-2f89-4b12-8657-4317aa4b18aa" providerId="ADAL" clId="{DB00DB67-FA87-4343-A891-4AD2DE0A735E}" dt="2023-05-12T06:35:06.706" v="1396" actId="20577"/>
          <ac:spMkLst>
            <pc:docMk/>
            <pc:sldMk cId="435700087" sldId="443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45.541" v="1420" actId="20577"/>
          <ac:spMkLst>
            <pc:docMk/>
            <pc:sldMk cId="435700087" sldId="44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38:06.833" v="1407"/>
          <ac:graphicFrameMkLst>
            <pc:docMk/>
            <pc:sldMk cId="435700087" sldId="443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6:40:51.610" v="1424"/>
        <pc:sldMkLst>
          <pc:docMk/>
          <pc:sldMk cId="1495955687" sldId="444"/>
        </pc:sldMkLst>
        <pc:spChg chg="mod">
          <ac:chgData name="Zheng, Binghuan" userId="0c8cd837-2f89-4b12-8657-4317aa4b18aa" providerId="ADAL" clId="{DB00DB67-FA87-4343-A891-4AD2DE0A735E}" dt="2023-05-12T06:40:51.610" v="1424"/>
          <ac:spMkLst>
            <pc:docMk/>
            <pc:sldMk cId="1495955687" sldId="444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7:08:29.367" v="1655" actId="20577"/>
        <pc:sldMkLst>
          <pc:docMk/>
          <pc:sldMk cId="2211459611" sldId="445"/>
        </pc:sldMkLst>
        <pc:spChg chg="mod">
          <ac:chgData name="Zheng, Binghuan" userId="0c8cd837-2f89-4b12-8657-4317aa4b18aa" providerId="ADAL" clId="{DB00DB67-FA87-4343-A891-4AD2DE0A735E}" dt="2023-05-12T06:56:16.250" v="1526" actId="20577"/>
          <ac:spMkLst>
            <pc:docMk/>
            <pc:sldMk cId="2211459611" sldId="44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9.367" v="1655" actId="20577"/>
          <ac:spMkLst>
            <pc:docMk/>
            <pc:sldMk cId="2211459611" sldId="44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55:23.916" v="1442"/>
          <ac:graphicFrameMkLst>
            <pc:docMk/>
            <pc:sldMk cId="2211459611" sldId="44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7:26:43.921" v="1714" actId="20577"/>
        <pc:sldMkLst>
          <pc:docMk/>
          <pc:sldMk cId="3498928025" sldId="446"/>
        </pc:sldMkLst>
        <pc:spChg chg="mod">
          <ac:chgData name="Zheng, Binghuan" userId="0c8cd837-2f89-4b12-8657-4317aa4b18aa" providerId="ADAL" clId="{DB00DB67-FA87-4343-A891-4AD2DE0A735E}" dt="2023-05-12T07:26:43.921" v="1714" actId="20577"/>
          <ac:spMkLst>
            <pc:docMk/>
            <pc:sldMk cId="3498928025" sldId="44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6.707" v="1654" actId="20577"/>
          <ac:spMkLst>
            <pc:docMk/>
            <pc:sldMk cId="3498928025" sldId="44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7:25:03.466" v="1659" actId="20577"/>
          <ac:graphicFrameMkLst>
            <pc:docMk/>
            <pc:sldMk cId="3498928025" sldId="44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7:27:20.030" v="1718"/>
        <pc:sldMkLst>
          <pc:docMk/>
          <pc:sldMk cId="2988194818" sldId="447"/>
        </pc:sldMkLst>
        <pc:spChg chg="mod">
          <ac:chgData name="Zheng, Binghuan" userId="0c8cd837-2f89-4b12-8657-4317aa4b18aa" providerId="ADAL" clId="{DB00DB67-FA87-4343-A891-4AD2DE0A735E}" dt="2023-05-12T07:27:20.030" v="1718"/>
          <ac:spMkLst>
            <pc:docMk/>
            <pc:sldMk cId="2988194818" sldId="447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8:23:13.291" v="1810"/>
        <pc:sldMkLst>
          <pc:docMk/>
          <pc:sldMk cId="732527161" sldId="448"/>
        </pc:sldMkLst>
        <pc:spChg chg="mod">
          <ac:chgData name="Zheng, Binghuan" userId="0c8cd837-2f89-4b12-8657-4317aa4b18aa" providerId="ADAL" clId="{DB00DB67-FA87-4343-A891-4AD2DE0A735E}" dt="2023-05-12T08:17:25.811" v="1788" actId="1076"/>
          <ac:spMkLst>
            <pc:docMk/>
            <pc:sldMk cId="732527161" sldId="44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27:28.753" v="1719"/>
          <ac:spMkLst>
            <pc:docMk/>
            <pc:sldMk cId="732527161" sldId="44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8:23:13.291" v="1810"/>
          <ac:graphicFrameMkLst>
            <pc:docMk/>
            <pc:sldMk cId="732527161" sldId="44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8:35:47.801" v="1850" actId="1076"/>
        <pc:sldMkLst>
          <pc:docMk/>
          <pc:sldMk cId="1002335632" sldId="449"/>
        </pc:sldMkLst>
        <pc:spChg chg="mod">
          <ac:chgData name="Zheng, Binghuan" userId="0c8cd837-2f89-4b12-8657-4317aa4b18aa" providerId="ADAL" clId="{DB00DB67-FA87-4343-A891-4AD2DE0A735E}" dt="2023-05-12T07:29:58.730" v="1759" actId="20577"/>
          <ac:spMkLst>
            <pc:docMk/>
            <pc:sldMk cId="1002335632" sldId="449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2T08:35:47.801" v="1850" actId="1076"/>
          <ac:spMkLst>
            <pc:docMk/>
            <pc:sldMk cId="1002335632" sldId="449"/>
            <ac:spMk id="7" creationId="{D04F7035-CA7B-5CE2-54FD-79F4D98DA9AB}"/>
          </ac:spMkLst>
        </pc:spChg>
        <pc:graphicFrameChg chg="add del mod modGraphic">
          <ac:chgData name="Zheng, Binghuan" userId="0c8cd837-2f89-4b12-8657-4317aa4b18aa" providerId="ADAL" clId="{DB00DB67-FA87-4343-A891-4AD2DE0A735E}" dt="2023-05-12T08:25:58.523" v="1827"/>
          <ac:graphicFrameMkLst>
            <pc:docMk/>
            <pc:sldMk cId="1002335632" sldId="449"/>
            <ac:graphicFrameMk id="9" creationId="{A471383B-87D3-406F-AEC8-A1732EA53B37}"/>
          </ac:graphicFrameMkLst>
        </pc:graphicFrameChg>
        <pc:picChg chg="add mod modCrop">
          <ac:chgData name="Zheng, Binghuan" userId="0c8cd837-2f89-4b12-8657-4317aa4b18aa" providerId="ADAL" clId="{DB00DB67-FA87-4343-A891-4AD2DE0A735E}" dt="2023-05-12T08:34:51.113" v="1842" actId="1076"/>
          <ac:picMkLst>
            <pc:docMk/>
            <pc:sldMk cId="1002335632" sldId="449"/>
            <ac:picMk id="2" creationId="{403E9D65-B913-7FFB-8CA2-8C436560239B}"/>
          </ac:picMkLst>
        </pc:picChg>
        <pc:cxnChg chg="add del mod">
          <ac:chgData name="Zheng, Binghuan" userId="0c8cd837-2f89-4b12-8657-4317aa4b18aa" providerId="ADAL" clId="{DB00DB67-FA87-4343-A891-4AD2DE0A735E}" dt="2023-05-12T08:35:22.332" v="1845" actId="478"/>
          <ac:cxnSpMkLst>
            <pc:docMk/>
            <pc:sldMk cId="1002335632" sldId="449"/>
            <ac:cxnSpMk id="5" creationId="{8587E9E7-67D5-D21E-35D8-831A245945C9}"/>
          </ac:cxnSpMkLst>
        </pc:cxnChg>
      </pc:sldChg>
      <pc:sldChg chg="modSp add mod ord">
        <pc:chgData name="Zheng, Binghuan" userId="0c8cd837-2f89-4b12-8657-4317aa4b18aa" providerId="ADAL" clId="{DB00DB67-FA87-4343-A891-4AD2DE0A735E}" dt="2023-05-12T08:36:24.672" v="1854"/>
        <pc:sldMkLst>
          <pc:docMk/>
          <pc:sldMk cId="2209356476" sldId="450"/>
        </pc:sldMkLst>
        <pc:spChg chg="mod">
          <ac:chgData name="Zheng, Binghuan" userId="0c8cd837-2f89-4b12-8657-4317aa4b18aa" providerId="ADAL" clId="{DB00DB67-FA87-4343-A891-4AD2DE0A735E}" dt="2023-05-12T08:36:24.672" v="1854"/>
          <ac:spMkLst>
            <pc:docMk/>
            <pc:sldMk cId="2209356476" sldId="450"/>
            <ac:spMk id="4" creationId="{1567C550-8534-4752-A750-4145E9563059}"/>
          </ac:spMkLst>
        </pc:spChg>
      </pc:sldChg>
      <pc:sldChg chg="addSp delSp modSp add mod ord">
        <pc:chgData name="Zheng, Binghuan" userId="0c8cd837-2f89-4b12-8657-4317aa4b18aa" providerId="ADAL" clId="{DB00DB67-FA87-4343-A891-4AD2DE0A735E}" dt="2023-05-18T11:59:15.427" v="5160" actId="14734"/>
        <pc:sldMkLst>
          <pc:docMk/>
          <pc:sldMk cId="2050256125" sldId="451"/>
        </pc:sldMkLst>
        <pc:spChg chg="mod">
          <ac:chgData name="Zheng, Binghuan" userId="0c8cd837-2f89-4b12-8657-4317aa4b18aa" providerId="ADAL" clId="{DB00DB67-FA87-4343-A891-4AD2DE0A735E}" dt="2023-05-18T09:18:00.433" v="4739"/>
          <ac:spMkLst>
            <pc:docMk/>
            <pc:sldMk cId="2050256125" sldId="451"/>
            <ac:spMk id="6" creationId="{0ED065AC-F3EF-42B0-A34B-DF7EED7FF8B9}"/>
          </ac:spMkLst>
        </pc:spChg>
        <pc:graphicFrameChg chg="add del">
          <ac:chgData name="Zheng, Binghuan" userId="0c8cd837-2f89-4b12-8657-4317aa4b18aa" providerId="ADAL" clId="{DB00DB67-FA87-4343-A891-4AD2DE0A735E}" dt="2023-05-12T13:44:23.968" v="2055" actId="478"/>
          <ac:graphicFrameMkLst>
            <pc:docMk/>
            <pc:sldMk cId="2050256125" sldId="451"/>
            <ac:graphicFrameMk id="2" creationId="{D71B9FB4-57E6-0A5A-A9AF-084DE2BBF2AD}"/>
          </ac:graphicFrameMkLst>
        </pc:graphicFrameChg>
        <pc:graphicFrameChg chg="add mod modGraphic">
          <ac:chgData name="Zheng, Binghuan" userId="0c8cd837-2f89-4b12-8657-4317aa4b18aa" providerId="ADAL" clId="{DB00DB67-FA87-4343-A891-4AD2DE0A735E}" dt="2023-05-18T11:59:15.427" v="5160" actId="14734"/>
          <ac:graphicFrameMkLst>
            <pc:docMk/>
            <pc:sldMk cId="2050256125" sldId="451"/>
            <ac:graphicFrameMk id="3" creationId="{503B5CA7-8C98-49CD-062E-DAB370D359FC}"/>
          </ac:graphicFrameMkLst>
        </pc:graphicFrameChg>
        <pc:graphicFrameChg chg="add del mod modGraphic">
          <ac:chgData name="Zheng, Binghuan" userId="0c8cd837-2f89-4b12-8657-4317aa4b18aa" providerId="ADAL" clId="{DB00DB67-FA87-4343-A891-4AD2DE0A735E}" dt="2023-05-12T13:43:52.506" v="2053" actId="478"/>
          <ac:graphicFrameMkLst>
            <pc:docMk/>
            <pc:sldMk cId="2050256125" sldId="451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8:37:08.195" v="1863"/>
        <pc:sldMkLst>
          <pc:docMk/>
          <pc:sldMk cId="3319544129" sldId="452"/>
        </pc:sldMkLst>
        <pc:spChg chg="mod">
          <ac:chgData name="Zheng, Binghuan" userId="0c8cd837-2f89-4b12-8657-4317aa4b18aa" providerId="ADAL" clId="{DB00DB67-FA87-4343-A891-4AD2DE0A735E}" dt="2023-05-12T08:37:08.195" v="1863"/>
          <ac:spMkLst>
            <pc:docMk/>
            <pc:sldMk cId="3319544129" sldId="452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6T04:48:57.011" v="3621" actId="20577"/>
        <pc:sldMkLst>
          <pc:docMk/>
          <pc:sldMk cId="2776444572" sldId="453"/>
        </pc:sldMkLst>
        <pc:spChg chg="mod">
          <ac:chgData name="Zheng, Binghuan" userId="0c8cd837-2f89-4b12-8657-4317aa4b18aa" providerId="ADAL" clId="{DB00DB67-FA87-4343-A891-4AD2DE0A735E}" dt="2023-05-16T04:48:57.011" v="3621" actId="20577"/>
          <ac:spMkLst>
            <pc:docMk/>
            <pc:sldMk cId="2776444572" sldId="453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7:55.306" v="1867"/>
        <pc:sldMkLst>
          <pc:docMk/>
          <pc:sldMk cId="71352314" sldId="454"/>
        </pc:sldMkLst>
        <pc:spChg chg="mod">
          <ac:chgData name="Zheng, Binghuan" userId="0c8cd837-2f89-4b12-8657-4317aa4b18aa" providerId="ADAL" clId="{DB00DB67-FA87-4343-A891-4AD2DE0A735E}" dt="2023-05-12T08:37:55.306" v="1867"/>
          <ac:spMkLst>
            <pc:docMk/>
            <pc:sldMk cId="71352314" sldId="454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8:16.568" v="1868"/>
        <pc:sldMkLst>
          <pc:docMk/>
          <pc:sldMk cId="1539297286" sldId="455"/>
        </pc:sldMkLst>
        <pc:spChg chg="mod">
          <ac:chgData name="Zheng, Binghuan" userId="0c8cd837-2f89-4b12-8657-4317aa4b18aa" providerId="ADAL" clId="{DB00DB67-FA87-4343-A891-4AD2DE0A735E}" dt="2023-05-12T08:38:16.568" v="1868"/>
          <ac:spMkLst>
            <pc:docMk/>
            <pc:sldMk cId="1539297286" sldId="455"/>
            <ac:spMk id="4" creationId="{1567C550-8534-4752-A750-4145E9563059}"/>
          </ac:spMkLst>
        </pc:spChg>
      </pc:sldChg>
      <pc:sldChg chg="addSp delSp modSp add mod">
        <pc:chgData name="Zheng, Binghuan" userId="0c8cd837-2f89-4b12-8657-4317aa4b18aa" providerId="ADAL" clId="{DB00DB67-FA87-4343-A891-4AD2DE0A735E}" dt="2023-05-15T02:17:35.953" v="2614"/>
        <pc:sldMkLst>
          <pc:docMk/>
          <pc:sldMk cId="731146122" sldId="456"/>
        </pc:sldMkLst>
        <pc:spChg chg="add del mod">
          <ac:chgData name="Zheng, Binghuan" userId="0c8cd837-2f89-4b12-8657-4317aa4b18aa" providerId="ADAL" clId="{DB00DB67-FA87-4343-A891-4AD2DE0A735E}" dt="2023-05-15T02:17:35.953" v="2614"/>
          <ac:spMkLst>
            <pc:docMk/>
            <pc:sldMk cId="731146122" sldId="456"/>
            <ac:spMk id="2" creationId="{7661A0C2-A142-4F5C-20A9-50601DB33B34}"/>
          </ac:spMkLst>
        </pc:spChg>
        <pc:spChg chg="mod">
          <ac:chgData name="Zheng, Binghuan" userId="0c8cd837-2f89-4b12-8657-4317aa4b18aa" providerId="ADAL" clId="{DB00DB67-FA87-4343-A891-4AD2DE0A735E}" dt="2023-05-15T02:12:42.741" v="2548" actId="20577"/>
          <ac:spMkLst>
            <pc:docMk/>
            <pc:sldMk cId="731146122" sldId="45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16:57.478" v="2612"/>
          <ac:graphicFrameMkLst>
            <pc:docMk/>
            <pc:sldMk cId="731146122" sldId="456"/>
            <ac:graphicFrameMk id="3" creationId="{503B5CA7-8C98-49CD-062E-DAB370D359FC}"/>
          </ac:graphicFrameMkLst>
        </pc:graphicFrameChg>
      </pc:sldChg>
      <pc:sldChg chg="modSp add del">
        <pc:chgData name="Zheng, Binghuan" userId="0c8cd837-2f89-4b12-8657-4317aa4b18aa" providerId="ADAL" clId="{DB00DB67-FA87-4343-A891-4AD2DE0A735E}" dt="2023-05-15T02:11:14.094" v="2544" actId="47"/>
        <pc:sldMkLst>
          <pc:docMk/>
          <pc:sldMk cId="3180429713" sldId="456"/>
        </pc:sldMkLst>
        <pc:graphicFrameChg chg="mod">
          <ac:chgData name="Zheng, Binghuan" userId="0c8cd837-2f89-4b12-8657-4317aa4b18aa" providerId="ADAL" clId="{DB00DB67-FA87-4343-A891-4AD2DE0A735E}" dt="2023-05-12T09:24:19.001" v="1898"/>
          <ac:graphicFrameMkLst>
            <pc:docMk/>
            <pc:sldMk cId="3180429713" sldId="456"/>
            <ac:graphicFrameMk id="9" creationId="{A471383B-87D3-406F-AEC8-A1732EA53B37}"/>
          </ac:graphicFrameMkLst>
        </pc:graphicFrameChg>
      </pc:sldChg>
      <pc:sldChg chg="add del">
        <pc:chgData name="Zheng, Binghuan" userId="0c8cd837-2f89-4b12-8657-4317aa4b18aa" providerId="ADAL" clId="{DB00DB67-FA87-4343-A891-4AD2DE0A735E}" dt="2023-05-15T02:08:29.523" v="2442" actId="47"/>
        <pc:sldMkLst>
          <pc:docMk/>
          <pc:sldMk cId="1303432005" sldId="457"/>
        </pc:sldMkLst>
      </pc:sldChg>
      <pc:sldChg chg="modSp add mod">
        <pc:chgData name="Zheng, Binghuan" userId="0c8cd837-2f89-4b12-8657-4317aa4b18aa" providerId="ADAL" clId="{DB00DB67-FA87-4343-A891-4AD2DE0A735E}" dt="2023-05-15T02:46:51.197" v="2743" actId="14734"/>
        <pc:sldMkLst>
          <pc:docMk/>
          <pc:sldMk cId="1628488132" sldId="457"/>
        </pc:sldMkLst>
        <pc:spChg chg="mod">
          <ac:chgData name="Zheng, Binghuan" userId="0c8cd837-2f89-4b12-8657-4317aa4b18aa" providerId="ADAL" clId="{DB00DB67-FA87-4343-A891-4AD2DE0A735E}" dt="2023-05-15T02:17:40.293" v="2616" actId="20577"/>
          <ac:spMkLst>
            <pc:docMk/>
            <pc:sldMk cId="1628488132" sldId="45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46:51.197" v="2743" actId="14734"/>
          <ac:graphicFrameMkLst>
            <pc:docMk/>
            <pc:sldMk cId="1628488132" sldId="457"/>
            <ac:graphicFrameMk id="3" creationId="{503B5CA7-8C98-49CD-062E-DAB370D359FC}"/>
          </ac:graphicFrameMkLst>
        </pc:graphicFrameChg>
      </pc:sldChg>
      <pc:sldChg chg="addSp delSp modSp add del mod">
        <pc:chgData name="Zheng, Binghuan" userId="0c8cd837-2f89-4b12-8657-4317aa4b18aa" providerId="ADAL" clId="{DB00DB67-FA87-4343-A891-4AD2DE0A735E}" dt="2023-05-15T02:10:10.213" v="2516" actId="47"/>
        <pc:sldMkLst>
          <pc:docMk/>
          <pc:sldMk cId="3199596788" sldId="457"/>
        </pc:sldMkLst>
        <pc:spChg chg="add del mod">
          <ac:chgData name="Zheng, Binghuan" userId="0c8cd837-2f89-4b12-8657-4317aa4b18aa" providerId="ADAL" clId="{DB00DB67-FA87-4343-A891-4AD2DE0A735E}" dt="2023-05-15T02:09:12.843" v="2473" actId="478"/>
          <ac:spMkLst>
            <pc:docMk/>
            <pc:sldMk cId="3199596788" sldId="457"/>
            <ac:spMk id="5" creationId="{98D930C3-99F1-2093-8AB5-11366002FB01}"/>
          </ac:spMkLst>
        </pc:spChg>
        <pc:spChg chg="del">
          <ac:chgData name="Zheng, Binghuan" userId="0c8cd837-2f89-4b12-8657-4317aa4b18aa" providerId="ADAL" clId="{DB00DB67-FA87-4343-A891-4AD2DE0A735E}" dt="2023-05-15T02:08:59.859" v="2444" actId="478"/>
          <ac:spMkLst>
            <pc:docMk/>
            <pc:sldMk cId="3199596788" sldId="457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5T02:09:20.268" v="2474"/>
          <ac:spMkLst>
            <pc:docMk/>
            <pc:sldMk cId="3199596788" sldId="457"/>
            <ac:spMk id="7" creationId="{C7C2CCAB-E8BB-75E5-5448-130ABED43CB7}"/>
          </ac:spMkLst>
        </pc:spChg>
        <pc:graphicFrameChg chg="mod">
          <ac:chgData name="Zheng, Binghuan" userId="0c8cd837-2f89-4b12-8657-4317aa4b18aa" providerId="ADAL" clId="{DB00DB67-FA87-4343-A891-4AD2DE0A735E}" dt="2023-05-15T02:09:31.331" v="2515" actId="1036"/>
          <ac:graphicFrameMkLst>
            <pc:docMk/>
            <pc:sldMk cId="3199596788" sldId="457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12:13:11.035" v="5302"/>
        <pc:sldMkLst>
          <pc:docMk/>
          <pc:sldMk cId="3275979725" sldId="458"/>
        </pc:sldMkLst>
        <pc:spChg chg="mod">
          <ac:chgData name="Zheng, Binghuan" userId="0c8cd837-2f89-4b12-8657-4317aa4b18aa" providerId="ADAL" clId="{DB00DB67-FA87-4343-A891-4AD2DE0A735E}" dt="2023-05-18T12:08:53.688" v="5265" actId="20577"/>
          <ac:spMkLst>
            <pc:docMk/>
            <pc:sldMk cId="3275979725" sldId="45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12:13:11.035" v="5302"/>
          <ac:graphicFrameMkLst>
            <pc:docMk/>
            <pc:sldMk cId="3275979725" sldId="458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09:15:07.369" v="4730" actId="20577"/>
        <pc:sldMkLst>
          <pc:docMk/>
          <pc:sldMk cId="1593563696" sldId="459"/>
        </pc:sldMkLst>
        <pc:spChg chg="mod">
          <ac:chgData name="Zheng, Binghuan" userId="0c8cd837-2f89-4b12-8657-4317aa4b18aa" providerId="ADAL" clId="{DB00DB67-FA87-4343-A891-4AD2DE0A735E}" dt="2023-05-15T03:17:04.280" v="2910" actId="20577"/>
          <ac:spMkLst>
            <pc:docMk/>
            <pc:sldMk cId="1593563696" sldId="45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9:15:07.369" v="4730" actId="20577"/>
          <ac:graphicFrameMkLst>
            <pc:docMk/>
            <pc:sldMk cId="1593563696" sldId="459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34.499" v="3617"/>
        <pc:sldMkLst>
          <pc:docMk/>
          <pc:sldMk cId="3580862102" sldId="460"/>
        </pc:sldMkLst>
        <pc:spChg chg="mod">
          <ac:chgData name="Zheng, Binghuan" userId="0c8cd837-2f89-4b12-8657-4317aa4b18aa" providerId="ADAL" clId="{DB00DB67-FA87-4343-A891-4AD2DE0A735E}" dt="2023-05-16T03:05:34.499" v="3617"/>
          <ac:spMkLst>
            <pc:docMk/>
            <pc:sldMk cId="3580862102" sldId="46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0:55.474" v="2972" actId="14734"/>
          <ac:graphicFrameMkLst>
            <pc:docMk/>
            <pc:sldMk cId="3580862102" sldId="460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03:05:17.113" v="3615"/>
        <pc:sldMkLst>
          <pc:docMk/>
          <pc:sldMk cId="1419580613" sldId="461"/>
        </pc:sldMkLst>
        <pc:spChg chg="mod">
          <ac:chgData name="Zheng, Binghuan" userId="0c8cd837-2f89-4b12-8657-4317aa4b18aa" providerId="ADAL" clId="{DB00DB67-FA87-4343-A891-4AD2DE0A735E}" dt="2023-05-16T03:05:17.113" v="3615"/>
          <ac:spMkLst>
            <pc:docMk/>
            <pc:sldMk cId="1419580613" sldId="46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8:35.991" v="3079"/>
          <ac:graphicFrameMkLst>
            <pc:docMk/>
            <pc:sldMk cId="1419580613" sldId="461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0.371" v="3618"/>
        <pc:sldMkLst>
          <pc:docMk/>
          <pc:sldMk cId="43316218" sldId="462"/>
        </pc:sldMkLst>
        <pc:spChg chg="mod">
          <ac:chgData name="Zheng, Binghuan" userId="0c8cd837-2f89-4b12-8657-4317aa4b18aa" providerId="ADAL" clId="{DB00DB67-FA87-4343-A891-4AD2DE0A735E}" dt="2023-05-15T05:21:00.941" v="3120" actId="1036"/>
          <ac:spMkLst>
            <pc:docMk/>
            <pc:sldMk cId="43316218" sldId="46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6T03:05:40.371" v="3618"/>
          <ac:spMkLst>
            <pc:docMk/>
            <pc:sldMk cId="43316218" sldId="46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34:20.094" v="3290" actId="122"/>
          <ac:graphicFrameMkLst>
            <pc:docMk/>
            <pc:sldMk cId="43316218" sldId="462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8.004" v="3619"/>
        <pc:sldMkLst>
          <pc:docMk/>
          <pc:sldMk cId="3731721025" sldId="463"/>
        </pc:sldMkLst>
        <pc:spChg chg="mod">
          <ac:chgData name="Zheng, Binghuan" userId="0c8cd837-2f89-4b12-8657-4317aa4b18aa" providerId="ADAL" clId="{DB00DB67-FA87-4343-A891-4AD2DE0A735E}" dt="2023-05-16T03:05:48.004" v="3619"/>
          <ac:spMkLst>
            <pc:docMk/>
            <pc:sldMk cId="3731721025" sldId="46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57:13.190" v="3419" actId="20577"/>
          <ac:graphicFrameMkLst>
            <pc:docMk/>
            <pc:sldMk cId="3731721025" sldId="463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6T04:50:07.055" v="3626" actId="14734"/>
        <pc:sldMkLst>
          <pc:docMk/>
          <pc:sldMk cId="697485291" sldId="464"/>
        </pc:sldMkLst>
        <pc:spChg chg="mod">
          <ac:chgData name="Zheng, Binghuan" userId="0c8cd837-2f89-4b12-8657-4317aa4b18aa" providerId="ADAL" clId="{DB00DB67-FA87-4343-A891-4AD2DE0A735E}" dt="2023-05-16T02:29:23.018" v="3435" actId="1076"/>
          <ac:spMkLst>
            <pc:docMk/>
            <pc:sldMk cId="697485291" sldId="464"/>
            <ac:spMk id="4" creationId="{739ED610-7AC8-45CD-BCC6-B494109E5D9F}"/>
          </ac:spMkLst>
        </pc:spChg>
        <pc:spChg chg="add del">
          <ac:chgData name="Zheng, Binghuan" userId="0c8cd837-2f89-4b12-8657-4317aa4b18aa" providerId="ADAL" clId="{DB00DB67-FA87-4343-A891-4AD2DE0A735E}" dt="2023-05-16T02:41:23.516" v="3512" actId="22"/>
          <ac:spMkLst>
            <pc:docMk/>
            <pc:sldMk cId="697485291" sldId="464"/>
            <ac:spMk id="5" creationId="{584CF2EC-BB69-6F5D-9ECB-52827D1328F7}"/>
          </ac:spMkLst>
        </pc:spChg>
        <pc:spChg chg="mod">
          <ac:chgData name="Zheng, Binghuan" userId="0c8cd837-2f89-4b12-8657-4317aa4b18aa" providerId="ADAL" clId="{DB00DB67-FA87-4343-A891-4AD2DE0A735E}" dt="2023-05-16T04:49:13.984" v="3622"/>
          <ac:spMkLst>
            <pc:docMk/>
            <pc:sldMk cId="697485291" sldId="46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4:50:07.055" v="3626" actId="14734"/>
          <ac:graphicFrameMkLst>
            <pc:docMk/>
            <pc:sldMk cId="697485291" sldId="464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10:33:15.674" v="3805"/>
        <pc:sldMkLst>
          <pc:docMk/>
          <pc:sldMk cId="56375173" sldId="465"/>
        </pc:sldMkLst>
        <pc:spChg chg="mod">
          <ac:chgData name="Zheng, Binghuan" userId="0c8cd837-2f89-4b12-8657-4317aa4b18aa" providerId="ADAL" clId="{DB00DB67-FA87-4343-A891-4AD2DE0A735E}" dt="2023-05-16T04:49:19.116" v="3623"/>
          <ac:spMkLst>
            <pc:docMk/>
            <pc:sldMk cId="56375173" sldId="46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10:33:15.674" v="3805"/>
          <ac:graphicFrameMkLst>
            <pc:docMk/>
            <pc:sldMk cId="56375173" sldId="465"/>
            <ac:graphicFrameMk id="3" creationId="{503B5CA7-8C98-49CD-062E-DAB370D359FC}"/>
          </ac:graphicFrameMkLst>
        </pc:graphicFrameChg>
      </pc:sldChg>
      <pc:sldChg chg="modSp add del mod ord">
        <pc:chgData name="Zheng, Binghuan" userId="0c8cd837-2f89-4b12-8657-4317aa4b18aa" providerId="ADAL" clId="{DB00DB67-FA87-4343-A891-4AD2DE0A735E}" dt="2023-05-16T05:11:04.980" v="3672" actId="47"/>
        <pc:sldMkLst>
          <pc:docMk/>
          <pc:sldMk cId="2397749029" sldId="466"/>
        </pc:sldMkLst>
        <pc:spChg chg="mod">
          <ac:chgData name="Zheng, Binghuan" userId="0c8cd837-2f89-4b12-8657-4317aa4b18aa" providerId="ADAL" clId="{DB00DB67-FA87-4343-A891-4AD2DE0A735E}" dt="2023-05-16T04:49:35.473" v="3624"/>
          <ac:spMkLst>
            <pc:docMk/>
            <pc:sldMk cId="2397749029" sldId="466"/>
            <ac:spMk id="6" creationId="{0ED065AC-F3EF-42B0-A34B-DF7EED7FF8B9}"/>
          </ac:spMkLst>
        </pc:spChg>
      </pc:sldChg>
      <pc:sldChg chg="modSp add del mod ord">
        <pc:chgData name="Zheng, Binghuan" userId="0c8cd837-2f89-4b12-8657-4317aa4b18aa" providerId="ADAL" clId="{DB00DB67-FA87-4343-A891-4AD2DE0A735E}" dt="2023-05-18T06:38:21.347" v="4338" actId="20577"/>
        <pc:sldMkLst>
          <pc:docMk/>
          <pc:sldMk cId="3136376735" sldId="467"/>
        </pc:sldMkLst>
        <pc:spChg chg="mod">
          <ac:chgData name="Zheng, Binghuan" userId="0c8cd837-2f89-4b12-8657-4317aa4b18aa" providerId="ADAL" clId="{DB00DB67-FA87-4343-A891-4AD2DE0A735E}" dt="2023-05-18T06:38:21.347" v="4338" actId="20577"/>
          <ac:spMkLst>
            <pc:docMk/>
            <pc:sldMk cId="3136376735" sldId="46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5:16:04.688" v="3687"/>
          <ac:graphicFrameMkLst>
            <pc:docMk/>
            <pc:sldMk cId="3136376735" sldId="467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8T07:52:23.656" v="4553" actId="14734"/>
        <pc:sldMkLst>
          <pc:docMk/>
          <pc:sldMk cId="559823900" sldId="468"/>
        </pc:sldMkLst>
        <pc:spChg chg="add del">
          <ac:chgData name="Zheng, Binghuan" userId="0c8cd837-2f89-4b12-8657-4317aa4b18aa" providerId="ADAL" clId="{DB00DB67-FA87-4343-A891-4AD2DE0A735E}" dt="2023-05-16T05:20:36.199" v="3804" actId="22"/>
          <ac:spMkLst>
            <pc:docMk/>
            <pc:sldMk cId="559823900" sldId="468"/>
            <ac:spMk id="5" creationId="{5D362299-C1AD-3292-84EC-63B731A43188}"/>
          </ac:spMkLst>
        </pc:spChg>
        <pc:spChg chg="mod">
          <ac:chgData name="Zheng, Binghuan" userId="0c8cd837-2f89-4b12-8657-4317aa4b18aa" providerId="ADAL" clId="{DB00DB67-FA87-4343-A891-4AD2DE0A735E}" dt="2023-05-18T06:38:23.568" v="4339" actId="20577"/>
          <ac:spMkLst>
            <pc:docMk/>
            <pc:sldMk cId="559823900" sldId="46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7:52:23.656" v="4553" actId="14734"/>
          <ac:graphicFrameMkLst>
            <pc:docMk/>
            <pc:sldMk cId="559823900" sldId="468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26.263" v="4340" actId="20577"/>
        <pc:sldMkLst>
          <pc:docMk/>
          <pc:sldMk cId="1148473252" sldId="469"/>
        </pc:sldMkLst>
        <pc:spChg chg="mod">
          <ac:chgData name="Zheng, Binghuan" userId="0c8cd837-2f89-4b12-8657-4317aa4b18aa" providerId="ADAL" clId="{DB00DB67-FA87-4343-A891-4AD2DE0A735E}" dt="2023-05-18T06:38:26.263" v="4340" actId="20577"/>
          <ac:spMkLst>
            <pc:docMk/>
            <pc:sldMk cId="1148473252" sldId="46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5:56:53.855" v="3850" actId="20577"/>
          <ac:graphicFrameMkLst>
            <pc:docMk/>
            <pc:sldMk cId="1148473252" sldId="469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29.198" v="4341" actId="20577"/>
        <pc:sldMkLst>
          <pc:docMk/>
          <pc:sldMk cId="141679243" sldId="470"/>
        </pc:sldMkLst>
        <pc:spChg chg="mod">
          <ac:chgData name="Zheng, Binghuan" userId="0c8cd837-2f89-4b12-8657-4317aa4b18aa" providerId="ADAL" clId="{DB00DB67-FA87-4343-A891-4AD2DE0A735E}" dt="2023-05-18T06:38:29.198" v="4341" actId="20577"/>
          <ac:spMkLst>
            <pc:docMk/>
            <pc:sldMk cId="141679243" sldId="47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11:12.598" v="4062"/>
          <ac:graphicFrameMkLst>
            <pc:docMk/>
            <pc:sldMk cId="141679243" sldId="470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31.678" v="4342" actId="20577"/>
        <pc:sldMkLst>
          <pc:docMk/>
          <pc:sldMk cId="2447273490" sldId="471"/>
        </pc:sldMkLst>
        <pc:spChg chg="mod">
          <ac:chgData name="Zheng, Binghuan" userId="0c8cd837-2f89-4b12-8657-4317aa4b18aa" providerId="ADAL" clId="{DB00DB67-FA87-4343-A891-4AD2DE0A735E}" dt="2023-05-18T06:38:31.678" v="4342" actId="20577"/>
          <ac:spMkLst>
            <pc:docMk/>
            <pc:sldMk cId="2447273490" sldId="47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17:57.018" v="4140" actId="122"/>
          <ac:graphicFrameMkLst>
            <pc:docMk/>
            <pc:sldMk cId="2447273490" sldId="471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34.228" v="4343" actId="20577"/>
        <pc:sldMkLst>
          <pc:docMk/>
          <pc:sldMk cId="3949367011" sldId="472"/>
        </pc:sldMkLst>
        <pc:spChg chg="mod">
          <ac:chgData name="Zheng, Binghuan" userId="0c8cd837-2f89-4b12-8657-4317aa4b18aa" providerId="ADAL" clId="{DB00DB67-FA87-4343-A891-4AD2DE0A735E}" dt="2023-05-18T06:38:34.228" v="4343" actId="20577"/>
          <ac:spMkLst>
            <pc:docMk/>
            <pc:sldMk cId="3949367011" sldId="47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23:13.504" v="4213" actId="20577"/>
          <ac:graphicFrameMkLst>
            <pc:docMk/>
            <pc:sldMk cId="3949367011" sldId="472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37.637" v="4344" actId="20577"/>
        <pc:sldMkLst>
          <pc:docMk/>
          <pc:sldMk cId="1608275893" sldId="473"/>
        </pc:sldMkLst>
        <pc:spChg chg="mod">
          <ac:chgData name="Zheng, Binghuan" userId="0c8cd837-2f89-4b12-8657-4317aa4b18aa" providerId="ADAL" clId="{DB00DB67-FA87-4343-A891-4AD2DE0A735E}" dt="2023-05-18T06:38:37.637" v="4344" actId="20577"/>
          <ac:spMkLst>
            <pc:docMk/>
            <pc:sldMk cId="1608275893" sldId="47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28:22.727" v="4250"/>
          <ac:graphicFrameMkLst>
            <pc:docMk/>
            <pc:sldMk cId="1608275893" sldId="473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06:38:55.796" v="4348" actId="20577"/>
        <pc:sldMkLst>
          <pc:docMk/>
          <pc:sldMk cId="3735186540" sldId="474"/>
        </pc:sldMkLst>
        <pc:spChg chg="mod">
          <ac:chgData name="Zheng, Binghuan" userId="0c8cd837-2f89-4b12-8657-4317aa4b18aa" providerId="ADAL" clId="{DB00DB67-FA87-4343-A891-4AD2DE0A735E}" dt="2023-05-18T06:38:55.796" v="4348" actId="20577"/>
          <ac:spMkLst>
            <pc:docMk/>
            <pc:sldMk cId="3735186540" sldId="47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38:02.225" v="4337"/>
          <ac:graphicFrameMkLst>
            <pc:docMk/>
            <pc:sldMk cId="3735186540" sldId="474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06:38:48.624" v="4346" actId="20577"/>
        <pc:sldMkLst>
          <pc:docMk/>
          <pc:sldMk cId="1933954306" sldId="475"/>
        </pc:sldMkLst>
        <pc:spChg chg="mod">
          <ac:chgData name="Zheng, Binghuan" userId="0c8cd837-2f89-4b12-8657-4317aa4b18aa" providerId="ADAL" clId="{DB00DB67-FA87-4343-A891-4AD2DE0A735E}" dt="2023-05-18T06:38:48.624" v="4346" actId="20577"/>
          <ac:spMkLst>
            <pc:docMk/>
            <pc:sldMk cId="1933954306" sldId="47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6:36:04.641" v="4323"/>
          <ac:graphicFrameMkLst>
            <pc:docMk/>
            <pc:sldMk cId="1933954306" sldId="475"/>
            <ac:graphicFrameMk id="3" creationId="{503B5CA7-8C98-49CD-062E-DAB370D359FC}"/>
          </ac:graphicFrameMkLst>
        </pc:graphicFrameChg>
      </pc:sldChg>
      <pc:sldChg chg="addSp modSp add mod ord">
        <pc:chgData name="Zheng, Binghuan" userId="0c8cd837-2f89-4b12-8657-4317aa4b18aa" providerId="ADAL" clId="{DB00DB67-FA87-4343-A891-4AD2DE0A735E}" dt="2023-05-18T07:26:52.303" v="4552" actId="1076"/>
        <pc:sldMkLst>
          <pc:docMk/>
          <pc:sldMk cId="3848952280" sldId="476"/>
        </pc:sldMkLst>
        <pc:spChg chg="mod">
          <ac:chgData name="Zheng, Binghuan" userId="0c8cd837-2f89-4b12-8657-4317aa4b18aa" providerId="ADAL" clId="{DB00DB67-FA87-4343-A891-4AD2DE0A735E}" dt="2023-05-18T07:14:54.179" v="4356" actId="20577"/>
          <ac:spMkLst>
            <pc:docMk/>
            <pc:sldMk cId="3848952280" sldId="47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7:26:46.483" v="4549" actId="20577"/>
          <ac:graphicFrameMkLst>
            <pc:docMk/>
            <pc:sldMk cId="3848952280" sldId="476"/>
            <ac:graphicFrameMk id="3" creationId="{503B5CA7-8C98-49CD-062E-DAB370D359FC}"/>
          </ac:graphicFrameMkLst>
        </pc:graphicFrameChg>
        <pc:picChg chg="add mod">
          <ac:chgData name="Zheng, Binghuan" userId="0c8cd837-2f89-4b12-8657-4317aa4b18aa" providerId="ADAL" clId="{DB00DB67-FA87-4343-A891-4AD2DE0A735E}" dt="2023-05-18T07:26:39.597" v="4494"/>
          <ac:picMkLst>
            <pc:docMk/>
            <pc:sldMk cId="3848952280" sldId="476"/>
            <ac:picMk id="2" creationId="{CD5782C0-B512-4660-A603-3D57A0200961}"/>
          </ac:picMkLst>
        </pc:picChg>
        <pc:picChg chg="add mod">
          <ac:chgData name="Zheng, Binghuan" userId="0c8cd837-2f89-4b12-8657-4317aa4b18aa" providerId="ADAL" clId="{DB00DB67-FA87-4343-A891-4AD2DE0A735E}" dt="2023-05-18T07:26:52.303" v="4552" actId="1076"/>
          <ac:picMkLst>
            <pc:docMk/>
            <pc:sldMk cId="3848952280" sldId="476"/>
            <ac:picMk id="5" creationId="{CD5782C0-B512-4660-A603-3D57A0200961}"/>
          </ac:picMkLst>
        </pc:picChg>
      </pc:sldChg>
      <pc:sldChg chg="delSp modSp add del mod ord">
        <pc:chgData name="Zheng, Binghuan" userId="0c8cd837-2f89-4b12-8657-4317aa4b18aa" providerId="ADAL" clId="{DB00DB67-FA87-4343-A891-4AD2DE0A735E}" dt="2023-05-18T08:13:57.423" v="4628" actId="47"/>
        <pc:sldMkLst>
          <pc:docMk/>
          <pc:sldMk cId="2065549270" sldId="477"/>
        </pc:sldMkLst>
        <pc:graphicFrameChg chg="del mod modGraphic">
          <ac:chgData name="Zheng, Binghuan" userId="0c8cd837-2f89-4b12-8657-4317aa4b18aa" providerId="ADAL" clId="{DB00DB67-FA87-4343-A891-4AD2DE0A735E}" dt="2023-05-18T07:57:39.201" v="4560" actId="478"/>
          <ac:graphicFrameMkLst>
            <pc:docMk/>
            <pc:sldMk cId="2065549270" sldId="477"/>
            <ac:graphicFrameMk id="3" creationId="{503B5CA7-8C98-49CD-062E-DAB370D359FC}"/>
          </ac:graphicFrameMkLst>
        </pc:graphicFrameChg>
      </pc:sldChg>
      <pc:sldChg chg="delSp modSp add mod">
        <pc:chgData name="Zheng, Binghuan" userId="0c8cd837-2f89-4b12-8657-4317aa4b18aa" providerId="ADAL" clId="{DB00DB67-FA87-4343-A891-4AD2DE0A735E}" dt="2023-05-18T08:13:37.002" v="4627" actId="20577"/>
        <pc:sldMkLst>
          <pc:docMk/>
          <pc:sldMk cId="1789271270" sldId="478"/>
        </pc:sldMkLst>
        <pc:spChg chg="mod">
          <ac:chgData name="Zheng, Binghuan" userId="0c8cd837-2f89-4b12-8657-4317aa4b18aa" providerId="ADAL" clId="{DB00DB67-FA87-4343-A891-4AD2DE0A735E}" dt="2023-05-18T07:58:39.377" v="4580" actId="20577"/>
          <ac:spMkLst>
            <pc:docMk/>
            <pc:sldMk cId="1789271270" sldId="47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8:13:37.002" v="4627" actId="20577"/>
          <ac:graphicFrameMkLst>
            <pc:docMk/>
            <pc:sldMk cId="1789271270" sldId="478"/>
            <ac:graphicFrameMk id="3" creationId="{503B5CA7-8C98-49CD-062E-DAB370D359FC}"/>
          </ac:graphicFrameMkLst>
        </pc:graphicFrameChg>
        <pc:picChg chg="del">
          <ac:chgData name="Zheng, Binghuan" userId="0c8cd837-2f89-4b12-8657-4317aa4b18aa" providerId="ADAL" clId="{DB00DB67-FA87-4343-A891-4AD2DE0A735E}" dt="2023-05-18T07:58:28.190" v="4576" actId="478"/>
          <ac:picMkLst>
            <pc:docMk/>
            <pc:sldMk cId="1789271270" sldId="478"/>
            <ac:picMk id="5" creationId="{CD5782C0-B512-4660-A603-3D57A0200961}"/>
          </ac:picMkLst>
        </pc:picChg>
      </pc:sldChg>
      <pc:sldChg chg="addSp delSp modSp add del mod">
        <pc:chgData name="Zheng, Binghuan" userId="0c8cd837-2f89-4b12-8657-4317aa4b18aa" providerId="ADAL" clId="{DB00DB67-FA87-4343-A891-4AD2DE0A735E}" dt="2023-05-18T07:58:18.200" v="4574"/>
        <pc:sldMkLst>
          <pc:docMk/>
          <pc:sldMk cId="4074081102" sldId="478"/>
        </pc:sldMkLst>
        <pc:graphicFrameChg chg="modGraphic">
          <ac:chgData name="Zheng, Binghuan" userId="0c8cd837-2f89-4b12-8657-4317aa4b18aa" providerId="ADAL" clId="{DB00DB67-FA87-4343-A891-4AD2DE0A735E}" dt="2023-05-18T07:58:17.509" v="4572" actId="6549"/>
          <ac:graphicFrameMkLst>
            <pc:docMk/>
            <pc:sldMk cId="4074081102" sldId="478"/>
            <ac:graphicFrameMk id="3" creationId="{503B5CA7-8C98-49CD-062E-DAB370D359FC}"/>
          </ac:graphicFrameMkLst>
        </pc:graphicFrameChg>
        <pc:picChg chg="add del">
          <ac:chgData name="Zheng, Binghuan" userId="0c8cd837-2f89-4b12-8657-4317aa4b18aa" providerId="ADAL" clId="{DB00DB67-FA87-4343-A891-4AD2DE0A735E}" dt="2023-05-18T07:58:17.783" v="4573" actId="478"/>
          <ac:picMkLst>
            <pc:docMk/>
            <pc:sldMk cId="4074081102" sldId="478"/>
            <ac:picMk id="5" creationId="{CD5782C0-B512-4660-A603-3D57A0200961}"/>
          </ac:picMkLst>
        </pc:picChg>
      </pc:sldChg>
      <pc:sldChg chg="modSp add mod ord">
        <pc:chgData name="Zheng, Binghuan" userId="0c8cd837-2f89-4b12-8657-4317aa4b18aa" providerId="ADAL" clId="{DB00DB67-FA87-4343-A891-4AD2DE0A735E}" dt="2023-05-18T08:35:06.297" v="4657" actId="14734"/>
        <pc:sldMkLst>
          <pc:docMk/>
          <pc:sldMk cId="4177327766" sldId="479"/>
        </pc:sldMkLst>
        <pc:spChg chg="mod">
          <ac:chgData name="Zheng, Binghuan" userId="0c8cd837-2f89-4b12-8657-4317aa4b18aa" providerId="ADAL" clId="{DB00DB67-FA87-4343-A891-4AD2DE0A735E}" dt="2023-05-18T08:31:23.738" v="4655" actId="20577"/>
          <ac:spMkLst>
            <pc:docMk/>
            <pc:sldMk cId="4177327766" sldId="47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8:35:06.297" v="4657" actId="14734"/>
          <ac:graphicFrameMkLst>
            <pc:docMk/>
            <pc:sldMk cId="4177327766" sldId="479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08:39:43.116" v="4691"/>
        <pc:sldMkLst>
          <pc:docMk/>
          <pc:sldMk cId="536687498" sldId="480"/>
        </pc:sldMkLst>
        <pc:spChg chg="mod">
          <ac:chgData name="Zheng, Binghuan" userId="0c8cd837-2f89-4b12-8657-4317aa4b18aa" providerId="ADAL" clId="{DB00DB67-FA87-4343-A891-4AD2DE0A735E}" dt="2023-05-18T08:31:28.156" v="4656" actId="20577"/>
          <ac:spMkLst>
            <pc:docMk/>
            <pc:sldMk cId="536687498" sldId="48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8:39:43.116" v="4691"/>
          <ac:graphicFrameMkLst>
            <pc:docMk/>
            <pc:sldMk cId="536687498" sldId="480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8T12:08:27.513" v="5259"/>
        <pc:sldMkLst>
          <pc:docMk/>
          <pc:sldMk cId="788278670" sldId="481"/>
        </pc:sldMkLst>
        <pc:spChg chg="mod">
          <ac:chgData name="Zheng, Binghuan" userId="0c8cd837-2f89-4b12-8657-4317aa4b18aa" providerId="ADAL" clId="{DB00DB67-FA87-4343-A891-4AD2DE0A735E}" dt="2023-05-18T12:08:27.513" v="5259"/>
          <ac:spMkLst>
            <pc:docMk/>
            <pc:sldMk cId="788278670" sldId="481"/>
            <ac:spMk id="6" creationId="{0ED065AC-F3EF-42B0-A34B-DF7EED7FF8B9}"/>
          </ac:spMkLst>
        </pc:spChg>
      </pc:sldChg>
      <pc:sldChg chg="modSp add mod">
        <pc:chgData name="Zheng, Binghuan" userId="0c8cd837-2f89-4b12-8657-4317aa4b18aa" providerId="ADAL" clId="{DB00DB67-FA87-4343-A891-4AD2DE0A735E}" dt="2023-05-18T09:38:24.922" v="5002" actId="20577"/>
        <pc:sldMkLst>
          <pc:docMk/>
          <pc:sldMk cId="345076665" sldId="482"/>
        </pc:sldMkLst>
        <pc:spChg chg="mod">
          <ac:chgData name="Zheng, Binghuan" userId="0c8cd837-2f89-4b12-8657-4317aa4b18aa" providerId="ADAL" clId="{DB00DB67-FA87-4343-A891-4AD2DE0A735E}" dt="2023-05-18T09:27:35.111" v="4813" actId="20577"/>
          <ac:spMkLst>
            <pc:docMk/>
            <pc:sldMk cId="345076665" sldId="48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09:38:24.922" v="5002" actId="20577"/>
          <ac:graphicFrameMkLst>
            <pc:docMk/>
            <pc:sldMk cId="345076665" sldId="482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11:57:13.526" v="5149"/>
        <pc:sldMkLst>
          <pc:docMk/>
          <pc:sldMk cId="1916881881" sldId="483"/>
        </pc:sldMkLst>
        <pc:spChg chg="mod">
          <ac:chgData name="Zheng, Binghuan" userId="0c8cd837-2f89-4b12-8657-4317aa4b18aa" providerId="ADAL" clId="{DB00DB67-FA87-4343-A891-4AD2DE0A735E}" dt="2023-05-18T09:43:20.025" v="5006" actId="20577"/>
          <ac:spMkLst>
            <pc:docMk/>
            <pc:sldMk cId="1916881881" sldId="48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11:57:13.526" v="5149"/>
          <ac:graphicFrameMkLst>
            <pc:docMk/>
            <pc:sldMk cId="1916881881" sldId="483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8T12:07:25.895" v="5252"/>
        <pc:sldMkLst>
          <pc:docMk/>
          <pc:sldMk cId="2882291423" sldId="484"/>
        </pc:sldMkLst>
        <pc:spChg chg="mod">
          <ac:chgData name="Zheng, Binghuan" userId="0c8cd837-2f89-4b12-8657-4317aa4b18aa" providerId="ADAL" clId="{DB00DB67-FA87-4343-A891-4AD2DE0A735E}" dt="2023-05-18T12:00:55.392" v="5168" actId="20577"/>
          <ac:spMkLst>
            <pc:docMk/>
            <pc:sldMk cId="2882291423" sldId="48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8T12:07:25.895" v="5252"/>
          <ac:graphicFrameMkLst>
            <pc:docMk/>
            <pc:sldMk cId="2882291423" sldId="484"/>
            <ac:graphicFrameMk id="3" creationId="{503B5CA7-8C98-49CD-062E-DAB370D359FC}"/>
          </ac:graphicFrameMkLst>
        </pc:graphicFrameChg>
      </pc:sldChg>
      <pc:sldChg chg="add ord">
        <pc:chgData name="Zheng, Binghuan" userId="0c8cd837-2f89-4b12-8657-4317aa4b18aa" providerId="ADAL" clId="{DB00DB67-FA87-4343-A891-4AD2DE0A735E}" dt="2023-05-18T12:08:28.226" v="5260" actId="20578"/>
        <pc:sldMkLst>
          <pc:docMk/>
          <pc:sldMk cId="837894073" sldId="485"/>
        </pc:sldMkLst>
      </pc:sldChg>
    </pc:docChg>
  </pc:docChgLst>
  <pc:docChgLst>
    <pc:chgData name="Yu, Harry" userId="d07dd713-323b-41c6-b24d-c18be50fb4fc" providerId="ADAL" clId="{F08C8037-C502-4E6D-8951-FBC0DBE5BF1B}"/>
    <pc:docChg chg="undo redo custSel addSld delSld modSld sldOrd">
      <pc:chgData name="Yu, Harry" userId="d07dd713-323b-41c6-b24d-c18be50fb4fc" providerId="ADAL" clId="{F08C8037-C502-4E6D-8951-FBC0DBE5BF1B}" dt="2021-09-16T06:13:24.393" v="4621" actId="20577"/>
      <pc:docMkLst>
        <pc:docMk/>
      </pc:docMkLst>
      <pc:sldChg chg="modSp mod">
        <pc:chgData name="Yu, Harry" userId="d07dd713-323b-41c6-b24d-c18be50fb4fc" providerId="ADAL" clId="{F08C8037-C502-4E6D-8951-FBC0DBE5BF1B}" dt="2021-07-30T06:56:42.379" v="15" actId="20577"/>
        <pc:sldMkLst>
          <pc:docMk/>
          <pc:sldMk cId="2086400740" sldId="256"/>
        </pc:sldMkLst>
        <pc:spChg chg="mod">
          <ac:chgData name="Yu, Harry" userId="d07dd713-323b-41c6-b24d-c18be50fb4fc" providerId="ADAL" clId="{F08C8037-C502-4E6D-8951-FBC0DBE5BF1B}" dt="2021-07-30T06:56:32.261" v="7" actId="20577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Yu, Harry" userId="d07dd713-323b-41c6-b24d-c18be50fb4fc" providerId="ADAL" clId="{F08C8037-C502-4E6D-8951-FBC0DBE5BF1B}" dt="2021-07-30T06:56:42.379" v="15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Yu, Harry" userId="d07dd713-323b-41c6-b24d-c18be50fb4fc" providerId="ADAL" clId="{F08C8037-C502-4E6D-8951-FBC0DBE5BF1B}" dt="2021-08-09T02:06:30.873" v="634" actId="20577"/>
        <pc:sldMkLst>
          <pc:docMk/>
          <pc:sldMk cId="1970846983" sldId="346"/>
        </pc:sldMkLst>
        <pc:spChg chg="mod">
          <ac:chgData name="Yu, Harry" userId="d07dd713-323b-41c6-b24d-c18be50fb4fc" providerId="ADAL" clId="{F08C8037-C502-4E6D-8951-FBC0DBE5BF1B}" dt="2021-08-09T02:06:30.873" v="634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F08C8037-C502-4E6D-8951-FBC0DBE5BF1B}" dt="2021-08-09T02:04:51.540" v="561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del mod">
        <pc:chgData name="Yu, Harry" userId="d07dd713-323b-41c6-b24d-c18be50fb4fc" providerId="ADAL" clId="{F08C8037-C502-4E6D-8951-FBC0DBE5BF1B}" dt="2021-07-30T07:29:33.142" v="50" actId="47"/>
        <pc:sldMkLst>
          <pc:docMk/>
          <pc:sldMk cId="1720989735" sldId="347"/>
        </pc:sldMkLst>
        <pc:graphicFrameChg chg="mod modGraphic">
          <ac:chgData name="Yu, Harry" userId="d07dd713-323b-41c6-b24d-c18be50fb4fc" providerId="ADAL" clId="{F08C8037-C502-4E6D-8951-FBC0DBE5BF1B}" dt="2021-07-30T07:28:21.727" v="49" actId="108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744400410" sldId="351"/>
        </pc:sldMkLst>
      </pc:sldChg>
      <pc:sldChg chg="modSp del">
        <pc:chgData name="Yu, Harry" userId="d07dd713-323b-41c6-b24d-c18be50fb4fc" providerId="ADAL" clId="{F08C8037-C502-4E6D-8951-FBC0DBE5BF1B}" dt="2021-08-06T08:17:04.461" v="496" actId="47"/>
        <pc:sldMkLst>
          <pc:docMk/>
          <pc:sldMk cId="20239079" sldId="352"/>
        </pc:sldMkLst>
        <pc:spChg chg="mod">
          <ac:chgData name="Yu, Harry" userId="d07dd713-323b-41c6-b24d-c18be50fb4fc" providerId="ADAL" clId="{F08C8037-C502-4E6D-8951-FBC0DBE5BF1B}" dt="2021-08-05T08:30:47.882" v="395"/>
          <ac:spMkLst>
            <pc:docMk/>
            <pc:sldMk cId="20239079" sldId="352"/>
            <ac:spMk id="8" creationId="{F49B172A-BAE7-4B0D-8D1C-5E422BCB57BD}"/>
          </ac:spMkLst>
        </pc:spChg>
      </pc:sldChg>
      <pc:sldChg chg="addSp modSp mod">
        <pc:chgData name="Yu, Harry" userId="d07dd713-323b-41c6-b24d-c18be50fb4fc" providerId="ADAL" clId="{F08C8037-C502-4E6D-8951-FBC0DBE5BF1B}" dt="2021-08-24T00:23:22.995" v="4301" actId="20577"/>
        <pc:sldMkLst>
          <pc:docMk/>
          <pc:sldMk cId="2793958940" sldId="354"/>
        </pc:sldMkLst>
        <pc:spChg chg="add mod">
          <ac:chgData name="Yu, Harry" userId="d07dd713-323b-41c6-b24d-c18be50fb4fc" providerId="ADAL" clId="{F08C8037-C502-4E6D-8951-FBC0DBE5BF1B}" dt="2021-08-24T00:23:22.995" v="4301" actId="20577"/>
          <ac:spMkLst>
            <pc:docMk/>
            <pc:sldMk cId="2793958940" sldId="354"/>
            <ac:spMk id="4" creationId="{546F09EE-FEAD-4FF4-800B-158D6A164333}"/>
          </ac:spMkLst>
        </pc:spChg>
        <pc:spChg chg="mod">
          <ac:chgData name="Yu, Harry" userId="d07dd713-323b-41c6-b24d-c18be50fb4fc" providerId="ADAL" clId="{F08C8037-C502-4E6D-8951-FBC0DBE5BF1B}" dt="2021-08-09T02:41:23.132" v="943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1265383617" sldId="356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516112021" sldId="357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803848135" sldId="362"/>
        </pc:sldMkLst>
      </pc:sldChg>
      <pc:sldChg chg="ord">
        <pc:chgData name="Yu, Harry" userId="d07dd713-323b-41c6-b24d-c18be50fb4fc" providerId="ADAL" clId="{F08C8037-C502-4E6D-8951-FBC0DBE5BF1B}" dt="2021-07-30T08:46:48.605" v="204"/>
        <pc:sldMkLst>
          <pc:docMk/>
          <pc:sldMk cId="830645897" sldId="363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291149336" sldId="366"/>
        </pc:sldMkLst>
      </pc:sldChg>
      <pc:sldChg chg="ord">
        <pc:chgData name="Yu, Harry" userId="d07dd713-323b-41c6-b24d-c18be50fb4fc" providerId="ADAL" clId="{F08C8037-C502-4E6D-8951-FBC0DBE5BF1B}" dt="2021-08-04T06:36:21.500" v="276"/>
        <pc:sldMkLst>
          <pc:docMk/>
          <pc:sldMk cId="2886081286" sldId="367"/>
        </pc:sldMkLst>
      </pc:sldChg>
      <pc:sldChg chg="addSp delSp modSp mod">
        <pc:chgData name="Yu, Harry" userId="d07dd713-323b-41c6-b24d-c18be50fb4fc" providerId="ADAL" clId="{F08C8037-C502-4E6D-8951-FBC0DBE5BF1B}" dt="2021-09-09T03:28:56.933" v="4610" actId="207"/>
        <pc:sldMkLst>
          <pc:docMk/>
          <pc:sldMk cId="914646431" sldId="368"/>
        </pc:sldMkLst>
        <pc:spChg chg="add del mod">
          <ac:chgData name="Yu, Harry" userId="d07dd713-323b-41c6-b24d-c18be50fb4fc" providerId="ADAL" clId="{F08C8037-C502-4E6D-8951-FBC0DBE5BF1B}" dt="2021-09-09T03:28:08.334" v="4583" actId="478"/>
          <ac:spMkLst>
            <pc:docMk/>
            <pc:sldMk cId="914646431" sldId="368"/>
            <ac:spMk id="2" creationId="{D3A62DCA-53DA-4704-ABCE-E08B6A040B2E}"/>
          </ac:spMkLst>
        </pc:spChg>
        <pc:spChg chg="add mod">
          <ac:chgData name="Yu, Harry" userId="d07dd713-323b-41c6-b24d-c18be50fb4fc" providerId="ADAL" clId="{F08C8037-C502-4E6D-8951-FBC0DBE5BF1B}" dt="2021-09-09T03:28:56.933" v="4610" actId="207"/>
          <ac:spMkLst>
            <pc:docMk/>
            <pc:sldMk cId="914646431" sldId="368"/>
            <ac:spMk id="3" creationId="{EA58FA56-130E-4D6D-A0F3-D10C0C15DD3F}"/>
          </ac:spMkLst>
        </pc:spChg>
        <pc:spChg chg="mod">
          <ac:chgData name="Yu, Harry" userId="d07dd713-323b-41c6-b24d-c18be50fb4fc" providerId="ADAL" clId="{F08C8037-C502-4E6D-8951-FBC0DBE5BF1B}" dt="2021-08-10T05:38:13.660" v="1766" actId="2057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F08C8037-C502-4E6D-8951-FBC0DBE5BF1B}" dt="2021-08-10T05:38:56.858" v="1837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">
          <ac:chgData name="Yu, Harry" userId="d07dd713-323b-41c6-b24d-c18be50fb4fc" providerId="ADAL" clId="{F08C8037-C502-4E6D-8951-FBC0DBE5BF1B}" dt="2021-08-05T09:05:18.534" v="440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9:23:31.821" v="454" actId="47"/>
        <pc:sldMkLst>
          <pc:docMk/>
          <pc:sldMk cId="3718417336" sldId="36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43.127" v="494" actId="47"/>
        <pc:sldMkLst>
          <pc:docMk/>
          <pc:sldMk cId="332865271" sldId="37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01221291" sldId="37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4193153865" sldId="37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741195623" sldId="37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743268" sldId="377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68215363" sldId="37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400289930" sldId="37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634231022" sldId="38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7:58:39.026" v="326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386074264" sldId="382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106017697" sldId="38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05:46.725" v="442"/>
        <pc:sldMkLst>
          <pc:docMk/>
          <pc:sldMk cId="3968152520" sldId="38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141823049" sldId="385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09894245" sldId="38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 mod ord">
        <pc:chgData name="Yu, Harry" userId="d07dd713-323b-41c6-b24d-c18be50fb4fc" providerId="ADAL" clId="{F08C8037-C502-4E6D-8951-FBC0DBE5BF1B}" dt="2021-08-24T00:17:09.968" v="4220" actId="1036"/>
        <pc:sldMkLst>
          <pc:docMk/>
          <pc:sldMk cId="3675676484" sldId="387"/>
        </pc:sldMkLst>
        <pc:spChg chg="add del mod">
          <ac:chgData name="Yu, Harry" userId="d07dd713-323b-41c6-b24d-c18be50fb4fc" providerId="ADAL" clId="{F08C8037-C502-4E6D-8951-FBC0DBE5BF1B}" dt="2021-08-09T02:07:52.516" v="654" actId="478"/>
          <ac:spMkLst>
            <pc:docMk/>
            <pc:sldMk cId="3675676484" sldId="387"/>
            <ac:spMk id="3" creationId="{78D176CB-8430-4C81-A43C-7D3BC6CAC8BC}"/>
          </ac:spMkLst>
        </pc:spChg>
        <pc:spChg chg="add mod">
          <ac:chgData name="Yu, Harry" userId="d07dd713-323b-41c6-b24d-c18be50fb4fc" providerId="ADAL" clId="{F08C8037-C502-4E6D-8951-FBC0DBE5BF1B}" dt="2021-08-24T00:17:09.968" v="4220" actId="1036"/>
          <ac:spMkLst>
            <pc:docMk/>
            <pc:sldMk cId="3675676484" sldId="387"/>
            <ac:spMk id="4" creationId="{76EB80B2-3743-4B23-8220-D0BA5623526B}"/>
          </ac:spMkLst>
        </pc:spChg>
        <pc:spChg chg="del">
          <ac:chgData name="Yu, Harry" userId="d07dd713-323b-41c6-b24d-c18be50fb4fc" providerId="ADAL" clId="{F08C8037-C502-4E6D-8951-FBC0DBE5BF1B}" dt="2021-08-09T02:07:42.245" v="651" actId="478"/>
          <ac:spMkLst>
            <pc:docMk/>
            <pc:sldMk cId="3675676484" sldId="38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7:49.771" v="653" actId="478"/>
          <ac:spMkLst>
            <pc:docMk/>
            <pc:sldMk cId="3675676484" sldId="38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7:45.849" v="652" actId="478"/>
          <ac:spMkLst>
            <pc:docMk/>
            <pc:sldMk cId="3675676484" sldId="38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05.062" v="678" actId="20577"/>
          <ac:spMkLst>
            <pc:docMk/>
            <pc:sldMk cId="3675676484" sldId="387"/>
            <ac:spMk id="8" creationId="{12673608-296C-4EF8-B666-2574FF5B5548}"/>
          </ac:spMkLst>
        </pc:spChg>
        <pc:graphicFrameChg chg="mod modGraphic">
          <ac:chgData name="Yu, Harry" userId="d07dd713-323b-41c6-b24d-c18be50fb4fc" providerId="ADAL" clId="{F08C8037-C502-4E6D-8951-FBC0DBE5BF1B}" dt="2021-08-24T00:16:47.009" v="4192" actId="1035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15:47.720" v="450"/>
        <pc:sldMkLst>
          <pc:docMk/>
          <pc:sldMk cId="3933054710" sldId="38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23221386" sldId="38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91120556" sldId="39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220728675" sldId="39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ord">
        <pc:chgData name="Yu, Harry" userId="d07dd713-323b-41c6-b24d-c18be50fb4fc" providerId="ADAL" clId="{F08C8037-C502-4E6D-8951-FBC0DBE5BF1B}" dt="2021-08-05T03:43:37.931" v="318"/>
        <pc:sldMkLst>
          <pc:docMk/>
          <pc:sldMk cId="3818488837" sldId="39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0146493" sldId="39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85818837" sldId="394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029800416" sldId="39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23:26.364" v="453"/>
        <pc:sldMkLst>
          <pc:docMk/>
          <pc:sldMk cId="2484212312" sldId="39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33781814" sldId="39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99147271" sldId="39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963989402" sldId="40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220464762" sldId="40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2:49:14.317" v="4376" actId="20577"/>
        <pc:sldMkLst>
          <pc:docMk/>
          <pc:sldMk cId="723533408" sldId="402"/>
        </pc:sldMkLst>
        <pc:spChg chg="mod">
          <ac:chgData name="Yu, Harry" userId="d07dd713-323b-41c6-b24d-c18be50fb4fc" providerId="ADAL" clId="{F08C8037-C502-4E6D-8951-FBC0DBE5BF1B}" dt="2021-08-24T02:49:14.317" v="4376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3004043700" sldId="403"/>
        </pc:sldMkLst>
      </pc:sldChg>
      <pc:sldChg chg="delSp modSp mod">
        <pc:chgData name="Yu, Harry" userId="d07dd713-323b-41c6-b24d-c18be50fb4fc" providerId="ADAL" clId="{F08C8037-C502-4E6D-8951-FBC0DBE5BF1B}" dt="2021-08-17T05:58:58.971" v="3361" actId="20577"/>
        <pc:sldMkLst>
          <pc:docMk/>
          <pc:sldMk cId="2144906693" sldId="404"/>
        </pc:sldMkLst>
        <pc:spChg chg="mod">
          <ac:chgData name="Yu, Harry" userId="d07dd713-323b-41c6-b24d-c18be50fb4fc" providerId="ADAL" clId="{F08C8037-C502-4E6D-8951-FBC0DBE5BF1B}" dt="2021-08-17T05:58:58.971" v="3361" actId="20577"/>
          <ac:spMkLst>
            <pc:docMk/>
            <pc:sldMk cId="2144906693" sldId="404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01.668" v="639" actId="478"/>
          <ac:spMkLst>
            <pc:docMk/>
            <pc:sldMk cId="2144906693" sldId="404"/>
            <ac:spMk id="5" creationId="{890758CC-83DF-4863-A9EA-FE890100E4C7}"/>
          </ac:spMkLst>
        </pc:spChg>
        <pc:spChg chg="mod">
          <ac:chgData name="Yu, Harry" userId="d07dd713-323b-41c6-b24d-c18be50fb4fc" providerId="ADAL" clId="{F08C8037-C502-4E6D-8951-FBC0DBE5BF1B}" dt="2021-08-09T02:06:58.591" v="638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2:09:52.426" v="696" actId="20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addSp delSp modSp mod modNotesTx">
        <pc:chgData name="Yu, Harry" userId="d07dd713-323b-41c6-b24d-c18be50fb4fc" providerId="ADAL" clId="{F08C8037-C502-4E6D-8951-FBC0DBE5BF1B}" dt="2021-09-16T06:13:24.393" v="4621" actId="20577"/>
        <pc:sldMkLst>
          <pc:docMk/>
          <pc:sldMk cId="3009095594" sldId="405"/>
        </pc:sldMkLst>
        <pc:spChg chg="add mod">
          <ac:chgData name="Yu, Harry" userId="d07dd713-323b-41c6-b24d-c18be50fb4fc" providerId="ADAL" clId="{F08C8037-C502-4E6D-8951-FBC0DBE5BF1B}" dt="2021-08-24T00:09:40.995" v="4046" actId="20577"/>
          <ac:spMkLst>
            <pc:docMk/>
            <pc:sldMk cId="3009095594" sldId="405"/>
            <ac:spMk id="2" creationId="{66C51D0D-1C4A-4608-BD46-150ECCEC054C}"/>
          </ac:spMkLst>
        </pc:spChg>
        <pc:spChg chg="del">
          <ac:chgData name="Yu, Harry" userId="d07dd713-323b-41c6-b24d-c18be50fb4fc" providerId="ADAL" clId="{F08C8037-C502-4E6D-8951-FBC0DBE5BF1B}" dt="2021-07-30T07:37:45.883" v="84" actId="478"/>
          <ac:spMkLst>
            <pc:docMk/>
            <pc:sldMk cId="3009095594" sldId="405"/>
            <ac:spMk id="2" creationId="{8E4E1CAD-729D-40A3-AA83-C93644CA1EF8}"/>
          </ac:spMkLst>
        </pc:spChg>
        <pc:spChg chg="add del mod">
          <ac:chgData name="Yu, Harry" userId="d07dd713-323b-41c6-b24d-c18be50fb4fc" providerId="ADAL" clId="{F08C8037-C502-4E6D-8951-FBC0DBE5BF1B}" dt="2021-08-09T02:07:15.308" v="641" actId="478"/>
          <ac:spMkLst>
            <pc:docMk/>
            <pc:sldMk cId="3009095594" sldId="405"/>
            <ac:spMk id="3" creationId="{8E135EFB-9C79-4029-ABCB-BCEAE777EF13}"/>
          </ac:spMkLst>
        </pc:spChg>
        <pc:spChg chg="del">
          <ac:chgData name="Yu, Harry" userId="d07dd713-323b-41c6-b24d-c18be50fb4fc" providerId="ADAL" clId="{F08C8037-C502-4E6D-8951-FBC0DBE5BF1B}" dt="2021-07-30T07:37:48.645" v="85" actId="478"/>
          <ac:spMkLst>
            <pc:docMk/>
            <pc:sldMk cId="3009095594" sldId="405"/>
            <ac:spMk id="5" creationId="{E64EDFB3-FFC1-4F3C-9668-8E0017D7B384}"/>
          </ac:spMkLst>
        </pc:spChg>
        <pc:spChg chg="del">
          <ac:chgData name="Yu, Harry" userId="d07dd713-323b-41c6-b24d-c18be50fb4fc" providerId="ADAL" clId="{F08C8037-C502-4E6D-8951-FBC0DBE5BF1B}" dt="2021-08-09T02:07:13.341" v="640" actId="478"/>
          <ac:spMkLst>
            <pc:docMk/>
            <pc:sldMk cId="3009095594" sldId="40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19.711" v="644" actId="20577"/>
          <ac:spMkLst>
            <pc:docMk/>
            <pc:sldMk cId="3009095594" sldId="405"/>
            <ac:spMk id="7" creationId="{629E619C-8B59-415A-B693-FD918BC19595}"/>
          </ac:spMkLst>
        </pc:spChg>
        <pc:spChg chg="add mod">
          <ac:chgData name="Yu, Harry" userId="d07dd713-323b-41c6-b24d-c18be50fb4fc" providerId="ADAL" clId="{F08C8037-C502-4E6D-8951-FBC0DBE5BF1B}" dt="2021-08-17T05:10:21.350" v="2701" actId="20577"/>
          <ac:spMkLst>
            <pc:docMk/>
            <pc:sldMk cId="3009095594" sldId="405"/>
            <ac:spMk id="8" creationId="{696F6F8F-FEB5-45D4-9BB9-8820763444D8}"/>
          </ac:spMkLst>
        </pc:spChg>
        <pc:spChg chg="del">
          <ac:chgData name="Yu, Harry" userId="d07dd713-323b-41c6-b24d-c18be50fb4fc" providerId="ADAL" clId="{F08C8037-C502-4E6D-8951-FBC0DBE5BF1B}" dt="2021-08-09T02:12:39.254" v="799" actId="478"/>
          <ac:spMkLst>
            <pc:docMk/>
            <pc:sldMk cId="3009095594" sldId="40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9-16T06:13:24.393" v="4621" actId="20577"/>
          <ac:graphicFrameMkLst>
            <pc:docMk/>
            <pc:sldMk cId="3009095594" sldId="40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3:23.712" v="4101" actId="20577"/>
        <pc:sldMkLst>
          <pc:docMk/>
          <pc:sldMk cId="3247937829" sldId="406"/>
        </pc:sldMkLst>
        <pc:spChg chg="add mod">
          <ac:chgData name="Yu, Harry" userId="d07dd713-323b-41c6-b24d-c18be50fb4fc" providerId="ADAL" clId="{F08C8037-C502-4E6D-8951-FBC0DBE5BF1B}" dt="2021-08-17T06:01:09.856" v="3485" actId="11529"/>
          <ac:spMkLst>
            <pc:docMk/>
            <pc:sldMk cId="3247937829" sldId="406"/>
            <ac:spMk id="2" creationId="{3A6C5708-6263-48D7-AB97-9D4DFB664AE7}"/>
          </ac:spMkLst>
        </pc:spChg>
        <pc:spChg chg="add del mod">
          <ac:chgData name="Yu, Harry" userId="d07dd713-323b-41c6-b24d-c18be50fb4fc" providerId="ADAL" clId="{F08C8037-C502-4E6D-8951-FBC0DBE5BF1B}" dt="2021-08-09T02:07:32.323" v="647" actId="478"/>
          <ac:spMkLst>
            <pc:docMk/>
            <pc:sldMk cId="3247937829" sldId="406"/>
            <ac:spMk id="3" creationId="{E74C70AD-E70C-4F0D-B1B1-F5C1E42FE0CA}"/>
          </ac:spMkLst>
        </pc:spChg>
        <pc:spChg chg="mod">
          <ac:chgData name="Yu, Harry" userId="d07dd713-323b-41c6-b24d-c18be50fb4fc" providerId="ADAL" clId="{F08C8037-C502-4E6D-8951-FBC0DBE5BF1B}" dt="2021-08-24T00:13:23.712" v="4101" actId="20577"/>
          <ac:spMkLst>
            <pc:docMk/>
            <pc:sldMk cId="3247937829" sldId="406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25.581" v="645" actId="478"/>
          <ac:spMkLst>
            <pc:docMk/>
            <pc:sldMk cId="3247937829" sldId="406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7:28.757" v="646" actId="478"/>
          <ac:spMkLst>
            <pc:docMk/>
            <pc:sldMk cId="3247937829" sldId="406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36.988" v="650" actId="20577"/>
          <ac:spMkLst>
            <pc:docMk/>
            <pc:sldMk cId="3247937829" sldId="406"/>
            <ac:spMk id="8" creationId="{63049DF1-CB24-4105-8420-E845C0282291}"/>
          </ac:spMkLst>
        </pc:spChg>
        <pc:graphicFrameChg chg="mod modGraphic">
          <ac:chgData name="Yu, Harry" userId="d07dd713-323b-41c6-b24d-c18be50fb4fc" providerId="ADAL" clId="{F08C8037-C502-4E6D-8951-FBC0DBE5BF1B}" dt="2021-08-09T02:37:54.752" v="917" actId="313"/>
          <ac:graphicFrameMkLst>
            <pc:docMk/>
            <pc:sldMk cId="3247937829" sldId="406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9:41.940" v="4266" actId="20577"/>
        <pc:sldMkLst>
          <pc:docMk/>
          <pc:sldMk cId="1787811616" sldId="407"/>
        </pc:sldMkLst>
        <pc:spChg chg="add del mod">
          <ac:chgData name="Yu, Harry" userId="d07dd713-323b-41c6-b24d-c18be50fb4fc" providerId="ADAL" clId="{F08C8037-C502-4E6D-8951-FBC0DBE5BF1B}" dt="2021-08-09T02:08:24.290" v="682" actId="478"/>
          <ac:spMkLst>
            <pc:docMk/>
            <pc:sldMk cId="1787811616" sldId="407"/>
            <ac:spMk id="3" creationId="{8A7AF988-CB1C-4C51-AE6F-772297CD2C09}"/>
          </ac:spMkLst>
        </pc:spChg>
        <pc:spChg chg="del">
          <ac:chgData name="Yu, Harry" userId="d07dd713-323b-41c6-b24d-c18be50fb4fc" providerId="ADAL" clId="{F08C8037-C502-4E6D-8951-FBC0DBE5BF1B}" dt="2021-08-09T02:08:15.013" v="680" actId="478"/>
          <ac:spMkLst>
            <pc:docMk/>
            <pc:sldMk cId="1787811616" sldId="40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8:18.434" v="681" actId="478"/>
          <ac:spMkLst>
            <pc:docMk/>
            <pc:sldMk cId="1787811616" sldId="40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8:13.044" v="679" actId="478"/>
          <ac:spMkLst>
            <pc:docMk/>
            <pc:sldMk cId="1787811616" sldId="40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37.825" v="685" actId="20577"/>
          <ac:spMkLst>
            <pc:docMk/>
            <pc:sldMk cId="1787811616" sldId="407"/>
            <ac:spMk id="8" creationId="{F669C231-FD24-40C2-AFC4-CF67CC3C3EF6}"/>
          </ac:spMkLst>
        </pc:spChg>
        <pc:graphicFrameChg chg="mod modGraphic">
          <ac:chgData name="Yu, Harry" userId="d07dd713-323b-41c6-b24d-c18be50fb4fc" providerId="ADAL" clId="{F08C8037-C502-4E6D-8951-FBC0DBE5BF1B}" dt="2021-08-24T00:19:41.940" v="4266" actId="20577"/>
          <ac:graphicFrameMkLst>
            <pc:docMk/>
            <pc:sldMk cId="1787811616" sldId="407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17T05:12:42.837" v="2773" actId="20577"/>
        <pc:sldMkLst>
          <pc:docMk/>
          <pc:sldMk cId="702712558" sldId="408"/>
        </pc:sldMkLst>
        <pc:spChg chg="add del mod">
          <ac:chgData name="Yu, Harry" userId="d07dd713-323b-41c6-b24d-c18be50fb4fc" providerId="ADAL" clId="{F08C8037-C502-4E6D-8951-FBC0DBE5BF1B}" dt="2021-08-09T02:08:47.769" v="688" actId="478"/>
          <ac:spMkLst>
            <pc:docMk/>
            <pc:sldMk cId="702712558" sldId="408"/>
            <ac:spMk id="3" creationId="{759C194F-7DBC-4578-B343-80CF4675742B}"/>
          </ac:spMkLst>
        </pc:spChg>
        <pc:spChg chg="del">
          <ac:chgData name="Yu, Harry" userId="d07dd713-323b-41c6-b24d-c18be50fb4fc" providerId="ADAL" clId="{F08C8037-C502-4E6D-8951-FBC0DBE5BF1B}" dt="2021-08-09T02:40:50.419" v="931" actId="478"/>
          <ac:spMkLst>
            <pc:docMk/>
            <pc:sldMk cId="702712558" sldId="408"/>
            <ac:spMk id="4" creationId="{739ED610-7AC8-45CD-BCC6-B494109E5D9F}"/>
          </ac:spMkLst>
        </pc:spChg>
        <pc:spChg chg="add mod">
          <ac:chgData name="Yu, Harry" userId="d07dd713-323b-41c6-b24d-c18be50fb4fc" providerId="ADAL" clId="{F08C8037-C502-4E6D-8951-FBC0DBE5BF1B}" dt="2021-08-17T05:12:42.837" v="2773" actId="20577"/>
          <ac:spMkLst>
            <pc:docMk/>
            <pc:sldMk cId="702712558" sldId="408"/>
            <ac:spMk id="4" creationId="{E8BCA230-A956-4C8E-B80A-0FD85E93661B}"/>
          </ac:spMkLst>
        </pc:spChg>
        <pc:spChg chg="del">
          <ac:chgData name="Yu, Harry" userId="d07dd713-323b-41c6-b24d-c18be50fb4fc" providerId="ADAL" clId="{F08C8037-C502-4E6D-8951-FBC0DBE5BF1B}" dt="2021-08-09T02:08:43.094" v="686" actId="478"/>
          <ac:spMkLst>
            <pc:docMk/>
            <pc:sldMk cId="702712558" sldId="408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8:45.903" v="687" actId="478"/>
          <ac:spMkLst>
            <pc:docMk/>
            <pc:sldMk cId="702712558" sldId="408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8:59.857" v="691" actId="20577"/>
          <ac:spMkLst>
            <pc:docMk/>
            <pc:sldMk cId="702712558" sldId="408"/>
            <ac:spMk id="8" creationId="{0B7D234A-9F99-4C35-A8A0-6D0F9AEECE71}"/>
          </ac:spMkLst>
        </pc:spChg>
        <pc:spChg chg="add del mod">
          <ac:chgData name="Yu, Harry" userId="d07dd713-323b-41c6-b24d-c18be50fb4fc" providerId="ADAL" clId="{F08C8037-C502-4E6D-8951-FBC0DBE5BF1B}" dt="2021-08-09T03:39:20.389" v="1019" actId="21"/>
          <ac:spMkLst>
            <pc:docMk/>
            <pc:sldMk cId="702712558" sldId="408"/>
            <ac:spMk id="10" creationId="{5F95D868-B614-42AF-9951-E230D440D965}"/>
          </ac:spMkLst>
        </pc:spChg>
        <pc:graphicFrameChg chg="mod modGraphic">
          <ac:chgData name="Yu, Harry" userId="d07dd713-323b-41c6-b24d-c18be50fb4fc" providerId="ADAL" clId="{F08C8037-C502-4E6D-8951-FBC0DBE5BF1B}" dt="2021-08-09T02:40:46.225" v="930" actId="207"/>
          <ac:graphicFrameMkLst>
            <pc:docMk/>
            <pc:sldMk cId="702712558" sldId="408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F08C8037-C502-4E6D-8951-FBC0DBE5BF1B}" dt="2021-07-30T08:21:06.404" v="154" actId="47"/>
        <pc:sldMkLst>
          <pc:docMk/>
          <pc:sldMk cId="1210686159" sldId="408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08597143" sldId="409"/>
        </pc:sldMkLst>
      </pc:sldChg>
      <pc:sldChg chg="addSp delSp modSp mod">
        <pc:chgData name="Yu, Harry" userId="d07dd713-323b-41c6-b24d-c18be50fb4fc" providerId="ADAL" clId="{F08C8037-C502-4E6D-8951-FBC0DBE5BF1B}" dt="2021-08-24T00:24:42.844" v="4312" actId="313"/>
        <pc:sldMkLst>
          <pc:docMk/>
          <pc:sldMk cId="2914717653" sldId="409"/>
        </pc:sldMkLst>
        <pc:spChg chg="add del mod">
          <ac:chgData name="Yu, Harry" userId="d07dd713-323b-41c6-b24d-c18be50fb4fc" providerId="ADAL" clId="{F08C8037-C502-4E6D-8951-FBC0DBE5BF1B}" dt="2021-08-09T02:41:31.368" v="945" actId="478"/>
          <ac:spMkLst>
            <pc:docMk/>
            <pc:sldMk cId="2914717653" sldId="409"/>
            <ac:spMk id="3" creationId="{43291827-3657-4EDC-836A-58766A03309D}"/>
          </ac:spMkLst>
        </pc:spChg>
        <pc:spChg chg="del">
          <ac:chgData name="Yu, Harry" userId="d07dd713-323b-41c6-b24d-c18be50fb4fc" providerId="ADAL" clId="{F08C8037-C502-4E6D-8951-FBC0DBE5BF1B}" dt="2021-08-09T02:41:28.093" v="944" actId="478"/>
          <ac:spMkLst>
            <pc:docMk/>
            <pc:sldMk cId="2914717653" sldId="409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41:44.231" v="948" actId="20577"/>
          <ac:spMkLst>
            <pc:docMk/>
            <pc:sldMk cId="2914717653" sldId="409"/>
            <ac:spMk id="7" creationId="{14999E37-738F-4DDF-830D-1F0F2ACF1ECD}"/>
          </ac:spMkLst>
        </pc:spChg>
        <pc:graphicFrameChg chg="mod modGraphic">
          <ac:chgData name="Yu, Harry" userId="d07dd713-323b-41c6-b24d-c18be50fb4fc" providerId="ADAL" clId="{F08C8037-C502-4E6D-8951-FBC0DBE5BF1B}" dt="2021-08-24T00:24:42.844" v="4312" actId="313"/>
          <ac:graphicFrameMkLst>
            <pc:docMk/>
            <pc:sldMk cId="2914717653" sldId="409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967063898" sldId="410"/>
        </pc:sldMkLst>
      </pc:sldChg>
      <pc:sldChg chg="addSp modSp mod">
        <pc:chgData name="Yu, Harry" userId="d07dd713-323b-41c6-b24d-c18be50fb4fc" providerId="ADAL" clId="{F08C8037-C502-4E6D-8951-FBC0DBE5BF1B}" dt="2021-08-17T05:17:49.147" v="2985" actId="404"/>
        <pc:sldMkLst>
          <pc:docMk/>
          <pc:sldMk cId="3552434572" sldId="410"/>
        </pc:sldMkLst>
        <pc:spChg chg="add mod">
          <ac:chgData name="Yu, Harry" userId="d07dd713-323b-41c6-b24d-c18be50fb4fc" providerId="ADAL" clId="{F08C8037-C502-4E6D-8951-FBC0DBE5BF1B}" dt="2021-08-17T05:17:49.147" v="2985" actId="404"/>
          <ac:spMkLst>
            <pc:docMk/>
            <pc:sldMk cId="3552434572" sldId="410"/>
            <ac:spMk id="4" creationId="{9F82CBC9-2951-4E33-B11B-A6D1DDB3C631}"/>
          </ac:spMkLst>
        </pc:spChg>
        <pc:spChg chg="mod">
          <ac:chgData name="Yu, Harry" userId="d07dd713-323b-41c6-b24d-c18be50fb4fc" providerId="ADAL" clId="{F08C8037-C502-4E6D-8951-FBC0DBE5BF1B}" dt="2021-08-09T03:40:38.426" v="1024"/>
          <ac:spMkLst>
            <pc:docMk/>
            <pc:sldMk cId="3552434572" sldId="41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3:40:52.974" v="1025" actId="207"/>
          <ac:graphicFrameMkLst>
            <pc:docMk/>
            <pc:sldMk cId="3552434572" sldId="410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27:50.287" v="4313" actId="20577"/>
        <pc:sldMkLst>
          <pc:docMk/>
          <pc:sldMk cId="510519173" sldId="411"/>
        </pc:sldMkLst>
        <pc:spChg chg="add mod">
          <ac:chgData name="Yu, Harry" userId="d07dd713-323b-41c6-b24d-c18be50fb4fc" providerId="ADAL" clId="{F08C8037-C502-4E6D-8951-FBC0DBE5BF1B}" dt="2021-08-24T00:27:50.287" v="4313" actId="20577"/>
          <ac:spMkLst>
            <pc:docMk/>
            <pc:sldMk cId="510519173" sldId="411"/>
            <ac:spMk id="5" creationId="{2E652490-9A07-4E50-A800-4062BB06E679}"/>
          </ac:spMkLst>
        </pc:spChg>
        <pc:spChg chg="del">
          <ac:chgData name="Yu, Harry" userId="d07dd713-323b-41c6-b24d-c18be50fb4fc" providerId="ADAL" clId="{F08C8037-C502-4E6D-8951-FBC0DBE5BF1B}" dt="2021-08-10T03:49:52.616" v="1077" actId="478"/>
          <ac:spMkLst>
            <pc:docMk/>
            <pc:sldMk cId="510519173" sldId="411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10T03:49:26.794" v="1076" actId="207"/>
          <ac:graphicFrameMkLst>
            <pc:docMk/>
            <pc:sldMk cId="510519173" sldId="411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2609235885" sldId="411"/>
        </pc:sldMkLst>
      </pc:sldChg>
      <pc:sldChg chg="addSp delSp modSp mod modNotesTx">
        <pc:chgData name="Yu, Harry" userId="d07dd713-323b-41c6-b24d-c18be50fb4fc" providerId="ADAL" clId="{F08C8037-C502-4E6D-8951-FBC0DBE5BF1B}" dt="2021-09-02T00:02:29.487" v="4480" actId="21"/>
        <pc:sldMkLst>
          <pc:docMk/>
          <pc:sldMk cId="722008205" sldId="412"/>
        </pc:sldMkLst>
        <pc:spChg chg="add del mod">
          <ac:chgData name="Yu, Harry" userId="d07dd713-323b-41c6-b24d-c18be50fb4fc" providerId="ADAL" clId="{F08C8037-C502-4E6D-8951-FBC0DBE5BF1B}" dt="2021-09-02T00:02:29.487" v="4480" actId="21"/>
          <ac:spMkLst>
            <pc:docMk/>
            <pc:sldMk cId="722008205" sldId="412"/>
            <ac:spMk id="2" creationId="{ABFE04D2-2E71-43C7-90BF-6C08DAA41E2E}"/>
          </ac:spMkLst>
        </pc:spChg>
        <pc:spChg chg="add del mod">
          <ac:chgData name="Yu, Harry" userId="d07dd713-323b-41c6-b24d-c18be50fb4fc" providerId="ADAL" clId="{F08C8037-C502-4E6D-8951-FBC0DBE5BF1B}" dt="2021-08-09T23:28:42.017" v="1029" actId="478"/>
          <ac:spMkLst>
            <pc:docMk/>
            <pc:sldMk cId="722008205" sldId="412"/>
            <ac:spMk id="3" creationId="{B019D7EB-27FB-4383-B477-3B4C4F5FED73}"/>
          </ac:spMkLst>
        </pc:spChg>
        <pc:spChg chg="del">
          <ac:chgData name="Yu, Harry" userId="d07dd713-323b-41c6-b24d-c18be50fb4fc" providerId="ADAL" clId="{F08C8037-C502-4E6D-8951-FBC0DBE5BF1B}" dt="2021-08-09T03:52:12.799" v="1026" actId="478"/>
          <ac:spMkLst>
            <pc:docMk/>
            <pc:sldMk cId="722008205" sldId="412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8:38.937" v="1028" actId="478"/>
          <ac:spMkLst>
            <pc:docMk/>
            <pc:sldMk cId="722008205" sldId="41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3:52:16.241" v="1027" actId="21"/>
          <ac:spMkLst>
            <pc:docMk/>
            <pc:sldMk cId="722008205" sldId="412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00.289" v="1066" actId="20577"/>
          <ac:spMkLst>
            <pc:docMk/>
            <pc:sldMk cId="722008205" sldId="412"/>
            <ac:spMk id="8" creationId="{B8347B9F-ABAF-4E66-8C1B-59C3294E6BF3}"/>
          </ac:spMkLst>
        </pc:spChg>
        <pc:graphicFrameChg chg="mod modGraphic">
          <ac:chgData name="Yu, Harry" userId="d07dd713-323b-41c6-b24d-c18be50fb4fc" providerId="ADAL" clId="{F08C8037-C502-4E6D-8951-FBC0DBE5BF1B}" dt="2021-08-10T03:52:14.241" v="1147" actId="207"/>
          <ac:graphicFrameMkLst>
            <pc:docMk/>
            <pc:sldMk cId="722008205" sldId="412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8T23:25:54.546" v="4550" actId="478"/>
        <pc:sldMkLst>
          <pc:docMk/>
          <pc:sldMk cId="561797139" sldId="413"/>
        </pc:sldMkLst>
        <pc:spChg chg="add del mod">
          <ac:chgData name="Yu, Harry" userId="d07dd713-323b-41c6-b24d-c18be50fb4fc" providerId="ADAL" clId="{F08C8037-C502-4E6D-8951-FBC0DBE5BF1B}" dt="2021-08-09T23:29:18.152" v="1070" actId="478"/>
          <ac:spMkLst>
            <pc:docMk/>
            <pc:sldMk cId="561797139" sldId="413"/>
            <ac:spMk id="3" creationId="{6B290CF4-096E-4783-9FEF-8F5B33908820}"/>
          </ac:spMkLst>
        </pc:spChg>
        <pc:spChg chg="add del mod">
          <ac:chgData name="Yu, Harry" userId="d07dd713-323b-41c6-b24d-c18be50fb4fc" providerId="ADAL" clId="{F08C8037-C502-4E6D-8951-FBC0DBE5BF1B}" dt="2021-09-08T23:25:54.546" v="4550" actId="478"/>
          <ac:spMkLst>
            <pc:docMk/>
            <pc:sldMk cId="561797139" sldId="413"/>
            <ac:spMk id="4" creationId="{CA2150CF-476A-4387-8F8E-B1F21C1CDDA9}"/>
          </ac:spMkLst>
        </pc:spChg>
        <pc:spChg chg="del">
          <ac:chgData name="Yu, Harry" userId="d07dd713-323b-41c6-b24d-c18be50fb4fc" providerId="ADAL" clId="{F08C8037-C502-4E6D-8951-FBC0DBE5BF1B}" dt="2021-08-09T23:29:06.894" v="1067" actId="478"/>
          <ac:spMkLst>
            <pc:docMk/>
            <pc:sldMk cId="561797139" sldId="413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9:14.673" v="1069" actId="478"/>
          <ac:spMkLst>
            <pc:docMk/>
            <pc:sldMk cId="561797139" sldId="413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23:29:10.569" v="1068" actId="478"/>
          <ac:spMkLst>
            <pc:docMk/>
            <pc:sldMk cId="561797139" sldId="413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30.633" v="1073" actId="20577"/>
          <ac:spMkLst>
            <pc:docMk/>
            <pc:sldMk cId="561797139" sldId="413"/>
            <ac:spMk id="8" creationId="{86F37CCB-1060-459C-B37D-912E0D6894F7}"/>
          </ac:spMkLst>
        </pc:spChg>
        <pc:graphicFrameChg chg="mod modGraphic">
          <ac:chgData name="Yu, Harry" userId="d07dd713-323b-41c6-b24d-c18be50fb4fc" providerId="ADAL" clId="{F08C8037-C502-4E6D-8951-FBC0DBE5BF1B}" dt="2021-08-24T00:32:28.931" v="4319" actId="20577"/>
          <ac:graphicFrameMkLst>
            <pc:docMk/>
            <pc:sldMk cId="561797139" sldId="413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F08C8037-C502-4E6D-8951-FBC0DBE5BF1B}" dt="2021-08-04T06:43:23.143" v="289" actId="47"/>
        <pc:sldMkLst>
          <pc:docMk/>
          <pc:sldMk cId="3250821438" sldId="414"/>
        </pc:sldMkLst>
        <pc:graphicFrameChg chg="mod modGraphic">
          <ac:chgData name="Yu, Harry" userId="d07dd713-323b-41c6-b24d-c18be50fb4fc" providerId="ADAL" clId="{F08C8037-C502-4E6D-8951-FBC0DBE5BF1B}" dt="2021-08-04T06:42:28.805" v="287"/>
          <ac:graphicFrameMkLst>
            <pc:docMk/>
            <pc:sldMk cId="3250821438" sldId="414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6:45.647" v="4322" actId="207"/>
        <pc:sldMkLst>
          <pc:docMk/>
          <pc:sldMk cId="2489166660" sldId="415"/>
        </pc:sldMkLst>
        <pc:spChg chg="add del mod">
          <ac:chgData name="Yu, Harry" userId="d07dd713-323b-41c6-b24d-c18be50fb4fc" providerId="ADAL" clId="{F08C8037-C502-4E6D-8951-FBC0DBE5BF1B}" dt="2021-08-10T03:57:14.215" v="1186" actId="478"/>
          <ac:spMkLst>
            <pc:docMk/>
            <pc:sldMk cId="2489166660" sldId="415"/>
            <ac:spMk id="3" creationId="{D3805D25-9A1C-4D34-8817-965D2B92117C}"/>
          </ac:spMkLst>
        </pc:spChg>
        <pc:spChg chg="add mod">
          <ac:chgData name="Yu, Harry" userId="d07dd713-323b-41c6-b24d-c18be50fb4fc" providerId="ADAL" clId="{F08C8037-C502-4E6D-8951-FBC0DBE5BF1B}" dt="2021-08-17T05:22:04.453" v="3100" actId="20577"/>
          <ac:spMkLst>
            <pc:docMk/>
            <pc:sldMk cId="2489166660" sldId="415"/>
            <ac:spMk id="4" creationId="{B5BB2FE7-14C3-4201-A390-A11CC601CEA4}"/>
          </ac:spMkLst>
        </pc:spChg>
        <pc:spChg chg="del">
          <ac:chgData name="Yu, Harry" userId="d07dd713-323b-41c6-b24d-c18be50fb4fc" providerId="ADAL" clId="{F08C8037-C502-4E6D-8951-FBC0DBE5BF1B}" dt="2021-08-10T03:57:12.472" v="1185" actId="478"/>
          <ac:spMkLst>
            <pc:docMk/>
            <pc:sldMk cId="2489166660" sldId="41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10T03:57:45.243" v="1192" actId="20577"/>
          <ac:spMkLst>
            <pc:docMk/>
            <pc:sldMk cId="2489166660" sldId="415"/>
            <ac:spMk id="7" creationId="{6F1C7CDF-B740-46C3-8205-A0616DDBF48F}"/>
          </ac:spMkLst>
        </pc:spChg>
        <pc:graphicFrameChg chg="mod modGraphic">
          <ac:chgData name="Yu, Harry" userId="d07dd713-323b-41c6-b24d-c18be50fb4fc" providerId="ADAL" clId="{F08C8037-C502-4E6D-8951-FBC0DBE5BF1B}" dt="2021-08-24T00:36:45.647" v="4322" actId="207"/>
          <ac:graphicFrameMkLst>
            <pc:docMk/>
            <pc:sldMk cId="2489166660" sldId="41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4:56.042" v="4320"/>
        <pc:sldMkLst>
          <pc:docMk/>
          <pc:sldMk cId="3585669597" sldId="416"/>
        </pc:sldMkLst>
        <pc:spChg chg="add del mod">
          <ac:chgData name="Yu, Harry" userId="d07dd713-323b-41c6-b24d-c18be50fb4fc" providerId="ADAL" clId="{F08C8037-C502-4E6D-8951-FBC0DBE5BF1B}" dt="2021-08-10T03:53:39.809" v="1152" actId="478"/>
          <ac:spMkLst>
            <pc:docMk/>
            <pc:sldMk cId="3585669597" sldId="416"/>
            <ac:spMk id="3" creationId="{1375B301-E436-444C-8418-535E082EFAE1}"/>
          </ac:spMkLst>
        </pc:spChg>
        <pc:spChg chg="del">
          <ac:chgData name="Yu, Harry" userId="d07dd713-323b-41c6-b24d-c18be50fb4fc" providerId="ADAL" clId="{F08C8037-C502-4E6D-8951-FBC0DBE5BF1B}" dt="2021-08-10T03:53:16.986" v="1149" actId="478"/>
          <ac:spMkLst>
            <pc:docMk/>
            <pc:sldMk cId="3585669597" sldId="416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10T03:53:36.819" v="1151" actId="478"/>
          <ac:spMkLst>
            <pc:docMk/>
            <pc:sldMk cId="3585669597" sldId="416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3:53:21.101" v="1150" actId="478"/>
          <ac:spMkLst>
            <pc:docMk/>
            <pc:sldMk cId="3585669597" sldId="416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10T03:54:14.621" v="1184" actId="20577"/>
          <ac:spMkLst>
            <pc:docMk/>
            <pc:sldMk cId="3585669597" sldId="416"/>
            <ac:spMk id="8" creationId="{40D6C9BC-D257-4ACD-BFBE-80C2730953BD}"/>
          </ac:spMkLst>
        </pc:spChg>
        <pc:graphicFrameChg chg="mod modGraphic">
          <ac:chgData name="Yu, Harry" userId="d07dd713-323b-41c6-b24d-c18be50fb4fc" providerId="ADAL" clId="{F08C8037-C502-4E6D-8951-FBC0DBE5BF1B}" dt="2021-08-24T00:34:56.042" v="4320"/>
          <ac:graphicFrameMkLst>
            <pc:docMk/>
            <pc:sldMk cId="3585669597" sldId="416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24T00:37:12.799" v="4325" actId="20577"/>
        <pc:sldMkLst>
          <pc:docMk/>
          <pc:sldMk cId="1282720685" sldId="417"/>
        </pc:sldMkLst>
        <pc:spChg chg="add mod">
          <ac:chgData name="Yu, Harry" userId="d07dd713-323b-41c6-b24d-c18be50fb4fc" providerId="ADAL" clId="{F08C8037-C502-4E6D-8951-FBC0DBE5BF1B}" dt="2021-08-24T00:37:12.799" v="4325" actId="20577"/>
          <ac:spMkLst>
            <pc:docMk/>
            <pc:sldMk cId="1282720685" sldId="417"/>
            <ac:spMk id="4" creationId="{4F0329E0-3B8C-4E10-90F9-7572909C5D69}"/>
          </ac:spMkLst>
        </pc:spChg>
        <pc:spChg chg="add mod">
          <ac:chgData name="Yu, Harry" userId="d07dd713-323b-41c6-b24d-c18be50fb4fc" providerId="ADAL" clId="{F08C8037-C502-4E6D-8951-FBC0DBE5BF1B}" dt="2021-08-17T06:12:09.970" v="3638"/>
          <ac:spMkLst>
            <pc:docMk/>
            <pc:sldMk cId="1282720685" sldId="417"/>
            <ac:spMk id="5" creationId="{456F3CAF-B248-4F67-B0CB-8FCE7FCC2DE9}"/>
          </ac:spMkLst>
        </pc:spChg>
        <pc:spChg chg="mod">
          <ac:chgData name="Yu, Harry" userId="d07dd713-323b-41c6-b24d-c18be50fb4fc" providerId="ADAL" clId="{F08C8037-C502-4E6D-8951-FBC0DBE5BF1B}" dt="2021-08-10T03:57:55.303" v="1195" actId="20577"/>
          <ac:spMkLst>
            <pc:docMk/>
            <pc:sldMk cId="1282720685" sldId="41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7:09.218" v="4323" actId="207"/>
          <ac:graphicFrameMkLst>
            <pc:docMk/>
            <pc:sldMk cId="1282720685" sldId="417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0T04:18:50.594" v="1487" actId="20577"/>
        <pc:sldMkLst>
          <pc:docMk/>
          <pc:sldMk cId="943981249" sldId="418"/>
        </pc:sldMkLst>
        <pc:spChg chg="add mod">
          <ac:chgData name="Yu, Harry" userId="d07dd713-323b-41c6-b24d-c18be50fb4fc" providerId="ADAL" clId="{F08C8037-C502-4E6D-8951-FBC0DBE5BF1B}" dt="2021-08-10T04:18:50.594" v="1487" actId="20577"/>
          <ac:spMkLst>
            <pc:docMk/>
            <pc:sldMk cId="943981249" sldId="418"/>
            <ac:spMk id="4" creationId="{E6E0E091-B6B1-4F00-8FB9-3C3504E457A1}"/>
          </ac:spMkLst>
        </pc:spChg>
        <pc:spChg chg="mod">
          <ac:chgData name="Yu, Harry" userId="d07dd713-323b-41c6-b24d-c18be50fb4fc" providerId="ADAL" clId="{F08C8037-C502-4E6D-8951-FBC0DBE5BF1B}" dt="2021-08-10T03:58:06.424" v="1198" actId="20577"/>
          <ac:spMkLst>
            <pc:docMk/>
            <pc:sldMk cId="943981249" sldId="41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4:18:03.785" v="1424" actId="207"/>
          <ac:graphicFrameMkLst>
            <pc:docMk/>
            <pc:sldMk cId="943981249" sldId="418"/>
            <ac:graphicFrameMk id="9" creationId="{A471383B-87D3-406F-AEC8-A1732EA53B37}"/>
          </ac:graphicFrameMkLst>
        </pc:graphicFrameChg>
      </pc:sldChg>
      <pc:sldChg chg="addSp modSp add del mod">
        <pc:chgData name="Yu, Harry" userId="d07dd713-323b-41c6-b24d-c18be50fb4fc" providerId="ADAL" clId="{F08C8037-C502-4E6D-8951-FBC0DBE5BF1B}" dt="2021-08-24T00:39:59.858" v="4340" actId="20577"/>
        <pc:sldMkLst>
          <pc:docMk/>
          <pc:sldMk cId="2968888852" sldId="419"/>
        </pc:sldMkLst>
        <pc:spChg chg="add mod">
          <ac:chgData name="Yu, Harry" userId="d07dd713-323b-41c6-b24d-c18be50fb4fc" providerId="ADAL" clId="{F08C8037-C502-4E6D-8951-FBC0DBE5BF1B}" dt="2021-08-24T00:39:59.858" v="4340" actId="20577"/>
          <ac:spMkLst>
            <pc:docMk/>
            <pc:sldMk cId="2968888852" sldId="419"/>
            <ac:spMk id="4" creationId="{2CAE92D0-6EC3-4B58-9578-4724D614A330}"/>
          </ac:spMkLst>
        </pc:spChg>
        <pc:spChg chg="mod">
          <ac:chgData name="Yu, Harry" userId="d07dd713-323b-41c6-b24d-c18be50fb4fc" providerId="ADAL" clId="{F08C8037-C502-4E6D-8951-FBC0DBE5BF1B}" dt="2021-08-10T03:58:15.088" v="1201" actId="20577"/>
          <ac:spMkLst>
            <pc:docMk/>
            <pc:sldMk cId="2968888852" sldId="41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9:39.542" v="4331" actId="207"/>
          <ac:graphicFrameMkLst>
            <pc:docMk/>
            <pc:sldMk cId="2968888852" sldId="41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11:49.582" v="1500" actId="20577"/>
        <pc:sldMkLst>
          <pc:docMk/>
          <pc:sldMk cId="1065416071" sldId="420"/>
        </pc:sldMkLst>
        <pc:spChg chg="mod">
          <ac:chgData name="Yu, Harry" userId="d07dd713-323b-41c6-b24d-c18be50fb4fc" providerId="ADAL" clId="{F08C8037-C502-4E6D-8951-FBC0DBE5BF1B}" dt="2021-08-10T05:11:49.582" v="1500" actId="20577"/>
          <ac:spMkLst>
            <pc:docMk/>
            <pc:sldMk cId="1065416071" sldId="42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11:32.602" v="1496" actId="478"/>
          <ac:spMkLst>
            <pc:docMk/>
            <pc:sldMk cId="1065416071" sldId="420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1065416071" sldId="420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24T00:42:44.707" v="4341" actId="207"/>
        <pc:sldMkLst>
          <pc:docMk/>
          <pc:sldMk cId="3034569877" sldId="421"/>
        </pc:sldMkLst>
        <pc:spChg chg="del">
          <ac:chgData name="Yu, Harry" userId="d07dd713-323b-41c6-b24d-c18be50fb4fc" providerId="ADAL" clId="{F08C8037-C502-4E6D-8951-FBC0DBE5BF1B}" dt="2021-08-10T05:28:33.165" v="1501" actId="478"/>
          <ac:spMkLst>
            <pc:docMk/>
            <pc:sldMk cId="3034569877" sldId="421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28:52.683" v="1513" actId="20577"/>
          <ac:spMkLst>
            <pc:docMk/>
            <pc:sldMk cId="3034569877" sldId="421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28:36.808" v="1502" actId="478"/>
          <ac:spMkLst>
            <pc:docMk/>
            <pc:sldMk cId="3034569877" sldId="421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42:44.707" v="4341" actId="207"/>
          <ac:graphicFrameMkLst>
            <pc:docMk/>
            <pc:sldMk cId="3034569877" sldId="421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39:35.726" v="3320" actId="20577"/>
        <pc:sldMkLst>
          <pc:docMk/>
          <pc:sldMk cId="4238224736" sldId="422"/>
        </pc:sldMkLst>
        <pc:spChg chg="add mod">
          <ac:chgData name="Yu, Harry" userId="d07dd713-323b-41c6-b24d-c18be50fb4fc" providerId="ADAL" clId="{F08C8037-C502-4E6D-8951-FBC0DBE5BF1B}" dt="2021-08-17T05:39:35.726" v="3320" actId="20577"/>
          <ac:spMkLst>
            <pc:docMk/>
            <pc:sldMk cId="4238224736" sldId="422"/>
            <ac:spMk id="4" creationId="{F79FA440-94CB-4AF0-A4C1-D250EADEE9FB}"/>
          </ac:spMkLst>
        </pc:spChg>
        <pc:spChg chg="mod">
          <ac:chgData name="Yu, Harry" userId="d07dd713-323b-41c6-b24d-c18be50fb4fc" providerId="ADAL" clId="{F08C8037-C502-4E6D-8951-FBC0DBE5BF1B}" dt="2021-08-10T05:29:48.504" v="1524" actId="20577"/>
          <ac:spMkLst>
            <pc:docMk/>
            <pc:sldMk cId="4238224736" sldId="42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3:36.108" v="1653" actId="207"/>
          <ac:graphicFrameMkLst>
            <pc:docMk/>
            <pc:sldMk cId="4238224736" sldId="42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9-08T23:56:50.337" v="4555" actId="20577"/>
        <pc:sldMkLst>
          <pc:docMk/>
          <pc:sldMk cId="1488326449" sldId="423"/>
        </pc:sldMkLst>
        <pc:spChg chg="mod">
          <ac:chgData name="Yu, Harry" userId="d07dd713-323b-41c6-b24d-c18be50fb4fc" providerId="ADAL" clId="{F08C8037-C502-4E6D-8951-FBC0DBE5BF1B}" dt="2021-08-10T05:33:06.380" v="1650" actId="20577"/>
          <ac:spMkLst>
            <pc:docMk/>
            <pc:sldMk cId="1488326449" sldId="42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9-08T23:56:50.337" v="4555" actId="20577"/>
          <ac:graphicFrameMkLst>
            <pc:docMk/>
            <pc:sldMk cId="1488326449" sldId="423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35:41.084" v="1680" actId="207"/>
        <pc:sldMkLst>
          <pc:docMk/>
          <pc:sldMk cId="574681852" sldId="424"/>
        </pc:sldMkLst>
        <pc:spChg chg="del">
          <ac:chgData name="Yu, Harry" userId="d07dd713-323b-41c6-b24d-c18be50fb4fc" providerId="ADAL" clId="{F08C8037-C502-4E6D-8951-FBC0DBE5BF1B}" dt="2021-08-10T05:34:50.524" v="1660" actId="478"/>
          <ac:spMkLst>
            <pc:docMk/>
            <pc:sldMk cId="574681852" sldId="424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35:00.532" v="1678" actId="20577"/>
          <ac:spMkLst>
            <pc:docMk/>
            <pc:sldMk cId="574681852" sldId="424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34:47.886" v="1659" actId="478"/>
          <ac:spMkLst>
            <pc:docMk/>
            <pc:sldMk cId="574681852" sldId="424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35:41.084" v="1680" actId="207"/>
          <ac:graphicFrameMkLst>
            <pc:docMk/>
            <pc:sldMk cId="574681852" sldId="42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8:50:35.490" v="420" actId="47"/>
        <pc:sldMkLst>
          <pc:docMk/>
          <pc:sldMk cId="3468971131" sldId="424"/>
        </pc:sldMkLst>
      </pc:sldChg>
      <pc:sldChg chg="addSp modSp mod">
        <pc:chgData name="Yu, Harry" userId="d07dd713-323b-41c6-b24d-c18be50fb4fc" providerId="ADAL" clId="{F08C8037-C502-4E6D-8951-FBC0DBE5BF1B}" dt="2021-08-24T00:49:35.340" v="4358" actId="20577"/>
        <pc:sldMkLst>
          <pc:docMk/>
          <pc:sldMk cId="776038252" sldId="425"/>
        </pc:sldMkLst>
        <pc:spChg chg="add mod">
          <ac:chgData name="Yu, Harry" userId="d07dd713-323b-41c6-b24d-c18be50fb4fc" providerId="ADAL" clId="{F08C8037-C502-4E6D-8951-FBC0DBE5BF1B}" dt="2021-08-24T00:49:35.340" v="4358" actId="20577"/>
          <ac:spMkLst>
            <pc:docMk/>
            <pc:sldMk cId="776038252" sldId="425"/>
            <ac:spMk id="4" creationId="{696A248B-A980-4376-92D2-8371AB51A648}"/>
          </ac:spMkLst>
        </pc:spChg>
        <pc:spChg chg="mod">
          <ac:chgData name="Yu, Harry" userId="d07dd713-323b-41c6-b24d-c18be50fb4fc" providerId="ADAL" clId="{F08C8037-C502-4E6D-8951-FBC0DBE5BF1B}" dt="2021-08-10T05:35:58.349" v="1692" actId="20577"/>
          <ac:spMkLst>
            <pc:docMk/>
            <pc:sldMk cId="776038252" sldId="42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6:50.112" v="1697" actId="20577"/>
          <ac:graphicFrameMkLst>
            <pc:docMk/>
            <pc:sldMk cId="776038252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9:40.448" v="418"/>
        <pc:sldMkLst>
          <pc:docMk/>
          <pc:sldMk cId="3686006551" sldId="425"/>
        </pc:sldMkLst>
        <pc:graphicFrameChg chg="mod">
          <ac:chgData name="Yu, Harry" userId="d07dd713-323b-41c6-b24d-c18be50fb4fc" providerId="ADAL" clId="{F08C8037-C502-4E6D-8951-FBC0DBE5BF1B}" dt="2021-08-05T08:48:05.384" v="415"/>
          <ac:graphicFrameMkLst>
            <pc:docMk/>
            <pc:sldMk cId="3686006551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7:34.976" v="414" actId="47"/>
        <pc:sldMkLst>
          <pc:docMk/>
          <pc:sldMk cId="4025012511" sldId="425"/>
        </pc:sldMkLst>
        <pc:graphicFrameChg chg="mod">
          <ac:chgData name="Yu, Harry" userId="d07dd713-323b-41c6-b24d-c18be50fb4fc" providerId="ADAL" clId="{F08C8037-C502-4E6D-8951-FBC0DBE5BF1B}" dt="2021-08-05T08:46:43.883" v="413"/>
          <ac:graphicFrameMkLst>
            <pc:docMk/>
            <pc:sldMk cId="4025012511" sldId="425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0:52:59.157" v="4359" actId="207"/>
        <pc:sldMkLst>
          <pc:docMk/>
          <pc:sldMk cId="2176729132" sldId="426"/>
        </pc:sldMkLst>
        <pc:spChg chg="mod">
          <ac:chgData name="Yu, Harry" userId="d07dd713-323b-41c6-b24d-c18be50fb4fc" providerId="ADAL" clId="{F08C8037-C502-4E6D-8951-FBC0DBE5BF1B}" dt="2021-08-10T05:39:11.306" v="1850" actId="20577"/>
          <ac:spMkLst>
            <pc:docMk/>
            <pc:sldMk cId="2176729132" sldId="42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52:59.157" v="4359" actId="207"/>
          <ac:graphicFrameMkLst>
            <pc:docMk/>
            <pc:sldMk cId="2176729132" sldId="426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0T06:00:40.138" v="2059" actId="207"/>
        <pc:sldMkLst>
          <pc:docMk/>
          <pc:sldMk cId="1693173128" sldId="427"/>
        </pc:sldMkLst>
        <pc:spChg chg="mod">
          <ac:chgData name="Yu, Harry" userId="d07dd713-323b-41c6-b24d-c18be50fb4fc" providerId="ADAL" clId="{F08C8037-C502-4E6D-8951-FBC0DBE5BF1B}" dt="2021-08-10T05:59:14.671" v="2048" actId="20577"/>
          <ac:spMkLst>
            <pc:docMk/>
            <pc:sldMk cId="1693173128" sldId="42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00:40.138" v="2059" actId="207"/>
          <ac:graphicFrameMkLst>
            <pc:docMk/>
            <pc:sldMk cId="1693173128" sldId="42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9:23:10.234" v="451"/>
        <pc:sldMkLst>
          <pc:docMk/>
          <pc:sldMk cId="4148787766" sldId="427"/>
        </pc:sldMkLst>
      </pc:sldChg>
      <pc:sldChg chg="addSp delSp modSp mod">
        <pc:chgData name="Yu, Harry" userId="d07dd713-323b-41c6-b24d-c18be50fb4fc" providerId="ADAL" clId="{F08C8037-C502-4E6D-8951-FBC0DBE5BF1B}" dt="2021-08-17T06:19:47.176" v="3779" actId="1076"/>
        <pc:sldMkLst>
          <pc:docMk/>
          <pc:sldMk cId="1898914133" sldId="428"/>
        </pc:sldMkLst>
        <pc:spChg chg="add mod">
          <ac:chgData name="Yu, Harry" userId="d07dd713-323b-41c6-b24d-c18be50fb4fc" providerId="ADAL" clId="{F08C8037-C502-4E6D-8951-FBC0DBE5BF1B}" dt="2021-08-17T06:19:47.176" v="3779" actId="1076"/>
          <ac:spMkLst>
            <pc:docMk/>
            <pc:sldMk cId="1898914133" sldId="428"/>
            <ac:spMk id="4" creationId="{7D7D8D91-97A3-4302-BC64-08579C998AA8}"/>
          </ac:spMkLst>
        </pc:spChg>
        <pc:spChg chg="del">
          <ac:chgData name="Yu, Harry" userId="d07dd713-323b-41c6-b24d-c18be50fb4fc" providerId="ADAL" clId="{F08C8037-C502-4E6D-8951-FBC0DBE5BF1B}" dt="2021-08-10T05:53:13.024" v="1853" actId="478"/>
          <ac:spMkLst>
            <pc:docMk/>
            <pc:sldMk cId="1898914133" sldId="428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53:38.543" v="1859" actId="20577"/>
          <ac:spMkLst>
            <pc:docMk/>
            <pc:sldMk cId="1898914133" sldId="428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3:17.053" v="1854" actId="478"/>
          <ac:spMkLst>
            <pc:docMk/>
            <pc:sldMk cId="1898914133" sldId="428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54:59.775" v="1870" actId="207"/>
          <ac:graphicFrameMkLst>
            <pc:docMk/>
            <pc:sldMk cId="1898914133" sldId="428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7T05:49:12.731" v="4548" actId="20577"/>
        <pc:sldMkLst>
          <pc:docMk/>
          <pc:sldMk cId="2549360784" sldId="429"/>
        </pc:sldMkLst>
        <pc:spChg chg="add mod">
          <ac:chgData name="Yu, Harry" userId="d07dd713-323b-41c6-b24d-c18be50fb4fc" providerId="ADAL" clId="{F08C8037-C502-4E6D-8951-FBC0DBE5BF1B}" dt="2021-09-07T05:49:12.731" v="4548" actId="20577"/>
          <ac:spMkLst>
            <pc:docMk/>
            <pc:sldMk cId="2549360784" sldId="429"/>
            <ac:spMk id="2" creationId="{04417B0E-2535-41CF-BF65-EDAC494977E0}"/>
          </ac:spMkLst>
        </pc:spChg>
        <pc:spChg chg="del">
          <ac:chgData name="Yu, Harry" userId="d07dd713-323b-41c6-b24d-c18be50fb4fc" providerId="ADAL" clId="{F08C8037-C502-4E6D-8951-FBC0DBE5BF1B}" dt="2021-08-10T05:55:14.167" v="1871" actId="478"/>
          <ac:spMkLst>
            <pc:docMk/>
            <pc:sldMk cId="2549360784" sldId="429"/>
            <ac:spMk id="5" creationId="{CB048E8A-DE1E-46FD-9C13-99B8CDEAC8DA}"/>
          </ac:spMkLst>
        </pc:spChg>
        <pc:spChg chg="add mod">
          <ac:chgData name="Yu, Harry" userId="d07dd713-323b-41c6-b24d-c18be50fb4fc" providerId="ADAL" clId="{F08C8037-C502-4E6D-8951-FBC0DBE5BF1B}" dt="2021-08-17T06:26:49.057" v="3780"/>
          <ac:spMkLst>
            <pc:docMk/>
            <pc:sldMk cId="2549360784" sldId="429"/>
            <ac:spMk id="5" creationId="{F138F280-C0E4-4DFE-995F-7F9D63B4071C}"/>
          </ac:spMkLst>
        </pc:spChg>
        <pc:spChg chg="mod">
          <ac:chgData name="Yu, Harry" userId="d07dd713-323b-41c6-b24d-c18be50fb4fc" providerId="ADAL" clId="{F08C8037-C502-4E6D-8951-FBC0DBE5BF1B}" dt="2021-08-10T05:55:26.386" v="1875" actId="20577"/>
          <ac:spMkLst>
            <pc:docMk/>
            <pc:sldMk cId="2549360784" sldId="429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5:17.242" v="1872" actId="478"/>
          <ac:spMkLst>
            <pc:docMk/>
            <pc:sldMk cId="2549360784" sldId="429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55:24.767" v="4360" actId="207"/>
          <ac:graphicFrameMkLst>
            <pc:docMk/>
            <pc:sldMk cId="2549360784" sldId="42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1:48.280" v="2074" actId="207"/>
        <pc:sldMkLst>
          <pc:docMk/>
          <pc:sldMk cId="3710500859" sldId="430"/>
        </pc:sldMkLst>
        <pc:spChg chg="del">
          <ac:chgData name="Yu, Harry" userId="d07dd713-323b-41c6-b24d-c18be50fb4fc" providerId="ADAL" clId="{F08C8037-C502-4E6D-8951-FBC0DBE5BF1B}" dt="2021-08-10T06:10:59.115" v="2060" actId="478"/>
          <ac:spMkLst>
            <pc:docMk/>
            <pc:sldMk cId="3710500859" sldId="430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1:15.904" v="2073" actId="20577"/>
          <ac:spMkLst>
            <pc:docMk/>
            <pc:sldMk cId="3710500859" sldId="43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1:02.153" v="2061" actId="478"/>
          <ac:spMkLst>
            <pc:docMk/>
            <pc:sldMk cId="3710500859" sldId="430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6:11:48.280" v="2074" actId="207"/>
          <ac:graphicFrameMkLst>
            <pc:docMk/>
            <pc:sldMk cId="3710500859" sldId="430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57:26.151" v="3350" actId="313"/>
        <pc:sldMkLst>
          <pc:docMk/>
          <pc:sldMk cId="3766124570" sldId="431"/>
        </pc:sldMkLst>
        <pc:spChg chg="add mod">
          <ac:chgData name="Yu, Harry" userId="d07dd713-323b-41c6-b24d-c18be50fb4fc" providerId="ADAL" clId="{F08C8037-C502-4E6D-8951-FBC0DBE5BF1B}" dt="2021-08-17T05:57:26.151" v="3350" actId="313"/>
          <ac:spMkLst>
            <pc:docMk/>
            <pc:sldMk cId="3766124570" sldId="431"/>
            <ac:spMk id="4" creationId="{B36CD4A0-CA69-4D31-9E46-5DF25995476A}"/>
          </ac:spMkLst>
        </pc:spChg>
        <pc:spChg chg="mod">
          <ac:chgData name="Yu, Harry" userId="d07dd713-323b-41c6-b24d-c18be50fb4fc" providerId="ADAL" clId="{F08C8037-C502-4E6D-8951-FBC0DBE5BF1B}" dt="2021-08-10T06:12:05.732" v="2086" actId="20577"/>
          <ac:spMkLst>
            <pc:docMk/>
            <pc:sldMk cId="3766124570" sldId="43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13:13.705" v="2092" actId="207"/>
          <ac:graphicFrameMkLst>
            <pc:docMk/>
            <pc:sldMk cId="3766124570" sldId="431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5:05.456" v="2296" actId="20577"/>
        <pc:sldMkLst>
          <pc:docMk/>
          <pc:sldMk cId="2231879138" sldId="432"/>
        </pc:sldMkLst>
        <pc:spChg chg="del">
          <ac:chgData name="Yu, Harry" userId="d07dd713-323b-41c6-b24d-c18be50fb4fc" providerId="ADAL" clId="{F08C8037-C502-4E6D-8951-FBC0DBE5BF1B}" dt="2021-08-10T06:14:53.498" v="2286" actId="478"/>
          <ac:spMkLst>
            <pc:docMk/>
            <pc:sldMk cId="2231879138" sldId="432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5:05.456" v="2296" actId="20577"/>
          <ac:spMkLst>
            <pc:docMk/>
            <pc:sldMk cId="2231879138" sldId="43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4:56.461" v="2287" actId="478"/>
          <ac:spMkLst>
            <pc:docMk/>
            <pc:sldMk cId="2231879138" sldId="432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06T08:44:15.853" v="551"/>
          <ac:graphicFrameMkLst>
            <pc:docMk/>
            <pc:sldMk cId="2231879138" sldId="43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7T05:58:08.708" v="3352" actId="20577"/>
        <pc:sldMkLst>
          <pc:docMk/>
          <pc:sldMk cId="2330827398" sldId="433"/>
        </pc:sldMkLst>
        <pc:spChg chg="mod">
          <ac:chgData name="Yu, Harry" userId="d07dd713-323b-41c6-b24d-c18be50fb4fc" providerId="ADAL" clId="{F08C8037-C502-4E6D-8951-FBC0DBE5BF1B}" dt="2021-08-10T06:15:48.427" v="2315" actId="20577"/>
          <ac:spMkLst>
            <pc:docMk/>
            <pc:sldMk cId="2330827398" sldId="43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7T05:58:08.708" v="3352" actId="20577"/>
          <ac:graphicFrameMkLst>
            <pc:docMk/>
            <pc:sldMk cId="2330827398" sldId="433"/>
            <ac:graphicFrameMk id="9" creationId="{A471383B-87D3-406F-AEC8-A1732EA53B3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8.xml"/><Relationship Id="rId7" Type="http://schemas.openxmlformats.org/officeDocument/2006/relationships/slide" Target="slide2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2.xml"/><Relationship Id="rId5" Type="http://schemas.openxmlformats.org/officeDocument/2006/relationships/slide" Target="slide14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84" y="1454727"/>
            <a:ext cx="10568898" cy="2170334"/>
          </a:xfrm>
        </p:spPr>
        <p:txBody>
          <a:bodyPr anchor="b" anchorCtr="0"/>
          <a:lstStyle/>
          <a:p>
            <a:pPr algn="ctr"/>
            <a:r>
              <a:rPr lang="en-US" sz="6600" dirty="0"/>
              <a:t>2023 LNL&amp;ARL Customers CRD Summary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 dirty="0"/>
              <a:t>Rev2.0, CQ&amp;R CMEE Team, 2023Q2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6042841E-0D98-468A-8176-AB4F17BB07E7}"/>
              </a:ext>
            </a:extLst>
          </p:cNvPr>
          <p:cNvSpPr/>
          <p:nvPr/>
        </p:nvSpPr>
        <p:spPr>
          <a:xfrm>
            <a:off x="10330099" y="17705"/>
            <a:ext cx="1861901" cy="2061686"/>
          </a:xfrm>
          <a:prstGeom prst="octagon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Stop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Customers confidential information </a:t>
            </a:r>
            <a:r>
              <a:rPr lang="en-US" sz="1200" u="sng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under NDA</a:t>
            </a: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, Intel internal use only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9035-2E54-4883-B353-04ABA460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SMT Line Layout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6266C5-0975-40AE-B7EA-B35AA647EFBD}"/>
              </a:ext>
            </a:extLst>
          </p:cNvPr>
          <p:cNvGrpSpPr/>
          <p:nvPr/>
        </p:nvGrpSpPr>
        <p:grpSpPr>
          <a:xfrm>
            <a:off x="1524000" y="1308555"/>
            <a:ext cx="9144000" cy="5011888"/>
            <a:chOff x="1524000" y="1308555"/>
            <a:chExt cx="9144000" cy="50118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4FA19-8472-4A82-A54B-C160521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23999"/>
              <a:ext cx="9144000" cy="479644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F69106-D292-407E-A7B9-C515C8437CF0}"/>
                </a:ext>
              </a:extLst>
            </p:cNvPr>
            <p:cNvCxnSpPr/>
            <p:nvPr/>
          </p:nvCxnSpPr>
          <p:spPr bwMode="auto">
            <a:xfrm>
              <a:off x="2307771" y="3992201"/>
              <a:ext cx="503853" cy="44786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7AD1CA-9E40-4A83-B158-6161861785B4}"/>
                </a:ext>
              </a:extLst>
            </p:cNvPr>
            <p:cNvSpPr txBox="1"/>
            <p:nvPr/>
          </p:nvSpPr>
          <p:spPr>
            <a:xfrm>
              <a:off x="3637383" y="5102544"/>
              <a:ext cx="17541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>
                  <a:solidFill>
                    <a:srgbClr val="000000"/>
                  </a:solidFill>
                </a:rPr>
                <a:t>Solder Paste Inspection (SPI)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93E878-13D6-4C2A-856E-4E1228840DD8}"/>
                </a:ext>
              </a:extLst>
            </p:cNvPr>
            <p:cNvCxnSpPr/>
            <p:nvPr/>
          </p:nvCxnSpPr>
          <p:spPr bwMode="auto">
            <a:xfrm>
              <a:off x="4276531" y="3329727"/>
              <a:ext cx="27991" cy="419878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C6F87-4A16-42AE-B754-83982841936D}"/>
                </a:ext>
              </a:extLst>
            </p:cNvPr>
            <p:cNvCxnSpPr/>
            <p:nvPr/>
          </p:nvCxnSpPr>
          <p:spPr bwMode="auto">
            <a:xfrm>
              <a:off x="4649755" y="3245752"/>
              <a:ext cx="233265" cy="29857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49D29A-B82C-4221-BE39-D0F88411B680}"/>
                </a:ext>
              </a:extLst>
            </p:cNvPr>
            <p:cNvSpPr txBox="1"/>
            <p:nvPr/>
          </p:nvSpPr>
          <p:spPr>
            <a:xfrm>
              <a:off x="4439814" y="2394175"/>
              <a:ext cx="27012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Pre-Reflow Automated Optical Inspection (AOI) - Optional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C88DCD-F20E-4AF5-A366-6C8BAAE1E43B}"/>
                </a:ext>
              </a:extLst>
            </p:cNvPr>
            <p:cNvCxnSpPr/>
            <p:nvPr/>
          </p:nvCxnSpPr>
          <p:spPr bwMode="auto">
            <a:xfrm>
              <a:off x="5790420" y="2825062"/>
              <a:ext cx="202943" cy="504665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F56A05-17CF-4253-B856-E47C94C05471}"/>
                </a:ext>
              </a:extLst>
            </p:cNvPr>
            <p:cNvCxnSpPr/>
            <p:nvPr/>
          </p:nvCxnSpPr>
          <p:spPr bwMode="auto">
            <a:xfrm>
              <a:off x="7346302" y="2394175"/>
              <a:ext cx="457200" cy="68321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780ECD1-3821-42E4-9542-1DF1AE079146}"/>
                </a:ext>
              </a:extLst>
            </p:cNvPr>
            <p:cNvCxnSpPr/>
            <p:nvPr/>
          </p:nvCxnSpPr>
          <p:spPr bwMode="auto">
            <a:xfrm flipH="1" flipV="1">
              <a:off x="9566988" y="2825062"/>
              <a:ext cx="569167" cy="42069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982695-F2F8-46E3-A98A-7B5025ED4C2F}"/>
                </a:ext>
              </a:extLst>
            </p:cNvPr>
            <p:cNvSpPr txBox="1"/>
            <p:nvPr/>
          </p:nvSpPr>
          <p:spPr>
            <a:xfrm>
              <a:off x="8344677" y="1308555"/>
              <a:ext cx="22183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Post-Reflow Automated Optical Inspection (AOI)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36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423540"/>
            <a:ext cx="11010900" cy="360578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Collected From 10 ODM Customers/Sites</a:t>
            </a:r>
          </a:p>
          <a:p>
            <a:pPr lvl="1"/>
            <a:r>
              <a:rPr lang="en-US" dirty="0"/>
              <a:t>Compal (</a:t>
            </a:r>
            <a:r>
              <a:rPr lang="en-US" dirty="0" err="1"/>
              <a:t>KunSan</a:t>
            </a:r>
            <a:r>
              <a:rPr lang="en-US" dirty="0"/>
              <a:t> – Build for Dell/HP, </a:t>
            </a:r>
            <a:r>
              <a:rPr lang="en-US" dirty="0" err="1"/>
              <a:t>ChengDu</a:t>
            </a:r>
            <a:r>
              <a:rPr lang="en-US" dirty="0"/>
              <a:t> – Build for Dell, </a:t>
            </a:r>
            <a:r>
              <a:rPr lang="en-US" dirty="0" err="1"/>
              <a:t>ChongQing</a:t>
            </a:r>
            <a:r>
              <a:rPr lang="en-US" dirty="0"/>
              <a:t> – Build for Acer)</a:t>
            </a:r>
          </a:p>
          <a:p>
            <a:pPr lvl="1"/>
            <a:r>
              <a:rPr lang="en-US" dirty="0" err="1"/>
              <a:t>HuaQin</a:t>
            </a:r>
            <a:r>
              <a:rPr lang="en-US" dirty="0"/>
              <a:t> (Build for </a:t>
            </a:r>
            <a:r>
              <a:rPr lang="en-US" dirty="0" err="1"/>
              <a:t>HuaWei</a:t>
            </a:r>
            <a:r>
              <a:rPr lang="en-US" dirty="0"/>
              <a:t>/Asus/Lenovo/Samsung)</a:t>
            </a:r>
          </a:p>
          <a:p>
            <a:pPr lvl="1"/>
            <a:r>
              <a:rPr lang="en-US" dirty="0"/>
              <a:t>Inventec </a:t>
            </a:r>
            <a:r>
              <a:rPr lang="en-US" dirty="0" err="1"/>
              <a:t>ChongQing</a:t>
            </a:r>
            <a:r>
              <a:rPr lang="en-US" dirty="0"/>
              <a:t> (Build for HP/Asus)</a:t>
            </a:r>
          </a:p>
          <a:p>
            <a:pPr lvl="1"/>
            <a:r>
              <a:rPr lang="en-US" dirty="0"/>
              <a:t>LCFC (Build for Lenovo)</a:t>
            </a:r>
          </a:p>
          <a:p>
            <a:pPr lvl="1"/>
            <a:r>
              <a:rPr lang="en-US" dirty="0"/>
              <a:t>MSI </a:t>
            </a:r>
            <a:r>
              <a:rPr lang="en-US" dirty="0" err="1"/>
              <a:t>KunSan</a:t>
            </a:r>
            <a:r>
              <a:rPr lang="en-US" dirty="0"/>
              <a:t> (Own Brand)</a:t>
            </a:r>
          </a:p>
          <a:p>
            <a:pPr lvl="1"/>
            <a:r>
              <a:rPr lang="en-US" dirty="0"/>
              <a:t>Pegatron (Suzhou- Build for Microsoft/</a:t>
            </a:r>
            <a:r>
              <a:rPr lang="en-US" dirty="0" err="1"/>
              <a:t>ChongQing</a:t>
            </a:r>
            <a:r>
              <a:rPr lang="en-US" dirty="0"/>
              <a:t> – Build for Asus)</a:t>
            </a:r>
          </a:p>
          <a:p>
            <a:pPr lvl="1"/>
            <a:r>
              <a:rPr lang="en-US" dirty="0"/>
              <a:t>Quanta (</a:t>
            </a:r>
            <a:r>
              <a:rPr lang="en-US" dirty="0" err="1"/>
              <a:t>ChongQing</a:t>
            </a:r>
            <a:r>
              <a:rPr lang="en-US" dirty="0"/>
              <a:t> – Build for HP)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393826"/>
            <a:ext cx="11022013" cy="438150"/>
          </a:xfrm>
        </p:spPr>
        <p:txBody>
          <a:bodyPr/>
          <a:lstStyle/>
          <a:p>
            <a:r>
              <a:rPr lang="en-US" dirty="0"/>
              <a:t>Share Findings From CMEE Mobile Industry Data Collection (LNL&amp;ARL Platform Customer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Highlight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 lnSpcReduction="10000"/>
          </a:bodyPr>
          <a:lstStyle/>
          <a:p>
            <a:pPr marL="288925" indent="-288925"/>
            <a:r>
              <a:rPr lang="en-US" sz="2400" dirty="0"/>
              <a:t>Only LCFC and Compal KS have paste jetting machine experience. </a:t>
            </a:r>
            <a:r>
              <a:rPr lang="en-US" altLang="zh-CN" sz="2400" dirty="0">
                <a:sym typeface="Wingdings" panose="05000000000000000000" pitchFamily="2" charset="2"/>
                <a:hlinkClick r:id="rId2" action="ppaction://hlinksldjump"/>
              </a:rPr>
              <a:t></a:t>
            </a:r>
            <a:endParaRPr lang="en-US" sz="2400" dirty="0"/>
          </a:p>
          <a:p>
            <a:pPr marL="288925" indent="-288925"/>
            <a:r>
              <a:rPr lang="en-US" sz="2400" dirty="0"/>
              <a:t>Only LCFC and Compal KS have LTS HVM experience. LCFC use full board LTS and Compal KS only use LTS on Intel BGA. SPI machine tolerance varies with ODMs. </a:t>
            </a:r>
            <a:r>
              <a:rPr lang="en-US" altLang="zh-CN" sz="2400" dirty="0">
                <a:sym typeface="Wingdings" panose="05000000000000000000" pitchFamily="2" charset="2"/>
                <a:hlinkClick r:id="rId3" action="ppaction://hlinksldjump"/>
              </a:rPr>
              <a:t>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/>
            <a:r>
              <a:rPr lang="en-US" sz="2400" dirty="0"/>
              <a:t>Large EMI shield may cause open after soldering. Clip is a good option.</a:t>
            </a:r>
            <a:r>
              <a:rPr lang="en-US" altLang="zh-CN" sz="2400" dirty="0">
                <a:sym typeface="Wingdings" panose="05000000000000000000" pitchFamily="2" charset="2"/>
                <a:hlinkClick r:id="" action="ppaction://noaction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  <a:hlinkClick r:id="rId4" action="ppaction://hlinksldjump"/>
              </a:rPr>
              <a:t></a:t>
            </a:r>
            <a:endParaRPr lang="en-US" sz="2400" dirty="0"/>
          </a:p>
          <a:p>
            <a:pPr marL="288925" indent="-288925"/>
            <a:r>
              <a:rPr lang="en-US" sz="2400" dirty="0"/>
              <a:t> 5/10 ODMs have experience with IR tool. Only LCFC and MSI have capability of weighted load force during reflow. </a:t>
            </a:r>
            <a:r>
              <a:rPr lang="en-US" altLang="zh-CN" sz="2400" dirty="0">
                <a:sym typeface="Wingdings" panose="05000000000000000000" pitchFamily="2" charset="2"/>
                <a:hlinkClick r:id="rId5" action="ppaction://hlinksldjump"/>
              </a:rPr>
              <a:t></a:t>
            </a:r>
            <a:endParaRPr lang="en-US" sz="2400" dirty="0"/>
          </a:p>
          <a:p>
            <a:pPr marL="288925" indent="-288925"/>
            <a:r>
              <a:rPr lang="en-US" sz="2400" dirty="0"/>
              <a:t>Competitor’s BGA has better yield performance, due to the square shape, thicker substrate, larger pitch.</a:t>
            </a:r>
            <a:r>
              <a:rPr lang="en-US" altLang="zh-CN" sz="2400" dirty="0">
                <a:sym typeface="Wingdings" panose="05000000000000000000" pitchFamily="2" charset="2"/>
                <a:hlinkClick r:id="" action="ppaction://noaction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  <a:hlinkClick r:id="rId6" action="ppaction://hlinksldjump"/>
              </a:rPr>
              <a:t></a:t>
            </a:r>
            <a:endParaRPr lang="en-US" sz="2400" dirty="0"/>
          </a:p>
          <a:p>
            <a:pPr marL="288925" indent="-288925"/>
            <a:r>
              <a:rPr lang="en-US" sz="2400" dirty="0"/>
              <a:t>Competitor’s BGA also has DSC design, and half ODMs have Liquid Metal experience. </a:t>
            </a:r>
            <a:r>
              <a:rPr lang="en-US" altLang="zh-CN" sz="2400" dirty="0">
                <a:sym typeface="Wingdings" panose="05000000000000000000" pitchFamily="2" charset="2"/>
                <a:hlinkClick r:id="rId7" action="ppaction://hlinksldjump"/>
              </a:rPr>
              <a:t></a:t>
            </a:r>
            <a:endParaRPr lang="en-US" sz="2400" dirty="0"/>
          </a:p>
          <a:p>
            <a:pPr marL="288925" indent="-288925"/>
            <a:r>
              <a:rPr lang="en-US" sz="2400" dirty="0"/>
              <a:t>All ODMs have X-RAY, Cross section, </a:t>
            </a:r>
            <a:r>
              <a:rPr lang="en-US" sz="2400" dirty="0" err="1"/>
              <a:t>Dye&amp;Pry</a:t>
            </a:r>
            <a:r>
              <a:rPr lang="en-US" sz="2400" dirty="0"/>
              <a:t>. 3/10 ODMs have SEM/EDS. </a:t>
            </a:r>
            <a:r>
              <a:rPr lang="en-US" altLang="zh-CN" sz="2400" dirty="0">
                <a:sym typeface="Wingdings" panose="05000000000000000000" pitchFamily="2" charset="2"/>
                <a:hlinkClick r:id="rId8" action="ppaction://hlinksldjump"/>
              </a:rPr>
              <a:t>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/>
            <a:endParaRPr lang="en-US" sz="2400" dirty="0"/>
          </a:p>
          <a:p>
            <a:pPr marL="288925" indent="-288925"/>
            <a:endParaRPr lang="en-US" sz="2400" dirty="0"/>
          </a:p>
          <a:p>
            <a:pPr marL="288925" indent="-288925"/>
            <a:endParaRPr lang="en-US" sz="2400" dirty="0"/>
          </a:p>
          <a:p>
            <a:pPr marL="288925" indent="-288925"/>
            <a:endParaRPr lang="en-US" sz="2400" dirty="0"/>
          </a:p>
          <a:p>
            <a:pPr marL="288925" indent="-288925"/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/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Printing &amp; Inspection(SPI)</a:t>
            </a:r>
          </a:p>
        </p:txBody>
      </p:sp>
    </p:spTree>
    <p:extLst>
      <p:ext uri="{BB962C8B-B14F-4D97-AF65-F5344CB8AC3E}">
        <p14:creationId xmlns:p14="http://schemas.microsoft.com/office/powerpoint/2010/main" val="205909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Solder Paste Printing &amp; Inspection(SPI)(1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54932"/>
              </p:ext>
            </p:extLst>
          </p:nvPr>
        </p:nvGraphicFramePr>
        <p:xfrm>
          <a:off x="471618" y="773381"/>
          <a:ext cx="10767190" cy="4535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19649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319866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379134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87941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had any prior experience printing paste on 0.35mm pitch part such as BGA or SMT connectors?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Is nano coating technology used on stencil for 0.35 mm pitch part such as BGA or SMT connectors?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experience on step-stencil within the BGA field less than or equal to 0.5 mm?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For BGA with 0.5 mm pitch, what stencil thickness do you prefer?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keep print quality by reducing stencil thickness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mil/4 mil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 mil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0.35 pitch, step down to 0.07mm(2.75 mil)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0.4 pitch 0.08mm thickness stencil(3.15 mil)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 pitch 0.07mm stencil(2.75 mil)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 mil/4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 mil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B4CE6B6-C18B-5054-7842-B41001CDC4A8}"/>
              </a:ext>
            </a:extLst>
          </p:cNvPr>
          <p:cNvSpPr txBox="1"/>
          <p:nvPr/>
        </p:nvSpPr>
        <p:spPr>
          <a:xfrm>
            <a:off x="471618" y="5467843"/>
            <a:ext cx="113930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ODMs have experience on printing paste on 0.35 mm pitch part, nano coating technology and step-stencil.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5025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Solder Paste Printing &amp; Inspection(SPI)(2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839888"/>
              </p:ext>
            </p:extLst>
          </p:nvPr>
        </p:nvGraphicFramePr>
        <p:xfrm>
          <a:off x="471618" y="773381"/>
          <a:ext cx="10767192" cy="4439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1062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603169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1888176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25684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1945010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794532">
                  <a:extLst>
                    <a:ext uri="{9D8B030D-6E8A-4147-A177-3AD203B41FA5}">
                      <a16:colId xmlns:a16="http://schemas.microsoft.com/office/drawing/2014/main" val="875912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experience on paste jetting machine?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do you have jetting experience on 225 um pad 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please describe your minimum paste deposit diameter and volume capability.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please advice the jetting dispense cycle time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do you have any future plans to evaluate a paste jetting process?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type 5 solder paste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3*10^-6 cu.mm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Theoretically, 200 point/second, actually 80 point/second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200 um diameter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 point/second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270C4AE-B850-1221-8246-B4B9103B61D4}"/>
              </a:ext>
            </a:extLst>
          </p:cNvPr>
          <p:cNvSpPr txBox="1"/>
          <p:nvPr/>
        </p:nvSpPr>
        <p:spPr>
          <a:xfrm>
            <a:off x="471618" y="5467843"/>
            <a:ext cx="1139302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LCFC and Compal KS have paste jetting machine experience.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ction Button: Go Home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A4140DE-1CC1-5B9A-9EE4-2F20E741D474}"/>
              </a:ext>
            </a:extLst>
          </p:cNvPr>
          <p:cNvSpPr/>
          <p:nvPr/>
        </p:nvSpPr>
        <p:spPr>
          <a:xfrm>
            <a:off x="8320762" y="5477011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507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Solder Paste Printing &amp; Inspection(SPI)(3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332522"/>
              </p:ext>
            </p:extLst>
          </p:nvPr>
        </p:nvGraphicFramePr>
        <p:xfrm>
          <a:off x="471618" y="773381"/>
          <a:ext cx="10767190" cy="4257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8687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37559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40475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344190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Can you provide your current SAC solder paste list with percent and usage?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Can you provide your current/future LTS solder paste list with percent and usage?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use LTS for other product except BGA? What paste do you use? What kind of product?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would be the tolerance limits used on the SPI machine for 0.35 mm pitch part?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95%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Senju and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90% total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Full board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Volume:70%-170%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Tin：YW9-3005-98CY04,100%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Volume:50%~180%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PF606-P, 73%;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Eunow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EUP-100F,27%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Volume:60%-150%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PF606-P 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tamura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LTF-204-93IVT, 50%/50%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Volume:60%-140%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KOKI S3X58-M406-3,100%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Senju M705-S101HF(N4)-S4, 50% ,Eunow EUP-1000HQR: 30%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Volume&amp;Area:50%-150%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Height: +2mil, -1mil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 50%/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TinYW9-3005-98CY04, 50%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Nihon B37 100%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Volume:60%-160%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PF606-P,100%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Tin YW9-3005-98US04    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HVM plan, verified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Eunow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DW1000 and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Tin YT-AB02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PF606-P  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C45B8DC-3735-84FA-FB6B-E435D39A2F18}"/>
              </a:ext>
            </a:extLst>
          </p:cNvPr>
          <p:cNvSpPr txBox="1"/>
          <p:nvPr/>
        </p:nvSpPr>
        <p:spPr>
          <a:xfrm>
            <a:off x="471618" y="5467843"/>
            <a:ext cx="113930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LCFC and Compal KS have LTS HVM experience. LCFC use full board LTS and Compal KS only use LTS on Intel BGA. SPI machin</a:t>
            </a:r>
            <a:r>
              <a:rPr lang="en-US" sz="2000" b="1" dirty="0">
                <a:solidFill>
                  <a:schemeClr val="accent1"/>
                </a:solidFill>
              </a:rPr>
              <a:t>e tolerance varies with ODMs.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B85F3A2-1E8B-89C1-645C-18B1B2264E7C}"/>
              </a:ext>
            </a:extLst>
          </p:cNvPr>
          <p:cNvSpPr/>
          <p:nvPr/>
        </p:nvSpPr>
        <p:spPr>
          <a:xfrm>
            <a:off x="8582019" y="5771409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1688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and Placement (PnP) Machine </a:t>
            </a:r>
          </a:p>
        </p:txBody>
      </p:sp>
    </p:spTree>
    <p:extLst>
      <p:ext uri="{BB962C8B-B14F-4D97-AF65-F5344CB8AC3E}">
        <p14:creationId xmlns:p14="http://schemas.microsoft.com/office/powerpoint/2010/main" val="14959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Pick and Placement (PnP) Machine (1 Of 1)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186143"/>
              </p:ext>
            </p:extLst>
          </p:nvPr>
        </p:nvGraphicFramePr>
        <p:xfrm>
          <a:off x="471618" y="773381"/>
          <a:ext cx="10767190" cy="49015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061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41069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35725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89164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076995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had any prior experience for placing component 6mil (0.15mm/150um) apart? All type of component either passive, BGA, QFN.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had any prior experience for placing component 8mil (0.2mm/200um) apart? All type of component either passive, BGA, QFN.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had any prior experience for printing/placement/inspection/reflow/rework 008004 inch (0201 metric = 0.25mm x 0.13mm)? What is the challenge?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the ability to support stacked memory assembly(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flux dipping process)?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not easy to control print quality, low yield, re-do pad design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high risk on skew, tomb stone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 answer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DOE tried. Printing insufficient, missing, high height, higher volume. Soldering failure open, short, shift.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high risk on skew, tomb stone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RLC component has bridge risk if tolerance is too big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Yes, high risk on tomb stone, upside down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0201 minimum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37F8397-1F34-AD23-D9F5-7B56BAE6A1E6}"/>
              </a:ext>
            </a:extLst>
          </p:cNvPr>
          <p:cNvSpPr txBox="1"/>
          <p:nvPr/>
        </p:nvSpPr>
        <p:spPr>
          <a:xfrm>
            <a:off x="399490" y="5762230"/>
            <a:ext cx="113930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Only LCFC and </a:t>
            </a:r>
            <a:r>
              <a:rPr lang="en-US" sz="2000" b="1" dirty="0" err="1">
                <a:solidFill>
                  <a:schemeClr val="accent1"/>
                </a:solidFill>
              </a:rPr>
              <a:t>Pega</a:t>
            </a:r>
            <a:r>
              <a:rPr lang="en-US" sz="2000" b="1" dirty="0">
                <a:solidFill>
                  <a:schemeClr val="accent1"/>
                </a:solidFill>
              </a:rPr>
              <a:t> SZ have experience for placing component 6 mil apart. Half of ODMs have the ability of POP process.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8229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EMI Shields ( &gt; 40 x 40 mm)</a:t>
            </a:r>
          </a:p>
        </p:txBody>
      </p:sp>
    </p:spTree>
    <p:extLst>
      <p:ext uri="{BB962C8B-B14F-4D97-AF65-F5344CB8AC3E}">
        <p14:creationId xmlns:p14="http://schemas.microsoft.com/office/powerpoint/2010/main" val="298819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Large EMI Shields ( &gt; 40 x 40 mm)(1 Of 1)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2211"/>
              </p:ext>
            </p:extLst>
          </p:nvPr>
        </p:nvGraphicFramePr>
        <p:xfrm>
          <a:off x="471617" y="773381"/>
          <a:ext cx="10875256" cy="462800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4364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086406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822604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822604">
                  <a:extLst>
                    <a:ext uri="{9D8B030D-6E8A-4147-A177-3AD203B41FA5}">
                      <a16:colId xmlns:a16="http://schemas.microsoft.com/office/drawing/2014/main" val="1649575859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concern on placing/solderdown EMI shield/fence with size of around 110 x 80mm?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Do you have concern on placing/solderdown EMI shield/fence with size of around 180 x 50mm? What is the main concern?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are the maximum EMI shield/fence size that you have experience solder down?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50mm*50mm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experience. If shield too big, split the whole shield into several small shields then solder down separately.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150*25*30 maximum size for server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EMI shield warpage/ deformation leads to open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30mm*40mm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clip only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Yes. Pick and place machine limitation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Yes. Pick and place machine limitation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100mm*80mm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concerns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&lt;100mm x 80mm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equipment limitation and material deformation are the main concern. Can split the whole shield into several small shields then solder down separately.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Yes. Pick and place machine limitation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60mm*30mm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80mm*30mm，</a:t>
                      </a:r>
                      <a:r>
                        <a:rPr kumimoji="0" lang="en-US" sz="10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if the shield if too big, will divide the big shield to small shielding frames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clip only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28BB6BF-06C3-F4E5-7778-D2F094D7BCE5}"/>
              </a:ext>
            </a:extLst>
          </p:cNvPr>
          <p:cNvSpPr txBox="1"/>
          <p:nvPr/>
        </p:nvSpPr>
        <p:spPr>
          <a:xfrm>
            <a:off x="471618" y="5467843"/>
            <a:ext cx="845862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Large EMI shield may cause open after soldering. Clip is a good option.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Action Button: Go Forward or Next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C6F61C-A8CF-A380-AD8E-1C9836EE7852}"/>
              </a:ext>
            </a:extLst>
          </p:cNvPr>
          <p:cNvSpPr/>
          <p:nvPr/>
        </p:nvSpPr>
        <p:spPr>
          <a:xfrm>
            <a:off x="9434362" y="5549743"/>
            <a:ext cx="457200" cy="228600"/>
          </a:xfrm>
          <a:prstGeom prst="actionButtonForwardNext">
            <a:avLst/>
          </a:prstGeom>
          <a:solidFill>
            <a:srgbClr val="004A86">
              <a:lumMod val="40000"/>
              <a:lumOff val="60000"/>
            </a:srgbClr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Action Button: Go Home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97C8F98-80F5-181A-C376-0440262BF7B6}"/>
              </a:ext>
            </a:extLst>
          </p:cNvPr>
          <p:cNvSpPr/>
          <p:nvPr/>
        </p:nvSpPr>
        <p:spPr>
          <a:xfrm>
            <a:off x="8919201" y="5499032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597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</a:t>
            </a:r>
          </a:p>
        </p:txBody>
      </p:sp>
    </p:spTree>
    <p:extLst>
      <p:ext uri="{BB962C8B-B14F-4D97-AF65-F5344CB8AC3E}">
        <p14:creationId xmlns:p14="http://schemas.microsoft.com/office/powerpoint/2010/main" val="22093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Rework(1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057007"/>
              </p:ext>
            </p:extLst>
          </p:nvPr>
        </p:nvGraphicFramePr>
        <p:xfrm>
          <a:off x="471618" y="773381"/>
          <a:ext cx="10767190" cy="4257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HVM tool for BGA rework?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experience with IR(infrared) tools?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do you what is the max PCB thickness and max layer count you used with it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What other components other than BGAs do you repair with the IR tool?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IR(infrared) tool, supplier：QUICK，type：EA-H15 LF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14 layers，1.4mm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Rework WLAN module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ESAR  HR600/2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 Air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 Air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 Air,</a:t>
                      </a:r>
                      <a:r>
                        <a:rPr kumimoji="0" lang="zh-CN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崴泰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VT-360MII(local supplier)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 Air/IR(infrared) tool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1.4mm , 12 layers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IR(infrared) tools，supplier：QUICK，type：EA-H00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1.6mm, 12 layers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 Air，supplier：DIC，type：RD500-III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0.6mm(???) , 12 layers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Memory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IR(infrared) tools，supplier：QUICK，type：EA-H15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1.6mm, 14 layers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15AC8E4-D693-1BF7-6FFC-B665176B864F}"/>
              </a:ext>
            </a:extLst>
          </p:cNvPr>
          <p:cNvSpPr txBox="1"/>
          <p:nvPr/>
        </p:nvSpPr>
        <p:spPr>
          <a:xfrm>
            <a:off x="471618" y="5467843"/>
            <a:ext cx="845862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5/10 ODMs have experience with IR tool. 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1D6DCE-930A-9466-E1F1-2F7B77DBD389}"/>
              </a:ext>
            </a:extLst>
          </p:cNvPr>
          <p:cNvSpPr/>
          <p:nvPr/>
        </p:nvSpPr>
        <p:spPr>
          <a:xfrm>
            <a:off x="5363806" y="5477011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8827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Rework(2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60807"/>
              </p:ext>
            </p:extLst>
          </p:nvPr>
        </p:nvGraphicFramePr>
        <p:xfrm>
          <a:off x="471618" y="773381"/>
          <a:ext cx="10767190" cy="425358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experience with laser tools for BGA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max PCB thickness and max layer count you used with it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maxium BGA package size?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What other components other than BGAs do you repair with the laser tool?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but not for rework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mm，14 layers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As big as Intel BGA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4F8C58B-86BE-B0AE-08E5-A8B24ECDCCBC}"/>
              </a:ext>
            </a:extLst>
          </p:cNvPr>
          <p:cNvSpPr txBox="1"/>
          <p:nvPr/>
        </p:nvSpPr>
        <p:spPr>
          <a:xfrm>
            <a:off x="471618" y="5467843"/>
            <a:ext cx="845862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LCFC has experience with laser tools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114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Rework(3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17409"/>
              </p:ext>
            </p:extLst>
          </p:nvPr>
        </p:nvGraphicFramePr>
        <p:xfrm>
          <a:off x="471617" y="773381"/>
          <a:ext cx="10875256" cy="42400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9502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168249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811979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capability printing paste with a mini stencil on &lt;0.4 mm pitch part such as BGA or SMT connectors?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no, what method do you use?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 only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 only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use both mini stencil and flux-only rework process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 mini stencil and flux-only rework process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 only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Paste jetting machine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Flux-only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Flux-only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2E2CBC8-8C8E-A6B1-A566-B2CD693EA3FA}"/>
              </a:ext>
            </a:extLst>
          </p:cNvPr>
          <p:cNvSpPr txBox="1"/>
          <p:nvPr/>
        </p:nvSpPr>
        <p:spPr>
          <a:xfrm>
            <a:off x="471617" y="5467843"/>
            <a:ext cx="1076243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</a:t>
            </a:r>
            <a:r>
              <a:rPr kumimoji="0" lang="en-US" sz="20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Inventec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CQ and </a:t>
            </a:r>
            <a:r>
              <a:rPr kumimoji="0" lang="en-US" sz="20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Pega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SZ have the capability printing paste on&lt;0.4 mm pitch part. </a:t>
            </a:r>
            <a:r>
              <a:rPr lang="en-US" sz="2000" b="1" i="0" u="none" strike="noStrike" cap="none" spc="0" baseline="0" dirty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Intel Clear"/>
              </a:rPr>
              <a:t>&lt;0.4 mm pitch part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</a:t>
            </a:r>
            <a:endParaRPr lang="en-US" sz="20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2848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Rework(4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318115" y="5392898"/>
            <a:ext cx="11418083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</a:t>
            </a:r>
            <a:r>
              <a:rPr kumimoji="0" lang="en-US" sz="20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Pega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SZ has the capability of rework process for components with limit KOZ (&lt; 0.2mm/200 um). </a:t>
            </a:r>
            <a:r>
              <a:rPr lang="en-US" sz="2000" b="1" dirty="0" err="1">
                <a:solidFill>
                  <a:schemeClr val="accent1"/>
                </a:solidFill>
              </a:rPr>
              <a:t>Pega</a:t>
            </a:r>
            <a:r>
              <a:rPr lang="en-US" sz="2000" b="1" dirty="0">
                <a:solidFill>
                  <a:schemeClr val="accent1"/>
                </a:solidFill>
              </a:rPr>
              <a:t> SZ and MSI have N2 rework.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60146"/>
              </p:ext>
            </p:extLst>
          </p:nvPr>
        </p:nvGraphicFramePr>
        <p:xfrm>
          <a:off x="471617" y="773381"/>
          <a:ext cx="10875256" cy="443623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4364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086406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822604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822604">
                  <a:extLst>
                    <a:ext uri="{9D8B030D-6E8A-4147-A177-3AD203B41FA5}">
                      <a16:colId xmlns:a16="http://schemas.microsoft.com/office/drawing/2014/main" val="1649575859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capability of rework process for components with limit KOZ (&lt; 0.2mm/200 um)?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If yes, please describe your process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the capability to use N2 in their rework area, and if not, what would it take for them to add it to their rework machines?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JDM1 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minimum requirement is 0.8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89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Rework(5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8" y="5534541"/>
            <a:ext cx="1092063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LCFC and MSI have capability of weighted load force during reflow.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52731"/>
              </p:ext>
            </p:extLst>
          </p:nvPr>
        </p:nvGraphicFramePr>
        <p:xfrm>
          <a:off x="471618" y="773381"/>
          <a:ext cx="10767190" cy="4622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rework equipment have capability of applying continuous load force during reflow 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 to question above, what is min to max load force that can be applied by nozzle during reflow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rework equipment have capability of weighted load force during reflow 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yes to question above, what is min to max weight that can be applied with nozzle on top of BGA component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18 g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56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Mode and SMT Yield</a:t>
            </a:r>
          </a:p>
        </p:txBody>
      </p:sp>
    </p:spTree>
    <p:extLst>
      <p:ext uri="{BB962C8B-B14F-4D97-AF65-F5344CB8AC3E}">
        <p14:creationId xmlns:p14="http://schemas.microsoft.com/office/powerpoint/2010/main" val="331954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Failure Mode and SMT Yield(1 Of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11326" y="5211615"/>
            <a:ext cx="10686438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NWO is the most common failure mode of ADL-P package in ODM sites. ADL NWO issue in 2022 is the main contributor.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85393"/>
              </p:ext>
            </p:extLst>
          </p:nvPr>
        </p:nvGraphicFramePr>
        <p:xfrm>
          <a:off x="471617" y="773381"/>
          <a:ext cx="10875256" cy="433379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1626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73504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412395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In normal production (does not count excursion), what is your common SMT related Time Zero failure rate of Intel Client Processor BGAs 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What is your major solder joint failure mode of Intel Client Processor BGA( P package) SMT yield loss?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1500-2000 DPM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LTS Hybrid: crack between solder ball and pad, SAC:NWO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&lt;500dppm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bridge,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2400 DPPM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 in long 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＜500DPM, only SMT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&lt;500 DPM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&lt;500DPM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 and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1000-2000 DPM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 in long 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3000-4000 DPPM, This is over all failure rate include SMT and functional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1000-2000 DPM, 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SMT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 in long 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SMT related failure rate &lt;300DPM,  over all failure rate 2000-3000 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NWO(ADL-P)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86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Failure Mode and SMT Yield(2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754283"/>
              </p:ext>
            </p:extLst>
          </p:nvPr>
        </p:nvGraphicFramePr>
        <p:xfrm>
          <a:off x="471617" y="773381"/>
          <a:ext cx="10875256" cy="433379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9407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06198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96970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949493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major solder joint failure mode of Intel Client Processor BGA( M package) SMT yield loss?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What is your major solder joint failure mode of Intel Client Processor BGA(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Hx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package) SMT yield loss?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major solder joint failure mode of Intel Client Processor BGA( N package) SMT yield loss?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Hybrid: crack between solder ball and pad, SAC:NWO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Hybrid: crack between solder ball and pad, SAC:NWO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Hybrid: crack between solder ball and pad, SAC:NWO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bridge,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Almost no failures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Almost no failures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bridge(???)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Bridge in corner,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Didn't distinguish by different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skus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Didn't distinguish by different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skus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Didn't distinguish by different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skus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Almost no failures, due to small quantity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Almost no failures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  <a:endParaRPr lang="en-US" sz="1200" b="1" i="0" u="none" strike="noStrike" cap="none" spc="0" baseline="0" noProof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experience.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58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Failure Mode and SMT Yield(3 Of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8" y="5521955"/>
            <a:ext cx="10686438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Competitor’s BGA has better yield performance, due to the square shape, thicker substrate, larger pitch. Other companies’ products also have NWO issue.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447416"/>
              </p:ext>
            </p:extLst>
          </p:nvPr>
        </p:nvGraphicFramePr>
        <p:xfrm>
          <a:off x="471618" y="773381"/>
          <a:ext cx="10767190" cy="47186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0618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100696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301814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00506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In normal condition (does not count excursion), what is your common SMT related failure rate of other company’s Processor BGAs?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major solder joint failure mode of other company’s Processor BGAs SMT yield loss?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Besides Intel BGA, did you see NWO defect mode on other company’s BGA product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the answer of above question is ‘Yes’, can you specify which product of other company you saw NWO defect?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Better than Intel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LTS: SJ crack, SAC:NWO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AMD CPU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SBB, Open issue on AMD BGA,  less than 300 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bridge,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1700 DPPM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Qualcomm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＜500DPM, AMD BGA has smaller size, bigger pitch, bigger solder ball, easy to reflow, flat shape(not cry  shape)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FR is low, almost no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Nvidia GPU has HOP, NWO issue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&lt;100DPM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SBB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&lt;500DPM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NWO, SBB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NVIDIA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detail data, Intel has higher Failure Rate, larger Solder ball quantity, smaller pitch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NWO, SBB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NVIDIA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detail data, AMD BGA was close to square, thicker, less 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&lt;500DPM , AMD BGA was close to square shape, bigger stiffener, bigger pitch, no LCSs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MediaTek has HOP issue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&lt;300 DPPM, similar to Intel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Solder ball shift, SBB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AMD CPU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A871C41-8209-0F70-41A1-25F52B95497C}"/>
              </a:ext>
            </a:extLst>
          </p:cNvPr>
          <p:cNvSpPr/>
          <p:nvPr/>
        </p:nvSpPr>
        <p:spPr>
          <a:xfrm>
            <a:off x="9098596" y="5829731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331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Failure Mode and SMT Yield(4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948834"/>
              </p:ext>
            </p:extLst>
          </p:nvPr>
        </p:nvGraphicFramePr>
        <p:xfrm>
          <a:off x="471617" y="873964"/>
          <a:ext cx="10875256" cy="458208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4530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29540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02820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206338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have to choose between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or NWO defect, which one is more difficult to resolve?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can you specify the reasons?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Can you provide any improvement suggestions to Intel BGA package design to improve SMT yield?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HOP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Sometimes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HoP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related to material issue, difficult to investigate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Adjust pad size(increase pad size), reduce package warpage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NWO RC may be the material warpage, stencil, solder paste volume. Need to analyze more factors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1.Increase the stiffener size to reduce HT warpage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</a:t>
                      </a: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Control the length less than 50mm. Warpage is smaller if BGA length less than 45 mm*. 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3. Square shape has less 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 need more precise reflow temp 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Increase the substrate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Tg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rate, reduce 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More factors need to investigate, for example, reflow temp, solder paste volume, component warpage 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etc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Reduce 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Increase substrate thickness, increase stiffener width, reduce substrate 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NWO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 is more difficult to solve, HOP is more difficult to detect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suggestion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The package warpage is not easy to control by SMT factory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suggestion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preference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Increase substrate thickness 2. </a:t>
                      </a:r>
                      <a:r>
                        <a:rPr kumimoji="0" lang="en-US" sz="10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Close to square, don't be too long* 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3.Increase the pitch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NWO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It is more difficult to control  warpage on long edge of rectangle shape package.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Control the coplanarity less than 0.1 mm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 </a:t>
                      </a:r>
                      <a:r>
                        <a:rPr kumimoji="0" lang="en-US" sz="1000" b="0" i="0" u="sng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Reduce the length to 30 mm*</a:t>
                      </a:r>
                      <a:endParaRPr kumimoji="0" lang="en-US" sz="1000" b="0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  <a:endParaRPr lang="en-US" sz="1200" b="1" i="0" u="none" strike="noStrike" cap="none" spc="0" baseline="0" noProof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preference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Reduce package 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D8CE5B2-C40E-3FF4-300F-23E4DF47DAF8}"/>
              </a:ext>
            </a:extLst>
          </p:cNvPr>
          <p:cNvSpPr txBox="1"/>
          <p:nvPr/>
        </p:nvSpPr>
        <p:spPr>
          <a:xfrm>
            <a:off x="453807" y="5473790"/>
            <a:ext cx="1068643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ODMs prefer to resolve </a:t>
            </a:r>
            <a:r>
              <a:rPr kumimoji="0" lang="en-US" sz="20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HoP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compared with NWO. </a:t>
            </a: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*Customer feedback 50 mm is a little bit hard for their PnP machine to handle, Quanta suggest to reduce the length to 48 mm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3172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DSC Preference </a:t>
            </a:r>
          </a:p>
        </p:txBody>
      </p:sp>
    </p:spTree>
    <p:extLst>
      <p:ext uri="{BB962C8B-B14F-4D97-AF65-F5344CB8AC3E}">
        <p14:creationId xmlns:p14="http://schemas.microsoft.com/office/powerpoint/2010/main" val="277644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DSC Preference (1 Of 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7" y="5539821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Competitor’s BGA also has DSC design, and half ODMs have Liquid Metal experience.  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268905"/>
              </p:ext>
            </p:extLst>
          </p:nvPr>
        </p:nvGraphicFramePr>
        <p:xfrm>
          <a:off x="471617" y="873964"/>
          <a:ext cx="10875256" cy="451667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4665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20731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949493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Besides Intel BGA, does other company’s BGA also have DSC (Die Side Capacitor) design?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Do you currently or have future plan to use Liquid Metal as your Thermal Interface Material (TIM)?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solution you implemented to prevent Thermal module interference with or short to DSCs on Intel RPL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Hx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and ADL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Hx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 trail production, Gamebook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UV glue on DSCs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Already Mass Production in CD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Galio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project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Milling voids；2.Attach mylar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Kapton tape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Milling voids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no information from factory side.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 side.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Attach mylar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Milling voids；2.Attach mylar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cover the DSC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A06EF32-9DE9-64D8-6BDC-F753C1F2910E}"/>
              </a:ext>
            </a:extLst>
          </p:cNvPr>
          <p:cNvSpPr/>
          <p:nvPr/>
        </p:nvSpPr>
        <p:spPr>
          <a:xfrm>
            <a:off x="10559261" y="5539821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748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DSC Preference (2 Of 2)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05374"/>
              </p:ext>
            </p:extLst>
          </p:nvPr>
        </p:nvGraphicFramePr>
        <p:xfrm>
          <a:off x="471617" y="873964"/>
          <a:ext cx="10875256" cy="461256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031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183467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549073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solution you implemented to prevent Thermal module interference with or short to DSCs on other company’s BGA product?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Do you require Intel to remove DSC design on future BGA processors? If yes, can you specify the reason?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DSC is a must due to functional requirements, any suggestions to optimize the DSC design to minimize the impact to your thermal module design and assembly?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UV glue on DSCs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reduce cost , simplify process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Smaller size DSC will minimize the impact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remove DSC will reduce BGA damage risk and simplify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same size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Milling voids；2.Attach mylar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lower cost, reduce BGA damage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Die should be 1 mm higher than the DSC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Kapton tape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opinion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DSCs should be lower than Stiffener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Milling voids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reduce manufacturing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Die should be at least 0.5 mm higher than the DSC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 side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 side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simplify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Concentrate together, don't be too scattered.2. Far away from the die 3. Don't be too high, don't exceed the die.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Attach mylar on DSCs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simplify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Milling voids；2.Attach mylar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reduce manufacturing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Move the DSC to the edge,  away from the die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UV Glue cover the DSC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simplify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1.Simplify DSC types, don't design too many different size 2. Concentrate together, don't be too scattered 3. Far away from the die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&amp; Qualification Requirement</a:t>
            </a:r>
          </a:p>
        </p:txBody>
      </p:sp>
    </p:spTree>
    <p:extLst>
      <p:ext uri="{BB962C8B-B14F-4D97-AF65-F5344CB8AC3E}">
        <p14:creationId xmlns:p14="http://schemas.microsoft.com/office/powerpoint/2010/main" val="7135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Requirement(1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8" y="5325564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All ODMs conduct thermal cycle test.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56897"/>
              </p:ext>
            </p:extLst>
          </p:nvPr>
        </p:nvGraphicFramePr>
        <p:xfrm>
          <a:off x="475488" y="777240"/>
          <a:ext cx="10875256" cy="442968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031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832463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493677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new product/project launch, do you conduct PCBA and/or system solder joint reliability test?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the answer is Yes, do you conduct thermal cycle test?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the answer is Yes, what is the thermal cycle test condition, sample size and pass/fail criteria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Test Condition: -40°C-85°C，rate:15°C/min, dwell 10-15 min, 300 circles, mainly based on customer's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use assembled system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40℃+90RH,60℃+30RH,12 hours/circle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conduct the test by themselves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Test parameter: ‐20ºC (0%RH) to +65ºC (40%RH), 1 hour dwell per cycle at each extreme. Temp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transition time: &lt; 3min, total 10 cycles.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37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Requirement(2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8" y="5487455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Few customers conduct 3-point bend test.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94178"/>
              </p:ext>
            </p:extLst>
          </p:nvPr>
        </p:nvGraphicFramePr>
        <p:xfrm>
          <a:off x="471617" y="773381"/>
          <a:ext cx="10875256" cy="46024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3164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21966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412395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the answer is Yes, do you conduct 3-Point bend test?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 If the answer is Yes, what is the 3-Point bend test condition, sample size and pass/fail criteria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 answer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89118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Bend Load:  Initial force is 10N; Max force is 100N, Incremental load with the rate of 10N/s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Bend cycles: 10 cycles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Push force: 100N; 2. Test cycle: 10 times for +X axis, both top and bottom side; 3. Pause time (with loading): 1 sec; 4. Speed: 50~100 mm/min; 5. Support axis: 2 end of long edge/short edge                                     6. Quantity:8; 7. Conduct D&amp;P, X-section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82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Requirement(3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7" y="5415003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ODMs conduct drop test.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078318"/>
              </p:ext>
            </p:extLst>
          </p:nvPr>
        </p:nvGraphicFramePr>
        <p:xfrm>
          <a:off x="471617" y="773381"/>
          <a:ext cx="10875256" cy="457229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3164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885813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545780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the answer is Yes, do you conduct drop test?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  If the answer is Yes, what is the drop test condition, sample size and pass/fail criteria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System level only, 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Test condition: board with foam package, dropped on steel plate from 15 cm and 45 cm height, dropped on wood plate from 45 cm height. 8 corners, angle A: 20° in vertical, angle B: 45° in horizontal. After dropping, conduct function test. Mainly based on customer's requirement.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PCBA assembled on station，210 G’s (+/- 10%)，3ms duration，6 faces. Failure criteria: function fail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Operating Half sine wave shock: 40G, 2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duration Non‐operating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Half sine wave shock: 240G, 2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duration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Square wave shock: 100G, 180 in/sec velocity change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Square wave shock: 150G, 180 in/sec velocity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47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Requirement(4 Of 9)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613369"/>
              </p:ext>
            </p:extLst>
          </p:nvPr>
        </p:nvGraphicFramePr>
        <p:xfrm>
          <a:off x="471617" y="773381"/>
          <a:ext cx="10875256" cy="472469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72471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504674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What reliability tests have you performed on the adhesive you use in HVM on the Intel BGA device?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please provide sample size, temperature cycling profile, G level and number of drops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System level only, 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DQA will conduct the test, no further information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DQA will conduct the test, no further information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Drop test, shock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System level drop test: 1 corner/3 edges/6 faces/910 mm height; vibration test:120G/3ms, 6 faces, 3 times/face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After shock test and drop test, conduct D&amp;P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Conduct D&amp;P test after vibration test and drop test</a:t>
                      </a:r>
                    </a:p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Vibration: Frequency: 5-500Hz, test axis: X, Y, Z axis, test duration: 30minutes per axis</a:t>
                      </a:r>
                    </a:p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Drop: Height(cm)  30cm, four edges and six faces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reliability test on the adhesive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Detail in right cell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PCB go through 1,2,3 test, then inspect whether any oxidation, corrosion on the surface, conduct function test:                                                                                                                      1. TCT630 cycles:-40°C-100°C，rate:15°C-30°C/min, dwell 15-30 min, 600 circles,                                                             2. Free drop: dropped 11 times from 80cm height to concrete floor                                       3. 85℃/85% RH, dwell 500 hour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reliability test on the adhesive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7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Requirement(5 Of 9)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32238"/>
              </p:ext>
            </p:extLst>
          </p:nvPr>
        </p:nvGraphicFramePr>
        <p:xfrm>
          <a:off x="471617" y="773381"/>
          <a:ext cx="10875256" cy="432401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72471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504674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Do you conduct other reliability test? Please specify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the answer is Yes, what is the test condition, sample size and pass/fail criteria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more test on PCBA, based on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more test on PCBA, based on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85℃/85% RH，I./O connector durability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Test condition：85℃/85% RH with bias (DC power thru AC/DC)，600 hours</a:t>
                      </a:r>
                    </a:p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Inspection method: Conduct appearance inspection and function test after every 100 hours, choose 1 PC to conduct X-section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ESD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27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Requirement(6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7" y="5184900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5/10 ODMs follow Intel BFI for In-Circuit Test of PCBA.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5399"/>
              </p:ext>
            </p:extLst>
          </p:nvPr>
        </p:nvGraphicFramePr>
        <p:xfrm>
          <a:off x="471617" y="773381"/>
          <a:ext cx="10875256" cy="4241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72471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504674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In-Circuit Test of PCBA, are Test fixture probes qualified to meet a max strain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 Board Flexure Limit. If Yes, please state Max.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strain value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Functional Tests of PCBA, what does the test routine cover? How long does the test take?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Lenovo’s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Interface function, MAC, depends on different products, less than 10 min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&lt;350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Power-on test, full load test, system basic function test, around 15 min/Pc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≤450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Full function test, 6-10 min/pc, based on different items and configurations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≤450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Power-on test, 3D mark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≤450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Power-on test, full load test,  around 15 min/Pc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&lt;350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Board function test, around 5 min/PC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≤450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Power-on test, full load test,  Windows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≤450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Power-on, function, I/O test, 15 min/Pc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＜500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Board level power on-off test, 2-3 min/pc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36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Requirement(7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6" y="5367780"/>
            <a:ext cx="1101081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ODMs conduct periodic Rel qualification based on different requirements.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254815"/>
              </p:ext>
            </p:extLst>
          </p:nvPr>
        </p:nvGraphicFramePr>
        <p:xfrm>
          <a:off x="471617" y="773381"/>
          <a:ext cx="10875256" cy="44243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72471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504674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Beyond the initial Qualification (Reliability Test), are there periodic subset Reliability qualifications carried out as a mean to verify stability or if there was a major process change post NPI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how often is this carried out and/or what would initiate this Re-Qualification activity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Based on the process change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Key parts change, PCBA version update, major quality abnormality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Conduct every 6 months, part change and new material change will also initiate the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big change happens, 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big change happens, like footprint change, PCB design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27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Requirement(8 Of 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8" y="5284952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Most ODMs don’t conduct Rel test for PCBAs with reworked BGAs.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75546"/>
              </p:ext>
            </p:extLst>
          </p:nvPr>
        </p:nvGraphicFramePr>
        <p:xfrm>
          <a:off x="475488" y="777240"/>
          <a:ext cx="10875256" cy="415091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956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236026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08164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228022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perform reliability test for PCBAs with reworked BGAs(remove and replace)?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Yes, what is sample size?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Yes, is it 1x rework or 2x rework activity?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Depends, not for every batch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Follow Lenovo's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1x rework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only conduct full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45128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for NPI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customer's request, 30~60pcs.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1~3 x rework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only conduct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only conduct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95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Test &amp; Qualification Requirement(9 Of 9)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43173"/>
              </p:ext>
            </p:extLst>
          </p:nvPr>
        </p:nvGraphicFramePr>
        <p:xfrm>
          <a:off x="471617" y="773381"/>
          <a:ext cx="10601851" cy="422812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849804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Please state FA capabilities (destructive/non-destructive) available within your factory campus location?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D&amp;P, X-section， SEM， EDS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X-section, D&amp;P，2D X-ray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Cross section,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,  SEM/EDS, pull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Cross section,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Cross section,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,  SEM/EDS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X-RAY, Cross section,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Cross section,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X-RAY, Cross section,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X-RAY, Cross section,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X-RAY, Cross section,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Dye&amp;Pry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6B12D3-0122-3A78-3DF6-ADA08B626AF8}"/>
              </a:ext>
            </a:extLst>
          </p:cNvPr>
          <p:cNvSpPr txBox="1"/>
          <p:nvPr/>
        </p:nvSpPr>
        <p:spPr>
          <a:xfrm>
            <a:off x="471617" y="5290341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All ODMs have X-RAY, Cross section, </a:t>
            </a:r>
            <a:r>
              <a:rPr lang="en-US" sz="2000" b="1" dirty="0" err="1">
                <a:solidFill>
                  <a:schemeClr val="accent1"/>
                </a:solidFill>
              </a:rPr>
              <a:t>Dye&amp;Pry</a:t>
            </a:r>
            <a:r>
              <a:rPr lang="en-US" sz="2000" b="1" dirty="0">
                <a:solidFill>
                  <a:schemeClr val="accent1"/>
                </a:solidFill>
              </a:rPr>
              <a:t>. 3/10 ODMs have SEM/EDS. 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A07BDE1-FD87-E2E3-1E70-2B3A4E87284C}"/>
              </a:ext>
            </a:extLst>
          </p:cNvPr>
          <p:cNvSpPr/>
          <p:nvPr/>
        </p:nvSpPr>
        <p:spPr>
          <a:xfrm>
            <a:off x="9353916" y="5290341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3518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Related</a:t>
            </a:r>
          </a:p>
        </p:txBody>
      </p:sp>
    </p:spTree>
    <p:extLst>
      <p:ext uri="{BB962C8B-B14F-4D97-AF65-F5344CB8AC3E}">
        <p14:creationId xmlns:p14="http://schemas.microsoft.com/office/powerpoint/2010/main" val="153929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PCB Related(1 Of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5488" y="5205592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Some ODMs design gold pad for polarity mark on board.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82631"/>
              </p:ext>
            </p:extLst>
          </p:nvPr>
        </p:nvGraphicFramePr>
        <p:xfrm>
          <a:off x="475488" y="777240"/>
          <a:ext cx="10875256" cy="425443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031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832463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493677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pitch less than or equal to 0.4 mm BGA, do you have requirement to use BGA outline silkscreen?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is there a print issue(paste volume variation, bridging)?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silkscreen is not used, do you use exposed copper marking or other board markings?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SBB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192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a little Gold pad for polarity mark.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Silkscreen will influence solder paste printing, especially on small size part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RD consider to use gold pad for polarity mark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Action Button: Go Forward or Next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B5213C3-C243-D6B6-B4FE-3FE91D6AE57C}"/>
              </a:ext>
            </a:extLst>
          </p:cNvPr>
          <p:cNvSpPr/>
          <p:nvPr/>
        </p:nvSpPr>
        <p:spPr>
          <a:xfrm>
            <a:off x="7451810" y="5245180"/>
            <a:ext cx="457200" cy="228600"/>
          </a:xfrm>
          <a:prstGeom prst="actionButtonForwardNext">
            <a:avLst/>
          </a:prstGeom>
          <a:solidFill>
            <a:srgbClr val="004A86">
              <a:lumMod val="40000"/>
              <a:lumOff val="60000"/>
            </a:srgbClr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4895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PCB Related(2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55153"/>
              </p:ext>
            </p:extLst>
          </p:nvPr>
        </p:nvGraphicFramePr>
        <p:xfrm>
          <a:off x="475488" y="777240"/>
          <a:ext cx="10875256" cy="489896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031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166313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15426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104366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At board and/or system level manufacturing test, do you test the Intel SOC BGA corner NCTF pins for resistance/continuity (checking for solder joint opens), per the MAS guidance in Module 2? (E.G. Yes/No)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minimum gap between Solder mask opening and Cu pad in mils/um available without cost adder from PCB manufacturer?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For 0.5 mm pitch and greater BGA, do you prefer to use SMD and/or MD pads in your board design?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 mil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RD follow Intel recommendation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0.5mil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Prefer to design SMD on the corner to increase shock resistance, design MD in the center for better thermal cycle capability.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Prefer to design SMD on the corner to increase shock resistance, design MD in other areas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192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Different PCB supplier different value, no official information, one supplier provide 1 mil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different products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supplier's capability, no minimum data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preference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Design SMD on the corner to prevent solder joint crack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5BCE841-D6F2-6AA9-CE09-F285EBD0F003}"/>
              </a:ext>
            </a:extLst>
          </p:cNvPr>
          <p:cNvSpPr txBox="1"/>
          <p:nvPr/>
        </p:nvSpPr>
        <p:spPr>
          <a:xfrm>
            <a:off x="471618" y="5772983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3/10 ODMs test the Intel SOC BGA corner NCTF pins for resistance/continuity. 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8927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PCB Related(3 Of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71617" y="5195341"/>
            <a:ext cx="106864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All ODMs can measure reflow oven exit temperature.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6136"/>
              </p:ext>
            </p:extLst>
          </p:nvPr>
        </p:nvGraphicFramePr>
        <p:xfrm>
          <a:off x="471617" y="773381"/>
          <a:ext cx="10875256" cy="4241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3803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060272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471118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</a:tblGrid>
              <a:tr h="535302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you able to measure the top side PCB temperature, reflow oven exit temperature (at the point when the motherboard exits the reflow oven curtain)?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yes, what method is used?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     Handheld Oven Temp Tester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reflow profile curve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58947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reflow profile curve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Based on reflow profile curve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Yes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Handheld Oven Temp Tester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32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PCB Related(4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49897"/>
              </p:ext>
            </p:extLst>
          </p:nvPr>
        </p:nvGraphicFramePr>
        <p:xfrm>
          <a:off x="475488" y="777240"/>
          <a:ext cx="10875256" cy="462019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031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166313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315426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104366">
                  <a:extLst>
                    <a:ext uri="{9D8B030D-6E8A-4147-A177-3AD203B41FA5}">
                      <a16:colId xmlns:a16="http://schemas.microsoft.com/office/drawing/2014/main" val="2113764896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PCB thickness for laptop main board that you have experience building in the past?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When attaching thermocouples (TC’s) to BGAs when developing your motherboard reflow profile, do you drill through the board and insert the TC directly into the BGA solder joint?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If No, please describe your process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                                      0.6 </a:t>
                      </a: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67382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1921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616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 mm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7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68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Clip</a:t>
            </a:r>
          </a:p>
        </p:txBody>
      </p:sp>
      <p:pic>
        <p:nvPicPr>
          <p:cNvPr id="2" name="图片 10">
            <a:extLst>
              <a:ext uri="{FF2B5EF4-FFF2-40B4-BE49-F238E27FC236}">
                <a16:creationId xmlns:a16="http://schemas.microsoft.com/office/drawing/2014/main" id="{59947C0D-D07E-1927-127A-1EAD3FD9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633155" y="1124939"/>
            <a:ext cx="5519256" cy="40224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D1BEDB-75E4-F4DD-CA61-3AA5C8B2D4B6}"/>
              </a:ext>
            </a:extLst>
          </p:cNvPr>
          <p:cNvSpPr/>
          <p:nvPr/>
        </p:nvSpPr>
        <p:spPr>
          <a:xfrm>
            <a:off x="7315200" y="2790701"/>
            <a:ext cx="783771" cy="1312224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Action Button: Go Home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28781D6-53EB-AE30-0BA8-2A580B1341B4}"/>
              </a:ext>
            </a:extLst>
          </p:cNvPr>
          <p:cNvSpPr/>
          <p:nvPr/>
        </p:nvSpPr>
        <p:spPr>
          <a:xfrm>
            <a:off x="10713640" y="5568734"/>
            <a:ext cx="533159" cy="369333"/>
          </a:xfrm>
          <a:prstGeom prst="actionButtonHome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8621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18" y="172440"/>
            <a:ext cx="11010816" cy="952499"/>
          </a:xfrm>
        </p:spPr>
        <p:txBody>
          <a:bodyPr/>
          <a:lstStyle/>
          <a:p>
            <a:r>
              <a:rPr lang="en-US" sz="3600" dirty="0"/>
              <a:t>Mark Pad</a:t>
            </a:r>
          </a:p>
        </p:txBody>
      </p:sp>
      <p:pic>
        <p:nvPicPr>
          <p:cNvPr id="2" name="图片 9">
            <a:extLst>
              <a:ext uri="{FF2B5EF4-FFF2-40B4-BE49-F238E27FC236}">
                <a16:creationId xmlns:a16="http://schemas.microsoft.com/office/drawing/2014/main" id="{CD5782C0-B512-4660-A603-3D57A020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631" y="1438285"/>
            <a:ext cx="3994018" cy="3442707"/>
          </a:xfrm>
          <a:prstGeom prst="rect">
            <a:avLst/>
          </a:prstGeom>
        </p:spPr>
      </p:pic>
      <p:sp>
        <p:nvSpPr>
          <p:cNvPr id="3" name="Action Button: Go Hom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881D36E-6CF6-DF95-07ED-39BC2303147A}"/>
              </a:ext>
            </a:extLst>
          </p:cNvPr>
          <p:cNvSpPr/>
          <p:nvPr/>
        </p:nvSpPr>
        <p:spPr>
          <a:xfrm>
            <a:off x="10713640" y="5568734"/>
            <a:ext cx="533159" cy="369333"/>
          </a:xfrm>
          <a:prstGeom prst="actionButtonHome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708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DBB27A-378A-4537-8217-0CF678967138}"/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28776</TotalTime>
  <Words>6595</Words>
  <Application>Microsoft Office PowerPoint</Application>
  <PresentationFormat>Widescreen</PresentationFormat>
  <Paragraphs>1334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IntelOne Display Regular</vt:lpstr>
      <vt:lpstr>Wingdings</vt:lpstr>
      <vt:lpstr>21_BasicWhite</vt:lpstr>
      <vt:lpstr>2023 LNL&amp;ARL Customers CRD Summary Report</vt:lpstr>
      <vt:lpstr>General SMT Line Layout</vt:lpstr>
      <vt:lpstr>Objectives</vt:lpstr>
      <vt:lpstr>Highlights</vt:lpstr>
      <vt:lpstr>Solder Paste Printing &amp; Inspection(SPI)</vt:lpstr>
      <vt:lpstr>Solder Paste Printing &amp; Inspection(SPI)(1 Of 5)</vt:lpstr>
      <vt:lpstr>Solder Paste Printing &amp; Inspection(SPI)(2 Of 5)</vt:lpstr>
      <vt:lpstr>Solder Paste Printing &amp; Inspection(SPI)(3 Of 5)</vt:lpstr>
      <vt:lpstr>Pick and Placement (PnP) Machine </vt:lpstr>
      <vt:lpstr>Pick and Placement (PnP) Machine (1 Of 1)</vt:lpstr>
      <vt:lpstr>Large EMI Shields ( &gt; 40 x 40 mm)</vt:lpstr>
      <vt:lpstr>Large EMI Shields ( &gt; 40 x 40 mm)(1 Of 1)</vt:lpstr>
      <vt:lpstr>Rework</vt:lpstr>
      <vt:lpstr>Rework(1 Of 5)</vt:lpstr>
      <vt:lpstr>Rework(2 Of 5)</vt:lpstr>
      <vt:lpstr>Rework(3 Of 5)</vt:lpstr>
      <vt:lpstr>Rework(4 Of 5)</vt:lpstr>
      <vt:lpstr>Rework(5 Of 5)</vt:lpstr>
      <vt:lpstr>Failure Mode and SMT Yield</vt:lpstr>
      <vt:lpstr>Failure Mode and SMT Yield(1 Of 4)</vt:lpstr>
      <vt:lpstr>Failure Mode and SMT Yield(2 Of 4)</vt:lpstr>
      <vt:lpstr>Failure Mode and SMT Yield(3 Of 4)</vt:lpstr>
      <vt:lpstr>Failure Mode and SMT Yield(4 Of 4)</vt:lpstr>
      <vt:lpstr>DSC Preference </vt:lpstr>
      <vt:lpstr>DSC Preference (1 Of 2)</vt:lpstr>
      <vt:lpstr>DSC Preference (2 Of 2)</vt:lpstr>
      <vt:lpstr>Test &amp; Qualification Requirement</vt:lpstr>
      <vt:lpstr>Test &amp; Qualification Requirement(1 Of 9)</vt:lpstr>
      <vt:lpstr>Test &amp; Qualification Requirement(2 Of 9)</vt:lpstr>
      <vt:lpstr>Test &amp; Qualification Requirement(3 Of 9)</vt:lpstr>
      <vt:lpstr>Test &amp; Qualification Requirement(4 Of 9)</vt:lpstr>
      <vt:lpstr>Test &amp; Qualification Requirement(5 Of 9)</vt:lpstr>
      <vt:lpstr>Test &amp; Qualification Requirement(6 Of 9)</vt:lpstr>
      <vt:lpstr>Test &amp; Qualification Requirement(7 Of 9)</vt:lpstr>
      <vt:lpstr>Test &amp; Qualification Requirement(8 Of 9)</vt:lpstr>
      <vt:lpstr>Test &amp; Qualification Requirement(9 Of 9)</vt:lpstr>
      <vt:lpstr>PCB Related</vt:lpstr>
      <vt:lpstr>PCB Related(1 Of 4)</vt:lpstr>
      <vt:lpstr>PCB Related(2 Of 4)</vt:lpstr>
      <vt:lpstr>PCB Related(3 Of 4)</vt:lpstr>
      <vt:lpstr>PCB Related(4 Of 4)</vt:lpstr>
      <vt:lpstr>PowerPoint Presentation</vt:lpstr>
      <vt:lpstr>Clip</vt:lpstr>
      <vt:lpstr>Mark Pad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Zheng, Binghuan</cp:lastModifiedBy>
  <cp:revision>187</cp:revision>
  <dcterms:modified xsi:type="dcterms:W3CDTF">2023-06-14T23:36:28Z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