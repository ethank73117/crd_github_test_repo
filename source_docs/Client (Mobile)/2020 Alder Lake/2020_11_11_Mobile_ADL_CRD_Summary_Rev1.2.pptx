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65"/>
  </p:notesMasterIdLst>
  <p:handoutMasterIdLst>
    <p:handoutMasterId r:id="rId66"/>
  </p:handoutMasterIdLst>
  <p:sldIdLst>
    <p:sldId id="256" r:id="rId5"/>
    <p:sldId id="345" r:id="rId6"/>
    <p:sldId id="346" r:id="rId7"/>
    <p:sldId id="402" r:id="rId8"/>
    <p:sldId id="272" r:id="rId9"/>
    <p:sldId id="347" r:id="rId10"/>
    <p:sldId id="348" r:id="rId11"/>
    <p:sldId id="349" r:id="rId12"/>
    <p:sldId id="350" r:id="rId13"/>
    <p:sldId id="351" r:id="rId14"/>
    <p:sldId id="353" r:id="rId15"/>
    <p:sldId id="354" r:id="rId16"/>
    <p:sldId id="355" r:id="rId17"/>
    <p:sldId id="356" r:id="rId18"/>
    <p:sldId id="357" r:id="rId19"/>
    <p:sldId id="358" r:id="rId20"/>
    <p:sldId id="359" r:id="rId21"/>
    <p:sldId id="361" r:id="rId22"/>
    <p:sldId id="362" r:id="rId23"/>
    <p:sldId id="363" r:id="rId24"/>
    <p:sldId id="365" r:id="rId25"/>
    <p:sldId id="364" r:id="rId26"/>
    <p:sldId id="366" r:id="rId27"/>
    <p:sldId id="367" r:id="rId28"/>
    <p:sldId id="368" r:id="rId29"/>
    <p:sldId id="369" r:id="rId30"/>
    <p:sldId id="370" r:id="rId31"/>
    <p:sldId id="371" r:id="rId32"/>
    <p:sldId id="372" r:id="rId33"/>
    <p:sldId id="373" r:id="rId34"/>
    <p:sldId id="374" r:id="rId35"/>
    <p:sldId id="376" r:id="rId36"/>
    <p:sldId id="377" r:id="rId37"/>
    <p:sldId id="378" r:id="rId38"/>
    <p:sldId id="379" r:id="rId39"/>
    <p:sldId id="380" r:id="rId40"/>
    <p:sldId id="381" r:id="rId41"/>
    <p:sldId id="382" r:id="rId42"/>
    <p:sldId id="383" r:id="rId43"/>
    <p:sldId id="384" r:id="rId44"/>
    <p:sldId id="385" r:id="rId45"/>
    <p:sldId id="386" r:id="rId46"/>
    <p:sldId id="387" r:id="rId47"/>
    <p:sldId id="388" r:id="rId48"/>
    <p:sldId id="390" r:id="rId49"/>
    <p:sldId id="389" r:id="rId50"/>
    <p:sldId id="391" r:id="rId51"/>
    <p:sldId id="392" r:id="rId52"/>
    <p:sldId id="393" r:id="rId53"/>
    <p:sldId id="394" r:id="rId54"/>
    <p:sldId id="396" r:id="rId55"/>
    <p:sldId id="397" r:id="rId56"/>
    <p:sldId id="398" r:id="rId57"/>
    <p:sldId id="399" r:id="rId58"/>
    <p:sldId id="400" r:id="rId59"/>
    <p:sldId id="401" r:id="rId60"/>
    <p:sldId id="292" r:id="rId61"/>
    <p:sldId id="352" r:id="rId62"/>
    <p:sldId id="375" r:id="rId63"/>
    <p:sldId id="403" r:id="rId64"/>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B5"/>
    <a:srgbClr val="E7EBF3"/>
    <a:srgbClr val="2872C5"/>
    <a:srgbClr val="525252"/>
    <a:srgbClr val="FFFFFF"/>
    <a:srgbClr val="00C7FD"/>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7" autoAdjust="0"/>
  </p:normalViewPr>
  <p:slideViewPr>
    <p:cSldViewPr snapToGrid="0" snapToObjects="1">
      <p:cViewPr varScale="1">
        <p:scale>
          <a:sx n="147" d="100"/>
          <a:sy n="147" d="100"/>
        </p:scale>
        <p:origin x="978"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5"/>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 Harry" userId="d07dd713-323b-41c6-b24d-c18be50fb4fc" providerId="ADAL" clId="{196D0870-A10A-40F5-A791-3C67912576F2}"/>
    <pc:docChg chg="undo redo custSel addSld delSld modSld sldOrd modMainMaster">
      <pc:chgData name="Yu, Harry" userId="d07dd713-323b-41c6-b24d-c18be50fb4fc" providerId="ADAL" clId="{196D0870-A10A-40F5-A791-3C67912576F2}" dt="2020-11-11T09:44:51.761" v="12878" actId="20577"/>
      <pc:docMkLst>
        <pc:docMk/>
      </pc:docMkLst>
      <pc:sldChg chg="addSp delSp modSp">
        <pc:chgData name="Yu, Harry" userId="d07dd713-323b-41c6-b24d-c18be50fb4fc" providerId="ADAL" clId="{196D0870-A10A-40F5-A791-3C67912576F2}" dt="2020-11-11T09:44:51.761" v="12878" actId="20577"/>
        <pc:sldMkLst>
          <pc:docMk/>
          <pc:sldMk cId="2086400740" sldId="256"/>
        </pc:sldMkLst>
        <pc:spChg chg="add del mod">
          <ac:chgData name="Yu, Harry" userId="d07dd713-323b-41c6-b24d-c18be50fb4fc" providerId="ADAL" clId="{196D0870-A10A-40F5-A791-3C67912576F2}" dt="2020-09-24T04:40:39.782" v="77" actId="478"/>
          <ac:spMkLst>
            <pc:docMk/>
            <pc:sldMk cId="2086400740" sldId="256"/>
            <ac:spMk id="3" creationId="{44022660-942C-4D19-BBDF-9AB35BDDDBE6}"/>
          </ac:spMkLst>
        </pc:spChg>
        <pc:spChg chg="del">
          <ac:chgData name="Yu, Harry" userId="d07dd713-323b-41c6-b24d-c18be50fb4fc" providerId="ADAL" clId="{196D0870-A10A-40F5-A791-3C67912576F2}" dt="2020-09-24T04:40:37.110" v="76" actId="478"/>
          <ac:spMkLst>
            <pc:docMk/>
            <pc:sldMk cId="2086400740" sldId="256"/>
            <ac:spMk id="4" creationId="{C5139A39-08BC-4F2F-94A3-F43AAEEFAEB4}"/>
          </ac:spMkLst>
        </pc:spChg>
        <pc:spChg chg="mod">
          <ac:chgData name="Yu, Harry" userId="d07dd713-323b-41c6-b24d-c18be50fb4fc" providerId="ADAL" clId="{196D0870-A10A-40F5-A791-3C67912576F2}" dt="2020-10-12T06:36:43.140" v="8803" actId="20577"/>
          <ac:spMkLst>
            <pc:docMk/>
            <pc:sldMk cId="2086400740" sldId="256"/>
            <ac:spMk id="5" creationId="{679F4BE2-8E4A-4003-B816-9E34781F7E88}"/>
          </ac:spMkLst>
        </pc:spChg>
        <pc:spChg chg="add del mod">
          <ac:chgData name="Yu, Harry" userId="d07dd713-323b-41c6-b24d-c18be50fb4fc" providerId="ADAL" clId="{196D0870-A10A-40F5-A791-3C67912576F2}" dt="2020-09-24T06:38:09.454" v="128" actId="478"/>
          <ac:spMkLst>
            <pc:docMk/>
            <pc:sldMk cId="2086400740" sldId="256"/>
            <ac:spMk id="6" creationId="{B3CBD8B5-2379-41F2-9E22-E2C808622D58}"/>
          </ac:spMkLst>
        </pc:spChg>
        <pc:spChg chg="add del mod">
          <ac:chgData name="Yu, Harry" userId="d07dd713-323b-41c6-b24d-c18be50fb4fc" providerId="ADAL" clId="{196D0870-A10A-40F5-A791-3C67912576F2}" dt="2020-09-24T06:37:58.072" v="117" actId="478"/>
          <ac:spMkLst>
            <pc:docMk/>
            <pc:sldMk cId="2086400740" sldId="256"/>
            <ac:spMk id="7" creationId="{0CD554E0-37CD-4393-8562-2A640063E19C}"/>
          </ac:spMkLst>
        </pc:spChg>
        <pc:spChg chg="add mod">
          <ac:chgData name="Yu, Harry" userId="d07dd713-323b-41c6-b24d-c18be50fb4fc" providerId="ADAL" clId="{196D0870-A10A-40F5-A791-3C67912576F2}" dt="2020-09-29T08:08:42.945" v="4443" actId="115"/>
          <ac:spMkLst>
            <pc:docMk/>
            <pc:sldMk cId="2086400740" sldId="256"/>
            <ac:spMk id="8" creationId="{6042841E-0D98-468A-8176-AB4F17BB07E7}"/>
          </ac:spMkLst>
        </pc:spChg>
        <pc:spChg chg="mod">
          <ac:chgData name="Yu, Harry" userId="d07dd713-323b-41c6-b24d-c18be50fb4fc" providerId="ADAL" clId="{196D0870-A10A-40F5-A791-3C67912576F2}" dt="2020-11-11T09:44:51.761" v="12878" actId="20577"/>
          <ac:spMkLst>
            <pc:docMk/>
            <pc:sldMk cId="2086400740" sldId="256"/>
            <ac:spMk id="9" creationId="{ABEAF9F9-E88D-44A4-A1B6-BAA2E532B65E}"/>
          </ac:spMkLst>
        </pc:spChg>
      </pc:sldChg>
      <pc:sldChg chg="del">
        <pc:chgData name="Yu, Harry" userId="d07dd713-323b-41c6-b24d-c18be50fb4fc" providerId="ADAL" clId="{196D0870-A10A-40F5-A791-3C67912576F2}" dt="2020-09-24T04:24:42.663" v="0" actId="2696"/>
        <pc:sldMkLst>
          <pc:docMk/>
          <pc:sldMk cId="2222585258" sldId="259"/>
        </pc:sldMkLst>
      </pc:sldChg>
      <pc:sldChg chg="del">
        <pc:chgData name="Yu, Harry" userId="d07dd713-323b-41c6-b24d-c18be50fb4fc" providerId="ADAL" clId="{196D0870-A10A-40F5-A791-3C67912576F2}" dt="2020-09-24T04:24:42.663" v="1" actId="2696"/>
        <pc:sldMkLst>
          <pc:docMk/>
          <pc:sldMk cId="2301136295" sldId="261"/>
        </pc:sldMkLst>
      </pc:sldChg>
      <pc:sldChg chg="del">
        <pc:chgData name="Yu, Harry" userId="d07dd713-323b-41c6-b24d-c18be50fb4fc" providerId="ADAL" clId="{196D0870-A10A-40F5-A791-3C67912576F2}" dt="2020-09-24T04:24:44.924" v="2" actId="2696"/>
        <pc:sldMkLst>
          <pc:docMk/>
          <pc:sldMk cId="3102934450" sldId="262"/>
        </pc:sldMkLst>
      </pc:sldChg>
      <pc:sldChg chg="del">
        <pc:chgData name="Yu, Harry" userId="d07dd713-323b-41c6-b24d-c18be50fb4fc" providerId="ADAL" clId="{196D0870-A10A-40F5-A791-3C67912576F2}" dt="2020-09-24T04:25:37.180" v="5" actId="2696"/>
        <pc:sldMkLst>
          <pc:docMk/>
          <pc:sldMk cId="1796647801" sldId="264"/>
        </pc:sldMkLst>
      </pc:sldChg>
      <pc:sldChg chg="del">
        <pc:chgData name="Yu, Harry" userId="d07dd713-323b-41c6-b24d-c18be50fb4fc" providerId="ADAL" clId="{196D0870-A10A-40F5-A791-3C67912576F2}" dt="2020-09-24T04:25:40.382" v="6" actId="2696"/>
        <pc:sldMkLst>
          <pc:docMk/>
          <pc:sldMk cId="2462848399" sldId="266"/>
        </pc:sldMkLst>
      </pc:sldChg>
      <pc:sldChg chg="del">
        <pc:chgData name="Yu, Harry" userId="d07dd713-323b-41c6-b24d-c18be50fb4fc" providerId="ADAL" clId="{196D0870-A10A-40F5-A791-3C67912576F2}" dt="2020-09-24T04:25:42.245" v="8" actId="2696"/>
        <pc:sldMkLst>
          <pc:docMk/>
          <pc:sldMk cId="1870387867" sldId="267"/>
        </pc:sldMkLst>
      </pc:sldChg>
      <pc:sldChg chg="del">
        <pc:chgData name="Yu, Harry" userId="d07dd713-323b-41c6-b24d-c18be50fb4fc" providerId="ADAL" clId="{196D0870-A10A-40F5-A791-3C67912576F2}" dt="2020-09-24T04:25:57.230" v="16" actId="2696"/>
        <pc:sldMkLst>
          <pc:docMk/>
          <pc:sldMk cId="3721864086" sldId="268"/>
        </pc:sldMkLst>
      </pc:sldChg>
      <pc:sldChg chg="del">
        <pc:chgData name="Yu, Harry" userId="d07dd713-323b-41c6-b24d-c18be50fb4fc" providerId="ADAL" clId="{196D0870-A10A-40F5-A791-3C67912576F2}" dt="2020-09-24T04:25:57.747" v="17" actId="2696"/>
        <pc:sldMkLst>
          <pc:docMk/>
          <pc:sldMk cId="3146036487" sldId="269"/>
        </pc:sldMkLst>
      </pc:sldChg>
      <pc:sldChg chg="del">
        <pc:chgData name="Yu, Harry" userId="d07dd713-323b-41c6-b24d-c18be50fb4fc" providerId="ADAL" clId="{196D0870-A10A-40F5-A791-3C67912576F2}" dt="2020-09-24T04:25:08.072" v="3" actId="2696"/>
        <pc:sldMkLst>
          <pc:docMk/>
          <pc:sldMk cId="1309855124" sldId="271"/>
        </pc:sldMkLst>
      </pc:sldChg>
      <pc:sldChg chg="addSp delSp modSp">
        <pc:chgData name="Yu, Harry" userId="d07dd713-323b-41c6-b24d-c18be50fb4fc" providerId="ADAL" clId="{196D0870-A10A-40F5-A791-3C67912576F2}" dt="2020-09-24T07:01:23.421" v="756" actId="20577"/>
        <pc:sldMkLst>
          <pc:docMk/>
          <pc:sldMk cId="3615015588" sldId="272"/>
        </pc:sldMkLst>
        <pc:spChg chg="add del mod">
          <ac:chgData name="Yu, Harry" userId="d07dd713-323b-41c6-b24d-c18be50fb4fc" providerId="ADAL" clId="{196D0870-A10A-40F5-A791-3C67912576F2}" dt="2020-09-24T07:01:03.826" v="736" actId="478"/>
          <ac:spMkLst>
            <pc:docMk/>
            <pc:sldMk cId="3615015588" sldId="272"/>
            <ac:spMk id="3" creationId="{0BA7D23A-07D4-47DB-9386-133612A2C85A}"/>
          </ac:spMkLst>
        </pc:spChg>
        <pc:spChg chg="mod">
          <ac:chgData name="Yu, Harry" userId="d07dd713-323b-41c6-b24d-c18be50fb4fc" providerId="ADAL" clId="{196D0870-A10A-40F5-A791-3C67912576F2}" dt="2020-09-24T07:01:23.421" v="756" actId="20577"/>
          <ac:spMkLst>
            <pc:docMk/>
            <pc:sldMk cId="3615015588" sldId="272"/>
            <ac:spMk id="4" creationId="{1567C550-8534-4752-A750-4145E9563059}"/>
          </ac:spMkLst>
        </pc:spChg>
        <pc:spChg chg="del">
          <ac:chgData name="Yu, Harry" userId="d07dd713-323b-41c6-b24d-c18be50fb4fc" providerId="ADAL" clId="{196D0870-A10A-40F5-A791-3C67912576F2}" dt="2020-09-24T07:01:00.167" v="735" actId="478"/>
          <ac:spMkLst>
            <pc:docMk/>
            <pc:sldMk cId="3615015588" sldId="272"/>
            <ac:spMk id="9" creationId="{E5293A40-AD51-4281-A953-0D5B5C5DF6B0}"/>
          </ac:spMkLst>
        </pc:spChg>
      </pc:sldChg>
      <pc:sldChg chg="del">
        <pc:chgData name="Yu, Harry" userId="d07dd713-323b-41c6-b24d-c18be50fb4fc" providerId="ADAL" clId="{196D0870-A10A-40F5-A791-3C67912576F2}" dt="2020-09-24T04:25:14.233" v="4" actId="2696"/>
        <pc:sldMkLst>
          <pc:docMk/>
          <pc:sldMk cId="343892357" sldId="273"/>
        </pc:sldMkLst>
      </pc:sldChg>
      <pc:sldChg chg="del">
        <pc:chgData name="Yu, Harry" userId="d07dd713-323b-41c6-b24d-c18be50fb4fc" providerId="ADAL" clId="{196D0870-A10A-40F5-A791-3C67912576F2}" dt="2020-09-24T04:25:41.505" v="7" actId="2696"/>
        <pc:sldMkLst>
          <pc:docMk/>
          <pc:sldMk cId="1629129991" sldId="293"/>
        </pc:sldMkLst>
      </pc:sldChg>
      <pc:sldChg chg="del">
        <pc:chgData name="Yu, Harry" userId="d07dd713-323b-41c6-b24d-c18be50fb4fc" providerId="ADAL" clId="{196D0870-A10A-40F5-A791-3C67912576F2}" dt="2020-09-24T04:25:42.746" v="9" actId="2696"/>
        <pc:sldMkLst>
          <pc:docMk/>
          <pc:sldMk cId="3378688598" sldId="294"/>
        </pc:sldMkLst>
      </pc:sldChg>
      <pc:sldChg chg="del">
        <pc:chgData name="Yu, Harry" userId="d07dd713-323b-41c6-b24d-c18be50fb4fc" providerId="ADAL" clId="{196D0870-A10A-40F5-A791-3C67912576F2}" dt="2020-09-24T04:25:44.212" v="10" actId="2696"/>
        <pc:sldMkLst>
          <pc:docMk/>
          <pc:sldMk cId="2536559925" sldId="310"/>
        </pc:sldMkLst>
      </pc:sldChg>
      <pc:sldChg chg="del">
        <pc:chgData name="Yu, Harry" userId="d07dd713-323b-41c6-b24d-c18be50fb4fc" providerId="ADAL" clId="{196D0870-A10A-40F5-A791-3C67912576F2}" dt="2020-09-24T04:25:49.773" v="12" actId="2696"/>
        <pc:sldMkLst>
          <pc:docMk/>
          <pc:sldMk cId="1203370729" sldId="311"/>
        </pc:sldMkLst>
      </pc:sldChg>
      <pc:sldChg chg="del">
        <pc:chgData name="Yu, Harry" userId="d07dd713-323b-41c6-b24d-c18be50fb4fc" providerId="ADAL" clId="{196D0870-A10A-40F5-A791-3C67912576F2}" dt="2020-09-24T04:25:47.357" v="11" actId="2696"/>
        <pc:sldMkLst>
          <pc:docMk/>
          <pc:sldMk cId="2620751609" sldId="312"/>
        </pc:sldMkLst>
      </pc:sldChg>
      <pc:sldChg chg="del">
        <pc:chgData name="Yu, Harry" userId="d07dd713-323b-41c6-b24d-c18be50fb4fc" providerId="ADAL" clId="{196D0870-A10A-40F5-A791-3C67912576F2}" dt="2020-09-24T04:25:50.630" v="13" actId="2696"/>
        <pc:sldMkLst>
          <pc:docMk/>
          <pc:sldMk cId="3133878703" sldId="313"/>
        </pc:sldMkLst>
      </pc:sldChg>
      <pc:sldChg chg="del">
        <pc:chgData name="Yu, Harry" userId="d07dd713-323b-41c6-b24d-c18be50fb4fc" providerId="ADAL" clId="{196D0870-A10A-40F5-A791-3C67912576F2}" dt="2020-09-24T04:25:51.734" v="14" actId="2696"/>
        <pc:sldMkLst>
          <pc:docMk/>
          <pc:sldMk cId="2881057640" sldId="314"/>
        </pc:sldMkLst>
      </pc:sldChg>
      <pc:sldChg chg="del">
        <pc:chgData name="Yu, Harry" userId="d07dd713-323b-41c6-b24d-c18be50fb4fc" providerId="ADAL" clId="{196D0870-A10A-40F5-A791-3C67912576F2}" dt="2020-09-24T04:25:56.559" v="15" actId="2696"/>
        <pc:sldMkLst>
          <pc:docMk/>
          <pc:sldMk cId="283679209" sldId="315"/>
        </pc:sldMkLst>
      </pc:sldChg>
      <pc:sldChg chg="del">
        <pc:chgData name="Yu, Harry" userId="d07dd713-323b-41c6-b24d-c18be50fb4fc" providerId="ADAL" clId="{196D0870-A10A-40F5-A791-3C67912576F2}" dt="2020-09-24T04:26:16.813" v="18" actId="2696"/>
        <pc:sldMkLst>
          <pc:docMk/>
          <pc:sldMk cId="4168994620" sldId="330"/>
        </pc:sldMkLst>
      </pc:sldChg>
      <pc:sldChg chg="del">
        <pc:chgData name="Yu, Harry" userId="d07dd713-323b-41c6-b24d-c18be50fb4fc" providerId="ADAL" clId="{196D0870-A10A-40F5-A791-3C67912576F2}" dt="2020-09-24T06:45:32.360" v="282" actId="2696"/>
        <pc:sldMkLst>
          <pc:docMk/>
          <pc:sldMk cId="1994892394" sldId="344"/>
        </pc:sldMkLst>
      </pc:sldChg>
      <pc:sldChg chg="addSp delSp modSp add ord">
        <pc:chgData name="Yu, Harry" userId="d07dd713-323b-41c6-b24d-c18be50fb4fc" providerId="ADAL" clId="{196D0870-A10A-40F5-A791-3C67912576F2}" dt="2020-09-24T06:46:51.688" v="314" actId="164"/>
        <pc:sldMkLst>
          <pc:docMk/>
          <pc:sldMk cId="2393367446" sldId="345"/>
        </pc:sldMkLst>
        <pc:spChg chg="mod">
          <ac:chgData name="Yu, Harry" userId="d07dd713-323b-41c6-b24d-c18be50fb4fc" providerId="ADAL" clId="{196D0870-A10A-40F5-A791-3C67912576F2}" dt="2020-09-24T06:46:19.404" v="313" actId="20577"/>
          <ac:spMkLst>
            <pc:docMk/>
            <pc:sldMk cId="2393367446" sldId="345"/>
            <ac:spMk id="2" creationId="{8A2F9035-2E54-4883-B353-04ABA460C743}"/>
          </ac:spMkLst>
        </pc:spChg>
        <pc:spChg chg="del">
          <ac:chgData name="Yu, Harry" userId="d07dd713-323b-41c6-b24d-c18be50fb4fc" providerId="ADAL" clId="{196D0870-A10A-40F5-A791-3C67912576F2}" dt="2020-09-24T06:45:22.326" v="281" actId="478"/>
          <ac:spMkLst>
            <pc:docMk/>
            <pc:sldMk cId="2393367446" sldId="345"/>
            <ac:spMk id="3" creationId="{D686A3E6-7413-4E2A-BFDD-57F2C980EF92}"/>
          </ac:spMkLst>
        </pc:spChg>
        <pc:spChg chg="del">
          <ac:chgData name="Yu, Harry" userId="d07dd713-323b-41c6-b24d-c18be50fb4fc" providerId="ADAL" clId="{196D0870-A10A-40F5-A791-3C67912576F2}" dt="2020-09-24T06:45:19.630" v="280" actId="478"/>
          <ac:spMkLst>
            <pc:docMk/>
            <pc:sldMk cId="2393367446" sldId="345"/>
            <ac:spMk id="4" creationId="{681A9CB2-9950-4536-97DE-A6F40F6D94D5}"/>
          </ac:spMkLst>
        </pc:spChg>
        <pc:spChg chg="add mod">
          <ac:chgData name="Yu, Harry" userId="d07dd713-323b-41c6-b24d-c18be50fb4fc" providerId="ADAL" clId="{196D0870-A10A-40F5-A791-3C67912576F2}" dt="2020-09-24T06:46:51.688" v="314" actId="164"/>
          <ac:spMkLst>
            <pc:docMk/>
            <pc:sldMk cId="2393367446" sldId="345"/>
            <ac:spMk id="7" creationId="{117AD1CA-9E40-4A83-B158-6161861785B4}"/>
          </ac:spMkLst>
        </pc:spChg>
        <pc:spChg chg="add mod">
          <ac:chgData name="Yu, Harry" userId="d07dd713-323b-41c6-b24d-c18be50fb4fc" providerId="ADAL" clId="{196D0870-A10A-40F5-A791-3C67912576F2}" dt="2020-09-24T06:46:51.688" v="314" actId="164"/>
          <ac:spMkLst>
            <pc:docMk/>
            <pc:sldMk cId="2393367446" sldId="345"/>
            <ac:spMk id="10" creationId="{2749D29A-B82C-4221-BE39-D0F88411B680}"/>
          </ac:spMkLst>
        </pc:spChg>
        <pc:spChg chg="add mod">
          <ac:chgData name="Yu, Harry" userId="d07dd713-323b-41c6-b24d-c18be50fb4fc" providerId="ADAL" clId="{196D0870-A10A-40F5-A791-3C67912576F2}" dt="2020-09-24T06:46:51.688" v="314" actId="164"/>
          <ac:spMkLst>
            <pc:docMk/>
            <pc:sldMk cId="2393367446" sldId="345"/>
            <ac:spMk id="14" creationId="{06982695-F2F8-46E3-A98A-7B5025ED4C2F}"/>
          </ac:spMkLst>
        </pc:spChg>
        <pc:grpChg chg="add mod">
          <ac:chgData name="Yu, Harry" userId="d07dd713-323b-41c6-b24d-c18be50fb4fc" providerId="ADAL" clId="{196D0870-A10A-40F5-A791-3C67912576F2}" dt="2020-09-24T06:46:51.688" v="314" actId="164"/>
          <ac:grpSpMkLst>
            <pc:docMk/>
            <pc:sldMk cId="2393367446" sldId="345"/>
            <ac:grpSpMk id="15" creationId="{406266C5-0975-40AE-B7EA-B35AA647EFBD}"/>
          </ac:grpSpMkLst>
        </pc:grpChg>
        <pc:picChg chg="add mod">
          <ac:chgData name="Yu, Harry" userId="d07dd713-323b-41c6-b24d-c18be50fb4fc" providerId="ADAL" clId="{196D0870-A10A-40F5-A791-3C67912576F2}" dt="2020-09-24T06:46:51.688" v="314" actId="164"/>
          <ac:picMkLst>
            <pc:docMk/>
            <pc:sldMk cId="2393367446" sldId="345"/>
            <ac:picMk id="5" creationId="{57F4FA19-8472-4A82-A54B-C1605218127E}"/>
          </ac:picMkLst>
        </pc:picChg>
        <pc:cxnChg chg="add mod">
          <ac:chgData name="Yu, Harry" userId="d07dd713-323b-41c6-b24d-c18be50fb4fc" providerId="ADAL" clId="{196D0870-A10A-40F5-A791-3C67912576F2}" dt="2020-09-24T06:46:51.688" v="314" actId="164"/>
          <ac:cxnSpMkLst>
            <pc:docMk/>
            <pc:sldMk cId="2393367446" sldId="345"/>
            <ac:cxnSpMk id="6" creationId="{58F69106-D292-407E-A7B9-C515C8437CF0}"/>
          </ac:cxnSpMkLst>
        </pc:cxnChg>
        <pc:cxnChg chg="add mod">
          <ac:chgData name="Yu, Harry" userId="d07dd713-323b-41c6-b24d-c18be50fb4fc" providerId="ADAL" clId="{196D0870-A10A-40F5-A791-3C67912576F2}" dt="2020-09-24T06:46:51.688" v="314" actId="164"/>
          <ac:cxnSpMkLst>
            <pc:docMk/>
            <pc:sldMk cId="2393367446" sldId="345"/>
            <ac:cxnSpMk id="8" creationId="{FB93E878-13D6-4C2A-856E-4E1228840DD8}"/>
          </ac:cxnSpMkLst>
        </pc:cxnChg>
        <pc:cxnChg chg="add mod">
          <ac:chgData name="Yu, Harry" userId="d07dd713-323b-41c6-b24d-c18be50fb4fc" providerId="ADAL" clId="{196D0870-A10A-40F5-A791-3C67912576F2}" dt="2020-09-24T06:46:51.688" v="314" actId="164"/>
          <ac:cxnSpMkLst>
            <pc:docMk/>
            <pc:sldMk cId="2393367446" sldId="345"/>
            <ac:cxnSpMk id="9" creationId="{1CFC6F87-4A16-42AE-B754-83982841936D}"/>
          </ac:cxnSpMkLst>
        </pc:cxnChg>
        <pc:cxnChg chg="add mod">
          <ac:chgData name="Yu, Harry" userId="d07dd713-323b-41c6-b24d-c18be50fb4fc" providerId="ADAL" clId="{196D0870-A10A-40F5-A791-3C67912576F2}" dt="2020-09-24T06:46:51.688" v="314" actId="164"/>
          <ac:cxnSpMkLst>
            <pc:docMk/>
            <pc:sldMk cId="2393367446" sldId="345"/>
            <ac:cxnSpMk id="11" creationId="{D6C88DCD-F20E-4AF5-A366-6C8BAAE1E43B}"/>
          </ac:cxnSpMkLst>
        </pc:cxnChg>
        <pc:cxnChg chg="add mod">
          <ac:chgData name="Yu, Harry" userId="d07dd713-323b-41c6-b24d-c18be50fb4fc" providerId="ADAL" clId="{196D0870-A10A-40F5-A791-3C67912576F2}" dt="2020-09-24T06:46:51.688" v="314" actId="164"/>
          <ac:cxnSpMkLst>
            <pc:docMk/>
            <pc:sldMk cId="2393367446" sldId="345"/>
            <ac:cxnSpMk id="12" creationId="{BBF56A05-17CF-4253-B856-E47C94C05471}"/>
          </ac:cxnSpMkLst>
        </pc:cxnChg>
        <pc:cxnChg chg="add mod">
          <ac:chgData name="Yu, Harry" userId="d07dd713-323b-41c6-b24d-c18be50fb4fc" providerId="ADAL" clId="{196D0870-A10A-40F5-A791-3C67912576F2}" dt="2020-09-24T06:46:51.688" v="314" actId="164"/>
          <ac:cxnSpMkLst>
            <pc:docMk/>
            <pc:sldMk cId="2393367446" sldId="345"/>
            <ac:cxnSpMk id="13" creationId="{E780ECD1-3821-42E4-9542-1DF1AE079146}"/>
          </ac:cxnSpMkLst>
        </pc:cxnChg>
      </pc:sldChg>
      <pc:sldChg chg="add del">
        <pc:chgData name="Yu, Harry" userId="d07dd713-323b-41c6-b24d-c18be50fb4fc" providerId="ADAL" clId="{196D0870-A10A-40F5-A791-3C67912576F2}" dt="2020-09-24T06:43:16.902" v="268" actId="2696"/>
        <pc:sldMkLst>
          <pc:docMk/>
          <pc:sldMk cId="2841955666" sldId="345"/>
        </pc:sldMkLst>
      </pc:sldChg>
      <pc:sldChg chg="addSp delSp modSp add">
        <pc:chgData name="Yu, Harry" userId="d07dd713-323b-41c6-b24d-c18be50fb4fc" providerId="ADAL" clId="{196D0870-A10A-40F5-A791-3C67912576F2}" dt="2020-10-20T05:50:54.323" v="10857" actId="20577"/>
        <pc:sldMkLst>
          <pc:docMk/>
          <pc:sldMk cId="1970846983" sldId="346"/>
        </pc:sldMkLst>
        <pc:spChg chg="mod">
          <ac:chgData name="Yu, Harry" userId="d07dd713-323b-41c6-b24d-c18be50fb4fc" providerId="ADAL" clId="{196D0870-A10A-40F5-A791-3C67912576F2}" dt="2020-09-24T06:54:02.624" v="331" actId="20577"/>
          <ac:spMkLst>
            <pc:docMk/>
            <pc:sldMk cId="1970846983" sldId="346"/>
            <ac:spMk id="2" creationId="{B2DCC6B2-4893-4AFD-A933-7468A12B60AF}"/>
          </ac:spMkLst>
        </pc:spChg>
        <pc:spChg chg="mod">
          <ac:chgData name="Yu, Harry" userId="d07dd713-323b-41c6-b24d-c18be50fb4fc" providerId="ADAL" clId="{196D0870-A10A-40F5-A791-3C67912576F2}" dt="2020-10-20T05:50:54.323" v="10857" actId="20577"/>
          <ac:spMkLst>
            <pc:docMk/>
            <pc:sldMk cId="1970846983" sldId="346"/>
            <ac:spMk id="3" creationId="{96457946-1483-4C9A-8FE4-A2862E3EFF3F}"/>
          </ac:spMkLst>
        </pc:spChg>
        <pc:spChg chg="mod">
          <ac:chgData name="Yu, Harry" userId="d07dd713-323b-41c6-b24d-c18be50fb4fc" providerId="ADAL" clId="{196D0870-A10A-40F5-A791-3C67912576F2}" dt="2020-10-16T06:58:57.921" v="8900" actId="20577"/>
          <ac:spMkLst>
            <pc:docMk/>
            <pc:sldMk cId="1970846983" sldId="346"/>
            <ac:spMk id="4" creationId="{F40B3903-56DF-4903-AAAF-FFE7DC00ED5A}"/>
          </ac:spMkLst>
        </pc:spChg>
        <pc:spChg chg="add del mod">
          <ac:chgData name="Yu, Harry" userId="d07dd713-323b-41c6-b24d-c18be50fb4fc" providerId="ADAL" clId="{196D0870-A10A-40F5-A791-3C67912576F2}" dt="2020-10-20T05:48:15.165" v="10554" actId="478"/>
          <ac:spMkLst>
            <pc:docMk/>
            <pc:sldMk cId="1970846983" sldId="346"/>
            <ac:spMk id="5" creationId="{6CDCDAA3-D9B8-498F-A109-7CA02D82C7B4}"/>
          </ac:spMkLst>
        </pc:spChg>
      </pc:sldChg>
      <pc:sldChg chg="addSp delSp modSp add ord">
        <pc:chgData name="Yu, Harry" userId="d07dd713-323b-41c6-b24d-c18be50fb4fc" providerId="ADAL" clId="{196D0870-A10A-40F5-A791-3C67912576F2}" dt="2020-11-11T09:40:09.733" v="12863" actId="20577"/>
        <pc:sldMkLst>
          <pc:docMk/>
          <pc:sldMk cId="1720989735" sldId="347"/>
        </pc:sldMkLst>
        <pc:spChg chg="add mod">
          <ac:chgData name="Yu, Harry" userId="d07dd713-323b-41c6-b24d-c18be50fb4fc" providerId="ADAL" clId="{196D0870-A10A-40F5-A791-3C67912576F2}" dt="2020-10-19T05:59:26.639" v="10373" actId="1035"/>
          <ac:spMkLst>
            <pc:docMk/>
            <pc:sldMk cId="1720989735" sldId="347"/>
            <ac:spMk id="2" creationId="{55BB7C54-D472-43C3-BAD5-8FBDED0C0004}"/>
          </ac:spMkLst>
        </pc:spChg>
        <pc:spChg chg="del mod">
          <ac:chgData name="Yu, Harry" userId="d07dd713-323b-41c6-b24d-c18be50fb4fc" providerId="ADAL" clId="{196D0870-A10A-40F5-A791-3C67912576F2}" dt="2020-09-24T07:04:08.601" v="805" actId="478"/>
          <ac:spMkLst>
            <pc:docMk/>
            <pc:sldMk cId="1720989735" sldId="347"/>
            <ac:spMk id="2" creationId="{E6A2D027-9112-41A8-BEF2-1AABCF902F7B}"/>
          </ac:spMkLst>
        </pc:spChg>
        <pc:spChg chg="add del">
          <ac:chgData name="Yu, Harry" userId="d07dd713-323b-41c6-b24d-c18be50fb4fc" providerId="ADAL" clId="{196D0870-A10A-40F5-A791-3C67912576F2}" dt="2020-09-24T07:07:53.221" v="843" actId="478"/>
          <ac:spMkLst>
            <pc:docMk/>
            <pc:sldMk cId="1720989735" sldId="347"/>
            <ac:spMk id="3" creationId="{ADC0AFF0-3459-4E9B-9304-72B3BBA0BBFA}"/>
          </ac:spMkLst>
        </pc:spChg>
        <pc:spChg chg="add del">
          <ac:chgData name="Yu, Harry" userId="d07dd713-323b-41c6-b24d-c18be50fb4fc" providerId="ADAL" clId="{196D0870-A10A-40F5-A791-3C67912576F2}" dt="2020-09-24T07:07:50.332" v="842" actId="478"/>
          <ac:spMkLst>
            <pc:docMk/>
            <pc:sldMk cId="1720989735" sldId="347"/>
            <ac:spMk id="4" creationId="{3891A0E1-9206-4187-B241-330866471481}"/>
          </ac:spMkLst>
        </pc:spChg>
        <pc:spChg chg="add del mod">
          <ac:chgData name="Yu, Harry" userId="d07dd713-323b-41c6-b24d-c18be50fb4fc" providerId="ADAL" clId="{196D0870-A10A-40F5-A791-3C67912576F2}" dt="2020-09-27T05:32:44.026" v="2222" actId="20577"/>
          <ac:spMkLst>
            <pc:docMk/>
            <pc:sldMk cId="1720989735" sldId="347"/>
            <ac:spMk id="6" creationId="{0ED065AC-F3EF-42B0-A34B-DF7EED7FF8B9}"/>
          </ac:spMkLst>
        </pc:spChg>
        <pc:spChg chg="add del mod">
          <ac:chgData name="Yu, Harry" userId="d07dd713-323b-41c6-b24d-c18be50fb4fc" providerId="ADAL" clId="{196D0870-A10A-40F5-A791-3C67912576F2}" dt="2020-10-20T05:58:30.457" v="10861" actId="478"/>
          <ac:spMkLst>
            <pc:docMk/>
            <pc:sldMk cId="1720989735" sldId="347"/>
            <ac:spMk id="7" creationId="{978F45B7-A3CD-4A7C-81EB-E9BDAC99272C}"/>
          </ac:spMkLst>
        </pc:spChg>
        <pc:spChg chg="add mod">
          <ac:chgData name="Yu, Harry" userId="d07dd713-323b-41c6-b24d-c18be50fb4fc" providerId="ADAL" clId="{196D0870-A10A-40F5-A791-3C67912576F2}" dt="2020-09-27T05:10:43.390" v="1682" actId="1036"/>
          <ac:spMkLst>
            <pc:docMk/>
            <pc:sldMk cId="1720989735" sldId="347"/>
            <ac:spMk id="11" creationId="{3B0E5B35-F8D6-4092-AA4A-BCC690B2229D}"/>
          </ac:spMkLst>
        </pc:spChg>
        <pc:graphicFrameChg chg="add del">
          <ac:chgData name="Yu, Harry" userId="d07dd713-323b-41c6-b24d-c18be50fb4fc" providerId="ADAL" clId="{196D0870-A10A-40F5-A791-3C67912576F2}" dt="2020-09-24T07:07:17.745" v="811" actId="3680"/>
          <ac:graphicFrameMkLst>
            <pc:docMk/>
            <pc:sldMk cId="1720989735" sldId="347"/>
            <ac:graphicFrameMk id="7" creationId="{4F4245BB-5E77-4E53-950F-A7FA2AEA27D2}"/>
          </ac:graphicFrameMkLst>
        </pc:graphicFrameChg>
        <pc:graphicFrameChg chg="add mod modGraphic">
          <ac:chgData name="Yu, Harry" userId="d07dd713-323b-41c6-b24d-c18be50fb4fc" providerId="ADAL" clId="{196D0870-A10A-40F5-A791-3C67912576F2}" dt="2020-11-11T09:40:09.733" v="12863" actId="20577"/>
          <ac:graphicFrameMkLst>
            <pc:docMk/>
            <pc:sldMk cId="1720989735" sldId="347"/>
            <ac:graphicFrameMk id="9" creationId="{A471383B-87D3-406F-AEC8-A1732EA53B37}"/>
          </ac:graphicFrameMkLst>
        </pc:graphicFrameChg>
      </pc:sldChg>
      <pc:sldChg chg="addSp delSp modSp">
        <pc:chgData name="Yu, Harry" userId="d07dd713-323b-41c6-b24d-c18be50fb4fc" providerId="ADAL" clId="{196D0870-A10A-40F5-A791-3C67912576F2}" dt="2020-10-20T06:01:40.418" v="10956" actId="108"/>
        <pc:sldMkLst>
          <pc:docMk/>
          <pc:sldMk cId="1047594624" sldId="348"/>
        </pc:sldMkLst>
        <pc:spChg chg="add mod">
          <ac:chgData name="Yu, Harry" userId="d07dd713-323b-41c6-b24d-c18be50fb4fc" providerId="ADAL" clId="{196D0870-A10A-40F5-A791-3C67912576F2}" dt="2020-10-20T06:01:40.418" v="10956" actId="108"/>
          <ac:spMkLst>
            <pc:docMk/>
            <pc:sldMk cId="1047594624" sldId="348"/>
            <ac:spMk id="4" creationId="{739ED610-7AC8-45CD-BCC6-B494109E5D9F}"/>
          </ac:spMkLst>
        </pc:spChg>
        <pc:spChg chg="add">
          <ac:chgData name="Yu, Harry" userId="d07dd713-323b-41c6-b24d-c18be50fb4fc" providerId="ADAL" clId="{196D0870-A10A-40F5-A791-3C67912576F2}" dt="2020-10-19T06:00:16.518" v="10374"/>
          <ac:spMkLst>
            <pc:docMk/>
            <pc:sldMk cId="1047594624" sldId="348"/>
            <ac:spMk id="5" creationId="{890758CC-83DF-4863-A9EA-FE890100E4C7}"/>
          </ac:spMkLst>
        </pc:spChg>
        <pc:spChg chg="mod">
          <ac:chgData name="Yu, Harry" userId="d07dd713-323b-41c6-b24d-c18be50fb4fc" providerId="ADAL" clId="{196D0870-A10A-40F5-A791-3C67912576F2}" dt="2020-09-27T05:33:02.945" v="2225" actId="20577"/>
          <ac:spMkLst>
            <pc:docMk/>
            <pc:sldMk cId="1047594624" sldId="348"/>
            <ac:spMk id="6" creationId="{0ED065AC-F3EF-42B0-A34B-DF7EED7FF8B9}"/>
          </ac:spMkLst>
        </pc:spChg>
        <pc:spChg chg="del">
          <ac:chgData name="Yu, Harry" userId="d07dd713-323b-41c6-b24d-c18be50fb4fc" providerId="ADAL" clId="{196D0870-A10A-40F5-A791-3C67912576F2}" dt="2020-09-24T08:26:07.766" v="1072" actId="478"/>
          <ac:spMkLst>
            <pc:docMk/>
            <pc:sldMk cId="1047594624" sldId="348"/>
            <ac:spMk id="11" creationId="{3B0E5B35-F8D6-4092-AA4A-BCC690B2229D}"/>
          </ac:spMkLst>
        </pc:spChg>
        <pc:graphicFrameChg chg="mod modGraphic">
          <ac:chgData name="Yu, Harry" userId="d07dd713-323b-41c6-b24d-c18be50fb4fc" providerId="ADAL" clId="{196D0870-A10A-40F5-A791-3C67912576F2}" dt="2020-09-27T05:36:54.568" v="2255" actId="20577"/>
          <ac:graphicFrameMkLst>
            <pc:docMk/>
            <pc:sldMk cId="1047594624" sldId="348"/>
            <ac:graphicFrameMk id="9" creationId="{A471383B-87D3-406F-AEC8-A1732EA53B37}"/>
          </ac:graphicFrameMkLst>
        </pc:graphicFrameChg>
      </pc:sldChg>
      <pc:sldChg chg="modSp">
        <pc:chgData name="Yu, Harry" userId="d07dd713-323b-41c6-b24d-c18be50fb4fc" providerId="ADAL" clId="{196D0870-A10A-40F5-A791-3C67912576F2}" dt="2020-10-28T23:11:34.048" v="12597" actId="20577"/>
        <pc:sldMkLst>
          <pc:docMk/>
          <pc:sldMk cId="1430307301" sldId="349"/>
        </pc:sldMkLst>
        <pc:spChg chg="mod">
          <ac:chgData name="Yu, Harry" userId="d07dd713-323b-41c6-b24d-c18be50fb4fc" providerId="ADAL" clId="{196D0870-A10A-40F5-A791-3C67912576F2}" dt="2020-09-27T04:59:34.235" v="1574" actId="313"/>
          <ac:spMkLst>
            <pc:docMk/>
            <pc:sldMk cId="1430307301" sldId="349"/>
            <ac:spMk id="4" creationId="{739ED610-7AC8-45CD-BCC6-B494109E5D9F}"/>
          </ac:spMkLst>
        </pc:spChg>
        <pc:spChg chg="mod">
          <ac:chgData name="Yu, Harry" userId="d07dd713-323b-41c6-b24d-c18be50fb4fc" providerId="ADAL" clId="{196D0870-A10A-40F5-A791-3C67912576F2}" dt="2020-09-27T05:33:13.508" v="2226"/>
          <ac:spMkLst>
            <pc:docMk/>
            <pc:sldMk cId="1430307301" sldId="349"/>
            <ac:spMk id="6" creationId="{0ED065AC-F3EF-42B0-A34B-DF7EED7FF8B9}"/>
          </ac:spMkLst>
        </pc:spChg>
        <pc:graphicFrameChg chg="mod modGraphic">
          <ac:chgData name="Yu, Harry" userId="d07dd713-323b-41c6-b24d-c18be50fb4fc" providerId="ADAL" clId="{196D0870-A10A-40F5-A791-3C67912576F2}" dt="2020-10-28T23:11:34.048" v="12597" actId="20577"/>
          <ac:graphicFrameMkLst>
            <pc:docMk/>
            <pc:sldMk cId="1430307301" sldId="349"/>
            <ac:graphicFrameMk id="9" creationId="{A471383B-87D3-406F-AEC8-A1732EA53B37}"/>
          </ac:graphicFrameMkLst>
        </pc:graphicFrameChg>
      </pc:sldChg>
      <pc:sldChg chg="addSp modSp">
        <pc:chgData name="Yu, Harry" userId="d07dd713-323b-41c6-b24d-c18be50fb4fc" providerId="ADAL" clId="{196D0870-A10A-40F5-A791-3C67912576F2}" dt="2020-10-19T06:02:00.155" v="10375"/>
        <pc:sldMkLst>
          <pc:docMk/>
          <pc:sldMk cId="2694536849" sldId="350"/>
        </pc:sldMkLst>
        <pc:spChg chg="mod">
          <ac:chgData name="Yu, Harry" userId="d07dd713-323b-41c6-b24d-c18be50fb4fc" providerId="ADAL" clId="{196D0870-A10A-40F5-A791-3C67912576F2}" dt="2020-09-27T05:14:29.488" v="1820" actId="20577"/>
          <ac:spMkLst>
            <pc:docMk/>
            <pc:sldMk cId="2694536849" sldId="350"/>
            <ac:spMk id="4" creationId="{739ED610-7AC8-45CD-BCC6-B494109E5D9F}"/>
          </ac:spMkLst>
        </pc:spChg>
        <pc:spChg chg="add">
          <ac:chgData name="Yu, Harry" userId="d07dd713-323b-41c6-b24d-c18be50fb4fc" providerId="ADAL" clId="{196D0870-A10A-40F5-A791-3C67912576F2}" dt="2020-10-19T06:02:00.155" v="10375"/>
          <ac:spMkLst>
            <pc:docMk/>
            <pc:sldMk cId="2694536849" sldId="350"/>
            <ac:spMk id="5" creationId="{349FBFA3-9E25-4376-9E07-B5BAF2407844}"/>
          </ac:spMkLst>
        </pc:spChg>
        <pc:spChg chg="mod">
          <ac:chgData name="Yu, Harry" userId="d07dd713-323b-41c6-b24d-c18be50fb4fc" providerId="ADAL" clId="{196D0870-A10A-40F5-A791-3C67912576F2}" dt="2020-09-27T05:33:19.327" v="2227"/>
          <ac:spMkLst>
            <pc:docMk/>
            <pc:sldMk cId="2694536849" sldId="350"/>
            <ac:spMk id="6" creationId="{0ED065AC-F3EF-42B0-A34B-DF7EED7FF8B9}"/>
          </ac:spMkLst>
        </pc:spChg>
        <pc:graphicFrameChg chg="mod modGraphic">
          <ac:chgData name="Yu, Harry" userId="d07dd713-323b-41c6-b24d-c18be50fb4fc" providerId="ADAL" clId="{196D0870-A10A-40F5-A791-3C67912576F2}" dt="2020-09-27T05:36:41.592" v="2251" actId="20577"/>
          <ac:graphicFrameMkLst>
            <pc:docMk/>
            <pc:sldMk cId="2694536849" sldId="350"/>
            <ac:graphicFrameMk id="9" creationId="{A471383B-87D3-406F-AEC8-A1732EA53B37}"/>
          </ac:graphicFrameMkLst>
        </pc:graphicFrameChg>
      </pc:sldChg>
      <pc:sldChg chg="addSp modSp">
        <pc:chgData name="Yu, Harry" userId="d07dd713-323b-41c6-b24d-c18be50fb4fc" providerId="ADAL" clId="{196D0870-A10A-40F5-A791-3C67912576F2}" dt="2020-10-21T23:32:44.815" v="11002" actId="20577"/>
        <pc:sldMkLst>
          <pc:docMk/>
          <pc:sldMk cId="744400410" sldId="351"/>
        </pc:sldMkLst>
        <pc:spChg chg="add mod">
          <ac:chgData name="Yu, Harry" userId="d07dd713-323b-41c6-b24d-c18be50fb4fc" providerId="ADAL" clId="{196D0870-A10A-40F5-A791-3C67912576F2}" dt="2020-10-19T06:36:04.116" v="10376" actId="1076"/>
          <ac:spMkLst>
            <pc:docMk/>
            <pc:sldMk cId="744400410" sldId="351"/>
            <ac:spMk id="2" creationId="{932E1C38-B22C-4609-A3FE-B5DC606ECF11}"/>
          </ac:spMkLst>
        </pc:spChg>
        <pc:spChg chg="add mod">
          <ac:chgData name="Yu, Harry" userId="d07dd713-323b-41c6-b24d-c18be50fb4fc" providerId="ADAL" clId="{196D0870-A10A-40F5-A791-3C67912576F2}" dt="2020-10-19T06:36:04.116" v="10376" actId="1076"/>
          <ac:spMkLst>
            <pc:docMk/>
            <pc:sldMk cId="744400410" sldId="351"/>
            <ac:spMk id="3" creationId="{F9EAAF39-1CE1-4776-9A95-5916AA9098BF}"/>
          </ac:spMkLst>
        </pc:spChg>
        <pc:spChg chg="mod">
          <ac:chgData name="Yu, Harry" userId="d07dd713-323b-41c6-b24d-c18be50fb4fc" providerId="ADAL" clId="{196D0870-A10A-40F5-A791-3C67912576F2}" dt="2020-09-27T05:32:27.963" v="2220" actId="20577"/>
          <ac:spMkLst>
            <pc:docMk/>
            <pc:sldMk cId="744400410" sldId="351"/>
            <ac:spMk id="4" creationId="{739ED610-7AC8-45CD-BCC6-B494109E5D9F}"/>
          </ac:spMkLst>
        </pc:spChg>
        <pc:spChg chg="mod">
          <ac:chgData name="Yu, Harry" userId="d07dd713-323b-41c6-b24d-c18be50fb4fc" providerId="ADAL" clId="{196D0870-A10A-40F5-A791-3C67912576F2}" dt="2020-09-27T05:33:25.993" v="2228"/>
          <ac:spMkLst>
            <pc:docMk/>
            <pc:sldMk cId="744400410" sldId="351"/>
            <ac:spMk id="6" creationId="{0ED065AC-F3EF-42B0-A34B-DF7EED7FF8B9}"/>
          </ac:spMkLst>
        </pc:spChg>
        <pc:spChg chg="add">
          <ac:chgData name="Yu, Harry" userId="d07dd713-323b-41c6-b24d-c18be50fb4fc" providerId="ADAL" clId="{196D0870-A10A-40F5-A791-3C67912576F2}" dt="2020-10-19T06:36:13.941" v="10377"/>
          <ac:spMkLst>
            <pc:docMk/>
            <pc:sldMk cId="744400410" sldId="351"/>
            <ac:spMk id="7" creationId="{69CECD5C-2D0E-496B-90DD-6C34C6FF039F}"/>
          </ac:spMkLst>
        </pc:spChg>
        <pc:graphicFrameChg chg="mod modGraphic">
          <ac:chgData name="Yu, Harry" userId="d07dd713-323b-41c6-b24d-c18be50fb4fc" providerId="ADAL" clId="{196D0870-A10A-40F5-A791-3C67912576F2}" dt="2020-10-21T23:32:44.815" v="11002" actId="20577"/>
          <ac:graphicFrameMkLst>
            <pc:docMk/>
            <pc:sldMk cId="744400410" sldId="351"/>
            <ac:graphicFrameMk id="9" creationId="{A471383B-87D3-406F-AEC8-A1732EA53B37}"/>
          </ac:graphicFrameMkLst>
        </pc:graphicFrameChg>
      </pc:sldChg>
      <pc:sldChg chg="addSp delSp modSp add ord">
        <pc:chgData name="Yu, Harry" userId="d07dd713-323b-41c6-b24d-c18be50fb4fc" providerId="ADAL" clId="{196D0870-A10A-40F5-A791-3C67912576F2}" dt="2020-09-27T05:48:14.814" v="2543" actId="11529"/>
        <pc:sldMkLst>
          <pc:docMk/>
          <pc:sldMk cId="20239079" sldId="352"/>
        </pc:sldMkLst>
        <pc:spChg chg="mod">
          <ac:chgData name="Yu, Harry" userId="d07dd713-323b-41c6-b24d-c18be50fb4fc" providerId="ADAL" clId="{196D0870-A10A-40F5-A791-3C67912576F2}" dt="2020-09-27T05:38:11.114" v="2370" actId="20577"/>
          <ac:spMkLst>
            <pc:docMk/>
            <pc:sldMk cId="20239079" sldId="352"/>
            <ac:spMk id="2" creationId="{23388410-9A25-42FC-8E77-7289CC6C2B38}"/>
          </ac:spMkLst>
        </pc:spChg>
        <pc:spChg chg="del">
          <ac:chgData name="Yu, Harry" userId="d07dd713-323b-41c6-b24d-c18be50fb4fc" providerId="ADAL" clId="{196D0870-A10A-40F5-A791-3C67912576F2}" dt="2020-09-27T05:38:20.573" v="2372" actId="478"/>
          <ac:spMkLst>
            <pc:docMk/>
            <pc:sldMk cId="20239079" sldId="352"/>
            <ac:spMk id="3" creationId="{480B5FD8-FFCA-4667-875F-C60C107CD166}"/>
          </ac:spMkLst>
        </pc:spChg>
        <pc:spChg chg="del">
          <ac:chgData name="Yu, Harry" userId="d07dd713-323b-41c6-b24d-c18be50fb4fc" providerId="ADAL" clId="{196D0870-A10A-40F5-A791-3C67912576F2}" dt="2020-09-27T05:38:18.052" v="2371" actId="478"/>
          <ac:spMkLst>
            <pc:docMk/>
            <pc:sldMk cId="20239079" sldId="352"/>
            <ac:spMk id="4" creationId="{ECDADF0A-5653-4428-ACDF-37181255FD54}"/>
          </ac:spMkLst>
        </pc:spChg>
        <pc:spChg chg="add mod">
          <ac:chgData name="Yu, Harry" userId="d07dd713-323b-41c6-b24d-c18be50fb4fc" providerId="ADAL" clId="{196D0870-A10A-40F5-A791-3C67912576F2}" dt="2020-09-27T05:42:22.541" v="2418" actId="1076"/>
          <ac:spMkLst>
            <pc:docMk/>
            <pc:sldMk cId="20239079" sldId="352"/>
            <ac:spMk id="7" creationId="{89B33806-E7E1-4305-9F0C-68C42B8738B2}"/>
          </ac:spMkLst>
        </pc:spChg>
        <pc:spChg chg="add mod">
          <ac:chgData name="Yu, Harry" userId="d07dd713-323b-41c6-b24d-c18be50fb4fc" providerId="ADAL" clId="{196D0870-A10A-40F5-A791-3C67912576F2}" dt="2020-09-27T05:44:06.133" v="2450" actId="1076"/>
          <ac:spMkLst>
            <pc:docMk/>
            <pc:sldMk cId="20239079" sldId="352"/>
            <ac:spMk id="8" creationId="{F49B172A-BAE7-4B0D-8D1C-5E422BCB57BD}"/>
          </ac:spMkLst>
        </pc:spChg>
        <pc:spChg chg="add mod">
          <ac:chgData name="Yu, Harry" userId="d07dd713-323b-41c6-b24d-c18be50fb4fc" providerId="ADAL" clId="{196D0870-A10A-40F5-A791-3C67912576F2}" dt="2020-09-27T05:44:18.462" v="2456" actId="20577"/>
          <ac:spMkLst>
            <pc:docMk/>
            <pc:sldMk cId="20239079" sldId="352"/>
            <ac:spMk id="9" creationId="{4BACE75D-8113-4DA8-902B-05F2294CB0A6}"/>
          </ac:spMkLst>
        </pc:spChg>
        <pc:spChg chg="add mod">
          <ac:chgData name="Yu, Harry" userId="d07dd713-323b-41c6-b24d-c18be50fb4fc" providerId="ADAL" clId="{196D0870-A10A-40F5-A791-3C67912576F2}" dt="2020-09-27T05:47:35.165" v="2519" actId="20577"/>
          <ac:spMkLst>
            <pc:docMk/>
            <pc:sldMk cId="20239079" sldId="352"/>
            <ac:spMk id="14" creationId="{9EEC5408-EE95-44ED-ABD8-5361FB032E13}"/>
          </ac:spMkLst>
        </pc:spChg>
        <pc:spChg chg="add mod">
          <ac:chgData name="Yu, Harry" userId="d07dd713-323b-41c6-b24d-c18be50fb4fc" providerId="ADAL" clId="{196D0870-A10A-40F5-A791-3C67912576F2}" dt="2020-09-27T05:47:20.483" v="2509" actId="20577"/>
          <ac:spMkLst>
            <pc:docMk/>
            <pc:sldMk cId="20239079" sldId="352"/>
            <ac:spMk id="15" creationId="{7C695DD1-5FA4-4A7A-AE5F-1C161F59972B}"/>
          </ac:spMkLst>
        </pc:spChg>
        <pc:spChg chg="add mod">
          <ac:chgData name="Yu, Harry" userId="d07dd713-323b-41c6-b24d-c18be50fb4fc" providerId="ADAL" clId="{196D0870-A10A-40F5-A791-3C67912576F2}" dt="2020-09-27T05:47:04.716" v="2501" actId="20577"/>
          <ac:spMkLst>
            <pc:docMk/>
            <pc:sldMk cId="20239079" sldId="352"/>
            <ac:spMk id="16" creationId="{F2FF4A95-C1C6-4EB5-9316-9BAD4C5DBD0A}"/>
          </ac:spMkLst>
        </pc:spChg>
        <pc:spChg chg="add mod">
          <ac:chgData name="Yu, Harry" userId="d07dd713-323b-41c6-b24d-c18be50fb4fc" providerId="ADAL" clId="{196D0870-A10A-40F5-A791-3C67912576F2}" dt="2020-09-27T05:46:46.793" v="2487" actId="20577"/>
          <ac:spMkLst>
            <pc:docMk/>
            <pc:sldMk cId="20239079" sldId="352"/>
            <ac:spMk id="17" creationId="{5A901FF5-0172-44A8-B98F-0EF16A3F3A57}"/>
          </ac:spMkLst>
        </pc:spChg>
        <pc:spChg chg="add mod">
          <ac:chgData name="Yu, Harry" userId="d07dd713-323b-41c6-b24d-c18be50fb4fc" providerId="ADAL" clId="{196D0870-A10A-40F5-A791-3C67912576F2}" dt="2020-09-27T05:47:57.127" v="2542" actId="20577"/>
          <ac:spMkLst>
            <pc:docMk/>
            <pc:sldMk cId="20239079" sldId="352"/>
            <ac:spMk id="18" creationId="{C36AC84A-C510-4E6A-B2B3-4BB54B828F6C}"/>
          </ac:spMkLst>
        </pc:spChg>
        <pc:spChg chg="add mod">
          <ac:chgData name="Yu, Harry" userId="d07dd713-323b-41c6-b24d-c18be50fb4fc" providerId="ADAL" clId="{196D0870-A10A-40F5-A791-3C67912576F2}" dt="2020-09-27T05:48:14.814" v="2543" actId="11529"/>
          <ac:spMkLst>
            <pc:docMk/>
            <pc:sldMk cId="20239079" sldId="352"/>
            <ac:spMk id="19" creationId="{1D9E6DCE-B4F9-41D3-95D0-1438272A1A1D}"/>
          </ac:spMkLst>
        </pc:spChg>
        <pc:picChg chg="add mod">
          <ac:chgData name="Yu, Harry" userId="d07dd713-323b-41c6-b24d-c18be50fb4fc" providerId="ADAL" clId="{196D0870-A10A-40F5-A791-3C67912576F2}" dt="2020-09-27T05:41:39.427" v="2387" actId="1076"/>
          <ac:picMkLst>
            <pc:docMk/>
            <pc:sldMk cId="20239079" sldId="352"/>
            <ac:picMk id="5" creationId="{424E9EC2-BD73-4D02-8FEF-12EA2523B643}"/>
          </ac:picMkLst>
        </pc:picChg>
        <pc:picChg chg="add mod">
          <ac:chgData name="Yu, Harry" userId="d07dd713-323b-41c6-b24d-c18be50fb4fc" providerId="ADAL" clId="{196D0870-A10A-40F5-A791-3C67912576F2}" dt="2020-09-27T05:41:36.573" v="2386" actId="1076"/>
          <ac:picMkLst>
            <pc:docMk/>
            <pc:sldMk cId="20239079" sldId="352"/>
            <ac:picMk id="6" creationId="{EB5164E0-8FDC-418D-81D8-0A706B2B90A8}"/>
          </ac:picMkLst>
        </pc:picChg>
        <pc:picChg chg="add mod">
          <ac:chgData name="Yu, Harry" userId="d07dd713-323b-41c6-b24d-c18be50fb4fc" providerId="ADAL" clId="{196D0870-A10A-40F5-A791-3C67912576F2}" dt="2020-09-27T05:44:50" v="2460" actId="1076"/>
          <ac:picMkLst>
            <pc:docMk/>
            <pc:sldMk cId="20239079" sldId="352"/>
            <ac:picMk id="10" creationId="{5CA20B42-778F-4970-8599-D016E291C26C}"/>
          </ac:picMkLst>
        </pc:picChg>
        <pc:picChg chg="add mod">
          <ac:chgData name="Yu, Harry" userId="d07dd713-323b-41c6-b24d-c18be50fb4fc" providerId="ADAL" clId="{196D0870-A10A-40F5-A791-3C67912576F2}" dt="2020-09-27T05:45:29.919" v="2464" actId="1076"/>
          <ac:picMkLst>
            <pc:docMk/>
            <pc:sldMk cId="20239079" sldId="352"/>
            <ac:picMk id="11" creationId="{567E21AF-918F-4CF0-95BC-ED560320C4AC}"/>
          </ac:picMkLst>
        </pc:picChg>
        <pc:picChg chg="add mod">
          <ac:chgData name="Yu, Harry" userId="d07dd713-323b-41c6-b24d-c18be50fb4fc" providerId="ADAL" clId="{196D0870-A10A-40F5-A791-3C67912576F2}" dt="2020-09-27T05:45:58.252" v="2466" actId="1076"/>
          <ac:picMkLst>
            <pc:docMk/>
            <pc:sldMk cId="20239079" sldId="352"/>
            <ac:picMk id="12" creationId="{C4D6AAA9-6B44-4EF3-AA46-C3AAE0F4F5B6}"/>
          </ac:picMkLst>
        </pc:picChg>
        <pc:picChg chg="add mod">
          <ac:chgData name="Yu, Harry" userId="d07dd713-323b-41c6-b24d-c18be50fb4fc" providerId="ADAL" clId="{196D0870-A10A-40F5-A791-3C67912576F2}" dt="2020-09-27T05:46:21.477" v="2470" actId="1076"/>
          <ac:picMkLst>
            <pc:docMk/>
            <pc:sldMk cId="20239079" sldId="352"/>
            <ac:picMk id="13" creationId="{3B5ED610-CD2C-4A96-99CA-F67F48A5E9CD}"/>
          </ac:picMkLst>
        </pc:picChg>
      </pc:sldChg>
      <pc:sldChg chg="add del">
        <pc:chgData name="Yu, Harry" userId="d07dd713-323b-41c6-b24d-c18be50fb4fc" providerId="ADAL" clId="{196D0870-A10A-40F5-A791-3C67912576F2}" dt="2020-09-27T05:37:33.654" v="2260"/>
        <pc:sldMkLst>
          <pc:docMk/>
          <pc:sldMk cId="1655303575" sldId="352"/>
        </pc:sldMkLst>
      </pc:sldChg>
      <pc:sldChg chg="modSp">
        <pc:chgData name="Yu, Harry" userId="d07dd713-323b-41c6-b24d-c18be50fb4fc" providerId="ADAL" clId="{196D0870-A10A-40F5-A791-3C67912576F2}" dt="2020-09-27T05:49:36.078" v="2567" actId="20577"/>
        <pc:sldMkLst>
          <pc:docMk/>
          <pc:sldMk cId="1807581627" sldId="353"/>
        </pc:sldMkLst>
        <pc:spChg chg="mod">
          <ac:chgData name="Yu, Harry" userId="d07dd713-323b-41c6-b24d-c18be50fb4fc" providerId="ADAL" clId="{196D0870-A10A-40F5-A791-3C67912576F2}" dt="2020-09-27T05:49:36.078" v="2567" actId="20577"/>
          <ac:spMkLst>
            <pc:docMk/>
            <pc:sldMk cId="1807581627" sldId="353"/>
            <ac:spMk id="4" creationId="{1567C550-8534-4752-A750-4145E9563059}"/>
          </ac:spMkLst>
        </pc:spChg>
      </pc:sldChg>
      <pc:sldChg chg="delSp modSp">
        <pc:chgData name="Yu, Harry" userId="d07dd713-323b-41c6-b24d-c18be50fb4fc" providerId="ADAL" clId="{196D0870-A10A-40F5-A791-3C67912576F2}" dt="2020-09-27T07:36:35.156" v="2611" actId="478"/>
        <pc:sldMkLst>
          <pc:docMk/>
          <pc:sldMk cId="2793958940" sldId="354"/>
        </pc:sldMkLst>
        <pc:spChg chg="del">
          <ac:chgData name="Yu, Harry" userId="d07dd713-323b-41c6-b24d-c18be50fb4fc" providerId="ADAL" clId="{196D0870-A10A-40F5-A791-3C67912576F2}" dt="2020-09-27T05:49:47.397" v="2570" actId="478"/>
          <ac:spMkLst>
            <pc:docMk/>
            <pc:sldMk cId="2793958940" sldId="354"/>
            <ac:spMk id="2" creationId="{932E1C38-B22C-4609-A3FE-B5DC606ECF11}"/>
          </ac:spMkLst>
        </pc:spChg>
        <pc:spChg chg="del">
          <ac:chgData name="Yu, Harry" userId="d07dd713-323b-41c6-b24d-c18be50fb4fc" providerId="ADAL" clId="{196D0870-A10A-40F5-A791-3C67912576F2}" dt="2020-09-27T05:49:50.987" v="2571" actId="478"/>
          <ac:spMkLst>
            <pc:docMk/>
            <pc:sldMk cId="2793958940" sldId="354"/>
            <ac:spMk id="3" creationId="{F9EAAF39-1CE1-4776-9A95-5916AA9098BF}"/>
          </ac:spMkLst>
        </pc:spChg>
        <pc:spChg chg="del mod">
          <ac:chgData name="Yu, Harry" userId="d07dd713-323b-41c6-b24d-c18be50fb4fc" providerId="ADAL" clId="{196D0870-A10A-40F5-A791-3C67912576F2}" dt="2020-09-27T07:36:35.156" v="2611" actId="478"/>
          <ac:spMkLst>
            <pc:docMk/>
            <pc:sldMk cId="2793958940" sldId="354"/>
            <ac:spMk id="4" creationId="{739ED610-7AC8-45CD-BCC6-B494109E5D9F}"/>
          </ac:spMkLst>
        </pc:spChg>
        <pc:spChg chg="mod">
          <ac:chgData name="Yu, Harry" userId="d07dd713-323b-41c6-b24d-c18be50fb4fc" providerId="ADAL" clId="{196D0870-A10A-40F5-A791-3C67912576F2}" dt="2020-09-27T07:36:04.034" v="2610" actId="20577"/>
          <ac:spMkLst>
            <pc:docMk/>
            <pc:sldMk cId="2793958940" sldId="354"/>
            <ac:spMk id="6" creationId="{0ED065AC-F3EF-42B0-A34B-DF7EED7FF8B9}"/>
          </ac:spMkLst>
        </pc:spChg>
        <pc:graphicFrameChg chg="mod modGraphic">
          <ac:chgData name="Yu, Harry" userId="d07dd713-323b-41c6-b24d-c18be50fb4fc" providerId="ADAL" clId="{196D0870-A10A-40F5-A791-3C67912576F2}" dt="2020-09-27T07:35:35.190" v="2609" actId="3064"/>
          <ac:graphicFrameMkLst>
            <pc:docMk/>
            <pc:sldMk cId="2793958940" sldId="354"/>
            <ac:graphicFrameMk id="9" creationId="{A471383B-87D3-406F-AEC8-A1732EA53B37}"/>
          </ac:graphicFrameMkLst>
        </pc:graphicFrameChg>
      </pc:sldChg>
      <pc:sldChg chg="modSp">
        <pc:chgData name="Yu, Harry" userId="d07dd713-323b-41c6-b24d-c18be50fb4fc" providerId="ADAL" clId="{196D0870-A10A-40F5-A791-3C67912576F2}" dt="2020-09-27T07:38:47.160" v="2612"/>
        <pc:sldMkLst>
          <pc:docMk/>
          <pc:sldMk cId="2684987239" sldId="355"/>
        </pc:sldMkLst>
        <pc:spChg chg="mod">
          <ac:chgData name="Yu, Harry" userId="d07dd713-323b-41c6-b24d-c18be50fb4fc" providerId="ADAL" clId="{196D0870-A10A-40F5-A791-3C67912576F2}" dt="2020-09-27T07:38:47.160" v="2612"/>
          <ac:spMkLst>
            <pc:docMk/>
            <pc:sldMk cId="2684987239" sldId="355"/>
            <ac:spMk id="4" creationId="{1567C550-8534-4752-A750-4145E9563059}"/>
          </ac:spMkLst>
        </pc:spChg>
      </pc:sldChg>
      <pc:sldChg chg="delSp modSp">
        <pc:chgData name="Yu, Harry" userId="d07dd713-323b-41c6-b24d-c18be50fb4fc" providerId="ADAL" clId="{196D0870-A10A-40F5-A791-3C67912576F2}" dt="2020-09-27T08:47:39.356" v="2751" actId="20577"/>
        <pc:sldMkLst>
          <pc:docMk/>
          <pc:sldMk cId="1265383617" sldId="356"/>
        </pc:sldMkLst>
        <pc:spChg chg="del">
          <ac:chgData name="Yu, Harry" userId="d07dd713-323b-41c6-b24d-c18be50fb4fc" providerId="ADAL" clId="{196D0870-A10A-40F5-A791-3C67912576F2}" dt="2020-09-27T08:47:01.897" v="2741" actId="478"/>
          <ac:spMkLst>
            <pc:docMk/>
            <pc:sldMk cId="1265383617" sldId="356"/>
            <ac:spMk id="2" creationId="{932E1C38-B22C-4609-A3FE-B5DC606ECF11}"/>
          </ac:spMkLst>
        </pc:spChg>
        <pc:spChg chg="del">
          <ac:chgData name="Yu, Harry" userId="d07dd713-323b-41c6-b24d-c18be50fb4fc" providerId="ADAL" clId="{196D0870-A10A-40F5-A791-3C67912576F2}" dt="2020-09-27T08:47:05.936" v="2742" actId="478"/>
          <ac:spMkLst>
            <pc:docMk/>
            <pc:sldMk cId="1265383617" sldId="356"/>
            <ac:spMk id="3" creationId="{F9EAAF39-1CE1-4776-9A95-5916AA9098BF}"/>
          </ac:spMkLst>
        </pc:spChg>
        <pc:spChg chg="mod">
          <ac:chgData name="Yu, Harry" userId="d07dd713-323b-41c6-b24d-c18be50fb4fc" providerId="ADAL" clId="{196D0870-A10A-40F5-A791-3C67912576F2}" dt="2020-09-27T08:45:54.545" v="2738" actId="20577"/>
          <ac:spMkLst>
            <pc:docMk/>
            <pc:sldMk cId="1265383617" sldId="356"/>
            <ac:spMk id="4" creationId="{739ED610-7AC8-45CD-BCC6-B494109E5D9F}"/>
          </ac:spMkLst>
        </pc:spChg>
        <pc:spChg chg="mod">
          <ac:chgData name="Yu, Harry" userId="d07dd713-323b-41c6-b24d-c18be50fb4fc" providerId="ADAL" clId="{196D0870-A10A-40F5-A791-3C67912576F2}" dt="2020-09-27T08:47:39.356" v="2751" actId="20577"/>
          <ac:spMkLst>
            <pc:docMk/>
            <pc:sldMk cId="1265383617" sldId="356"/>
            <ac:spMk id="6" creationId="{0ED065AC-F3EF-42B0-A34B-DF7EED7FF8B9}"/>
          </ac:spMkLst>
        </pc:spChg>
        <pc:graphicFrameChg chg="mod modGraphic">
          <ac:chgData name="Yu, Harry" userId="d07dd713-323b-41c6-b24d-c18be50fb4fc" providerId="ADAL" clId="{196D0870-A10A-40F5-A791-3C67912576F2}" dt="2020-09-27T08:44:51.938" v="2643" actId="3064"/>
          <ac:graphicFrameMkLst>
            <pc:docMk/>
            <pc:sldMk cId="1265383617" sldId="356"/>
            <ac:graphicFrameMk id="9" creationId="{A471383B-87D3-406F-AEC8-A1732EA53B37}"/>
          </ac:graphicFrameMkLst>
        </pc:graphicFrameChg>
      </pc:sldChg>
      <pc:sldChg chg="addSp delSp modSp">
        <pc:chgData name="Yu, Harry" userId="d07dd713-323b-41c6-b24d-c18be50fb4fc" providerId="ADAL" clId="{196D0870-A10A-40F5-A791-3C67912576F2}" dt="2020-10-10T06:19:53.583" v="6258" actId="313"/>
        <pc:sldMkLst>
          <pc:docMk/>
          <pc:sldMk cId="516112021" sldId="357"/>
        </pc:sldMkLst>
        <pc:spChg chg="del">
          <ac:chgData name="Yu, Harry" userId="d07dd713-323b-41c6-b24d-c18be50fb4fc" providerId="ADAL" clId="{196D0870-A10A-40F5-A791-3C67912576F2}" dt="2020-09-27T09:01:24.034" v="2763" actId="478"/>
          <ac:spMkLst>
            <pc:docMk/>
            <pc:sldMk cId="516112021" sldId="357"/>
            <ac:spMk id="4" creationId="{739ED610-7AC8-45CD-BCC6-B494109E5D9F}"/>
          </ac:spMkLst>
        </pc:spChg>
        <pc:spChg chg="mod">
          <ac:chgData name="Yu, Harry" userId="d07dd713-323b-41c6-b24d-c18be50fb4fc" providerId="ADAL" clId="{196D0870-A10A-40F5-A791-3C67912576F2}" dt="2020-09-27T08:48:09.512" v="2753" actId="20577"/>
          <ac:spMkLst>
            <pc:docMk/>
            <pc:sldMk cId="516112021" sldId="357"/>
            <ac:spMk id="6" creationId="{0ED065AC-F3EF-42B0-A34B-DF7EED7FF8B9}"/>
          </ac:spMkLst>
        </pc:spChg>
        <pc:graphicFrameChg chg="mod modGraphic">
          <ac:chgData name="Yu, Harry" userId="d07dd713-323b-41c6-b24d-c18be50fb4fc" providerId="ADAL" clId="{196D0870-A10A-40F5-A791-3C67912576F2}" dt="2020-10-10T06:19:53.583" v="6258" actId="313"/>
          <ac:graphicFrameMkLst>
            <pc:docMk/>
            <pc:sldMk cId="516112021" sldId="357"/>
            <ac:graphicFrameMk id="9" creationId="{A471383B-87D3-406F-AEC8-A1732EA53B37}"/>
          </ac:graphicFrameMkLst>
        </pc:graphicFrameChg>
        <pc:picChg chg="add mod">
          <ac:chgData name="Yu, Harry" userId="d07dd713-323b-41c6-b24d-c18be50fb4fc" providerId="ADAL" clId="{196D0870-A10A-40F5-A791-3C67912576F2}" dt="2020-09-27T09:02:34.465" v="2793" actId="1037"/>
          <ac:picMkLst>
            <pc:docMk/>
            <pc:sldMk cId="516112021" sldId="357"/>
            <ac:picMk id="5" creationId="{B213D99B-CE90-4C86-AE39-9CEF45453C3D}"/>
          </ac:picMkLst>
        </pc:picChg>
        <pc:picChg chg="add mod">
          <ac:chgData name="Yu, Harry" userId="d07dd713-323b-41c6-b24d-c18be50fb4fc" providerId="ADAL" clId="{196D0870-A10A-40F5-A791-3C67912576F2}" dt="2020-09-27T09:02:42.611" v="2827" actId="1036"/>
          <ac:picMkLst>
            <pc:docMk/>
            <pc:sldMk cId="516112021" sldId="357"/>
            <ac:picMk id="7" creationId="{02D977AE-468E-4209-81A5-69F59D4A07CA}"/>
          </ac:picMkLst>
        </pc:picChg>
        <pc:picChg chg="add mod">
          <ac:chgData name="Yu, Harry" userId="d07dd713-323b-41c6-b24d-c18be50fb4fc" providerId="ADAL" clId="{196D0870-A10A-40F5-A791-3C67912576F2}" dt="2020-09-27T09:03:24.195" v="2843" actId="1037"/>
          <ac:picMkLst>
            <pc:docMk/>
            <pc:sldMk cId="516112021" sldId="357"/>
            <ac:picMk id="8" creationId="{871F3B83-98B3-48D3-AFDC-67923918C6F5}"/>
          </ac:picMkLst>
        </pc:picChg>
      </pc:sldChg>
      <pc:sldChg chg="add del">
        <pc:chgData name="Yu, Harry" userId="d07dd713-323b-41c6-b24d-c18be50fb4fc" providerId="ADAL" clId="{196D0870-A10A-40F5-A791-3C67912576F2}" dt="2020-09-27T09:04:49.282" v="2879"/>
        <pc:sldMkLst>
          <pc:docMk/>
          <pc:sldMk cId="352703078" sldId="358"/>
        </pc:sldMkLst>
      </pc:sldChg>
      <pc:sldChg chg="modSp">
        <pc:chgData name="Yu, Harry" userId="d07dd713-323b-41c6-b24d-c18be50fb4fc" providerId="ADAL" clId="{196D0870-A10A-40F5-A791-3C67912576F2}" dt="2020-09-27T09:06:26.678" v="2889"/>
        <pc:sldMkLst>
          <pc:docMk/>
          <pc:sldMk cId="2573751591" sldId="358"/>
        </pc:sldMkLst>
        <pc:spChg chg="mod">
          <ac:chgData name="Yu, Harry" userId="d07dd713-323b-41c6-b24d-c18be50fb4fc" providerId="ADAL" clId="{196D0870-A10A-40F5-A791-3C67912576F2}" dt="2020-09-27T09:06:26.678" v="2889"/>
          <ac:spMkLst>
            <pc:docMk/>
            <pc:sldMk cId="2573751591" sldId="358"/>
            <ac:spMk id="4" creationId="{1567C550-8534-4752-A750-4145E9563059}"/>
          </ac:spMkLst>
        </pc:spChg>
      </pc:sldChg>
      <pc:sldChg chg="addSp modSp">
        <pc:chgData name="Yu, Harry" userId="d07dd713-323b-41c6-b24d-c18be50fb4fc" providerId="ADAL" clId="{196D0870-A10A-40F5-A791-3C67912576F2}" dt="2020-10-29T06:26:51.228" v="12624" actId="20577"/>
        <pc:sldMkLst>
          <pc:docMk/>
          <pc:sldMk cId="762571728" sldId="359"/>
        </pc:sldMkLst>
        <pc:spChg chg="add mod">
          <ac:chgData name="Yu, Harry" userId="d07dd713-323b-41c6-b24d-c18be50fb4fc" providerId="ADAL" clId="{196D0870-A10A-40F5-A791-3C67912576F2}" dt="2020-09-27T09:11:41.730" v="2926" actId="1076"/>
          <ac:spMkLst>
            <pc:docMk/>
            <pc:sldMk cId="762571728" sldId="359"/>
            <ac:spMk id="2" creationId="{EE050B95-DF52-4376-AE7F-2990458F6EA7}"/>
          </ac:spMkLst>
        </pc:spChg>
        <pc:spChg chg="mod">
          <ac:chgData name="Yu, Harry" userId="d07dd713-323b-41c6-b24d-c18be50fb4fc" providerId="ADAL" clId="{196D0870-A10A-40F5-A791-3C67912576F2}" dt="2020-09-27T09:35:23.628" v="3145" actId="20577"/>
          <ac:spMkLst>
            <pc:docMk/>
            <pc:sldMk cId="762571728" sldId="359"/>
            <ac:spMk id="4" creationId="{739ED610-7AC8-45CD-BCC6-B494109E5D9F}"/>
          </ac:spMkLst>
        </pc:spChg>
        <pc:spChg chg="mod">
          <ac:chgData name="Yu, Harry" userId="d07dd713-323b-41c6-b24d-c18be50fb4fc" providerId="ADAL" clId="{196D0870-A10A-40F5-A791-3C67912576F2}" dt="2020-10-29T06:26:51.228" v="12624" actId="20577"/>
          <ac:spMkLst>
            <pc:docMk/>
            <pc:sldMk cId="762571728" sldId="359"/>
            <ac:spMk id="6" creationId="{0ED065AC-F3EF-42B0-A34B-DF7EED7FF8B9}"/>
          </ac:spMkLst>
        </pc:spChg>
        <pc:graphicFrameChg chg="mod modGraphic">
          <ac:chgData name="Yu, Harry" userId="d07dd713-323b-41c6-b24d-c18be50fb4fc" providerId="ADAL" clId="{196D0870-A10A-40F5-A791-3C67912576F2}" dt="2020-10-10T06:19:54.219" v="6259" actId="313"/>
          <ac:graphicFrameMkLst>
            <pc:docMk/>
            <pc:sldMk cId="762571728" sldId="359"/>
            <ac:graphicFrameMk id="9" creationId="{A471383B-87D3-406F-AEC8-A1732EA53B37}"/>
          </ac:graphicFrameMkLst>
        </pc:graphicFrameChg>
      </pc:sldChg>
      <pc:sldChg chg="addSp modSp del">
        <pc:chgData name="Yu, Harry" userId="d07dd713-323b-41c6-b24d-c18be50fb4fc" providerId="ADAL" clId="{196D0870-A10A-40F5-A791-3C67912576F2}" dt="2020-10-29T06:26:45.551" v="12622" actId="2696"/>
        <pc:sldMkLst>
          <pc:docMk/>
          <pc:sldMk cId="602838902" sldId="360"/>
        </pc:sldMkLst>
        <pc:spChg chg="mod">
          <ac:chgData name="Yu, Harry" userId="d07dd713-323b-41c6-b24d-c18be50fb4fc" providerId="ADAL" clId="{196D0870-A10A-40F5-A791-3C67912576F2}" dt="2020-09-28T01:38:05.839" v="3453" actId="20577"/>
          <ac:spMkLst>
            <pc:docMk/>
            <pc:sldMk cId="602838902" sldId="360"/>
            <ac:spMk id="6" creationId="{0ED065AC-F3EF-42B0-A34B-DF7EED7FF8B9}"/>
          </ac:spMkLst>
        </pc:spChg>
        <pc:cxnChg chg="add mod">
          <ac:chgData name="Yu, Harry" userId="d07dd713-323b-41c6-b24d-c18be50fb4fc" providerId="ADAL" clId="{196D0870-A10A-40F5-A791-3C67912576F2}" dt="2020-10-28T23:30:16.790" v="12598" actId="11529"/>
          <ac:cxnSpMkLst>
            <pc:docMk/>
            <pc:sldMk cId="602838902" sldId="360"/>
            <ac:cxnSpMk id="3" creationId="{5BFA35B8-C0EE-4309-B5DF-6E1BBE76C8A6}"/>
          </ac:cxnSpMkLst>
        </pc:cxnChg>
      </pc:sldChg>
      <pc:sldChg chg="delSp modSp">
        <pc:chgData name="Yu, Harry" userId="d07dd713-323b-41c6-b24d-c18be50fb4fc" providerId="ADAL" clId="{196D0870-A10A-40F5-A791-3C67912576F2}" dt="2020-10-29T06:26:58.989" v="12628" actId="20577"/>
        <pc:sldMkLst>
          <pc:docMk/>
          <pc:sldMk cId="1738908870" sldId="361"/>
        </pc:sldMkLst>
        <pc:spChg chg="del">
          <ac:chgData name="Yu, Harry" userId="d07dd713-323b-41c6-b24d-c18be50fb4fc" providerId="ADAL" clId="{196D0870-A10A-40F5-A791-3C67912576F2}" dt="2020-09-28T01:09:00.185" v="3165" actId="478"/>
          <ac:spMkLst>
            <pc:docMk/>
            <pc:sldMk cId="1738908870" sldId="361"/>
            <ac:spMk id="4" creationId="{739ED610-7AC8-45CD-BCC6-B494109E5D9F}"/>
          </ac:spMkLst>
        </pc:spChg>
        <pc:spChg chg="mod">
          <ac:chgData name="Yu, Harry" userId="d07dd713-323b-41c6-b24d-c18be50fb4fc" providerId="ADAL" clId="{196D0870-A10A-40F5-A791-3C67912576F2}" dt="2020-10-29T06:26:58.989" v="12628" actId="20577"/>
          <ac:spMkLst>
            <pc:docMk/>
            <pc:sldMk cId="1738908870" sldId="361"/>
            <ac:spMk id="6" creationId="{0ED065AC-F3EF-42B0-A34B-DF7EED7FF8B9}"/>
          </ac:spMkLst>
        </pc:spChg>
        <pc:graphicFrameChg chg="mod modGraphic">
          <ac:chgData name="Yu, Harry" userId="d07dd713-323b-41c6-b24d-c18be50fb4fc" providerId="ADAL" clId="{196D0870-A10A-40F5-A791-3C67912576F2}" dt="2020-09-28T01:24:05.302" v="3314" actId="207"/>
          <ac:graphicFrameMkLst>
            <pc:docMk/>
            <pc:sldMk cId="1738908870" sldId="361"/>
            <ac:graphicFrameMk id="9" creationId="{A471383B-87D3-406F-AEC8-A1732EA53B37}"/>
          </ac:graphicFrameMkLst>
        </pc:graphicFrameChg>
      </pc:sldChg>
      <pc:sldChg chg="addSp modSp">
        <pc:chgData name="Yu, Harry" userId="d07dd713-323b-41c6-b24d-c18be50fb4fc" providerId="ADAL" clId="{196D0870-A10A-40F5-A791-3C67912576F2}" dt="2020-10-29T06:27:07.267" v="12632" actId="20577"/>
        <pc:sldMkLst>
          <pc:docMk/>
          <pc:sldMk cId="1803848135" sldId="362"/>
        </pc:sldMkLst>
        <pc:spChg chg="mod">
          <ac:chgData name="Yu, Harry" userId="d07dd713-323b-41c6-b24d-c18be50fb4fc" providerId="ADAL" clId="{196D0870-A10A-40F5-A791-3C67912576F2}" dt="2020-09-28T01:26:22.426" v="3319" actId="113"/>
          <ac:spMkLst>
            <pc:docMk/>
            <pc:sldMk cId="1803848135" sldId="362"/>
            <ac:spMk id="2" creationId="{EE050B95-DF52-4376-AE7F-2990458F6EA7}"/>
          </ac:spMkLst>
        </pc:spChg>
        <pc:spChg chg="mod">
          <ac:chgData name="Yu, Harry" userId="d07dd713-323b-41c6-b24d-c18be50fb4fc" providerId="ADAL" clId="{196D0870-A10A-40F5-A791-3C67912576F2}" dt="2020-10-12T06:35:13.227" v="8799" actId="20577"/>
          <ac:spMkLst>
            <pc:docMk/>
            <pc:sldMk cId="1803848135" sldId="362"/>
            <ac:spMk id="4" creationId="{739ED610-7AC8-45CD-BCC6-B494109E5D9F}"/>
          </ac:spMkLst>
        </pc:spChg>
        <pc:spChg chg="mod">
          <ac:chgData name="Yu, Harry" userId="d07dd713-323b-41c6-b24d-c18be50fb4fc" providerId="ADAL" clId="{196D0870-A10A-40F5-A791-3C67912576F2}" dt="2020-10-29T06:27:07.267" v="12632" actId="20577"/>
          <ac:spMkLst>
            <pc:docMk/>
            <pc:sldMk cId="1803848135" sldId="362"/>
            <ac:spMk id="6" creationId="{0ED065AC-F3EF-42B0-A34B-DF7EED7FF8B9}"/>
          </ac:spMkLst>
        </pc:spChg>
        <pc:spChg chg="add">
          <ac:chgData name="Yu, Harry" userId="d07dd713-323b-41c6-b24d-c18be50fb4fc" providerId="ADAL" clId="{196D0870-A10A-40F5-A791-3C67912576F2}" dt="2020-10-19T06:37:34.070" v="10378"/>
          <ac:spMkLst>
            <pc:docMk/>
            <pc:sldMk cId="1803848135" sldId="362"/>
            <ac:spMk id="7" creationId="{2D505846-F083-4C9E-B976-EEED6C71670D}"/>
          </ac:spMkLst>
        </pc:spChg>
        <pc:graphicFrameChg chg="mod modGraphic">
          <ac:chgData name="Yu, Harry" userId="d07dd713-323b-41c6-b24d-c18be50fb4fc" providerId="ADAL" clId="{196D0870-A10A-40F5-A791-3C67912576F2}" dt="2020-09-28T01:33:20.850" v="3355" actId="207"/>
          <ac:graphicFrameMkLst>
            <pc:docMk/>
            <pc:sldMk cId="1803848135" sldId="362"/>
            <ac:graphicFrameMk id="9" creationId="{A471383B-87D3-406F-AEC8-A1732EA53B37}"/>
          </ac:graphicFrameMkLst>
        </pc:graphicFrameChg>
      </pc:sldChg>
      <pc:sldChg chg="del">
        <pc:chgData name="Yu, Harry" userId="d07dd713-323b-41c6-b24d-c18be50fb4fc" providerId="ADAL" clId="{196D0870-A10A-40F5-A791-3C67912576F2}" dt="2020-09-28T01:24:57.391" v="3315" actId="2696"/>
        <pc:sldMkLst>
          <pc:docMk/>
          <pc:sldMk cId="2631405045" sldId="362"/>
        </pc:sldMkLst>
      </pc:sldChg>
      <pc:sldChg chg="modSp">
        <pc:chgData name="Yu, Harry" userId="d07dd713-323b-41c6-b24d-c18be50fb4fc" providerId="ADAL" clId="{196D0870-A10A-40F5-A791-3C67912576F2}" dt="2020-09-28T01:36:19.709" v="3442"/>
        <pc:sldMkLst>
          <pc:docMk/>
          <pc:sldMk cId="830645897" sldId="363"/>
        </pc:sldMkLst>
        <pc:spChg chg="mod">
          <ac:chgData name="Yu, Harry" userId="d07dd713-323b-41c6-b24d-c18be50fb4fc" providerId="ADAL" clId="{196D0870-A10A-40F5-A791-3C67912576F2}" dt="2020-09-28T01:36:19.709" v="3442"/>
          <ac:spMkLst>
            <pc:docMk/>
            <pc:sldMk cId="830645897" sldId="363"/>
            <ac:spMk id="4" creationId="{1567C550-8534-4752-A750-4145E9563059}"/>
          </ac:spMkLst>
        </pc:spChg>
      </pc:sldChg>
      <pc:sldChg chg="addSp modSp">
        <pc:chgData name="Yu, Harry" userId="d07dd713-323b-41c6-b24d-c18be50fb4fc" providerId="ADAL" clId="{196D0870-A10A-40F5-A791-3C67912576F2}" dt="2020-10-19T06:39:46.194" v="10380"/>
        <pc:sldMkLst>
          <pc:docMk/>
          <pc:sldMk cId="2483991268" sldId="364"/>
        </pc:sldMkLst>
        <pc:spChg chg="mod">
          <ac:chgData name="Yu, Harry" userId="d07dd713-323b-41c6-b24d-c18be50fb4fc" providerId="ADAL" clId="{196D0870-A10A-40F5-A791-3C67912576F2}" dt="2020-09-30T07:36:27.431" v="5898" actId="20577"/>
          <ac:spMkLst>
            <pc:docMk/>
            <pc:sldMk cId="2483991268" sldId="364"/>
            <ac:spMk id="4" creationId="{739ED610-7AC8-45CD-BCC6-B494109E5D9F}"/>
          </ac:spMkLst>
        </pc:spChg>
        <pc:spChg chg="add">
          <ac:chgData name="Yu, Harry" userId="d07dd713-323b-41c6-b24d-c18be50fb4fc" providerId="ADAL" clId="{196D0870-A10A-40F5-A791-3C67912576F2}" dt="2020-10-19T06:39:46.194" v="10380"/>
          <ac:spMkLst>
            <pc:docMk/>
            <pc:sldMk cId="2483991268" sldId="364"/>
            <ac:spMk id="5" creationId="{3FB68C6B-3832-4135-B2C8-BC59823ECBE2}"/>
          </ac:spMkLst>
        </pc:spChg>
        <pc:spChg chg="mod">
          <ac:chgData name="Yu, Harry" userId="d07dd713-323b-41c6-b24d-c18be50fb4fc" providerId="ADAL" clId="{196D0870-A10A-40F5-A791-3C67912576F2}" dt="2020-09-28T04:01:54.974" v="4075" actId="20577"/>
          <ac:spMkLst>
            <pc:docMk/>
            <pc:sldMk cId="2483991268" sldId="364"/>
            <ac:spMk id="6" creationId="{0ED065AC-F3EF-42B0-A34B-DF7EED7FF8B9}"/>
          </ac:spMkLst>
        </pc:spChg>
        <pc:graphicFrameChg chg="mod modGraphic">
          <ac:chgData name="Yu, Harry" userId="d07dd713-323b-41c6-b24d-c18be50fb4fc" providerId="ADAL" clId="{196D0870-A10A-40F5-A791-3C67912576F2}" dt="2020-09-28T04:03:17.166" v="4082" actId="207"/>
          <ac:graphicFrameMkLst>
            <pc:docMk/>
            <pc:sldMk cId="2483991268" sldId="364"/>
            <ac:graphicFrameMk id="9" creationId="{A471383B-87D3-406F-AEC8-A1732EA53B37}"/>
          </ac:graphicFrameMkLst>
        </pc:graphicFrameChg>
      </pc:sldChg>
      <pc:sldChg chg="addSp modSp">
        <pc:chgData name="Yu, Harry" userId="d07dd713-323b-41c6-b24d-c18be50fb4fc" providerId="ADAL" clId="{196D0870-A10A-40F5-A791-3C67912576F2}" dt="2020-10-22T03:55:14.464" v="11019" actId="1038"/>
        <pc:sldMkLst>
          <pc:docMk/>
          <pc:sldMk cId="4124176753" sldId="365"/>
        </pc:sldMkLst>
        <pc:spChg chg="add mod">
          <ac:chgData name="Yu, Harry" userId="d07dd713-323b-41c6-b24d-c18be50fb4fc" providerId="ADAL" clId="{196D0870-A10A-40F5-A791-3C67912576F2}" dt="2020-10-22T03:55:14.464" v="11019" actId="1038"/>
          <ac:spMkLst>
            <pc:docMk/>
            <pc:sldMk cId="4124176753" sldId="365"/>
            <ac:spMk id="2" creationId="{8E4E1CAD-729D-40A3-AA83-C93644CA1EF8}"/>
          </ac:spMkLst>
        </pc:spChg>
        <pc:spChg chg="add">
          <ac:chgData name="Yu, Harry" userId="d07dd713-323b-41c6-b24d-c18be50fb4fc" providerId="ADAL" clId="{196D0870-A10A-40F5-A791-3C67912576F2}" dt="2020-10-19T06:38:34.044" v="10379"/>
          <ac:spMkLst>
            <pc:docMk/>
            <pc:sldMk cId="4124176753" sldId="365"/>
            <ac:spMk id="5" creationId="{E64EDFB3-FFC1-4F3C-9668-8E0017D7B384}"/>
          </ac:spMkLst>
        </pc:spChg>
        <pc:spChg chg="mod">
          <ac:chgData name="Yu, Harry" userId="d07dd713-323b-41c6-b24d-c18be50fb4fc" providerId="ADAL" clId="{196D0870-A10A-40F5-A791-3C67912576F2}" dt="2020-09-28T04:01:59.941" v="4076" actId="20577"/>
          <ac:spMkLst>
            <pc:docMk/>
            <pc:sldMk cId="4124176753" sldId="365"/>
            <ac:spMk id="6" creationId="{0ED065AC-F3EF-42B0-A34B-DF7EED7FF8B9}"/>
          </ac:spMkLst>
        </pc:spChg>
        <pc:spChg chg="mod">
          <ac:chgData name="Yu, Harry" userId="d07dd713-323b-41c6-b24d-c18be50fb4fc" providerId="ADAL" clId="{196D0870-A10A-40F5-A791-3C67912576F2}" dt="2020-10-22T03:55:01.625" v="11013" actId="1076"/>
          <ac:spMkLst>
            <pc:docMk/>
            <pc:sldMk cId="4124176753" sldId="365"/>
            <ac:spMk id="11" creationId="{3B0E5B35-F8D6-4092-AA4A-BCC690B2229D}"/>
          </ac:spMkLst>
        </pc:spChg>
        <pc:graphicFrameChg chg="mod modGraphic">
          <ac:chgData name="Yu, Harry" userId="d07dd713-323b-41c6-b24d-c18be50fb4fc" providerId="ADAL" clId="{196D0870-A10A-40F5-A791-3C67912576F2}" dt="2020-09-28T02:41:32.375" v="3479" actId="207"/>
          <ac:graphicFrameMkLst>
            <pc:docMk/>
            <pc:sldMk cId="4124176753" sldId="365"/>
            <ac:graphicFrameMk id="9" creationId="{A471383B-87D3-406F-AEC8-A1732EA53B37}"/>
          </ac:graphicFrameMkLst>
        </pc:graphicFrameChg>
      </pc:sldChg>
      <pc:sldChg chg="modSp">
        <pc:chgData name="Yu, Harry" userId="d07dd713-323b-41c6-b24d-c18be50fb4fc" providerId="ADAL" clId="{196D0870-A10A-40F5-A791-3C67912576F2}" dt="2020-09-28T04:17:36.966" v="4126" actId="20577"/>
        <pc:sldMkLst>
          <pc:docMk/>
          <pc:sldMk cId="1291149336" sldId="366"/>
        </pc:sldMkLst>
        <pc:spChg chg="mod">
          <ac:chgData name="Yu, Harry" userId="d07dd713-323b-41c6-b24d-c18be50fb4fc" providerId="ADAL" clId="{196D0870-A10A-40F5-A791-3C67912576F2}" dt="2020-09-28T04:01:49.441" v="4074" actId="20577"/>
          <ac:spMkLst>
            <pc:docMk/>
            <pc:sldMk cId="1291149336" sldId="366"/>
            <ac:spMk id="6" creationId="{0ED065AC-F3EF-42B0-A34B-DF7EED7FF8B9}"/>
          </ac:spMkLst>
        </pc:spChg>
        <pc:graphicFrameChg chg="mod modGraphic">
          <ac:chgData name="Yu, Harry" userId="d07dd713-323b-41c6-b24d-c18be50fb4fc" providerId="ADAL" clId="{196D0870-A10A-40F5-A791-3C67912576F2}" dt="2020-09-28T04:17:36.966" v="4126" actId="20577"/>
          <ac:graphicFrameMkLst>
            <pc:docMk/>
            <pc:sldMk cId="1291149336" sldId="366"/>
            <ac:graphicFrameMk id="9" creationId="{A471383B-87D3-406F-AEC8-A1732EA53B37}"/>
          </ac:graphicFrameMkLst>
        </pc:graphicFrameChg>
      </pc:sldChg>
      <pc:sldChg chg="modSp">
        <pc:chgData name="Yu, Harry" userId="d07dd713-323b-41c6-b24d-c18be50fb4fc" providerId="ADAL" clId="{196D0870-A10A-40F5-A791-3C67912576F2}" dt="2020-09-28T04:13:08.590" v="4115"/>
        <pc:sldMkLst>
          <pc:docMk/>
          <pc:sldMk cId="2886081286" sldId="367"/>
        </pc:sldMkLst>
        <pc:spChg chg="mod">
          <ac:chgData name="Yu, Harry" userId="d07dd713-323b-41c6-b24d-c18be50fb4fc" providerId="ADAL" clId="{196D0870-A10A-40F5-A791-3C67912576F2}" dt="2020-09-28T04:13:08.590" v="4115"/>
          <ac:spMkLst>
            <pc:docMk/>
            <pc:sldMk cId="2886081286" sldId="367"/>
            <ac:spMk id="4" creationId="{1567C550-8534-4752-A750-4145E9563059}"/>
          </ac:spMkLst>
        </pc:spChg>
      </pc:sldChg>
      <pc:sldChg chg="modSp">
        <pc:chgData name="Yu, Harry" userId="d07dd713-323b-41c6-b24d-c18be50fb4fc" providerId="ADAL" clId="{196D0870-A10A-40F5-A791-3C67912576F2}" dt="2020-10-10T08:09:16.178" v="6957"/>
        <pc:sldMkLst>
          <pc:docMk/>
          <pc:sldMk cId="914646431" sldId="368"/>
        </pc:sldMkLst>
        <pc:spChg chg="mod">
          <ac:chgData name="Yu, Harry" userId="d07dd713-323b-41c6-b24d-c18be50fb4fc" providerId="ADAL" clId="{196D0870-A10A-40F5-A791-3C67912576F2}" dt="2020-10-10T08:09:16.178" v="6957"/>
          <ac:spMkLst>
            <pc:docMk/>
            <pc:sldMk cId="914646431" sldId="368"/>
            <ac:spMk id="6" creationId="{0ED065AC-F3EF-42B0-A34B-DF7EED7FF8B9}"/>
          </ac:spMkLst>
        </pc:spChg>
        <pc:spChg chg="mod">
          <ac:chgData name="Yu, Harry" userId="d07dd713-323b-41c6-b24d-c18be50fb4fc" providerId="ADAL" clId="{196D0870-A10A-40F5-A791-3C67912576F2}" dt="2020-09-28T04:21:21.179" v="4346" actId="20577"/>
          <ac:spMkLst>
            <pc:docMk/>
            <pc:sldMk cId="914646431" sldId="368"/>
            <ac:spMk id="11" creationId="{3B0E5B35-F8D6-4092-AA4A-BCC690B2229D}"/>
          </ac:spMkLst>
        </pc:spChg>
        <pc:graphicFrameChg chg="mod modGraphic">
          <ac:chgData name="Yu, Harry" userId="d07dd713-323b-41c6-b24d-c18be50fb4fc" providerId="ADAL" clId="{196D0870-A10A-40F5-A791-3C67912576F2}" dt="2020-09-28T04:19:31.720" v="4136" actId="207"/>
          <ac:graphicFrameMkLst>
            <pc:docMk/>
            <pc:sldMk cId="914646431" sldId="368"/>
            <ac:graphicFrameMk id="9" creationId="{A471383B-87D3-406F-AEC8-A1732EA53B37}"/>
          </ac:graphicFrameMkLst>
        </pc:graphicFrameChg>
      </pc:sldChg>
      <pc:sldChg chg="addSp delSp modSp">
        <pc:chgData name="Yu, Harry" userId="d07dd713-323b-41c6-b24d-c18be50fb4fc" providerId="ADAL" clId="{196D0870-A10A-40F5-A791-3C67912576F2}" dt="2020-10-29T09:22:28.340" v="12713" actId="207"/>
        <pc:sldMkLst>
          <pc:docMk/>
          <pc:sldMk cId="3718417336" sldId="369"/>
        </pc:sldMkLst>
        <pc:spChg chg="mod">
          <ac:chgData name="Yu, Harry" userId="d07dd713-323b-41c6-b24d-c18be50fb4fc" providerId="ADAL" clId="{196D0870-A10A-40F5-A791-3C67912576F2}" dt="2020-10-10T08:09:20.780" v="6958"/>
          <ac:spMkLst>
            <pc:docMk/>
            <pc:sldMk cId="3718417336" sldId="369"/>
            <ac:spMk id="6" creationId="{0ED065AC-F3EF-42B0-A34B-DF7EED7FF8B9}"/>
          </ac:spMkLst>
        </pc:spChg>
        <pc:spChg chg="add del mod">
          <ac:chgData name="Yu, Harry" userId="d07dd713-323b-41c6-b24d-c18be50fb4fc" providerId="ADAL" clId="{196D0870-A10A-40F5-A791-3C67912576F2}" dt="2020-09-29T08:42:09.983" v="5042" actId="478"/>
          <ac:spMkLst>
            <pc:docMk/>
            <pc:sldMk cId="3718417336" sldId="369"/>
            <ac:spMk id="7" creationId="{89E1BA4A-1027-431C-BD6B-ADB2E119615C}"/>
          </ac:spMkLst>
        </pc:spChg>
        <pc:spChg chg="del">
          <ac:chgData name="Yu, Harry" userId="d07dd713-323b-41c6-b24d-c18be50fb4fc" providerId="ADAL" clId="{196D0870-A10A-40F5-A791-3C67912576F2}" dt="2020-09-28T04:23:21.229" v="4347" actId="478"/>
          <ac:spMkLst>
            <pc:docMk/>
            <pc:sldMk cId="3718417336" sldId="369"/>
            <ac:spMk id="11" creationId="{3B0E5B35-F8D6-4092-AA4A-BCC690B2229D}"/>
          </ac:spMkLst>
        </pc:spChg>
        <pc:graphicFrameChg chg="add del mod">
          <ac:chgData name="Yu, Harry" userId="d07dd713-323b-41c6-b24d-c18be50fb4fc" providerId="ADAL" clId="{196D0870-A10A-40F5-A791-3C67912576F2}" dt="2020-09-28T04:25:45.968" v="4352" actId="478"/>
          <ac:graphicFrameMkLst>
            <pc:docMk/>
            <pc:sldMk cId="3718417336" sldId="369"/>
            <ac:graphicFrameMk id="2" creationId="{3DD01C5F-FA06-41C4-ABE4-DEE1A15982DD}"/>
          </ac:graphicFrameMkLst>
        </pc:graphicFrameChg>
        <pc:graphicFrameChg chg="mod modGraphic">
          <ac:chgData name="Yu, Harry" userId="d07dd713-323b-41c6-b24d-c18be50fb4fc" providerId="ADAL" clId="{196D0870-A10A-40F5-A791-3C67912576F2}" dt="2020-10-29T09:22:28.340" v="12713" actId="207"/>
          <ac:graphicFrameMkLst>
            <pc:docMk/>
            <pc:sldMk cId="3718417336" sldId="369"/>
            <ac:graphicFrameMk id="9" creationId="{A471383B-87D3-406F-AEC8-A1732EA53B37}"/>
          </ac:graphicFrameMkLst>
        </pc:graphicFrameChg>
      </pc:sldChg>
      <pc:sldChg chg="addSp delSp modSp">
        <pc:chgData name="Yu, Harry" userId="d07dd713-323b-41c6-b24d-c18be50fb4fc" providerId="ADAL" clId="{196D0870-A10A-40F5-A791-3C67912576F2}" dt="2020-10-21T23:53:24.129" v="11008" actId="20577"/>
        <pc:sldMkLst>
          <pc:docMk/>
          <pc:sldMk cId="332865271" sldId="370"/>
        </pc:sldMkLst>
        <pc:spChg chg="add del">
          <ac:chgData name="Yu, Harry" userId="d07dd713-323b-41c6-b24d-c18be50fb4fc" providerId="ADAL" clId="{196D0870-A10A-40F5-A791-3C67912576F2}" dt="2020-09-29T08:40:44.729" v="5040" actId="478"/>
          <ac:spMkLst>
            <pc:docMk/>
            <pc:sldMk cId="332865271" sldId="370"/>
            <ac:spMk id="4" creationId="{739ED610-7AC8-45CD-BCC6-B494109E5D9F}"/>
          </ac:spMkLst>
        </pc:spChg>
        <pc:spChg chg="add mod">
          <ac:chgData name="Yu, Harry" userId="d07dd713-323b-41c6-b24d-c18be50fb4fc" providerId="ADAL" clId="{196D0870-A10A-40F5-A791-3C67912576F2}" dt="2020-10-21T23:53:24.129" v="11008" actId="20577"/>
          <ac:spMkLst>
            <pc:docMk/>
            <pc:sldMk cId="332865271" sldId="370"/>
            <ac:spMk id="5" creationId="{CDE95802-C1DE-421A-A844-AD78F2D7EDA6}"/>
          </ac:spMkLst>
        </pc:spChg>
        <pc:spChg chg="mod">
          <ac:chgData name="Yu, Harry" userId="d07dd713-323b-41c6-b24d-c18be50fb4fc" providerId="ADAL" clId="{196D0870-A10A-40F5-A791-3C67912576F2}" dt="2020-10-10T08:09:25.690" v="6959"/>
          <ac:spMkLst>
            <pc:docMk/>
            <pc:sldMk cId="332865271" sldId="370"/>
            <ac:spMk id="6" creationId="{0ED065AC-F3EF-42B0-A34B-DF7EED7FF8B9}"/>
          </ac:spMkLst>
        </pc:spChg>
        <pc:spChg chg="add mod">
          <ac:chgData name="Yu, Harry" userId="d07dd713-323b-41c6-b24d-c18be50fb4fc" providerId="ADAL" clId="{196D0870-A10A-40F5-A791-3C67912576F2}" dt="2020-10-20T06:04:38.391" v="10961" actId="20577"/>
          <ac:spMkLst>
            <pc:docMk/>
            <pc:sldMk cId="332865271" sldId="370"/>
            <ac:spMk id="7" creationId="{B84CFCD8-C513-4102-B4C7-D143FD02E1EA}"/>
          </ac:spMkLst>
        </pc:spChg>
        <pc:spChg chg="add">
          <ac:chgData name="Yu, Harry" userId="d07dd713-323b-41c6-b24d-c18be50fb4fc" providerId="ADAL" clId="{196D0870-A10A-40F5-A791-3C67912576F2}" dt="2020-10-19T06:40:44.193" v="10381"/>
          <ac:spMkLst>
            <pc:docMk/>
            <pc:sldMk cId="332865271" sldId="370"/>
            <ac:spMk id="8" creationId="{2E568A9A-D1A7-4930-8FAF-022030669388}"/>
          </ac:spMkLst>
        </pc:spChg>
        <pc:graphicFrameChg chg="add del mod modGraphic">
          <ac:chgData name="Yu, Harry" userId="d07dd713-323b-41c6-b24d-c18be50fb4fc" providerId="ADAL" clId="{196D0870-A10A-40F5-A791-3C67912576F2}" dt="2020-10-20T06:06:12.831" v="10979" actId="207"/>
          <ac:graphicFrameMkLst>
            <pc:docMk/>
            <pc:sldMk cId="332865271" sldId="370"/>
            <ac:graphicFrameMk id="9" creationId="{A471383B-87D3-406F-AEC8-A1732EA53B37}"/>
          </ac:graphicFrameMkLst>
        </pc:graphicFrameChg>
      </pc:sldChg>
      <pc:sldChg chg="delSp modSp">
        <pc:chgData name="Yu, Harry" userId="d07dd713-323b-41c6-b24d-c18be50fb4fc" providerId="ADAL" clId="{196D0870-A10A-40F5-A791-3C67912576F2}" dt="2020-10-10T08:09:31.715" v="6960"/>
        <pc:sldMkLst>
          <pc:docMk/>
          <pc:sldMk cId="1301221291" sldId="371"/>
        </pc:sldMkLst>
        <pc:spChg chg="del mod">
          <ac:chgData name="Yu, Harry" userId="d07dd713-323b-41c6-b24d-c18be50fb4fc" providerId="ADAL" clId="{196D0870-A10A-40F5-A791-3C67912576F2}" dt="2020-09-30T07:33:05.618" v="5878"/>
          <ac:spMkLst>
            <pc:docMk/>
            <pc:sldMk cId="1301221291" sldId="371"/>
            <ac:spMk id="4" creationId="{739ED610-7AC8-45CD-BCC6-B494109E5D9F}"/>
          </ac:spMkLst>
        </pc:spChg>
        <pc:spChg chg="mod">
          <ac:chgData name="Yu, Harry" userId="d07dd713-323b-41c6-b24d-c18be50fb4fc" providerId="ADAL" clId="{196D0870-A10A-40F5-A791-3C67912576F2}" dt="2020-10-10T08:09:31.715" v="6960"/>
          <ac:spMkLst>
            <pc:docMk/>
            <pc:sldMk cId="1301221291" sldId="371"/>
            <ac:spMk id="6" creationId="{0ED065AC-F3EF-42B0-A34B-DF7EED7FF8B9}"/>
          </ac:spMkLst>
        </pc:spChg>
        <pc:graphicFrameChg chg="mod modGraphic">
          <ac:chgData name="Yu, Harry" userId="d07dd713-323b-41c6-b24d-c18be50fb4fc" providerId="ADAL" clId="{196D0870-A10A-40F5-A791-3C67912576F2}" dt="2020-09-30T07:45:47.918" v="5977" actId="20577"/>
          <ac:graphicFrameMkLst>
            <pc:docMk/>
            <pc:sldMk cId="1301221291" sldId="371"/>
            <ac:graphicFrameMk id="9" creationId="{A471383B-87D3-406F-AEC8-A1732EA53B37}"/>
          </ac:graphicFrameMkLst>
        </pc:graphicFrameChg>
      </pc:sldChg>
      <pc:sldChg chg="addSp delSp modSp">
        <pc:chgData name="Yu, Harry" userId="d07dd713-323b-41c6-b24d-c18be50fb4fc" providerId="ADAL" clId="{196D0870-A10A-40F5-A791-3C67912576F2}" dt="2020-10-10T08:09:36.575" v="6961"/>
        <pc:sldMkLst>
          <pc:docMk/>
          <pc:sldMk cId="777599342" sldId="372"/>
        </pc:sldMkLst>
        <pc:spChg chg="add mod">
          <ac:chgData name="Yu, Harry" userId="d07dd713-323b-41c6-b24d-c18be50fb4fc" providerId="ADAL" clId="{196D0870-A10A-40F5-A791-3C67912576F2}" dt="2020-10-10T06:44:04.903" v="6644" actId="1076"/>
          <ac:spMkLst>
            <pc:docMk/>
            <pc:sldMk cId="777599342" sldId="372"/>
            <ac:spMk id="5" creationId="{7F36F3DA-DB26-4EFF-A2D8-5FDFBFA93E48}"/>
          </ac:spMkLst>
        </pc:spChg>
        <pc:spChg chg="mod">
          <ac:chgData name="Yu, Harry" userId="d07dd713-323b-41c6-b24d-c18be50fb4fc" providerId="ADAL" clId="{196D0870-A10A-40F5-A791-3C67912576F2}" dt="2020-10-10T08:09:36.575" v="6961"/>
          <ac:spMkLst>
            <pc:docMk/>
            <pc:sldMk cId="777599342" sldId="372"/>
            <ac:spMk id="6" creationId="{0ED065AC-F3EF-42B0-A34B-DF7EED7FF8B9}"/>
          </ac:spMkLst>
        </pc:spChg>
        <pc:graphicFrameChg chg="add del mod modGraphic">
          <ac:chgData name="Yu, Harry" userId="d07dd713-323b-41c6-b24d-c18be50fb4fc" providerId="ADAL" clId="{196D0870-A10A-40F5-A791-3C67912576F2}" dt="2020-10-10T06:19:56.569" v="6262" actId="313"/>
          <ac:graphicFrameMkLst>
            <pc:docMk/>
            <pc:sldMk cId="777599342" sldId="372"/>
            <ac:graphicFrameMk id="4" creationId="{F9AFED7C-8782-438F-A74C-3F98A375AED2}"/>
          </ac:graphicFrameMkLst>
        </pc:graphicFrameChg>
        <pc:graphicFrameChg chg="del">
          <ac:chgData name="Yu, Harry" userId="d07dd713-323b-41c6-b24d-c18be50fb4fc" providerId="ADAL" clId="{196D0870-A10A-40F5-A791-3C67912576F2}" dt="2020-09-30T07:39:12.967" v="5901" actId="478"/>
          <ac:graphicFrameMkLst>
            <pc:docMk/>
            <pc:sldMk cId="777599342" sldId="372"/>
            <ac:graphicFrameMk id="9" creationId="{A471383B-87D3-406F-AEC8-A1732EA53B37}"/>
          </ac:graphicFrameMkLst>
        </pc:graphicFrameChg>
      </pc:sldChg>
      <pc:sldChg chg="modSp">
        <pc:chgData name="Yu, Harry" userId="d07dd713-323b-41c6-b24d-c18be50fb4fc" providerId="ADAL" clId="{196D0870-A10A-40F5-A791-3C67912576F2}" dt="2020-10-10T08:09:46.182" v="6962"/>
        <pc:sldMkLst>
          <pc:docMk/>
          <pc:sldMk cId="1828527808" sldId="373"/>
        </pc:sldMkLst>
        <pc:spChg chg="mod">
          <ac:chgData name="Yu, Harry" userId="d07dd713-323b-41c6-b24d-c18be50fb4fc" providerId="ADAL" clId="{196D0870-A10A-40F5-A791-3C67912576F2}" dt="2020-10-10T08:09:46.182" v="6962"/>
          <ac:spMkLst>
            <pc:docMk/>
            <pc:sldMk cId="1828527808" sldId="373"/>
            <ac:spMk id="6" creationId="{0ED065AC-F3EF-42B0-A34B-DF7EED7FF8B9}"/>
          </ac:spMkLst>
        </pc:spChg>
        <pc:graphicFrameChg chg="mod modGraphic">
          <ac:chgData name="Yu, Harry" userId="d07dd713-323b-41c6-b24d-c18be50fb4fc" providerId="ADAL" clId="{196D0870-A10A-40F5-A791-3C67912576F2}" dt="2020-10-10T06:28:10.044" v="6315" actId="1076"/>
          <ac:graphicFrameMkLst>
            <pc:docMk/>
            <pc:sldMk cId="1828527808" sldId="373"/>
            <ac:graphicFrameMk id="4" creationId="{F9AFED7C-8782-438F-A74C-3F98A375AED2}"/>
          </ac:graphicFrameMkLst>
        </pc:graphicFrameChg>
      </pc:sldChg>
      <pc:sldChg chg="addSp delSp modSp">
        <pc:chgData name="Yu, Harry" userId="d07dd713-323b-41c6-b24d-c18be50fb4fc" providerId="ADAL" clId="{196D0870-A10A-40F5-A791-3C67912576F2}" dt="2020-10-10T08:09:55.318" v="6963"/>
        <pc:sldMkLst>
          <pc:docMk/>
          <pc:sldMk cId="2145281802" sldId="374"/>
        </pc:sldMkLst>
        <pc:spChg chg="add mod">
          <ac:chgData name="Yu, Harry" userId="d07dd713-323b-41c6-b24d-c18be50fb4fc" providerId="ADAL" clId="{196D0870-A10A-40F5-A791-3C67912576F2}" dt="2020-10-10T06:30:58.329" v="6330" actId="1076"/>
          <ac:spMkLst>
            <pc:docMk/>
            <pc:sldMk cId="2145281802" sldId="374"/>
            <ac:spMk id="3" creationId="{A64FE6B8-0A3E-42F0-B711-6C4D2E0ED4F5}"/>
          </ac:spMkLst>
        </pc:spChg>
        <pc:spChg chg="mod">
          <ac:chgData name="Yu, Harry" userId="d07dd713-323b-41c6-b24d-c18be50fb4fc" providerId="ADAL" clId="{196D0870-A10A-40F5-A791-3C67912576F2}" dt="2020-10-10T08:09:55.318" v="6963"/>
          <ac:spMkLst>
            <pc:docMk/>
            <pc:sldMk cId="2145281802" sldId="374"/>
            <ac:spMk id="6" creationId="{0ED065AC-F3EF-42B0-A34B-DF7EED7FF8B9}"/>
          </ac:spMkLst>
        </pc:spChg>
        <pc:spChg chg="add mod">
          <ac:chgData name="Yu, Harry" userId="d07dd713-323b-41c6-b24d-c18be50fb4fc" providerId="ADAL" clId="{196D0870-A10A-40F5-A791-3C67912576F2}" dt="2020-10-10T06:33:29.228" v="6532" actId="1076"/>
          <ac:spMkLst>
            <pc:docMk/>
            <pc:sldMk cId="2145281802" sldId="374"/>
            <ac:spMk id="7" creationId="{0AC2C3EC-5105-4933-BD9F-28D5D48E4395}"/>
          </ac:spMkLst>
        </pc:spChg>
        <pc:graphicFrameChg chg="add del">
          <ac:chgData name="Yu, Harry" userId="d07dd713-323b-41c6-b24d-c18be50fb4fc" providerId="ADAL" clId="{196D0870-A10A-40F5-A791-3C67912576F2}" dt="2020-10-10T06:29:50.215" v="6322"/>
          <ac:graphicFrameMkLst>
            <pc:docMk/>
            <pc:sldMk cId="2145281802" sldId="374"/>
            <ac:graphicFrameMk id="2" creationId="{B25BA877-3A49-4F02-8D74-440135839463}"/>
          </ac:graphicFrameMkLst>
        </pc:graphicFrameChg>
        <pc:graphicFrameChg chg="del">
          <ac:chgData name="Yu, Harry" userId="d07dd713-323b-41c6-b24d-c18be50fb4fc" providerId="ADAL" clId="{196D0870-A10A-40F5-A791-3C67912576F2}" dt="2020-10-10T06:29:36.577" v="6320" actId="478"/>
          <ac:graphicFrameMkLst>
            <pc:docMk/>
            <pc:sldMk cId="2145281802" sldId="374"/>
            <ac:graphicFrameMk id="9" creationId="{A471383B-87D3-406F-AEC8-A1732EA53B37}"/>
          </ac:graphicFrameMkLst>
        </pc:graphicFrameChg>
      </pc:sldChg>
      <pc:sldChg chg="addSp delSp modSp add">
        <pc:chgData name="Yu, Harry" userId="d07dd713-323b-41c6-b24d-c18be50fb4fc" providerId="ADAL" clId="{196D0870-A10A-40F5-A791-3C67912576F2}" dt="2020-10-20T01:41:18.568" v="10533" actId="20577"/>
        <pc:sldMkLst>
          <pc:docMk/>
          <pc:sldMk cId="4193153865" sldId="375"/>
        </pc:sldMkLst>
        <pc:spChg chg="mod">
          <ac:chgData name="Yu, Harry" userId="d07dd713-323b-41c6-b24d-c18be50fb4fc" providerId="ADAL" clId="{196D0870-A10A-40F5-A791-3C67912576F2}" dt="2020-10-20T01:41:18.568" v="10533" actId="20577"/>
          <ac:spMkLst>
            <pc:docMk/>
            <pc:sldMk cId="4193153865" sldId="375"/>
            <ac:spMk id="2" creationId="{16893625-44AD-4340-A7BB-FDBA32164A9A}"/>
          </ac:spMkLst>
        </pc:spChg>
        <pc:spChg chg="del">
          <ac:chgData name="Yu, Harry" userId="d07dd713-323b-41c6-b24d-c18be50fb4fc" providerId="ADAL" clId="{196D0870-A10A-40F5-A791-3C67912576F2}" dt="2020-10-10T06:34:13.070" v="6590" actId="478"/>
          <ac:spMkLst>
            <pc:docMk/>
            <pc:sldMk cId="4193153865" sldId="375"/>
            <ac:spMk id="3" creationId="{1720C4A2-966A-4902-8DD1-6C969CC8A497}"/>
          </ac:spMkLst>
        </pc:spChg>
        <pc:spChg chg="del">
          <ac:chgData name="Yu, Harry" userId="d07dd713-323b-41c6-b24d-c18be50fb4fc" providerId="ADAL" clId="{196D0870-A10A-40F5-A791-3C67912576F2}" dt="2020-10-10T06:34:10.239" v="6589" actId="478"/>
          <ac:spMkLst>
            <pc:docMk/>
            <pc:sldMk cId="4193153865" sldId="375"/>
            <ac:spMk id="4" creationId="{2FCD32BE-60C7-4DD8-8909-BD40875DCB1A}"/>
          </ac:spMkLst>
        </pc:spChg>
        <pc:spChg chg="add">
          <ac:chgData name="Yu, Harry" userId="d07dd713-323b-41c6-b24d-c18be50fb4fc" providerId="ADAL" clId="{196D0870-A10A-40F5-A791-3C67912576F2}" dt="2020-10-10T06:42:51.606" v="6642"/>
          <ac:spMkLst>
            <pc:docMk/>
            <pc:sldMk cId="4193153865" sldId="375"/>
            <ac:spMk id="11" creationId="{AC2B9EA6-5B96-4ABC-9AF2-B6A0D320B885}"/>
          </ac:spMkLst>
        </pc:spChg>
        <pc:picChg chg="add mod">
          <ac:chgData name="Yu, Harry" userId="d07dd713-323b-41c6-b24d-c18be50fb4fc" providerId="ADAL" clId="{196D0870-A10A-40F5-A791-3C67912576F2}" dt="2020-10-10T06:41:09.359" v="6633" actId="1076"/>
          <ac:picMkLst>
            <pc:docMk/>
            <pc:sldMk cId="4193153865" sldId="375"/>
            <ac:picMk id="5" creationId="{402B4C07-621D-4C6B-A2BC-6CEA04D54E7E}"/>
          </ac:picMkLst>
        </pc:picChg>
        <pc:picChg chg="add mod">
          <ac:chgData name="Yu, Harry" userId="d07dd713-323b-41c6-b24d-c18be50fb4fc" providerId="ADAL" clId="{196D0870-A10A-40F5-A791-3C67912576F2}" dt="2020-10-10T06:41:00.724" v="6632" actId="1038"/>
          <ac:picMkLst>
            <pc:docMk/>
            <pc:sldMk cId="4193153865" sldId="375"/>
            <ac:picMk id="6" creationId="{555E482A-3C8D-4D13-8567-77F0D7042613}"/>
          </ac:picMkLst>
        </pc:picChg>
        <pc:picChg chg="add mod">
          <ac:chgData name="Yu, Harry" userId="d07dd713-323b-41c6-b24d-c18be50fb4fc" providerId="ADAL" clId="{196D0870-A10A-40F5-A791-3C67912576F2}" dt="2020-10-10T06:41:00.724" v="6632" actId="1038"/>
          <ac:picMkLst>
            <pc:docMk/>
            <pc:sldMk cId="4193153865" sldId="375"/>
            <ac:picMk id="7" creationId="{C898DDB6-F959-4458-8253-75389D4BAC5F}"/>
          </ac:picMkLst>
        </pc:picChg>
        <pc:picChg chg="add mod">
          <ac:chgData name="Yu, Harry" userId="d07dd713-323b-41c6-b24d-c18be50fb4fc" providerId="ADAL" clId="{196D0870-A10A-40F5-A791-3C67912576F2}" dt="2020-10-10T06:41:00.724" v="6632" actId="1038"/>
          <ac:picMkLst>
            <pc:docMk/>
            <pc:sldMk cId="4193153865" sldId="375"/>
            <ac:picMk id="8" creationId="{51AEEDBF-C1DD-41EB-AFE9-E39CD0B64EE1}"/>
          </ac:picMkLst>
        </pc:picChg>
        <pc:picChg chg="add mod">
          <ac:chgData name="Yu, Harry" userId="d07dd713-323b-41c6-b24d-c18be50fb4fc" providerId="ADAL" clId="{196D0870-A10A-40F5-A791-3C67912576F2}" dt="2020-10-10T06:41:48.453" v="6637" actId="1076"/>
          <ac:picMkLst>
            <pc:docMk/>
            <pc:sldMk cId="4193153865" sldId="375"/>
            <ac:picMk id="9" creationId="{09B9063B-C7A1-4B9A-AFE9-2DA4DDD74F0B}"/>
          </ac:picMkLst>
        </pc:picChg>
        <pc:picChg chg="add mod">
          <ac:chgData name="Yu, Harry" userId="d07dd713-323b-41c6-b24d-c18be50fb4fc" providerId="ADAL" clId="{196D0870-A10A-40F5-A791-3C67912576F2}" dt="2020-10-10T06:42:31.856" v="6641" actId="1076"/>
          <ac:picMkLst>
            <pc:docMk/>
            <pc:sldMk cId="4193153865" sldId="375"/>
            <ac:picMk id="10" creationId="{E742A5ED-307A-4883-A832-D4AF89A33BFE}"/>
          </ac:picMkLst>
        </pc:picChg>
        <pc:cxnChg chg="add mod">
          <ac:chgData name="Yu, Harry" userId="d07dd713-323b-41c6-b24d-c18be50fb4fc" providerId="ADAL" clId="{196D0870-A10A-40F5-A791-3C67912576F2}" dt="2020-10-12T06:48:48.163" v="8852" actId="1076"/>
          <ac:cxnSpMkLst>
            <pc:docMk/>
            <pc:sldMk cId="4193153865" sldId="375"/>
            <ac:cxnSpMk id="4" creationId="{1175DACF-4C9C-44FB-9871-4241D996A7CD}"/>
          </ac:cxnSpMkLst>
        </pc:cxnChg>
        <pc:cxnChg chg="add mod">
          <ac:chgData name="Yu, Harry" userId="d07dd713-323b-41c6-b24d-c18be50fb4fc" providerId="ADAL" clId="{196D0870-A10A-40F5-A791-3C67912576F2}" dt="2020-10-12T06:49:22.552" v="8858" actId="14100"/>
          <ac:cxnSpMkLst>
            <pc:docMk/>
            <pc:sldMk cId="4193153865" sldId="375"/>
            <ac:cxnSpMk id="12" creationId="{A5106D8D-D286-4887-BFC1-AF39868A069A}"/>
          </ac:cxnSpMkLst>
        </pc:cxnChg>
        <pc:cxnChg chg="add mod">
          <ac:chgData name="Yu, Harry" userId="d07dd713-323b-41c6-b24d-c18be50fb4fc" providerId="ADAL" clId="{196D0870-A10A-40F5-A791-3C67912576F2}" dt="2020-10-12T06:49:00.178" v="8854" actId="14100"/>
          <ac:cxnSpMkLst>
            <pc:docMk/>
            <pc:sldMk cId="4193153865" sldId="375"/>
            <ac:cxnSpMk id="13" creationId="{DCE1A7EF-9237-45C6-9F11-BD3CA2CC20CA}"/>
          </ac:cxnSpMkLst>
        </pc:cxnChg>
        <pc:cxnChg chg="add mod">
          <ac:chgData name="Yu, Harry" userId="d07dd713-323b-41c6-b24d-c18be50fb4fc" providerId="ADAL" clId="{196D0870-A10A-40F5-A791-3C67912576F2}" dt="2020-10-12T06:48:42.039" v="8850" actId="14100"/>
          <ac:cxnSpMkLst>
            <pc:docMk/>
            <pc:sldMk cId="4193153865" sldId="375"/>
            <ac:cxnSpMk id="14" creationId="{DEAFD87D-25C2-40C4-B2F0-FEAF3B447BF7}"/>
          </ac:cxnSpMkLst>
        </pc:cxnChg>
        <pc:cxnChg chg="add mod">
          <ac:chgData name="Yu, Harry" userId="d07dd713-323b-41c6-b24d-c18be50fb4fc" providerId="ADAL" clId="{196D0870-A10A-40F5-A791-3C67912576F2}" dt="2020-10-12T06:48:32.258" v="8848" actId="1037"/>
          <ac:cxnSpMkLst>
            <pc:docMk/>
            <pc:sldMk cId="4193153865" sldId="375"/>
            <ac:cxnSpMk id="15" creationId="{9F5ACD1E-3458-4AC8-ABE0-1A977EA73E6B}"/>
          </ac:cxnSpMkLst>
        </pc:cxnChg>
      </pc:sldChg>
      <pc:sldChg chg="modSp">
        <pc:chgData name="Yu, Harry" userId="d07dd713-323b-41c6-b24d-c18be50fb4fc" providerId="ADAL" clId="{196D0870-A10A-40F5-A791-3C67912576F2}" dt="2020-10-10T08:10:02.652" v="6964"/>
        <pc:sldMkLst>
          <pc:docMk/>
          <pc:sldMk cId="1741195623" sldId="376"/>
        </pc:sldMkLst>
        <pc:spChg chg="mod">
          <ac:chgData name="Yu, Harry" userId="d07dd713-323b-41c6-b24d-c18be50fb4fc" providerId="ADAL" clId="{196D0870-A10A-40F5-A791-3C67912576F2}" dt="2020-10-10T08:10:02.652" v="6964"/>
          <ac:spMkLst>
            <pc:docMk/>
            <pc:sldMk cId="1741195623" sldId="376"/>
            <ac:spMk id="6" creationId="{0ED065AC-F3EF-42B0-A34B-DF7EED7FF8B9}"/>
          </ac:spMkLst>
        </pc:spChg>
        <pc:graphicFrameChg chg="mod modGraphic">
          <ac:chgData name="Yu, Harry" userId="d07dd713-323b-41c6-b24d-c18be50fb4fc" providerId="ADAL" clId="{196D0870-A10A-40F5-A791-3C67912576F2}" dt="2020-10-10T06:49:54.915" v="6702" actId="20577"/>
          <ac:graphicFrameMkLst>
            <pc:docMk/>
            <pc:sldMk cId="1741195623" sldId="376"/>
            <ac:graphicFrameMk id="9" creationId="{A471383B-87D3-406F-AEC8-A1732EA53B37}"/>
          </ac:graphicFrameMkLst>
        </pc:graphicFrameChg>
      </pc:sldChg>
      <pc:sldChg chg="modSp">
        <pc:chgData name="Yu, Harry" userId="d07dd713-323b-41c6-b24d-c18be50fb4fc" providerId="ADAL" clId="{196D0870-A10A-40F5-A791-3C67912576F2}" dt="2020-10-10T08:10:08.050" v="6965"/>
        <pc:sldMkLst>
          <pc:docMk/>
          <pc:sldMk cId="36743268" sldId="377"/>
        </pc:sldMkLst>
        <pc:spChg chg="mod">
          <ac:chgData name="Yu, Harry" userId="d07dd713-323b-41c6-b24d-c18be50fb4fc" providerId="ADAL" clId="{196D0870-A10A-40F5-A791-3C67912576F2}" dt="2020-10-10T08:10:08.050" v="6965"/>
          <ac:spMkLst>
            <pc:docMk/>
            <pc:sldMk cId="36743268" sldId="377"/>
            <ac:spMk id="6" creationId="{0ED065AC-F3EF-42B0-A34B-DF7EED7FF8B9}"/>
          </ac:spMkLst>
        </pc:spChg>
        <pc:graphicFrameChg chg="mod modGraphic">
          <ac:chgData name="Yu, Harry" userId="d07dd713-323b-41c6-b24d-c18be50fb4fc" providerId="ADAL" clId="{196D0870-A10A-40F5-A791-3C67912576F2}" dt="2020-10-10T07:00:24.325" v="6737" actId="207"/>
          <ac:graphicFrameMkLst>
            <pc:docMk/>
            <pc:sldMk cId="36743268" sldId="377"/>
            <ac:graphicFrameMk id="9" creationId="{A471383B-87D3-406F-AEC8-A1732EA53B37}"/>
          </ac:graphicFrameMkLst>
        </pc:graphicFrameChg>
      </pc:sldChg>
      <pc:sldChg chg="addSp delSp modSp">
        <pc:chgData name="Yu, Harry" userId="d07dd713-323b-41c6-b24d-c18be50fb4fc" providerId="ADAL" clId="{196D0870-A10A-40F5-A791-3C67912576F2}" dt="2020-10-29T06:27:33.608" v="12633" actId="478"/>
        <pc:sldMkLst>
          <pc:docMk/>
          <pc:sldMk cId="3668215363" sldId="378"/>
        </pc:sldMkLst>
        <pc:spChg chg="add del mod">
          <ac:chgData name="Yu, Harry" userId="d07dd713-323b-41c6-b24d-c18be50fb4fc" providerId="ADAL" clId="{196D0870-A10A-40F5-A791-3C67912576F2}" dt="2020-10-29T00:02:26.684" v="12621"/>
          <ac:spMkLst>
            <pc:docMk/>
            <pc:sldMk cId="3668215363" sldId="378"/>
            <ac:spMk id="2" creationId="{13038D4B-F9A9-4A3B-82B5-BD94A0EE599C}"/>
          </ac:spMkLst>
        </pc:spChg>
        <pc:spChg chg="add del mod">
          <ac:chgData name="Yu, Harry" userId="d07dd713-323b-41c6-b24d-c18be50fb4fc" providerId="ADAL" clId="{196D0870-A10A-40F5-A791-3C67912576F2}" dt="2020-10-29T06:27:33.608" v="12633" actId="478"/>
          <ac:spMkLst>
            <pc:docMk/>
            <pc:sldMk cId="3668215363" sldId="378"/>
            <ac:spMk id="3" creationId="{83583214-A746-4B1F-8B16-4E020674A3FA}"/>
          </ac:spMkLst>
        </pc:spChg>
        <pc:spChg chg="mod">
          <ac:chgData name="Yu, Harry" userId="d07dd713-323b-41c6-b24d-c18be50fb4fc" providerId="ADAL" clId="{196D0870-A10A-40F5-A791-3C67912576F2}" dt="2020-10-10T08:10:14.367" v="6966"/>
          <ac:spMkLst>
            <pc:docMk/>
            <pc:sldMk cId="3668215363" sldId="378"/>
            <ac:spMk id="6" creationId="{0ED065AC-F3EF-42B0-A34B-DF7EED7FF8B9}"/>
          </ac:spMkLst>
        </pc:spChg>
        <pc:graphicFrameChg chg="mod modGraphic">
          <ac:chgData name="Yu, Harry" userId="d07dd713-323b-41c6-b24d-c18be50fb4fc" providerId="ADAL" clId="{196D0870-A10A-40F5-A791-3C67912576F2}" dt="2020-10-10T07:06:45.332" v="6754" actId="3064"/>
          <ac:graphicFrameMkLst>
            <pc:docMk/>
            <pc:sldMk cId="3668215363" sldId="378"/>
            <ac:graphicFrameMk id="9" creationId="{A471383B-87D3-406F-AEC8-A1732EA53B37}"/>
          </ac:graphicFrameMkLst>
        </pc:graphicFrameChg>
      </pc:sldChg>
      <pc:sldChg chg="modSp">
        <pc:chgData name="Yu, Harry" userId="d07dd713-323b-41c6-b24d-c18be50fb4fc" providerId="ADAL" clId="{196D0870-A10A-40F5-A791-3C67912576F2}" dt="2020-10-10T08:10:20.297" v="6967"/>
        <pc:sldMkLst>
          <pc:docMk/>
          <pc:sldMk cId="400289930" sldId="379"/>
        </pc:sldMkLst>
        <pc:spChg chg="mod">
          <ac:chgData name="Yu, Harry" userId="d07dd713-323b-41c6-b24d-c18be50fb4fc" providerId="ADAL" clId="{196D0870-A10A-40F5-A791-3C67912576F2}" dt="2020-10-10T07:59:52.906" v="6761"/>
          <ac:spMkLst>
            <pc:docMk/>
            <pc:sldMk cId="400289930" sldId="379"/>
            <ac:spMk id="3" creationId="{A64FE6B8-0A3E-42F0-B711-6C4D2E0ED4F5}"/>
          </ac:spMkLst>
        </pc:spChg>
        <pc:spChg chg="mod">
          <ac:chgData name="Yu, Harry" userId="d07dd713-323b-41c6-b24d-c18be50fb4fc" providerId="ADAL" clId="{196D0870-A10A-40F5-A791-3C67912576F2}" dt="2020-10-10T08:10:20.297" v="6967"/>
          <ac:spMkLst>
            <pc:docMk/>
            <pc:sldMk cId="400289930" sldId="379"/>
            <ac:spMk id="6" creationId="{0ED065AC-F3EF-42B0-A34B-DF7EED7FF8B9}"/>
          </ac:spMkLst>
        </pc:spChg>
        <pc:spChg chg="mod">
          <ac:chgData name="Yu, Harry" userId="d07dd713-323b-41c6-b24d-c18be50fb4fc" providerId="ADAL" clId="{196D0870-A10A-40F5-A791-3C67912576F2}" dt="2020-10-10T08:01:11.473" v="6870" actId="20577"/>
          <ac:spMkLst>
            <pc:docMk/>
            <pc:sldMk cId="400289930" sldId="379"/>
            <ac:spMk id="7" creationId="{0AC2C3EC-5105-4933-BD9F-28D5D48E4395}"/>
          </ac:spMkLst>
        </pc:spChg>
      </pc:sldChg>
      <pc:sldChg chg="addSp modSp">
        <pc:chgData name="Yu, Harry" userId="d07dd713-323b-41c6-b24d-c18be50fb4fc" providerId="ADAL" clId="{196D0870-A10A-40F5-A791-3C67912576F2}" dt="2020-10-19T06:41:39.198" v="10382"/>
        <pc:sldMkLst>
          <pc:docMk/>
          <pc:sldMk cId="1634231022" sldId="380"/>
        </pc:sldMkLst>
        <pc:spChg chg="add mod">
          <ac:chgData name="Yu, Harry" userId="d07dd713-323b-41c6-b24d-c18be50fb4fc" providerId="ADAL" clId="{196D0870-A10A-40F5-A791-3C67912576F2}" dt="2020-10-10T08:08:34.438" v="6954" actId="20577"/>
          <ac:spMkLst>
            <pc:docMk/>
            <pc:sldMk cId="1634231022" sldId="380"/>
            <ac:spMk id="4" creationId="{0718C1A6-C379-4663-BDCB-A29217FAE378}"/>
          </ac:spMkLst>
        </pc:spChg>
        <pc:spChg chg="add">
          <ac:chgData name="Yu, Harry" userId="d07dd713-323b-41c6-b24d-c18be50fb4fc" providerId="ADAL" clId="{196D0870-A10A-40F5-A791-3C67912576F2}" dt="2020-10-19T06:41:39.198" v="10382"/>
          <ac:spMkLst>
            <pc:docMk/>
            <pc:sldMk cId="1634231022" sldId="380"/>
            <ac:spMk id="5" creationId="{80BD0569-8F10-4729-92AF-393D5AE934BA}"/>
          </ac:spMkLst>
        </pc:spChg>
        <pc:spChg chg="mod">
          <ac:chgData name="Yu, Harry" userId="d07dd713-323b-41c6-b24d-c18be50fb4fc" providerId="ADAL" clId="{196D0870-A10A-40F5-A791-3C67912576F2}" dt="2020-10-10T08:09:03.964" v="6956" actId="20577"/>
          <ac:spMkLst>
            <pc:docMk/>
            <pc:sldMk cId="1634231022" sldId="380"/>
            <ac:spMk id="6" creationId="{0ED065AC-F3EF-42B0-A34B-DF7EED7FF8B9}"/>
          </ac:spMkLst>
        </pc:spChg>
        <pc:graphicFrameChg chg="mod modGraphic">
          <ac:chgData name="Yu, Harry" userId="d07dd713-323b-41c6-b24d-c18be50fb4fc" providerId="ADAL" clId="{196D0870-A10A-40F5-A791-3C67912576F2}" dt="2020-10-10T08:07:13.106" v="6897" actId="207"/>
          <ac:graphicFrameMkLst>
            <pc:docMk/>
            <pc:sldMk cId="1634231022" sldId="380"/>
            <ac:graphicFrameMk id="9" creationId="{A471383B-87D3-406F-AEC8-A1732EA53B37}"/>
          </ac:graphicFrameMkLst>
        </pc:graphicFrameChg>
      </pc:sldChg>
      <pc:sldChg chg="modSp">
        <pc:chgData name="Yu, Harry" userId="d07dd713-323b-41c6-b24d-c18be50fb4fc" providerId="ADAL" clId="{196D0870-A10A-40F5-A791-3C67912576F2}" dt="2020-10-10T08:11:31.735" v="6973" actId="20577"/>
        <pc:sldMkLst>
          <pc:docMk/>
          <pc:sldMk cId="224488440" sldId="381"/>
        </pc:sldMkLst>
        <pc:spChg chg="mod">
          <ac:chgData name="Yu, Harry" userId="d07dd713-323b-41c6-b24d-c18be50fb4fc" providerId="ADAL" clId="{196D0870-A10A-40F5-A791-3C67912576F2}" dt="2020-10-10T08:11:31.735" v="6973" actId="20577"/>
          <ac:spMkLst>
            <pc:docMk/>
            <pc:sldMk cId="224488440" sldId="381"/>
            <ac:spMk id="4" creationId="{1567C550-8534-4752-A750-4145E9563059}"/>
          </ac:spMkLst>
        </pc:spChg>
      </pc:sldChg>
      <pc:sldChg chg="modSp del">
        <pc:chgData name="Yu, Harry" userId="d07dd713-323b-41c6-b24d-c18be50fb4fc" providerId="ADAL" clId="{196D0870-A10A-40F5-A791-3C67912576F2}" dt="2020-10-10T08:14:03.102" v="6983" actId="2696"/>
        <pc:sldMkLst>
          <pc:docMk/>
          <pc:sldMk cId="1486447241" sldId="382"/>
        </pc:sldMkLst>
        <pc:spChg chg="mod">
          <ac:chgData name="Yu, Harry" userId="d07dd713-323b-41c6-b24d-c18be50fb4fc" providerId="ADAL" clId="{196D0870-A10A-40F5-A791-3C67912576F2}" dt="2020-10-10T08:13:45.615" v="6982" actId="20577"/>
          <ac:spMkLst>
            <pc:docMk/>
            <pc:sldMk cId="1486447241" sldId="382"/>
            <ac:spMk id="6" creationId="{0ED065AC-F3EF-42B0-A34B-DF7EED7FF8B9}"/>
          </ac:spMkLst>
        </pc:spChg>
      </pc:sldChg>
      <pc:sldChg chg="addSp modSp">
        <pc:chgData name="Yu, Harry" userId="d07dd713-323b-41c6-b24d-c18be50fb4fc" providerId="ADAL" clId="{196D0870-A10A-40F5-A791-3C67912576F2}" dt="2020-10-19T06:42:58.520" v="10383"/>
        <pc:sldMkLst>
          <pc:docMk/>
          <pc:sldMk cId="3386074264" sldId="382"/>
        </pc:sldMkLst>
        <pc:spChg chg="mod">
          <ac:chgData name="Yu, Harry" userId="d07dd713-323b-41c6-b24d-c18be50fb4fc" providerId="ADAL" clId="{196D0870-A10A-40F5-A791-3C67912576F2}" dt="2020-10-10T08:22:11.591" v="7185" actId="20577"/>
          <ac:spMkLst>
            <pc:docMk/>
            <pc:sldMk cId="3386074264" sldId="382"/>
            <ac:spMk id="4" creationId="{0718C1A6-C379-4663-BDCB-A29217FAE378}"/>
          </ac:spMkLst>
        </pc:spChg>
        <pc:spChg chg="add">
          <ac:chgData name="Yu, Harry" userId="d07dd713-323b-41c6-b24d-c18be50fb4fc" providerId="ADAL" clId="{196D0870-A10A-40F5-A791-3C67912576F2}" dt="2020-10-19T06:42:58.520" v="10383"/>
          <ac:spMkLst>
            <pc:docMk/>
            <pc:sldMk cId="3386074264" sldId="382"/>
            <ac:spMk id="5" creationId="{48F09428-E486-4CF7-994E-BD21D4685C22}"/>
          </ac:spMkLst>
        </pc:spChg>
        <pc:spChg chg="mod">
          <ac:chgData name="Yu, Harry" userId="d07dd713-323b-41c6-b24d-c18be50fb4fc" providerId="ADAL" clId="{196D0870-A10A-40F5-A791-3C67912576F2}" dt="2020-10-10T08:14:31.642" v="6992" actId="20577"/>
          <ac:spMkLst>
            <pc:docMk/>
            <pc:sldMk cId="3386074264" sldId="382"/>
            <ac:spMk id="6" creationId="{0ED065AC-F3EF-42B0-A34B-DF7EED7FF8B9}"/>
          </ac:spMkLst>
        </pc:spChg>
        <pc:graphicFrameChg chg="mod modGraphic">
          <ac:chgData name="Yu, Harry" userId="d07dd713-323b-41c6-b24d-c18be50fb4fc" providerId="ADAL" clId="{196D0870-A10A-40F5-A791-3C67912576F2}" dt="2020-10-10T08:20:29.182" v="7014" actId="207"/>
          <ac:graphicFrameMkLst>
            <pc:docMk/>
            <pc:sldMk cId="3386074264" sldId="382"/>
            <ac:graphicFrameMk id="9" creationId="{A471383B-87D3-406F-AEC8-A1732EA53B37}"/>
          </ac:graphicFrameMkLst>
        </pc:graphicFrameChg>
      </pc:sldChg>
      <pc:sldChg chg="modSp">
        <pc:chgData name="Yu, Harry" userId="d07dd713-323b-41c6-b24d-c18be50fb4fc" providerId="ADAL" clId="{196D0870-A10A-40F5-A791-3C67912576F2}" dt="2020-10-10T08:27:56.530" v="7349" actId="20577"/>
        <pc:sldMkLst>
          <pc:docMk/>
          <pc:sldMk cId="1106017697" sldId="383"/>
        </pc:sldMkLst>
        <pc:spChg chg="mod">
          <ac:chgData name="Yu, Harry" userId="d07dd713-323b-41c6-b24d-c18be50fb4fc" providerId="ADAL" clId="{196D0870-A10A-40F5-A791-3C67912576F2}" dt="2020-10-10T08:27:56.530" v="7349" actId="20577"/>
          <ac:spMkLst>
            <pc:docMk/>
            <pc:sldMk cId="1106017697" sldId="383"/>
            <ac:spMk id="4" creationId="{0718C1A6-C379-4663-BDCB-A29217FAE378}"/>
          </ac:spMkLst>
        </pc:spChg>
        <pc:spChg chg="mod">
          <ac:chgData name="Yu, Harry" userId="d07dd713-323b-41c6-b24d-c18be50fb4fc" providerId="ADAL" clId="{196D0870-A10A-40F5-A791-3C67912576F2}" dt="2020-10-10T08:21:53.470" v="7181" actId="20577"/>
          <ac:spMkLst>
            <pc:docMk/>
            <pc:sldMk cId="1106017697" sldId="383"/>
            <ac:spMk id="6" creationId="{0ED065AC-F3EF-42B0-A34B-DF7EED7FF8B9}"/>
          </ac:spMkLst>
        </pc:spChg>
        <pc:graphicFrameChg chg="mod modGraphic">
          <ac:chgData name="Yu, Harry" userId="d07dd713-323b-41c6-b24d-c18be50fb4fc" providerId="ADAL" clId="{196D0870-A10A-40F5-A791-3C67912576F2}" dt="2020-10-10T08:26:40.445" v="7202" actId="207"/>
          <ac:graphicFrameMkLst>
            <pc:docMk/>
            <pc:sldMk cId="1106017697" sldId="383"/>
            <ac:graphicFrameMk id="9" creationId="{A471383B-87D3-406F-AEC8-A1732EA53B37}"/>
          </ac:graphicFrameMkLst>
        </pc:graphicFrameChg>
      </pc:sldChg>
      <pc:sldChg chg="modSp">
        <pc:chgData name="Yu, Harry" userId="d07dd713-323b-41c6-b24d-c18be50fb4fc" providerId="ADAL" clId="{196D0870-A10A-40F5-A791-3C67912576F2}" dt="2020-10-10T08:36:16.261" v="7350"/>
        <pc:sldMkLst>
          <pc:docMk/>
          <pc:sldMk cId="3968152520" sldId="384"/>
        </pc:sldMkLst>
        <pc:spChg chg="mod">
          <ac:chgData name="Yu, Harry" userId="d07dd713-323b-41c6-b24d-c18be50fb4fc" providerId="ADAL" clId="{196D0870-A10A-40F5-A791-3C67912576F2}" dt="2020-10-10T08:36:16.261" v="7350"/>
          <ac:spMkLst>
            <pc:docMk/>
            <pc:sldMk cId="3968152520" sldId="384"/>
            <ac:spMk id="4" creationId="{1567C550-8534-4752-A750-4145E9563059}"/>
          </ac:spMkLst>
        </pc:spChg>
      </pc:sldChg>
      <pc:sldChg chg="addSp delSp modSp">
        <pc:chgData name="Yu, Harry" userId="d07dd713-323b-41c6-b24d-c18be50fb4fc" providerId="ADAL" clId="{196D0870-A10A-40F5-A791-3C67912576F2}" dt="2020-11-11T09:43:58.461" v="12877" actId="20577"/>
        <pc:sldMkLst>
          <pc:docMk/>
          <pc:sldMk cId="4141823049" sldId="385"/>
        </pc:sldMkLst>
        <pc:spChg chg="del">
          <ac:chgData name="Yu, Harry" userId="d07dd713-323b-41c6-b24d-c18be50fb4fc" providerId="ADAL" clId="{196D0870-A10A-40F5-A791-3C67912576F2}" dt="2020-10-10T08:41:39.805" v="7388" actId="478"/>
          <ac:spMkLst>
            <pc:docMk/>
            <pc:sldMk cId="4141823049" sldId="385"/>
            <ac:spMk id="4" creationId="{0718C1A6-C379-4663-BDCB-A29217FAE378}"/>
          </ac:spMkLst>
        </pc:spChg>
        <pc:spChg chg="add mod">
          <ac:chgData name="Yu, Harry" userId="d07dd713-323b-41c6-b24d-c18be50fb4fc" providerId="ADAL" clId="{196D0870-A10A-40F5-A791-3C67912576F2}" dt="2020-10-10T08:58:34.674" v="7466" actId="20577"/>
          <ac:spMkLst>
            <pc:docMk/>
            <pc:sldMk cId="4141823049" sldId="385"/>
            <ac:spMk id="5" creationId="{0D4ACF82-F353-4B05-B918-35159214ED7B}"/>
          </ac:spMkLst>
        </pc:spChg>
        <pc:spChg chg="mod">
          <ac:chgData name="Yu, Harry" userId="d07dd713-323b-41c6-b24d-c18be50fb4fc" providerId="ADAL" clId="{196D0870-A10A-40F5-A791-3C67912576F2}" dt="2020-10-10T09:15:33.470" v="7778" actId="20577"/>
          <ac:spMkLst>
            <pc:docMk/>
            <pc:sldMk cId="4141823049" sldId="385"/>
            <ac:spMk id="6" creationId="{0ED065AC-F3EF-42B0-A34B-DF7EED7FF8B9}"/>
          </ac:spMkLst>
        </pc:spChg>
        <pc:graphicFrameChg chg="mod modGraphic">
          <ac:chgData name="Yu, Harry" userId="d07dd713-323b-41c6-b24d-c18be50fb4fc" providerId="ADAL" clId="{196D0870-A10A-40F5-A791-3C67912576F2}" dt="2020-11-11T09:43:58.461" v="12877" actId="20577"/>
          <ac:graphicFrameMkLst>
            <pc:docMk/>
            <pc:sldMk cId="4141823049" sldId="385"/>
            <ac:graphicFrameMk id="9" creationId="{A471383B-87D3-406F-AEC8-A1732EA53B37}"/>
          </ac:graphicFrameMkLst>
        </pc:graphicFrameChg>
      </pc:sldChg>
      <pc:sldChg chg="addSp delSp modSp">
        <pc:chgData name="Yu, Harry" userId="d07dd713-323b-41c6-b24d-c18be50fb4fc" providerId="ADAL" clId="{196D0870-A10A-40F5-A791-3C67912576F2}" dt="2020-10-19T05:49:30.521" v="10125" actId="478"/>
        <pc:sldMkLst>
          <pc:docMk/>
          <pc:sldMk cId="4009894245" sldId="386"/>
        </pc:sldMkLst>
        <pc:spChg chg="add mod">
          <ac:chgData name="Yu, Harry" userId="d07dd713-323b-41c6-b24d-c18be50fb4fc" providerId="ADAL" clId="{196D0870-A10A-40F5-A791-3C67912576F2}" dt="2020-10-19T05:49:21.037" v="10124" actId="404"/>
          <ac:spMkLst>
            <pc:docMk/>
            <pc:sldMk cId="4009894245" sldId="386"/>
            <ac:spMk id="4" creationId="{7CF37AFA-0567-4EFA-A2EF-A34EB555397C}"/>
          </ac:spMkLst>
        </pc:spChg>
        <pc:spChg chg="add del mod">
          <ac:chgData name="Yu, Harry" userId="d07dd713-323b-41c6-b24d-c18be50fb4fc" providerId="ADAL" clId="{196D0870-A10A-40F5-A791-3C67912576F2}" dt="2020-10-19T05:49:30.521" v="10125" actId="478"/>
          <ac:spMkLst>
            <pc:docMk/>
            <pc:sldMk cId="4009894245" sldId="386"/>
            <ac:spMk id="5" creationId="{129001FB-F3F7-48BB-AE7A-09E6665BDA45}"/>
          </ac:spMkLst>
        </pc:spChg>
        <pc:spChg chg="mod">
          <ac:chgData name="Yu, Harry" userId="d07dd713-323b-41c6-b24d-c18be50fb4fc" providerId="ADAL" clId="{196D0870-A10A-40F5-A791-3C67912576F2}" dt="2020-10-10T09:15:38.214" v="7779" actId="20577"/>
          <ac:spMkLst>
            <pc:docMk/>
            <pc:sldMk cId="4009894245" sldId="386"/>
            <ac:spMk id="6" creationId="{0ED065AC-F3EF-42B0-A34B-DF7EED7FF8B9}"/>
          </ac:spMkLst>
        </pc:spChg>
        <pc:graphicFrameChg chg="mod modGraphic">
          <ac:chgData name="Yu, Harry" userId="d07dd713-323b-41c6-b24d-c18be50fb4fc" providerId="ADAL" clId="{196D0870-A10A-40F5-A791-3C67912576F2}" dt="2020-10-10T09:07:04.549" v="7509" actId="207"/>
          <ac:graphicFrameMkLst>
            <pc:docMk/>
            <pc:sldMk cId="4009894245" sldId="386"/>
            <ac:graphicFrameMk id="9" creationId="{A471383B-87D3-406F-AEC8-A1732EA53B37}"/>
          </ac:graphicFrameMkLst>
        </pc:graphicFrameChg>
      </pc:sldChg>
      <pc:sldChg chg="addSp delSp modSp">
        <pc:chgData name="Yu, Harry" userId="d07dd713-323b-41c6-b24d-c18be50fb4fc" providerId="ADAL" clId="{196D0870-A10A-40F5-A791-3C67912576F2}" dt="2020-10-19T06:43:46.307" v="10384"/>
        <pc:sldMkLst>
          <pc:docMk/>
          <pc:sldMk cId="3675676484" sldId="387"/>
        </pc:sldMkLst>
        <pc:spChg chg="add">
          <ac:chgData name="Yu, Harry" userId="d07dd713-323b-41c6-b24d-c18be50fb4fc" providerId="ADAL" clId="{196D0870-A10A-40F5-A791-3C67912576F2}" dt="2020-10-19T06:43:46.307" v="10384"/>
          <ac:spMkLst>
            <pc:docMk/>
            <pc:sldMk cId="3675676484" sldId="387"/>
            <ac:spMk id="5" creationId="{CB048E8A-DE1E-46FD-9C13-99B8CDEAC8DA}"/>
          </ac:spMkLst>
        </pc:spChg>
        <pc:spChg chg="mod">
          <ac:chgData name="Yu, Harry" userId="d07dd713-323b-41c6-b24d-c18be50fb4fc" providerId="ADAL" clId="{196D0870-A10A-40F5-A791-3C67912576F2}" dt="2020-10-12T05:04:41.187" v="8059" actId="1076"/>
          <ac:spMkLst>
            <pc:docMk/>
            <pc:sldMk cId="3675676484" sldId="387"/>
            <ac:spMk id="6" creationId="{0ED065AC-F3EF-42B0-A34B-DF7EED7FF8B9}"/>
          </ac:spMkLst>
        </pc:spChg>
        <pc:spChg chg="add mod">
          <ac:chgData name="Yu, Harry" userId="d07dd713-323b-41c6-b24d-c18be50fb4fc" providerId="ADAL" clId="{196D0870-A10A-40F5-A791-3C67912576F2}" dt="2020-10-12T05:05:51.307" v="8108" actId="20577"/>
          <ac:spMkLst>
            <pc:docMk/>
            <pc:sldMk cId="3675676484" sldId="387"/>
            <ac:spMk id="7" creationId="{E979D3E5-B107-4EED-9369-B2A655B62703}"/>
          </ac:spMkLst>
        </pc:spChg>
        <pc:graphicFrameChg chg="add del">
          <ac:chgData name="Yu, Harry" userId="d07dd713-323b-41c6-b24d-c18be50fb4fc" providerId="ADAL" clId="{196D0870-A10A-40F5-A791-3C67912576F2}" dt="2020-10-12T03:17:52.688" v="7808" actId="3680"/>
          <ac:graphicFrameMkLst>
            <pc:docMk/>
            <pc:sldMk cId="3675676484" sldId="387"/>
            <ac:graphicFrameMk id="2" creationId="{E6DF603C-B816-4FB6-8886-CCF315E570C8}"/>
          </ac:graphicFrameMkLst>
        </pc:graphicFrameChg>
        <pc:graphicFrameChg chg="mod modGraphic">
          <ac:chgData name="Yu, Harry" userId="d07dd713-323b-41c6-b24d-c18be50fb4fc" providerId="ADAL" clId="{196D0870-A10A-40F5-A791-3C67912576F2}" dt="2020-10-12T01:36:09.240" v="7804" actId="207"/>
          <ac:graphicFrameMkLst>
            <pc:docMk/>
            <pc:sldMk cId="3675676484" sldId="387"/>
            <ac:graphicFrameMk id="9" creationId="{A471383B-87D3-406F-AEC8-A1732EA53B37}"/>
          </ac:graphicFrameMkLst>
        </pc:graphicFrameChg>
      </pc:sldChg>
      <pc:sldChg chg="modSp">
        <pc:chgData name="Yu, Harry" userId="d07dd713-323b-41c6-b24d-c18be50fb4fc" providerId="ADAL" clId="{196D0870-A10A-40F5-A791-3C67912576F2}" dt="2020-10-12T01:37:19.715" v="7805"/>
        <pc:sldMkLst>
          <pc:docMk/>
          <pc:sldMk cId="3933054710" sldId="388"/>
        </pc:sldMkLst>
        <pc:spChg chg="mod">
          <ac:chgData name="Yu, Harry" userId="d07dd713-323b-41c6-b24d-c18be50fb4fc" providerId="ADAL" clId="{196D0870-A10A-40F5-A791-3C67912576F2}" dt="2020-10-12T01:37:19.715" v="7805"/>
          <ac:spMkLst>
            <pc:docMk/>
            <pc:sldMk cId="3933054710" sldId="388"/>
            <ac:spMk id="4" creationId="{1567C550-8534-4752-A750-4145E9563059}"/>
          </ac:spMkLst>
        </pc:spChg>
      </pc:sldChg>
      <pc:sldChg chg="add del">
        <pc:chgData name="Yu, Harry" userId="d07dd713-323b-41c6-b24d-c18be50fb4fc" providerId="ADAL" clId="{196D0870-A10A-40F5-A791-3C67912576F2}" dt="2020-10-12T03:18:01.404" v="7810"/>
        <pc:sldMkLst>
          <pc:docMk/>
          <pc:sldMk cId="250960633" sldId="389"/>
        </pc:sldMkLst>
      </pc:sldChg>
      <pc:sldChg chg="addSp delSp modSp add ord">
        <pc:chgData name="Yu, Harry" userId="d07dd713-323b-41c6-b24d-c18be50fb4fc" providerId="ADAL" clId="{196D0870-A10A-40F5-A791-3C67912576F2}" dt="2020-10-12T05:02:32.027" v="8001"/>
        <pc:sldMkLst>
          <pc:docMk/>
          <pc:sldMk cId="4023221386" sldId="389"/>
        </pc:sldMkLst>
        <pc:spChg chg="mod">
          <ac:chgData name="Yu, Harry" userId="d07dd713-323b-41c6-b24d-c18be50fb4fc" providerId="ADAL" clId="{196D0870-A10A-40F5-A791-3C67912576F2}" dt="2020-10-12T05:02:32.027" v="8001"/>
          <ac:spMkLst>
            <pc:docMk/>
            <pc:sldMk cId="4023221386" sldId="389"/>
            <ac:spMk id="2" creationId="{FFC8ED2D-44AD-4566-888E-BED91AAFEFCD}"/>
          </ac:spMkLst>
        </pc:spChg>
        <pc:spChg chg="del">
          <ac:chgData name="Yu, Harry" userId="d07dd713-323b-41c6-b24d-c18be50fb4fc" providerId="ADAL" clId="{196D0870-A10A-40F5-A791-3C67912576F2}" dt="2020-10-12T03:18:15.232" v="7814" actId="478"/>
          <ac:spMkLst>
            <pc:docMk/>
            <pc:sldMk cId="4023221386" sldId="389"/>
            <ac:spMk id="3" creationId="{95503911-D4EE-4A70-82F7-B811E86F2BFF}"/>
          </ac:spMkLst>
        </pc:spChg>
        <pc:spChg chg="del">
          <ac:chgData name="Yu, Harry" userId="d07dd713-323b-41c6-b24d-c18be50fb4fc" providerId="ADAL" clId="{196D0870-A10A-40F5-A791-3C67912576F2}" dt="2020-10-12T03:18:12.388" v="7813" actId="478"/>
          <ac:spMkLst>
            <pc:docMk/>
            <pc:sldMk cId="4023221386" sldId="389"/>
            <ac:spMk id="4" creationId="{04610164-2380-4DB6-8F9B-6F6ABE37FDD2}"/>
          </ac:spMkLst>
        </pc:spChg>
        <pc:graphicFrameChg chg="add mod modGraphic">
          <ac:chgData name="Yu, Harry" userId="d07dd713-323b-41c6-b24d-c18be50fb4fc" providerId="ADAL" clId="{196D0870-A10A-40F5-A791-3C67912576F2}" dt="2020-10-12T05:01:15.577" v="7993" actId="20577"/>
          <ac:graphicFrameMkLst>
            <pc:docMk/>
            <pc:sldMk cId="4023221386" sldId="389"/>
            <ac:graphicFrameMk id="5" creationId="{E49FB377-936F-45F0-B02D-15081C30623D}"/>
          </ac:graphicFrameMkLst>
        </pc:graphicFrameChg>
      </pc:sldChg>
      <pc:sldChg chg="modSp ord">
        <pc:chgData name="Yu, Harry" userId="d07dd713-323b-41c6-b24d-c18be50fb4fc" providerId="ADAL" clId="{196D0870-A10A-40F5-A791-3C67912576F2}" dt="2020-11-05T00:21:36.227" v="12720" actId="20577"/>
        <pc:sldMkLst>
          <pc:docMk/>
          <pc:sldMk cId="1891120556" sldId="390"/>
        </pc:sldMkLst>
        <pc:spChg chg="mod">
          <ac:chgData name="Yu, Harry" userId="d07dd713-323b-41c6-b24d-c18be50fb4fc" providerId="ADAL" clId="{196D0870-A10A-40F5-A791-3C67912576F2}" dt="2020-10-12T05:02:27.511" v="7999"/>
          <ac:spMkLst>
            <pc:docMk/>
            <pc:sldMk cId="1891120556" sldId="390"/>
            <ac:spMk id="2" creationId="{FFC8ED2D-44AD-4566-888E-BED91AAFEFCD}"/>
          </ac:spMkLst>
        </pc:spChg>
        <pc:graphicFrameChg chg="modGraphic">
          <ac:chgData name="Yu, Harry" userId="d07dd713-323b-41c6-b24d-c18be50fb4fc" providerId="ADAL" clId="{196D0870-A10A-40F5-A791-3C67912576F2}" dt="2020-11-05T00:21:36.227" v="12720" actId="20577"/>
          <ac:graphicFrameMkLst>
            <pc:docMk/>
            <pc:sldMk cId="1891120556" sldId="390"/>
            <ac:graphicFrameMk id="5" creationId="{E49FB377-936F-45F0-B02D-15081C30623D}"/>
          </ac:graphicFrameMkLst>
        </pc:graphicFrameChg>
      </pc:sldChg>
      <pc:sldChg chg="modSp">
        <pc:chgData name="Yu, Harry" userId="d07dd713-323b-41c6-b24d-c18be50fb4fc" providerId="ADAL" clId="{196D0870-A10A-40F5-A791-3C67912576F2}" dt="2020-10-12T05:02:37.550" v="8003"/>
        <pc:sldMkLst>
          <pc:docMk/>
          <pc:sldMk cId="1220728675" sldId="391"/>
        </pc:sldMkLst>
        <pc:spChg chg="mod">
          <ac:chgData name="Yu, Harry" userId="d07dd713-323b-41c6-b24d-c18be50fb4fc" providerId="ADAL" clId="{196D0870-A10A-40F5-A791-3C67912576F2}" dt="2020-10-12T05:02:37.550" v="8003"/>
          <ac:spMkLst>
            <pc:docMk/>
            <pc:sldMk cId="1220728675" sldId="391"/>
            <ac:spMk id="2" creationId="{FFC8ED2D-44AD-4566-888E-BED91AAFEFCD}"/>
          </ac:spMkLst>
        </pc:spChg>
        <pc:graphicFrameChg chg="mod modGraphic">
          <ac:chgData name="Yu, Harry" userId="d07dd713-323b-41c6-b24d-c18be50fb4fc" providerId="ADAL" clId="{196D0870-A10A-40F5-A791-3C67912576F2}" dt="2020-10-12T05:02:14.158" v="7997" actId="20577"/>
          <ac:graphicFrameMkLst>
            <pc:docMk/>
            <pc:sldMk cId="1220728675" sldId="391"/>
            <ac:graphicFrameMk id="5" creationId="{E49FB377-936F-45F0-B02D-15081C30623D}"/>
          </ac:graphicFrameMkLst>
        </pc:graphicFrameChg>
      </pc:sldChg>
      <pc:sldChg chg="modSp">
        <pc:chgData name="Yu, Harry" userId="d07dd713-323b-41c6-b24d-c18be50fb4fc" providerId="ADAL" clId="{196D0870-A10A-40F5-A791-3C67912576F2}" dt="2020-10-12T05:07:22.186" v="8109"/>
        <pc:sldMkLst>
          <pc:docMk/>
          <pc:sldMk cId="3818488837" sldId="392"/>
        </pc:sldMkLst>
        <pc:spChg chg="mod">
          <ac:chgData name="Yu, Harry" userId="d07dd713-323b-41c6-b24d-c18be50fb4fc" providerId="ADAL" clId="{196D0870-A10A-40F5-A791-3C67912576F2}" dt="2020-10-12T05:07:22.186" v="8109"/>
          <ac:spMkLst>
            <pc:docMk/>
            <pc:sldMk cId="3818488837" sldId="392"/>
            <ac:spMk id="4" creationId="{1567C550-8534-4752-A750-4145E9563059}"/>
          </ac:spMkLst>
        </pc:spChg>
      </pc:sldChg>
      <pc:sldChg chg="delSp modSp">
        <pc:chgData name="Yu, Harry" userId="d07dd713-323b-41c6-b24d-c18be50fb4fc" providerId="ADAL" clId="{196D0870-A10A-40F5-A791-3C67912576F2}" dt="2020-10-12T05:58:13.930" v="8226" actId="20577"/>
        <pc:sldMkLst>
          <pc:docMk/>
          <pc:sldMk cId="20146493" sldId="393"/>
        </pc:sldMkLst>
        <pc:spChg chg="mod">
          <ac:chgData name="Yu, Harry" userId="d07dd713-323b-41c6-b24d-c18be50fb4fc" providerId="ADAL" clId="{196D0870-A10A-40F5-A791-3C67912576F2}" dt="2020-10-12T05:58:13.930" v="8226" actId="20577"/>
          <ac:spMkLst>
            <pc:docMk/>
            <pc:sldMk cId="20146493" sldId="393"/>
            <ac:spMk id="6" creationId="{0ED065AC-F3EF-42B0-A34B-DF7EED7FF8B9}"/>
          </ac:spMkLst>
        </pc:spChg>
        <pc:spChg chg="del">
          <ac:chgData name="Yu, Harry" userId="d07dd713-323b-41c6-b24d-c18be50fb4fc" providerId="ADAL" clId="{196D0870-A10A-40F5-A791-3C67912576F2}" dt="2020-10-12T05:10:37.726" v="8117" actId="478"/>
          <ac:spMkLst>
            <pc:docMk/>
            <pc:sldMk cId="20146493" sldId="393"/>
            <ac:spMk id="7" creationId="{E979D3E5-B107-4EED-9369-B2A655B62703}"/>
          </ac:spMkLst>
        </pc:spChg>
        <pc:graphicFrameChg chg="mod modGraphic">
          <ac:chgData name="Yu, Harry" userId="d07dd713-323b-41c6-b24d-c18be50fb4fc" providerId="ADAL" clId="{196D0870-A10A-40F5-A791-3C67912576F2}" dt="2020-10-12T05:17:06.086" v="8145" actId="20577"/>
          <ac:graphicFrameMkLst>
            <pc:docMk/>
            <pc:sldMk cId="20146493" sldId="393"/>
            <ac:graphicFrameMk id="9" creationId="{A471383B-87D3-406F-AEC8-A1732EA53B37}"/>
          </ac:graphicFrameMkLst>
        </pc:graphicFrameChg>
      </pc:sldChg>
      <pc:sldChg chg="modSp">
        <pc:chgData name="Yu, Harry" userId="d07dd713-323b-41c6-b24d-c18be50fb4fc" providerId="ADAL" clId="{196D0870-A10A-40F5-A791-3C67912576F2}" dt="2020-10-12T05:58:18.532" v="8227" actId="20577"/>
        <pc:sldMkLst>
          <pc:docMk/>
          <pc:sldMk cId="1885818837" sldId="394"/>
        </pc:sldMkLst>
        <pc:spChg chg="mod">
          <ac:chgData name="Yu, Harry" userId="d07dd713-323b-41c6-b24d-c18be50fb4fc" providerId="ADAL" clId="{196D0870-A10A-40F5-A791-3C67912576F2}" dt="2020-10-12T05:58:18.532" v="8227" actId="20577"/>
          <ac:spMkLst>
            <pc:docMk/>
            <pc:sldMk cId="1885818837" sldId="394"/>
            <ac:spMk id="6" creationId="{0ED065AC-F3EF-42B0-A34B-DF7EED7FF8B9}"/>
          </ac:spMkLst>
        </pc:spChg>
        <pc:graphicFrameChg chg="mod modGraphic">
          <ac:chgData name="Yu, Harry" userId="d07dd713-323b-41c6-b24d-c18be50fb4fc" providerId="ADAL" clId="{196D0870-A10A-40F5-A791-3C67912576F2}" dt="2020-10-12T05:25:12.382" v="8188" actId="20577"/>
          <ac:graphicFrameMkLst>
            <pc:docMk/>
            <pc:sldMk cId="1885818837" sldId="394"/>
            <ac:graphicFrameMk id="9" creationId="{A471383B-87D3-406F-AEC8-A1732EA53B37}"/>
          </ac:graphicFrameMkLst>
        </pc:graphicFrameChg>
      </pc:sldChg>
      <pc:sldChg chg="add del">
        <pc:chgData name="Yu, Harry" userId="d07dd713-323b-41c6-b24d-c18be50fb4fc" providerId="ADAL" clId="{196D0870-A10A-40F5-A791-3C67912576F2}" dt="2020-10-12T05:25:33.616" v="8189" actId="2696"/>
        <pc:sldMkLst>
          <pc:docMk/>
          <pc:sldMk cId="3452057254" sldId="395"/>
        </pc:sldMkLst>
      </pc:sldChg>
      <pc:sldChg chg="modSp">
        <pc:chgData name="Yu, Harry" userId="d07dd713-323b-41c6-b24d-c18be50fb4fc" providerId="ADAL" clId="{196D0870-A10A-40F5-A791-3C67912576F2}" dt="2020-10-12T05:58:23.930" v="8228" actId="20577"/>
        <pc:sldMkLst>
          <pc:docMk/>
          <pc:sldMk cId="3029800416" sldId="396"/>
        </pc:sldMkLst>
        <pc:spChg chg="mod">
          <ac:chgData name="Yu, Harry" userId="d07dd713-323b-41c6-b24d-c18be50fb4fc" providerId="ADAL" clId="{196D0870-A10A-40F5-A791-3C67912576F2}" dt="2020-10-12T05:58:23.930" v="8228" actId="20577"/>
          <ac:spMkLst>
            <pc:docMk/>
            <pc:sldMk cId="3029800416" sldId="396"/>
            <ac:spMk id="6" creationId="{0ED065AC-F3EF-42B0-A34B-DF7EED7FF8B9}"/>
          </ac:spMkLst>
        </pc:spChg>
        <pc:graphicFrameChg chg="mod modGraphic">
          <ac:chgData name="Yu, Harry" userId="d07dd713-323b-41c6-b24d-c18be50fb4fc" providerId="ADAL" clId="{196D0870-A10A-40F5-A791-3C67912576F2}" dt="2020-10-12T05:57:36.589" v="8225" actId="207"/>
          <ac:graphicFrameMkLst>
            <pc:docMk/>
            <pc:sldMk cId="3029800416" sldId="396"/>
            <ac:graphicFrameMk id="9" creationId="{A471383B-87D3-406F-AEC8-A1732EA53B37}"/>
          </ac:graphicFrameMkLst>
        </pc:graphicFrameChg>
      </pc:sldChg>
      <pc:sldChg chg="modSp">
        <pc:chgData name="Yu, Harry" userId="d07dd713-323b-41c6-b24d-c18be50fb4fc" providerId="ADAL" clId="{196D0870-A10A-40F5-A791-3C67912576F2}" dt="2020-10-12T05:59:48.910" v="8245" actId="20577"/>
        <pc:sldMkLst>
          <pc:docMk/>
          <pc:sldMk cId="2484212312" sldId="397"/>
        </pc:sldMkLst>
        <pc:spChg chg="mod">
          <ac:chgData name="Yu, Harry" userId="d07dd713-323b-41c6-b24d-c18be50fb4fc" providerId="ADAL" clId="{196D0870-A10A-40F5-A791-3C67912576F2}" dt="2020-10-12T05:59:48.910" v="8245" actId="20577"/>
          <ac:spMkLst>
            <pc:docMk/>
            <pc:sldMk cId="2484212312" sldId="397"/>
            <ac:spMk id="4" creationId="{1567C550-8534-4752-A750-4145E9563059}"/>
          </ac:spMkLst>
        </pc:spChg>
      </pc:sldChg>
      <pc:sldChg chg="modSp">
        <pc:chgData name="Yu, Harry" userId="d07dd713-323b-41c6-b24d-c18be50fb4fc" providerId="ADAL" clId="{196D0870-A10A-40F5-A791-3C67912576F2}" dt="2020-10-12T06:15:47.545" v="8326" actId="20577"/>
        <pc:sldMkLst>
          <pc:docMk/>
          <pc:sldMk cId="4033781814" sldId="398"/>
        </pc:sldMkLst>
        <pc:spChg chg="mod">
          <ac:chgData name="Yu, Harry" userId="d07dd713-323b-41c6-b24d-c18be50fb4fc" providerId="ADAL" clId="{196D0870-A10A-40F5-A791-3C67912576F2}" dt="2020-10-12T06:15:47.545" v="8326" actId="20577"/>
          <ac:spMkLst>
            <pc:docMk/>
            <pc:sldMk cId="4033781814" sldId="398"/>
            <ac:spMk id="6" creationId="{0ED065AC-F3EF-42B0-A34B-DF7EED7FF8B9}"/>
          </ac:spMkLst>
        </pc:spChg>
        <pc:graphicFrameChg chg="mod modGraphic">
          <ac:chgData name="Yu, Harry" userId="d07dd713-323b-41c6-b24d-c18be50fb4fc" providerId="ADAL" clId="{196D0870-A10A-40F5-A791-3C67912576F2}" dt="2020-10-12T06:06:11.335" v="8280" actId="20577"/>
          <ac:graphicFrameMkLst>
            <pc:docMk/>
            <pc:sldMk cId="4033781814" sldId="398"/>
            <ac:graphicFrameMk id="9" creationId="{A471383B-87D3-406F-AEC8-A1732EA53B37}"/>
          </ac:graphicFrameMkLst>
        </pc:graphicFrameChg>
      </pc:sldChg>
      <pc:sldChg chg="modSp">
        <pc:chgData name="Yu, Harry" userId="d07dd713-323b-41c6-b24d-c18be50fb4fc" providerId="ADAL" clId="{196D0870-A10A-40F5-A791-3C67912576F2}" dt="2020-10-12T06:15:52.602" v="8327" actId="20577"/>
        <pc:sldMkLst>
          <pc:docMk/>
          <pc:sldMk cId="1399147271" sldId="399"/>
        </pc:sldMkLst>
        <pc:spChg chg="mod">
          <ac:chgData name="Yu, Harry" userId="d07dd713-323b-41c6-b24d-c18be50fb4fc" providerId="ADAL" clId="{196D0870-A10A-40F5-A791-3C67912576F2}" dt="2020-10-12T06:15:52.602" v="8327" actId="20577"/>
          <ac:spMkLst>
            <pc:docMk/>
            <pc:sldMk cId="1399147271" sldId="399"/>
            <ac:spMk id="6" creationId="{0ED065AC-F3EF-42B0-A34B-DF7EED7FF8B9}"/>
          </ac:spMkLst>
        </pc:spChg>
        <pc:graphicFrameChg chg="mod modGraphic">
          <ac:chgData name="Yu, Harry" userId="d07dd713-323b-41c6-b24d-c18be50fb4fc" providerId="ADAL" clId="{196D0870-A10A-40F5-A791-3C67912576F2}" dt="2020-10-12T06:15:39.996" v="8325" actId="207"/>
          <ac:graphicFrameMkLst>
            <pc:docMk/>
            <pc:sldMk cId="1399147271" sldId="399"/>
            <ac:graphicFrameMk id="9" creationId="{A471383B-87D3-406F-AEC8-A1732EA53B37}"/>
          </ac:graphicFrameMkLst>
        </pc:graphicFrameChg>
      </pc:sldChg>
      <pc:sldChg chg="addSp modSp">
        <pc:chgData name="Yu, Harry" userId="d07dd713-323b-41c6-b24d-c18be50fb4fc" providerId="ADAL" clId="{196D0870-A10A-40F5-A791-3C67912576F2}" dt="2020-10-12T06:29:26.105" v="8781" actId="113"/>
        <pc:sldMkLst>
          <pc:docMk/>
          <pc:sldMk cId="2963989402" sldId="400"/>
        </pc:sldMkLst>
        <pc:spChg chg="add mod">
          <ac:chgData name="Yu, Harry" userId="d07dd713-323b-41c6-b24d-c18be50fb4fc" providerId="ADAL" clId="{196D0870-A10A-40F5-A791-3C67912576F2}" dt="2020-10-12T06:29:26.105" v="8781" actId="113"/>
          <ac:spMkLst>
            <pc:docMk/>
            <pc:sldMk cId="2963989402" sldId="400"/>
            <ac:spMk id="4" creationId="{06C3FB2C-3E91-4E40-84F6-2E3C27F2154B}"/>
          </ac:spMkLst>
        </pc:spChg>
        <pc:spChg chg="mod">
          <ac:chgData name="Yu, Harry" userId="d07dd713-323b-41c6-b24d-c18be50fb4fc" providerId="ADAL" clId="{196D0870-A10A-40F5-A791-3C67912576F2}" dt="2020-10-12T06:15:59.842" v="8330" actId="20577"/>
          <ac:spMkLst>
            <pc:docMk/>
            <pc:sldMk cId="2963989402" sldId="400"/>
            <ac:spMk id="6" creationId="{0ED065AC-F3EF-42B0-A34B-DF7EED7FF8B9}"/>
          </ac:spMkLst>
        </pc:spChg>
        <pc:graphicFrameChg chg="mod modGraphic">
          <ac:chgData name="Yu, Harry" userId="d07dd713-323b-41c6-b24d-c18be50fb4fc" providerId="ADAL" clId="{196D0870-A10A-40F5-A791-3C67912576F2}" dt="2020-10-12T06:25:05.995" v="8399" actId="20577"/>
          <ac:graphicFrameMkLst>
            <pc:docMk/>
            <pc:sldMk cId="2963989402" sldId="400"/>
            <ac:graphicFrameMk id="9" creationId="{A471383B-87D3-406F-AEC8-A1732EA53B37}"/>
          </ac:graphicFrameMkLst>
        </pc:graphicFrameChg>
      </pc:sldChg>
      <pc:sldChg chg="modSp">
        <pc:chgData name="Yu, Harry" userId="d07dd713-323b-41c6-b24d-c18be50fb4fc" providerId="ADAL" clId="{196D0870-A10A-40F5-A791-3C67912576F2}" dt="2020-10-12T06:33:44.378" v="8797" actId="207"/>
        <pc:sldMkLst>
          <pc:docMk/>
          <pc:sldMk cId="4220464762" sldId="401"/>
        </pc:sldMkLst>
        <pc:spChg chg="mod">
          <ac:chgData name="Yu, Harry" userId="d07dd713-323b-41c6-b24d-c18be50fb4fc" providerId="ADAL" clId="{196D0870-A10A-40F5-A791-3C67912576F2}" dt="2020-10-12T06:16:06.921" v="8333" actId="20577"/>
          <ac:spMkLst>
            <pc:docMk/>
            <pc:sldMk cId="4220464762" sldId="401"/>
            <ac:spMk id="6" creationId="{0ED065AC-F3EF-42B0-A34B-DF7EED7FF8B9}"/>
          </ac:spMkLst>
        </pc:spChg>
        <pc:graphicFrameChg chg="mod modGraphic">
          <ac:chgData name="Yu, Harry" userId="d07dd713-323b-41c6-b24d-c18be50fb4fc" providerId="ADAL" clId="{196D0870-A10A-40F5-A791-3C67912576F2}" dt="2020-10-12T06:33:44.378" v="8797" actId="207"/>
          <ac:graphicFrameMkLst>
            <pc:docMk/>
            <pc:sldMk cId="4220464762" sldId="401"/>
            <ac:graphicFrameMk id="9" creationId="{A471383B-87D3-406F-AEC8-A1732EA53B37}"/>
          </ac:graphicFrameMkLst>
        </pc:graphicFrameChg>
      </pc:sldChg>
      <pc:sldChg chg="addSp delSp modSp">
        <pc:chgData name="Yu, Harry" userId="d07dd713-323b-41c6-b24d-c18be50fb4fc" providerId="ADAL" clId="{196D0870-A10A-40F5-A791-3C67912576F2}" dt="2020-10-19T06:44:24.783" v="10387" actId="20577"/>
        <pc:sldMkLst>
          <pc:docMk/>
          <pc:sldMk cId="723533408" sldId="402"/>
        </pc:sldMkLst>
        <pc:spChg chg="mod">
          <ac:chgData name="Yu, Harry" userId="d07dd713-323b-41c6-b24d-c18be50fb4fc" providerId="ADAL" clId="{196D0870-A10A-40F5-A791-3C67912576F2}" dt="2020-10-19T05:11:59.819" v="9596"/>
          <ac:spMkLst>
            <pc:docMk/>
            <pc:sldMk cId="723533408" sldId="402"/>
            <ac:spMk id="2" creationId="{B2DCC6B2-4893-4AFD-A933-7468A12B60AF}"/>
          </ac:spMkLst>
        </pc:spChg>
        <pc:spChg chg="mod">
          <ac:chgData name="Yu, Harry" userId="d07dd713-323b-41c6-b24d-c18be50fb4fc" providerId="ADAL" clId="{196D0870-A10A-40F5-A791-3C67912576F2}" dt="2020-10-19T06:44:24.783" v="10387" actId="20577"/>
          <ac:spMkLst>
            <pc:docMk/>
            <pc:sldMk cId="723533408" sldId="402"/>
            <ac:spMk id="3" creationId="{96457946-1483-4C9A-8FE4-A2862E3EFF3F}"/>
          </ac:spMkLst>
        </pc:spChg>
        <pc:spChg chg="del">
          <ac:chgData name="Yu, Harry" userId="d07dd713-323b-41c6-b24d-c18be50fb4fc" providerId="ADAL" clId="{196D0870-A10A-40F5-A791-3C67912576F2}" dt="2020-10-16T06:59:15.673" v="8902" actId="478"/>
          <ac:spMkLst>
            <pc:docMk/>
            <pc:sldMk cId="723533408" sldId="402"/>
            <ac:spMk id="4" creationId="{F40B3903-56DF-4903-AAAF-FFE7DC00ED5A}"/>
          </ac:spMkLst>
        </pc:spChg>
        <pc:spChg chg="add del mod">
          <ac:chgData name="Yu, Harry" userId="d07dd713-323b-41c6-b24d-c18be50fb4fc" providerId="ADAL" clId="{196D0870-A10A-40F5-A791-3C67912576F2}" dt="2020-10-16T06:59:23.494" v="8903" actId="478"/>
          <ac:spMkLst>
            <pc:docMk/>
            <pc:sldMk cId="723533408" sldId="402"/>
            <ac:spMk id="6" creationId="{D5A259F3-86D1-4963-9E0A-6C3E7516F7F8}"/>
          </ac:spMkLst>
        </pc:spChg>
      </pc:sldChg>
      <pc:sldChg chg="addSp delSp modSp add">
        <pc:chgData name="Yu, Harry" userId="d07dd713-323b-41c6-b24d-c18be50fb4fc" providerId="ADAL" clId="{196D0870-A10A-40F5-A791-3C67912576F2}" dt="2020-10-22T04:39:39.079" v="12519"/>
        <pc:sldMkLst>
          <pc:docMk/>
          <pc:sldMk cId="3004043700" sldId="403"/>
        </pc:sldMkLst>
        <pc:spChg chg="mod">
          <ac:chgData name="Yu, Harry" userId="d07dd713-323b-41c6-b24d-c18be50fb4fc" providerId="ADAL" clId="{196D0870-A10A-40F5-A791-3C67912576F2}" dt="2020-10-22T03:57:25.806" v="11175" actId="20577"/>
          <ac:spMkLst>
            <pc:docMk/>
            <pc:sldMk cId="3004043700" sldId="403"/>
            <ac:spMk id="2" creationId="{ED55F549-94FF-4DE8-832C-177E57CD6E9A}"/>
          </ac:spMkLst>
        </pc:spChg>
        <pc:spChg chg="mod">
          <ac:chgData name="Yu, Harry" userId="d07dd713-323b-41c6-b24d-c18be50fb4fc" providerId="ADAL" clId="{196D0870-A10A-40F5-A791-3C67912576F2}" dt="2020-10-22T04:34:59.274" v="12518" actId="20577"/>
          <ac:spMkLst>
            <pc:docMk/>
            <pc:sldMk cId="3004043700" sldId="403"/>
            <ac:spMk id="3" creationId="{C94C0357-C34C-461F-A62D-2F636771AEF4}"/>
          </ac:spMkLst>
        </pc:spChg>
        <pc:spChg chg="del">
          <ac:chgData name="Yu, Harry" userId="d07dd713-323b-41c6-b24d-c18be50fb4fc" providerId="ADAL" clId="{196D0870-A10A-40F5-A791-3C67912576F2}" dt="2020-10-22T03:57:21.014" v="11172" actId="478"/>
          <ac:spMkLst>
            <pc:docMk/>
            <pc:sldMk cId="3004043700" sldId="403"/>
            <ac:spMk id="4" creationId="{7CEE157C-C9A8-480B-B036-65306144D99B}"/>
          </ac:spMkLst>
        </pc:spChg>
        <pc:spChg chg="add">
          <ac:chgData name="Yu, Harry" userId="d07dd713-323b-41c6-b24d-c18be50fb4fc" providerId="ADAL" clId="{196D0870-A10A-40F5-A791-3C67912576F2}" dt="2020-10-22T04:39:39.079" v="12519"/>
          <ac:spMkLst>
            <pc:docMk/>
            <pc:sldMk cId="3004043700" sldId="403"/>
            <ac:spMk id="6" creationId="{129C9198-1C62-4DB1-85C2-DC41B8111A85}"/>
          </ac:spMkLst>
        </pc:spChg>
        <pc:picChg chg="add mod">
          <ac:chgData name="Yu, Harry" userId="d07dd713-323b-41c6-b24d-c18be50fb4fc" providerId="ADAL" clId="{196D0870-A10A-40F5-A791-3C67912576F2}" dt="2020-10-22T03:59:37.413" v="11183" actId="14100"/>
          <ac:picMkLst>
            <pc:docMk/>
            <pc:sldMk cId="3004043700" sldId="403"/>
            <ac:picMk id="1026" creationId="{9107FF16-6CB8-4839-90F3-C9651F23535F}"/>
          </ac:picMkLst>
        </pc:picChg>
      </pc:sldChg>
      <pc:sldMasterChg chg="modSp modSldLayout">
        <pc:chgData name="Yu, Harry" userId="d07dd713-323b-41c6-b24d-c18be50fb4fc" providerId="ADAL" clId="{196D0870-A10A-40F5-A791-3C67912576F2}" dt="2020-09-24T04:30:17.205" v="49"/>
        <pc:sldMasterMkLst>
          <pc:docMk/>
          <pc:sldMasterMk cId="0" sldId="2147483648"/>
        </pc:sldMasterMkLst>
        <pc:spChg chg="mod">
          <ac:chgData name="Yu, Harry" userId="d07dd713-323b-41c6-b24d-c18be50fb4fc" providerId="ADAL" clId="{196D0870-A10A-40F5-A791-3C67912576F2}" dt="2020-09-24T04:30:17.205" v="49"/>
          <ac:spMkLst>
            <pc:docMk/>
            <pc:sldMasterMk cId="0" sldId="2147483648"/>
            <ac:spMk id="2" creationId="{6D33D527-2918-4752-A9A7-0BDBA010BB39}"/>
          </ac:spMkLst>
        </pc:spChg>
        <pc:spChg chg="mod">
          <ac:chgData name="Yu, Harry" userId="d07dd713-323b-41c6-b24d-c18be50fb4fc" providerId="ADAL" clId="{196D0870-A10A-40F5-A791-3C67912576F2}" dt="2020-09-24T04:27:30.390" v="47" actId="1076"/>
          <ac:spMkLst>
            <pc:docMk/>
            <pc:sldMasterMk cId="0" sldId="2147483648"/>
            <ac:spMk id="11" creationId="{1C80E488-8534-4743-924A-62CA17A7A192}"/>
          </ac:spMkLst>
        </pc:spChg>
        <pc:sldLayoutChg chg="modSp">
          <pc:chgData name="Yu, Harry" userId="d07dd713-323b-41c6-b24d-c18be50fb4fc" providerId="ADAL" clId="{196D0870-A10A-40F5-A791-3C67912576F2}" dt="2020-09-24T04:29:11.426" v="48"/>
          <pc:sldLayoutMkLst>
            <pc:docMk/>
            <pc:sldMasterMk cId="0" sldId="2147483648"/>
            <pc:sldLayoutMk cId="848009137" sldId="2147483723"/>
          </pc:sldLayoutMkLst>
          <pc:spChg chg="mod">
            <ac:chgData name="Yu, Harry" userId="d07dd713-323b-41c6-b24d-c18be50fb4fc" providerId="ADAL" clId="{196D0870-A10A-40F5-A791-3C67912576F2}" dt="2020-09-24T04:29:11.426" v="48"/>
            <ac:spMkLst>
              <pc:docMk/>
              <pc:sldMasterMk cId="0" sldId="2147483648"/>
              <pc:sldLayoutMk cId="848009137" sldId="2147483723"/>
              <ac:spMk id="14" creationId="{5C1E74A4-2107-4448-BA31-9630404A452B}"/>
            </ac:spMkLst>
          </pc:spChg>
        </pc:sldLayoutChg>
        <pc:sldLayoutChg chg="modSp">
          <pc:chgData name="Yu, Harry" userId="d07dd713-323b-41c6-b24d-c18be50fb4fc" providerId="ADAL" clId="{196D0870-A10A-40F5-A791-3C67912576F2}" dt="2020-09-24T04:29:11.426" v="48"/>
          <pc:sldLayoutMkLst>
            <pc:docMk/>
            <pc:sldMasterMk cId="0" sldId="2147483648"/>
            <pc:sldLayoutMk cId="3163764267" sldId="2147483744"/>
          </pc:sldLayoutMkLst>
          <pc:spChg chg="mod">
            <ac:chgData name="Yu, Harry" userId="d07dd713-323b-41c6-b24d-c18be50fb4fc" providerId="ADAL" clId="{196D0870-A10A-40F5-A791-3C67912576F2}" dt="2020-09-24T04:29:11.426" v="48"/>
            <ac:spMkLst>
              <pc:docMk/>
              <pc:sldMasterMk cId="0" sldId="2147483648"/>
              <pc:sldLayoutMk cId="3163764267" sldId="2147483744"/>
              <ac:spMk id="8" creationId="{52E60B70-5DF3-4398-B558-301661292DFC}"/>
            </ac:spMkLst>
          </pc:spChg>
        </pc:sldLayoutChg>
        <pc:sldLayoutChg chg="modSp">
          <pc:chgData name="Yu, Harry" userId="d07dd713-323b-41c6-b24d-c18be50fb4fc" providerId="ADAL" clId="{196D0870-A10A-40F5-A791-3C67912576F2}" dt="2020-09-24T04:29:11.426" v="48"/>
          <pc:sldLayoutMkLst>
            <pc:docMk/>
            <pc:sldMasterMk cId="0" sldId="2147483648"/>
            <pc:sldLayoutMk cId="111115880" sldId="2147483746"/>
          </pc:sldLayoutMkLst>
          <pc:spChg chg="mod">
            <ac:chgData name="Yu, Harry" userId="d07dd713-323b-41c6-b24d-c18be50fb4fc" providerId="ADAL" clId="{196D0870-A10A-40F5-A791-3C67912576F2}" dt="2020-09-24T04:29:11.426" v="48"/>
            <ac:spMkLst>
              <pc:docMk/>
              <pc:sldMasterMk cId="0" sldId="2147483648"/>
              <pc:sldLayoutMk cId="111115880" sldId="2147483746"/>
              <ac:spMk id="13" creationId="{ED4D76E8-466A-4C06-9261-BDE1AA914749}"/>
            </ac:spMkLst>
          </pc:spChg>
        </pc:sldLayoutChg>
        <pc:sldLayoutChg chg="modSp">
          <pc:chgData name="Yu, Harry" userId="d07dd713-323b-41c6-b24d-c18be50fb4fc" providerId="ADAL" clId="{196D0870-A10A-40F5-A791-3C67912576F2}" dt="2020-09-24T04:29:11.426" v="48"/>
          <pc:sldLayoutMkLst>
            <pc:docMk/>
            <pc:sldMasterMk cId="0" sldId="2147483648"/>
            <pc:sldLayoutMk cId="1069130286" sldId="2147483747"/>
          </pc:sldLayoutMkLst>
          <pc:spChg chg="mod">
            <ac:chgData name="Yu, Harry" userId="d07dd713-323b-41c6-b24d-c18be50fb4fc" providerId="ADAL" clId="{196D0870-A10A-40F5-A791-3C67912576F2}" dt="2020-09-24T04:29:11.426" v="48"/>
            <ac:spMkLst>
              <pc:docMk/>
              <pc:sldMasterMk cId="0" sldId="2147483648"/>
              <pc:sldLayoutMk cId="1069130286" sldId="2147483747"/>
              <ac:spMk id="15" creationId="{68A864FA-3818-4931-B452-798F1E7F5A67}"/>
            </ac:spMkLst>
          </pc:spChg>
        </pc:sldLayoutChg>
        <pc:sldLayoutChg chg="modSp">
          <pc:chgData name="Yu, Harry" userId="d07dd713-323b-41c6-b24d-c18be50fb4fc" providerId="ADAL" clId="{196D0870-A10A-40F5-A791-3C67912576F2}" dt="2020-09-24T04:29:11.426" v="48"/>
          <pc:sldLayoutMkLst>
            <pc:docMk/>
            <pc:sldMasterMk cId="0" sldId="2147483648"/>
            <pc:sldLayoutMk cId="2659977097" sldId="2147483761"/>
          </pc:sldLayoutMkLst>
          <pc:spChg chg="mod">
            <ac:chgData name="Yu, Harry" userId="d07dd713-323b-41c6-b24d-c18be50fb4fc" providerId="ADAL" clId="{196D0870-A10A-40F5-A791-3C67912576F2}" dt="2020-09-24T04:29:11.426" v="48"/>
            <ac:spMkLst>
              <pc:docMk/>
              <pc:sldMasterMk cId="0" sldId="2147483648"/>
              <pc:sldLayoutMk cId="2659977097" sldId="2147483761"/>
              <ac:spMk id="12" creationId="{EBD06FF7-C66A-4B8C-9693-1423A8337983}"/>
            </ac:spMkLst>
          </pc:spChg>
        </pc:sldLayoutChg>
        <pc:sldLayoutChg chg="modSp">
          <pc:chgData name="Yu, Harry" userId="d07dd713-323b-41c6-b24d-c18be50fb4fc" providerId="ADAL" clId="{196D0870-A10A-40F5-A791-3C67912576F2}" dt="2020-09-24T04:29:11.426" v="48"/>
          <pc:sldLayoutMkLst>
            <pc:docMk/>
            <pc:sldMasterMk cId="0" sldId="2147483648"/>
            <pc:sldLayoutMk cId="1206316103" sldId="2147483768"/>
          </pc:sldLayoutMkLst>
          <pc:spChg chg="mod">
            <ac:chgData name="Yu, Harry" userId="d07dd713-323b-41c6-b24d-c18be50fb4fc" providerId="ADAL" clId="{196D0870-A10A-40F5-A791-3C67912576F2}" dt="2020-09-24T04:29:11.426" v="48"/>
            <ac:spMkLst>
              <pc:docMk/>
              <pc:sldMasterMk cId="0" sldId="2147483648"/>
              <pc:sldLayoutMk cId="1206316103" sldId="2147483768"/>
              <ac:spMk id="15" creationId="{431659E3-0873-4033-A7E2-31DB4A07B08A}"/>
            </ac:spMkLst>
          </pc:spChg>
        </pc:sldLayoutChg>
        <pc:sldLayoutChg chg="modSp">
          <pc:chgData name="Yu, Harry" userId="d07dd713-323b-41c6-b24d-c18be50fb4fc" providerId="ADAL" clId="{196D0870-A10A-40F5-A791-3C67912576F2}" dt="2020-09-24T04:29:11.426" v="48"/>
          <pc:sldLayoutMkLst>
            <pc:docMk/>
            <pc:sldMasterMk cId="0" sldId="2147483648"/>
            <pc:sldLayoutMk cId="2929401118" sldId="2147483769"/>
          </pc:sldLayoutMkLst>
          <pc:spChg chg="mod">
            <ac:chgData name="Yu, Harry" userId="d07dd713-323b-41c6-b24d-c18be50fb4fc" providerId="ADAL" clId="{196D0870-A10A-40F5-A791-3C67912576F2}" dt="2020-09-24T04:29:11.426" v="48"/>
            <ac:spMkLst>
              <pc:docMk/>
              <pc:sldMasterMk cId="0" sldId="2147483648"/>
              <pc:sldLayoutMk cId="2929401118" sldId="2147483769"/>
              <ac:spMk id="19" creationId="{D5D8740F-FED9-4D14-9DF3-3BA84ADF820C}"/>
            </ac:spMkLst>
          </pc:spChg>
        </pc:sldLayoutChg>
        <pc:sldLayoutChg chg="modSp">
          <pc:chgData name="Yu, Harry" userId="d07dd713-323b-41c6-b24d-c18be50fb4fc" providerId="ADAL" clId="{196D0870-A10A-40F5-A791-3C67912576F2}" dt="2020-09-24T04:29:11.426" v="48"/>
          <pc:sldLayoutMkLst>
            <pc:docMk/>
            <pc:sldMasterMk cId="0" sldId="2147483648"/>
            <pc:sldLayoutMk cId="2721394469" sldId="2147483771"/>
          </pc:sldLayoutMkLst>
          <pc:spChg chg="mod">
            <ac:chgData name="Yu, Harry" userId="d07dd713-323b-41c6-b24d-c18be50fb4fc" providerId="ADAL" clId="{196D0870-A10A-40F5-A791-3C67912576F2}" dt="2020-09-24T04:29:11.426" v="48"/>
            <ac:spMkLst>
              <pc:docMk/>
              <pc:sldMasterMk cId="0" sldId="2147483648"/>
              <pc:sldLayoutMk cId="2721394469" sldId="2147483771"/>
              <ac:spMk id="23" creationId="{3C3544D4-6B59-4B11-BC0E-2FD48F693641}"/>
            </ac:spMkLst>
          </pc:spChg>
        </pc:sldLayoutChg>
        <pc:sldLayoutChg chg="modSp">
          <pc:chgData name="Yu, Harry" userId="d07dd713-323b-41c6-b24d-c18be50fb4fc" providerId="ADAL" clId="{196D0870-A10A-40F5-A791-3C67912576F2}" dt="2020-09-24T04:29:11.426" v="48"/>
          <pc:sldLayoutMkLst>
            <pc:docMk/>
            <pc:sldMasterMk cId="0" sldId="2147483648"/>
            <pc:sldLayoutMk cId="1275472773" sldId="2147483772"/>
          </pc:sldLayoutMkLst>
          <pc:spChg chg="mod">
            <ac:chgData name="Yu, Harry" userId="d07dd713-323b-41c6-b24d-c18be50fb4fc" providerId="ADAL" clId="{196D0870-A10A-40F5-A791-3C67912576F2}" dt="2020-09-24T04:29:11.426" v="48"/>
            <ac:spMkLst>
              <pc:docMk/>
              <pc:sldMasterMk cId="0" sldId="2147483648"/>
              <pc:sldLayoutMk cId="1275472773" sldId="2147483772"/>
              <ac:spMk id="22" creationId="{8D716FF7-59F9-414F-85CD-8E23360D2B4C}"/>
            </ac:spMkLst>
          </pc:spChg>
        </pc:sldLayoutChg>
        <pc:sldLayoutChg chg="modSp">
          <pc:chgData name="Yu, Harry" userId="d07dd713-323b-41c6-b24d-c18be50fb4fc" providerId="ADAL" clId="{196D0870-A10A-40F5-A791-3C67912576F2}" dt="2020-09-24T04:29:11.426" v="48"/>
          <pc:sldLayoutMkLst>
            <pc:docMk/>
            <pc:sldMasterMk cId="0" sldId="2147483648"/>
            <pc:sldLayoutMk cId="4037652969" sldId="2147483780"/>
          </pc:sldLayoutMkLst>
          <pc:spChg chg="mod">
            <ac:chgData name="Yu, Harry" userId="d07dd713-323b-41c6-b24d-c18be50fb4fc" providerId="ADAL" clId="{196D0870-A10A-40F5-A791-3C67912576F2}" dt="2020-09-24T04:29:11.426" v="48"/>
            <ac:spMkLst>
              <pc:docMk/>
              <pc:sldMasterMk cId="0" sldId="2147483648"/>
              <pc:sldLayoutMk cId="4037652969" sldId="2147483780"/>
              <ac:spMk id="8" creationId="{41A778AB-F6EC-4101-87E6-DECF7944E661}"/>
            </ac:spMkLst>
          </pc:spChg>
        </pc:sldLayoutChg>
      </pc:sldMasterChg>
    </pc:docChg>
  </pc:docChgLst>
  <pc:docChgLst>
    <pc:chgData name="Yu, Harry" userId="d07dd713-323b-41c6-b24d-c18be50fb4fc" providerId="ADAL" clId="{E7C1CD48-39C4-47BD-B80E-4A1F1BC99B70}"/>
    <pc:docChg chg="undo custSel modSld">
      <pc:chgData name="Yu, Harry" userId="d07dd713-323b-41c6-b24d-c18be50fb4fc" providerId="ADAL" clId="{E7C1CD48-39C4-47BD-B80E-4A1F1BC99B70}" dt="2024-11-22T07:32:33.448" v="1" actId="21"/>
      <pc:docMkLst>
        <pc:docMk/>
      </pc:docMkLst>
      <pc:sldChg chg="addSp delSp mod">
        <pc:chgData name="Yu, Harry" userId="d07dd713-323b-41c6-b24d-c18be50fb4fc" providerId="ADAL" clId="{E7C1CD48-39C4-47BD-B80E-4A1F1BC99B70}" dt="2024-11-22T07:32:33.448" v="1" actId="21"/>
        <pc:sldMkLst>
          <pc:docMk/>
          <pc:sldMk cId="2393367446" sldId="345"/>
        </pc:sldMkLst>
        <pc:grpChg chg="add del">
          <ac:chgData name="Yu, Harry" userId="d07dd713-323b-41c6-b24d-c18be50fb4fc" providerId="ADAL" clId="{E7C1CD48-39C4-47BD-B80E-4A1F1BC99B70}" dt="2024-11-22T07:32:33.448" v="1" actId="21"/>
          <ac:grpSpMkLst>
            <pc:docMk/>
            <pc:sldMk cId="2393367446" sldId="345"/>
            <ac:grpSpMk id="15" creationId="{406266C5-0975-40AE-B7EA-B35AA647EFBD}"/>
          </ac:grpSpMkLst>
        </pc:gr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11/22/2024</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09235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2"/>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9144"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4835881" y="6562504"/>
            <a:ext cx="2520242" cy="231410"/>
          </a:xfrm>
          <a:prstGeom prst="rect">
            <a:avLst/>
          </a:prstGeom>
        </p:spPr>
        <p:txBody>
          <a:bodyPr wrap="none">
            <a:spAutoFit/>
          </a:bodyPr>
          <a:lstStyle/>
          <a:p>
            <a:pPr algn="ctr"/>
            <a:r>
              <a:rPr lang="en-US" sz="1000" dirty="0">
                <a:solidFill>
                  <a:schemeClr val="bg2"/>
                </a:solidFill>
              </a:rPr>
              <a:t>Intel Confidential | For Internal Use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dirty="0">
                <a:solidFill>
                  <a:schemeClr val="bg2"/>
                </a:solidFill>
              </a:rPr>
              <a:t>CQR | </a:t>
            </a:r>
            <a:r>
              <a:rPr lang="en-US" sz="1000" b="0" dirty="0">
                <a:solidFill>
                  <a:schemeClr val="bg2"/>
                </a:solidFill>
              </a:rPr>
              <a:t> Customer Quality &amp; Reliability</a:t>
            </a:r>
            <a:endParaRPr lang="en-US" sz="1000" b="1" dirty="0">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slide" Target="slide7.xml"/><Relationship Id="rId7" Type="http://schemas.openxmlformats.org/officeDocument/2006/relationships/slide" Target="slide21.xml"/><Relationship Id="rId12" Type="http://schemas.openxmlformats.org/officeDocument/2006/relationships/slide" Target="slide43.xml"/><Relationship Id="rId2" Type="http://schemas.openxmlformats.org/officeDocument/2006/relationships/slide" Target="slide6.xml"/><Relationship Id="rId1" Type="http://schemas.openxmlformats.org/officeDocument/2006/relationships/slideLayout" Target="../slideLayouts/slideLayout6.xml"/><Relationship Id="rId6" Type="http://schemas.openxmlformats.org/officeDocument/2006/relationships/slide" Target="slide19.xml"/><Relationship Id="rId11" Type="http://schemas.openxmlformats.org/officeDocument/2006/relationships/slide" Target="slide38.xml"/><Relationship Id="rId5" Type="http://schemas.openxmlformats.org/officeDocument/2006/relationships/slide" Target="slide10.xml"/><Relationship Id="rId10" Type="http://schemas.openxmlformats.org/officeDocument/2006/relationships/slide" Target="slide36.xml"/><Relationship Id="rId4" Type="http://schemas.openxmlformats.org/officeDocument/2006/relationships/slide" Target="slide9.xml"/><Relationship Id="rId9" Type="http://schemas.openxmlformats.org/officeDocument/2006/relationships/slide" Target="slide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5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slide" Target="slide60.xml"/><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 Target="slide5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jpeg"/><Relationship Id="rId1" Type="http://schemas.openxmlformats.org/officeDocument/2006/relationships/slideLayout" Target="../slideLayouts/slideLayout6.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png"/></Relationships>
</file>

<file path=ppt/slides/_rels/slide59.xml.rels><?xml version="1.0" encoding="UTF-8" standalone="yes"?>
<Relationships xmlns="http://schemas.openxmlformats.org/package/2006/relationships"><Relationship Id="rId8" Type="http://schemas.openxmlformats.org/officeDocument/2006/relationships/slide" Target="slide29.xml"/><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image" Target="../media/image24.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895476" y="3621855"/>
            <a:ext cx="9909428" cy="1091827"/>
          </a:xfrm>
        </p:spPr>
        <p:txBody>
          <a:bodyPr anchor="b" anchorCtr="0"/>
          <a:lstStyle/>
          <a:p>
            <a:r>
              <a:rPr lang="en-US" dirty="0"/>
              <a:t>2020 ADL Customers CRD Summary Report</a:t>
            </a:r>
          </a:p>
        </p:txBody>
      </p:sp>
      <p:sp>
        <p:nvSpPr>
          <p:cNvPr id="9" name="Text Placeholder 8">
            <a:extLst>
              <a:ext uri="{FF2B5EF4-FFF2-40B4-BE49-F238E27FC236}">
                <a16:creationId xmlns:a16="http://schemas.microsoft.com/office/drawing/2014/main" id="{ABEAF9F9-E88D-44A4-A1B6-BAA2E532B65E}"/>
              </a:ext>
            </a:extLst>
          </p:cNvPr>
          <p:cNvSpPr>
            <a:spLocks noGrp="1"/>
          </p:cNvSpPr>
          <p:nvPr>
            <p:ph type="body" sz="quarter" idx="27"/>
          </p:nvPr>
        </p:nvSpPr>
        <p:spPr>
          <a:xfrm>
            <a:off x="1908349" y="4778609"/>
            <a:ext cx="9695388" cy="326776"/>
          </a:xfrm>
        </p:spPr>
        <p:txBody>
          <a:bodyPr/>
          <a:lstStyle/>
          <a:p>
            <a:r>
              <a:rPr lang="en-US" dirty="0"/>
              <a:t>Rev1.2, CQ&amp;R CMEE Team, 2020Q4</a:t>
            </a:r>
          </a:p>
        </p:txBody>
      </p:sp>
      <p:sp>
        <p:nvSpPr>
          <p:cNvPr id="8" name="Octagon 7">
            <a:extLst>
              <a:ext uri="{FF2B5EF4-FFF2-40B4-BE49-F238E27FC236}">
                <a16:creationId xmlns:a16="http://schemas.microsoft.com/office/drawing/2014/main" id="{6042841E-0D98-468A-8176-AB4F17BB07E7}"/>
              </a:ext>
            </a:extLst>
          </p:cNvPr>
          <p:cNvSpPr/>
          <p:nvPr/>
        </p:nvSpPr>
        <p:spPr>
          <a:xfrm>
            <a:off x="9619488" y="445573"/>
            <a:ext cx="2103120" cy="2120424"/>
          </a:xfrm>
          <a:prstGeom prst="octagon">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Stop</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Customers confidential information </a:t>
            </a:r>
            <a:r>
              <a:rPr lang="en-US" sz="1200" u="sng"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under NDA</a:t>
            </a: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 Intel internal use only</a:t>
            </a:r>
            <a:endParaRPr kumimoji="0" lang="en-US" sz="1200" b="0"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endParaRPr>
          </a:p>
        </p:txBody>
      </p:sp>
    </p:spTree>
    <p:extLst>
      <p:ext uri="{BB962C8B-B14F-4D97-AF65-F5344CB8AC3E}">
        <p14:creationId xmlns:p14="http://schemas.microsoft.com/office/powerpoint/2010/main" val="2086400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F9035-2E54-4883-B353-04ABA460C743}"/>
              </a:ext>
            </a:extLst>
          </p:cNvPr>
          <p:cNvSpPr>
            <a:spLocks noGrp="1"/>
          </p:cNvSpPr>
          <p:nvPr>
            <p:ph type="title"/>
          </p:nvPr>
        </p:nvSpPr>
        <p:spPr/>
        <p:txBody>
          <a:bodyPr/>
          <a:lstStyle/>
          <a:p>
            <a:r>
              <a:rPr lang="en-US" dirty="0"/>
              <a:t>General SMT Line Layout</a:t>
            </a:r>
          </a:p>
        </p:txBody>
      </p:sp>
      <p:grpSp>
        <p:nvGrpSpPr>
          <p:cNvPr id="15" name="Group 14">
            <a:extLst>
              <a:ext uri="{FF2B5EF4-FFF2-40B4-BE49-F238E27FC236}">
                <a16:creationId xmlns:a16="http://schemas.microsoft.com/office/drawing/2014/main" id="{406266C5-0975-40AE-B7EA-B35AA647EFBD}"/>
              </a:ext>
            </a:extLst>
          </p:cNvPr>
          <p:cNvGrpSpPr/>
          <p:nvPr/>
        </p:nvGrpSpPr>
        <p:grpSpPr>
          <a:xfrm>
            <a:off x="1524000" y="1308555"/>
            <a:ext cx="9144000" cy="5011888"/>
            <a:chOff x="1524000" y="1308555"/>
            <a:chExt cx="9144000" cy="5011888"/>
          </a:xfrm>
        </p:grpSpPr>
        <p:pic>
          <p:nvPicPr>
            <p:cNvPr id="5" name="Picture 4">
              <a:extLst>
                <a:ext uri="{FF2B5EF4-FFF2-40B4-BE49-F238E27FC236}">
                  <a16:creationId xmlns:a16="http://schemas.microsoft.com/office/drawing/2014/main" id="{57F4FA19-8472-4A82-A54B-C1605218127E}"/>
                </a:ext>
              </a:extLst>
            </p:cNvPr>
            <p:cNvPicPr>
              <a:picLocks noChangeAspect="1"/>
            </p:cNvPicPr>
            <p:nvPr/>
          </p:nvPicPr>
          <p:blipFill>
            <a:blip r:embed="rId2"/>
            <a:stretch>
              <a:fillRect/>
            </a:stretch>
          </p:blipFill>
          <p:spPr>
            <a:xfrm>
              <a:off x="1524000" y="1523999"/>
              <a:ext cx="9144000" cy="4796444"/>
            </a:xfrm>
            <a:prstGeom prst="rect">
              <a:avLst/>
            </a:prstGeom>
          </p:spPr>
        </p:pic>
        <p:cxnSp>
          <p:nvCxnSpPr>
            <p:cNvPr id="6" name="Straight Arrow Connector 5">
              <a:extLst>
                <a:ext uri="{FF2B5EF4-FFF2-40B4-BE49-F238E27FC236}">
                  <a16:creationId xmlns:a16="http://schemas.microsoft.com/office/drawing/2014/main" id="{58F69106-D292-407E-A7B9-C515C8437CF0}"/>
                </a:ext>
              </a:extLst>
            </p:cNvPr>
            <p:cNvCxnSpPr/>
            <p:nvPr/>
          </p:nvCxnSpPr>
          <p:spPr bwMode="auto">
            <a:xfrm>
              <a:off x="2307771" y="3992201"/>
              <a:ext cx="503853" cy="44786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7" name="TextBox 6">
              <a:extLst>
                <a:ext uri="{FF2B5EF4-FFF2-40B4-BE49-F238E27FC236}">
                  <a16:creationId xmlns:a16="http://schemas.microsoft.com/office/drawing/2014/main" id="{117AD1CA-9E40-4A83-B158-6161861785B4}"/>
                </a:ext>
              </a:extLst>
            </p:cNvPr>
            <p:cNvSpPr txBox="1"/>
            <p:nvPr/>
          </p:nvSpPr>
          <p:spPr>
            <a:xfrm>
              <a:off x="3637383" y="5102544"/>
              <a:ext cx="1754156" cy="523220"/>
            </a:xfrm>
            <a:prstGeom prst="rect">
              <a:avLst/>
            </a:prstGeom>
            <a:noFill/>
          </p:spPr>
          <p:txBody>
            <a:bodyPr wrap="square" rtlCol="0">
              <a:spAutoFit/>
            </a:bodyPr>
            <a:lstStyle/>
            <a:p>
              <a:r>
                <a:rPr lang="en-MY" sz="1400" dirty="0">
                  <a:solidFill>
                    <a:srgbClr val="000000"/>
                  </a:solidFill>
                </a:rPr>
                <a:t>Solder Paste Inspection (SPI)</a:t>
              </a:r>
              <a:endParaRPr lang="en-US" sz="1400" dirty="0">
                <a:solidFill>
                  <a:srgbClr val="000000"/>
                </a:solidFill>
              </a:endParaRPr>
            </a:p>
          </p:txBody>
        </p:sp>
        <p:cxnSp>
          <p:nvCxnSpPr>
            <p:cNvPr id="8" name="Straight Arrow Connector 7">
              <a:extLst>
                <a:ext uri="{FF2B5EF4-FFF2-40B4-BE49-F238E27FC236}">
                  <a16:creationId xmlns:a16="http://schemas.microsoft.com/office/drawing/2014/main" id="{FB93E878-13D6-4C2A-856E-4E1228840DD8}"/>
                </a:ext>
              </a:extLst>
            </p:cNvPr>
            <p:cNvCxnSpPr/>
            <p:nvPr/>
          </p:nvCxnSpPr>
          <p:spPr bwMode="auto">
            <a:xfrm>
              <a:off x="4276531" y="3329727"/>
              <a:ext cx="27991" cy="419878"/>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1CFC6F87-4A16-42AE-B754-83982841936D}"/>
                </a:ext>
              </a:extLst>
            </p:cNvPr>
            <p:cNvCxnSpPr/>
            <p:nvPr/>
          </p:nvCxnSpPr>
          <p:spPr bwMode="auto">
            <a:xfrm>
              <a:off x="4649755" y="3245752"/>
              <a:ext cx="233265" cy="29857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0" name="TextBox 9">
              <a:extLst>
                <a:ext uri="{FF2B5EF4-FFF2-40B4-BE49-F238E27FC236}">
                  <a16:creationId xmlns:a16="http://schemas.microsoft.com/office/drawing/2014/main" id="{2749D29A-B82C-4221-BE39-D0F88411B680}"/>
                </a:ext>
              </a:extLst>
            </p:cNvPr>
            <p:cNvSpPr txBox="1"/>
            <p:nvPr/>
          </p:nvSpPr>
          <p:spPr>
            <a:xfrm>
              <a:off x="4439814" y="2394175"/>
              <a:ext cx="2701213" cy="430887"/>
            </a:xfrm>
            <a:prstGeom prst="rect">
              <a:avLst/>
            </a:prstGeom>
            <a:noFill/>
          </p:spPr>
          <p:txBody>
            <a:bodyPr wrap="square" rtlCol="0">
              <a:spAutoFit/>
            </a:bodyPr>
            <a:lstStyle/>
            <a:p>
              <a:pPr algn="ctr"/>
              <a:r>
                <a:rPr lang="en-MY" sz="1100" dirty="0">
                  <a:solidFill>
                    <a:srgbClr val="000000"/>
                  </a:solidFill>
                </a:rPr>
                <a:t>Pre-Reflow Automated Optical Inspection (AOI) - Optional</a:t>
              </a:r>
              <a:endParaRPr lang="en-US" sz="1100" dirty="0">
                <a:solidFill>
                  <a:srgbClr val="000000"/>
                </a:solidFill>
              </a:endParaRPr>
            </a:p>
          </p:txBody>
        </p:sp>
        <p:cxnSp>
          <p:nvCxnSpPr>
            <p:cNvPr id="11" name="Straight Arrow Connector 10">
              <a:extLst>
                <a:ext uri="{FF2B5EF4-FFF2-40B4-BE49-F238E27FC236}">
                  <a16:creationId xmlns:a16="http://schemas.microsoft.com/office/drawing/2014/main" id="{D6C88DCD-F20E-4AF5-A366-6C8BAAE1E43B}"/>
                </a:ext>
              </a:extLst>
            </p:cNvPr>
            <p:cNvCxnSpPr/>
            <p:nvPr/>
          </p:nvCxnSpPr>
          <p:spPr bwMode="auto">
            <a:xfrm>
              <a:off x="5790420" y="2825062"/>
              <a:ext cx="202943" cy="504665"/>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BBF56A05-17CF-4253-B856-E47C94C05471}"/>
                </a:ext>
              </a:extLst>
            </p:cNvPr>
            <p:cNvCxnSpPr/>
            <p:nvPr/>
          </p:nvCxnSpPr>
          <p:spPr bwMode="auto">
            <a:xfrm>
              <a:off x="7346302" y="2394175"/>
              <a:ext cx="457200" cy="68321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E780ECD1-3821-42E4-9542-1DF1AE079146}"/>
                </a:ext>
              </a:extLst>
            </p:cNvPr>
            <p:cNvCxnSpPr/>
            <p:nvPr/>
          </p:nvCxnSpPr>
          <p:spPr bwMode="auto">
            <a:xfrm flipH="1" flipV="1">
              <a:off x="9566988" y="2825062"/>
              <a:ext cx="569167" cy="420690"/>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4" name="TextBox 13">
              <a:extLst>
                <a:ext uri="{FF2B5EF4-FFF2-40B4-BE49-F238E27FC236}">
                  <a16:creationId xmlns:a16="http://schemas.microsoft.com/office/drawing/2014/main" id="{06982695-F2F8-46E3-A98A-7B5025ED4C2F}"/>
                </a:ext>
              </a:extLst>
            </p:cNvPr>
            <p:cNvSpPr txBox="1"/>
            <p:nvPr/>
          </p:nvSpPr>
          <p:spPr>
            <a:xfrm>
              <a:off x="8344677" y="1308555"/>
              <a:ext cx="2218353" cy="430887"/>
            </a:xfrm>
            <a:prstGeom prst="rect">
              <a:avLst/>
            </a:prstGeom>
            <a:noFill/>
          </p:spPr>
          <p:txBody>
            <a:bodyPr wrap="square" rtlCol="0">
              <a:spAutoFit/>
            </a:bodyPr>
            <a:lstStyle/>
            <a:p>
              <a:pPr algn="ctr"/>
              <a:r>
                <a:rPr lang="en-MY" sz="1100" dirty="0">
                  <a:solidFill>
                    <a:srgbClr val="000000"/>
                  </a:solidFill>
                </a:rPr>
                <a:t>Post-Reflow Automated Optical Inspection (AOI)</a:t>
              </a:r>
              <a:endParaRPr lang="en-US" sz="1100" dirty="0">
                <a:solidFill>
                  <a:srgbClr val="000000"/>
                </a:solidFill>
              </a:endParaRPr>
            </a:p>
          </p:txBody>
        </p:sp>
      </p:grpSp>
    </p:spTree>
    <p:extLst>
      <p:ext uri="{BB962C8B-B14F-4D97-AF65-F5344CB8AC3E}">
        <p14:creationId xmlns:p14="http://schemas.microsoft.com/office/powerpoint/2010/main" val="239336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71370" y="2642615"/>
            <a:ext cx="11010900" cy="3605785"/>
          </a:xfrm>
        </p:spPr>
        <p:txBody>
          <a:bodyPr>
            <a:normAutofit fontScale="92500" lnSpcReduction="20000"/>
          </a:bodyPr>
          <a:lstStyle/>
          <a:p>
            <a:r>
              <a:rPr lang="en-US" dirty="0"/>
              <a:t>Data Collected From 10 ODM Customers/Sites</a:t>
            </a:r>
          </a:p>
          <a:p>
            <a:pPr lvl="1"/>
            <a:r>
              <a:rPr lang="en-US" dirty="0"/>
              <a:t>Compal (</a:t>
            </a:r>
            <a:r>
              <a:rPr lang="en-US" dirty="0" err="1"/>
              <a:t>KunSan</a:t>
            </a:r>
            <a:r>
              <a:rPr lang="en-US" dirty="0"/>
              <a:t> – Build for Dell/HP, </a:t>
            </a:r>
            <a:r>
              <a:rPr lang="en-US" dirty="0" err="1"/>
              <a:t>ChengDu</a:t>
            </a:r>
            <a:r>
              <a:rPr lang="en-US" dirty="0"/>
              <a:t> – Build for Dell, </a:t>
            </a:r>
            <a:r>
              <a:rPr lang="en-US" dirty="0" err="1"/>
              <a:t>ChongQing</a:t>
            </a:r>
            <a:r>
              <a:rPr lang="en-US" dirty="0"/>
              <a:t> – Build for Acer)</a:t>
            </a:r>
          </a:p>
          <a:p>
            <a:pPr lvl="1"/>
            <a:r>
              <a:rPr lang="en-US" dirty="0"/>
              <a:t>HuaQin (Build for </a:t>
            </a:r>
            <a:r>
              <a:rPr lang="en-US" dirty="0" err="1"/>
              <a:t>HuaWei</a:t>
            </a:r>
            <a:r>
              <a:rPr lang="en-US" dirty="0"/>
              <a:t>/Asus/Lenovo)</a:t>
            </a:r>
          </a:p>
          <a:p>
            <a:pPr lvl="1"/>
            <a:r>
              <a:rPr lang="en-US" dirty="0"/>
              <a:t>Inventec </a:t>
            </a:r>
            <a:r>
              <a:rPr lang="en-US" dirty="0" err="1"/>
              <a:t>ChongQing</a:t>
            </a:r>
            <a:r>
              <a:rPr lang="en-US" dirty="0"/>
              <a:t> (Build for HP)</a:t>
            </a:r>
          </a:p>
          <a:p>
            <a:pPr lvl="1"/>
            <a:r>
              <a:rPr lang="en-US" dirty="0"/>
              <a:t>LCFC (Build for Lenovo)</a:t>
            </a:r>
          </a:p>
          <a:p>
            <a:pPr lvl="1"/>
            <a:r>
              <a:rPr lang="en-US" dirty="0"/>
              <a:t>MSI </a:t>
            </a:r>
            <a:r>
              <a:rPr lang="en-US" dirty="0" err="1"/>
              <a:t>KunSan</a:t>
            </a:r>
            <a:r>
              <a:rPr lang="en-US" dirty="0"/>
              <a:t> (Own Brand)</a:t>
            </a:r>
          </a:p>
          <a:p>
            <a:pPr lvl="1"/>
            <a:r>
              <a:rPr lang="en-US" dirty="0"/>
              <a:t>Pegatron (</a:t>
            </a:r>
            <a:r>
              <a:rPr lang="en-US" dirty="0" err="1"/>
              <a:t>ChongQing</a:t>
            </a:r>
            <a:r>
              <a:rPr lang="en-US" dirty="0"/>
              <a:t> – Build for Asus, </a:t>
            </a:r>
            <a:r>
              <a:rPr lang="en-US" dirty="0" err="1"/>
              <a:t>SuZhou</a:t>
            </a:r>
            <a:r>
              <a:rPr lang="en-US" dirty="0"/>
              <a:t> – Build for MSFT/Intel)</a:t>
            </a:r>
          </a:p>
          <a:p>
            <a:pPr lvl="1"/>
            <a:r>
              <a:rPr lang="en-US" dirty="0"/>
              <a:t>Wistron </a:t>
            </a:r>
            <a:r>
              <a:rPr lang="en-US" dirty="0" err="1"/>
              <a:t>TaiWan</a:t>
            </a:r>
            <a:r>
              <a:rPr lang="en-US" dirty="0"/>
              <a:t> (Build for Lenovo)</a:t>
            </a:r>
          </a:p>
        </p:txBody>
      </p:sp>
      <p:sp>
        <p:nvSpPr>
          <p:cNvPr id="4" name="Text Placeholder 3">
            <a:extLst>
              <a:ext uri="{FF2B5EF4-FFF2-40B4-BE49-F238E27FC236}">
                <a16:creationId xmlns:a16="http://schemas.microsoft.com/office/drawing/2014/main" id="{F40B3903-56DF-4903-AAAF-FFE7DC00ED5A}"/>
              </a:ext>
            </a:extLst>
          </p:cNvPr>
          <p:cNvSpPr>
            <a:spLocks noGrp="1"/>
          </p:cNvSpPr>
          <p:nvPr>
            <p:ph type="body" sz="quarter" idx="29"/>
          </p:nvPr>
        </p:nvSpPr>
        <p:spPr/>
        <p:txBody>
          <a:bodyPr/>
          <a:lstStyle/>
          <a:p>
            <a:r>
              <a:rPr lang="en-US" dirty="0"/>
              <a:t>Share Findings From CMEE Mobile Industry Data Collection (ADL Platform Customer Survey)</a:t>
            </a:r>
          </a:p>
        </p:txBody>
      </p:sp>
    </p:spTree>
    <p:extLst>
      <p:ext uri="{BB962C8B-B14F-4D97-AF65-F5344CB8AC3E}">
        <p14:creationId xmlns:p14="http://schemas.microsoft.com/office/powerpoint/2010/main" val="197084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dirty="0"/>
              <a:t>Highlight</a:t>
            </a:r>
            <a:r>
              <a:rPr lang="en-US" altLang="zh-CN" dirty="0"/>
              <a:t>s</a:t>
            </a:r>
            <a:endParaRPr lang="en-US" dirty="0"/>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71370" y="1253765"/>
            <a:ext cx="11010900" cy="4994635"/>
          </a:xfrm>
        </p:spPr>
        <p:txBody>
          <a:bodyPr>
            <a:normAutofit fontScale="77500" lnSpcReduction="20000"/>
          </a:bodyPr>
          <a:lstStyle/>
          <a:p>
            <a:pPr marL="288925" indent="-288925"/>
            <a:r>
              <a:rPr lang="en-US" dirty="0"/>
              <a:t>See increasing usage of Yunnan-Tin and other pastes, </a:t>
            </a:r>
            <a:r>
              <a:rPr lang="en-US" dirty="0" err="1"/>
              <a:t>ShenMao</a:t>
            </a:r>
            <a:r>
              <a:rPr lang="en-US" dirty="0"/>
              <a:t> is reducing the market share in client segment </a:t>
            </a:r>
            <a:r>
              <a:rPr lang="en-US" dirty="0">
                <a:sym typeface="Wingdings" panose="05000000000000000000" pitchFamily="2" charset="2"/>
                <a:hlinkClick r:id="rId2" action="ppaction://hlinksldjump"/>
              </a:rPr>
              <a:t></a:t>
            </a:r>
            <a:endParaRPr lang="en-US" dirty="0">
              <a:sym typeface="Wingdings" panose="05000000000000000000" pitchFamily="2" charset="2"/>
            </a:endParaRPr>
          </a:p>
          <a:p>
            <a:pPr marL="288925" indent="-288925"/>
            <a:r>
              <a:rPr lang="en-US" dirty="0">
                <a:sym typeface="Wingdings" panose="05000000000000000000" pitchFamily="2" charset="2"/>
              </a:rPr>
              <a:t>More customers capable on 01005 component SMT </a:t>
            </a:r>
            <a:r>
              <a:rPr lang="en-US" altLang="zh-CN" dirty="0">
                <a:sym typeface="Wingdings" panose="05000000000000000000" pitchFamily="2" charset="2"/>
                <a:hlinkClick r:id="rId3"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0.35mm pitch BGA acceptance still relatively low (3/10 capable) </a:t>
            </a:r>
            <a:r>
              <a:rPr lang="en-US" altLang="zh-CN" dirty="0">
                <a:sym typeface="Wingdings" panose="05000000000000000000" pitchFamily="2" charset="2"/>
                <a:hlinkClick r:id="rId4"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See increased customer adoption of vacuum support block </a:t>
            </a:r>
            <a:r>
              <a:rPr lang="en-US" altLang="zh-CN" dirty="0">
                <a:sym typeface="Wingdings" panose="05000000000000000000" pitchFamily="2" charset="2"/>
                <a:hlinkClick r:id="rId5"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Copper-Nickel-Zinc is a quite popular material for EMI shield </a:t>
            </a:r>
            <a:r>
              <a:rPr lang="en-US" altLang="zh-CN" dirty="0">
                <a:sym typeface="Wingdings" panose="05000000000000000000" pitchFamily="2" charset="2"/>
                <a:hlinkClick r:id="rId6"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Black SM PCB downgrade AOI performance, SMD pad preferred for small size Pad </a:t>
            </a:r>
            <a:r>
              <a:rPr lang="en-US" altLang="zh-CN" dirty="0">
                <a:sym typeface="Wingdings" panose="05000000000000000000" pitchFamily="2" charset="2"/>
                <a:hlinkClick r:id="rId7" action="ppaction://hlinksldjump"/>
              </a:rPr>
              <a:t></a:t>
            </a:r>
            <a:r>
              <a:rPr lang="en-US" altLang="zh-CN" dirty="0">
                <a:sym typeface="Wingdings" panose="05000000000000000000" pitchFamily="2" charset="2"/>
              </a:rPr>
              <a:t> </a:t>
            </a:r>
          </a:p>
          <a:p>
            <a:pPr marL="288925" indent="-288925"/>
            <a:r>
              <a:rPr lang="en-US" altLang="zh-CN" dirty="0">
                <a:sym typeface="Wingdings" panose="05000000000000000000" pitchFamily="2" charset="2"/>
              </a:rPr>
              <a:t>All customers measure O2 PPM at</a:t>
            </a:r>
            <a:r>
              <a:rPr lang="zh-CN" altLang="en-US" dirty="0">
                <a:sym typeface="Wingdings" panose="05000000000000000000" pitchFamily="2" charset="2"/>
              </a:rPr>
              <a:t> </a:t>
            </a:r>
            <a:r>
              <a:rPr lang="en-US" altLang="zh-CN" dirty="0">
                <a:sym typeface="Wingdings" panose="05000000000000000000" pitchFamily="2" charset="2"/>
              </a:rPr>
              <a:t>reflow/peak zone </a:t>
            </a:r>
            <a:r>
              <a:rPr lang="en-US" altLang="zh-CN" dirty="0">
                <a:sym typeface="Wingdings" panose="05000000000000000000" pitchFamily="2" charset="2"/>
                <a:hlinkClick r:id="rId8"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UV glue is the most common board adhesive, apply after SMT before test </a:t>
            </a:r>
            <a:r>
              <a:rPr lang="en-US" altLang="zh-CN" dirty="0">
                <a:sym typeface="Wingdings" panose="05000000000000000000" pitchFamily="2" charset="2"/>
                <a:hlinkClick r:id="rId9"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2mm is the most common KOZ width, different customers have KOZ length </a:t>
            </a:r>
            <a:r>
              <a:rPr lang="en-US" altLang="zh-CN" dirty="0">
                <a:sym typeface="Wingdings" panose="05000000000000000000" pitchFamily="2" charset="2"/>
                <a:hlinkClick r:id="rId10"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There are 3 customers are using N2 on rework process </a:t>
            </a:r>
            <a:r>
              <a:rPr lang="en-US" altLang="zh-CN" dirty="0">
                <a:sym typeface="Wingdings" panose="05000000000000000000" pitchFamily="2" charset="2"/>
                <a:hlinkClick r:id="rId11" action="ppaction://hlinksldjump"/>
              </a:rPr>
              <a:t></a:t>
            </a:r>
            <a:endParaRPr lang="en-US" altLang="zh-CN" dirty="0">
              <a:sym typeface="Wingdings" panose="05000000000000000000" pitchFamily="2" charset="2"/>
            </a:endParaRPr>
          </a:p>
          <a:p>
            <a:pPr marL="288925" indent="-288925"/>
            <a:r>
              <a:rPr lang="en-US" altLang="zh-CN" dirty="0">
                <a:sym typeface="Wingdings" panose="05000000000000000000" pitchFamily="2" charset="2"/>
              </a:rPr>
              <a:t>Black SM cost up 3%~5%, </a:t>
            </a:r>
            <a:r>
              <a:rPr lang="en-US" altLang="zh-CN" dirty="0" err="1">
                <a:sym typeface="Wingdings" panose="05000000000000000000" pitchFamily="2" charset="2"/>
              </a:rPr>
              <a:t>Tg</a:t>
            </a:r>
            <a:r>
              <a:rPr lang="en-US" altLang="zh-CN" dirty="0">
                <a:sym typeface="Wingdings" panose="05000000000000000000" pitchFamily="2" charset="2"/>
              </a:rPr>
              <a:t> 150 is the most common material </a:t>
            </a:r>
            <a:r>
              <a:rPr lang="en-US" altLang="zh-CN" dirty="0">
                <a:sym typeface="Wingdings" panose="05000000000000000000" pitchFamily="2" charset="2"/>
                <a:hlinkClick r:id="rId12" action="ppaction://hlinksldjump"/>
              </a:rPr>
              <a:t></a:t>
            </a:r>
            <a:endParaRPr lang="en-US" altLang="zh-CN" dirty="0">
              <a:sym typeface="Wingdings" panose="05000000000000000000" pitchFamily="2" charset="2"/>
            </a:endParaRPr>
          </a:p>
          <a:p>
            <a:pPr marL="288925" indent="-288925"/>
            <a:endParaRPr lang="en-US" altLang="zh-CN" dirty="0">
              <a:sym typeface="Wingdings" panose="05000000000000000000" pitchFamily="2" charset="2"/>
            </a:endParaRPr>
          </a:p>
          <a:p>
            <a:pPr marL="288925" indent="-288925"/>
            <a:endParaRPr lang="en-US" altLang="zh-CN" dirty="0">
              <a:sym typeface="Wingdings" panose="05000000000000000000" pitchFamily="2" charset="2"/>
            </a:endParaRPr>
          </a:p>
          <a:p>
            <a:pPr marL="288925" indent="-288925"/>
            <a:endParaRPr lang="en-US" dirty="0">
              <a:sym typeface="Wingdings" panose="05000000000000000000" pitchFamily="2" charset="2"/>
            </a:endParaRPr>
          </a:p>
        </p:txBody>
      </p:sp>
    </p:spTree>
    <p:extLst>
      <p:ext uri="{BB962C8B-B14F-4D97-AF65-F5344CB8AC3E}">
        <p14:creationId xmlns:p14="http://schemas.microsoft.com/office/powerpoint/2010/main" val="72353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Solder Paste Printing</a:t>
            </a:r>
          </a:p>
        </p:txBody>
      </p:sp>
    </p:spTree>
    <p:extLst>
      <p:ext uri="{BB962C8B-B14F-4D97-AF65-F5344CB8AC3E}">
        <p14:creationId xmlns:p14="http://schemas.microsoft.com/office/powerpoint/2010/main" val="3615015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Solder Paste Printing (1 Of 5)</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055246957"/>
              </p:ext>
            </p:extLst>
          </p:nvPr>
        </p:nvGraphicFramePr>
        <p:xfrm>
          <a:off x="571370" y="1392555"/>
          <a:ext cx="10767190" cy="294132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are the top 3 SAC pastes and the percentage of each type used in your production line?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err="1">
                          <a:solidFill>
                            <a:srgbClr val="00B050"/>
                          </a:solidFill>
                          <a:effectLst/>
                          <a:latin typeface="Intel Clear Light" panose="020B0404020203020204" pitchFamily="34" charset="0"/>
                        </a:rPr>
                        <a:t>YuanNan</a:t>
                      </a:r>
                      <a:r>
                        <a:rPr lang="en-US" sz="1000" b="0" i="0" u="none" strike="noStrike" dirty="0">
                          <a:solidFill>
                            <a:srgbClr val="00B050"/>
                          </a:solidFill>
                          <a:effectLst/>
                          <a:latin typeface="Intel Clear Light" panose="020B0404020203020204" pitchFamily="34" charset="0"/>
                        </a:rPr>
                        <a:t> Tin YW9-3005-98CY04 (96%)</a:t>
                      </a:r>
                      <a:br>
                        <a:rPr lang="en-US" sz="1000" b="0" i="0" u="none" strike="noStrike" dirty="0">
                          <a:solidFill>
                            <a:srgbClr val="000000"/>
                          </a:solidFill>
                          <a:effectLst/>
                          <a:latin typeface="Intel Clear Light" panose="020B0404020203020204" pitchFamily="34" charset="0"/>
                        </a:rPr>
                      </a:br>
                      <a:r>
                        <a:rPr lang="en-US" sz="1000" b="0" i="0" u="none" strike="noStrike" dirty="0" err="1">
                          <a:solidFill>
                            <a:srgbClr val="000000"/>
                          </a:solidFill>
                          <a:effectLst/>
                          <a:latin typeface="Intel Clear Light" panose="020B0404020203020204" pitchFamily="34" charset="0"/>
                        </a:rPr>
                        <a:t>ShenMao</a:t>
                      </a:r>
                      <a:r>
                        <a:rPr lang="en-US" sz="1000" b="0" i="0" u="none" strike="noStrike" dirty="0">
                          <a:solidFill>
                            <a:srgbClr val="000000"/>
                          </a:solidFill>
                          <a:effectLst/>
                          <a:latin typeface="Intel Clear Light" panose="020B0404020203020204" pitchFamily="34" charset="0"/>
                        </a:rPr>
                        <a:t> PF606-P (2%)</a:t>
                      </a:r>
                      <a:br>
                        <a:rPr lang="en-US" sz="1000" b="0" i="0" u="none" strike="noStrike" dirty="0">
                          <a:solidFill>
                            <a:srgbClr val="000000"/>
                          </a:solidFill>
                          <a:effectLst/>
                          <a:latin typeface="Intel Clear Light" panose="020B0404020203020204" pitchFamily="34" charset="0"/>
                        </a:rPr>
                      </a:br>
                      <a:r>
                        <a:rPr lang="en-US" sz="1000" b="0" i="0" u="none" strike="noStrike" dirty="0" err="1">
                          <a:solidFill>
                            <a:srgbClr val="000000"/>
                          </a:solidFill>
                          <a:effectLst/>
                          <a:latin typeface="Intel Clear Light" panose="020B0404020203020204" pitchFamily="34" charset="0"/>
                        </a:rPr>
                        <a:t>YankTai</a:t>
                      </a:r>
                      <a:r>
                        <a:rPr lang="en-US" sz="1000" b="0" i="0" u="none" strike="noStrike" dirty="0">
                          <a:solidFill>
                            <a:srgbClr val="000000"/>
                          </a:solidFill>
                          <a:effectLst/>
                          <a:latin typeface="Intel Clear Light" panose="020B0404020203020204" pitchFamily="34" charset="0"/>
                        </a:rPr>
                        <a:t> NP01-P101-I+ (2%)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B050"/>
                          </a:solidFill>
                          <a:effectLst/>
                          <a:latin typeface="Intel Clear Light" panose="020B0404020203020204" pitchFamily="34" charset="0"/>
                        </a:rPr>
                        <a:t>YuanNan</a:t>
                      </a:r>
                      <a:r>
                        <a:rPr lang="en-US" sz="1000" b="0" i="0" u="none" strike="noStrike" dirty="0">
                          <a:solidFill>
                            <a:srgbClr val="00B050"/>
                          </a:solidFill>
                          <a:effectLst/>
                          <a:latin typeface="Intel Clear Light" panose="020B0404020203020204" pitchFamily="34" charset="0"/>
                        </a:rPr>
                        <a:t> Tin YW9-3005-98CY04 (100%)</a:t>
                      </a:r>
                      <a:br>
                        <a:rPr lang="en-US" sz="1000" b="0" i="0" u="none" strike="noStrike" dirty="0">
                          <a:solidFill>
                            <a:srgbClr val="000000"/>
                          </a:solidFill>
                          <a:effectLst/>
                          <a:latin typeface="Intel Clear Light" panose="020B0404020203020204" pitchFamily="34" charset="0"/>
                        </a:rPr>
                      </a:br>
                      <a:r>
                        <a:rPr lang="en-US" sz="1000" b="0" i="0" u="none" strike="noStrike" dirty="0" err="1">
                          <a:solidFill>
                            <a:srgbClr val="000000"/>
                          </a:solidFill>
                          <a:effectLst/>
                          <a:latin typeface="Intel Clear Light" panose="020B0404020203020204" pitchFamily="34" charset="0"/>
                        </a:rPr>
                        <a:t>ShenMao</a:t>
                      </a:r>
                      <a:r>
                        <a:rPr lang="en-US" sz="1000" b="0" i="0" u="none" strike="noStrike" dirty="0">
                          <a:solidFill>
                            <a:srgbClr val="000000"/>
                          </a:solidFill>
                          <a:effectLst/>
                          <a:latin typeface="Intel Clear Light" panose="020B0404020203020204" pitchFamily="34" charset="0"/>
                        </a:rPr>
                        <a:t> PF606-P (0%)</a:t>
                      </a:r>
                    </a:p>
                    <a:p>
                      <a:pPr algn="l" fontAlgn="b"/>
                      <a:r>
                        <a:rPr lang="en-US" sz="1000" b="0" i="0" u="none" strike="noStrike" dirty="0">
                          <a:solidFill>
                            <a:srgbClr val="000000"/>
                          </a:solidFill>
                          <a:effectLst/>
                          <a:latin typeface="Intel Clear Light" panose="020B0404020203020204" pitchFamily="34" charset="0"/>
                        </a:rPr>
                        <a:t>* Percentage could be change overtime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B050"/>
                          </a:solidFill>
                          <a:effectLst/>
                          <a:latin typeface="Intel Clear Light" panose="020B0404020203020204" pitchFamily="34" charset="0"/>
                        </a:rPr>
                        <a:t>YuanNan</a:t>
                      </a:r>
                      <a:r>
                        <a:rPr lang="en-US" sz="1000" b="0" i="0" u="none" strike="noStrike" dirty="0">
                          <a:solidFill>
                            <a:srgbClr val="00B050"/>
                          </a:solidFill>
                          <a:effectLst/>
                          <a:latin typeface="Intel Clear Light" panose="020B0404020203020204" pitchFamily="34" charset="0"/>
                        </a:rPr>
                        <a:t> Tin YW9-3005-98CY04 (90%)</a:t>
                      </a:r>
                      <a:br>
                        <a:rPr lang="en-US" sz="1000" b="0" i="0" u="none" strike="noStrike" dirty="0">
                          <a:solidFill>
                            <a:srgbClr val="000000"/>
                          </a:solidFill>
                          <a:effectLst/>
                          <a:latin typeface="Intel Clear Light" panose="020B0404020203020204" pitchFamily="34" charset="0"/>
                        </a:rPr>
                      </a:br>
                      <a:r>
                        <a:rPr lang="en-US" sz="1000" b="0" i="0" u="none" strike="noStrike" dirty="0" err="1">
                          <a:solidFill>
                            <a:srgbClr val="000000"/>
                          </a:solidFill>
                          <a:effectLst/>
                          <a:latin typeface="Intel Clear Light" panose="020B0404020203020204" pitchFamily="34" charset="0"/>
                        </a:rPr>
                        <a:t>ShenMao</a:t>
                      </a:r>
                      <a:r>
                        <a:rPr lang="en-US" sz="1000" b="0" i="0" u="none" strike="noStrike" dirty="0">
                          <a:solidFill>
                            <a:srgbClr val="000000"/>
                          </a:solidFill>
                          <a:effectLst/>
                          <a:latin typeface="Intel Clear Light" panose="020B0404020203020204" pitchFamily="34" charset="0"/>
                        </a:rPr>
                        <a:t> PF606-P (10%)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PF606-P26 SAC305 Type4： 87.5%</a:t>
                      </a:r>
                      <a:br>
                        <a:rPr lang="en-US" sz="1000" b="0" i="0" u="none" strike="noStrike" dirty="0">
                          <a:effectLst/>
                          <a:latin typeface="Intel Clear Light" panose="020B0404020203020204" pitchFamily="34" charset="0"/>
                        </a:rPr>
                      </a:br>
                      <a:r>
                        <a:rPr lang="en-US" sz="1000" b="0" i="0" u="none" strike="noStrike" dirty="0" err="1">
                          <a:effectLst/>
                          <a:latin typeface="Intel Clear Light" panose="020B0404020203020204" pitchFamily="34" charset="0"/>
                        </a:rPr>
                        <a:t>Shenmao</a:t>
                      </a:r>
                      <a:r>
                        <a:rPr lang="en-US" sz="1000" b="0" i="0" u="none" strike="noStrike" dirty="0">
                          <a:effectLst/>
                          <a:latin typeface="Intel Clear Light" panose="020B0404020203020204" pitchFamily="34" charset="0"/>
                        </a:rPr>
                        <a:t> PF606-P245 SAC305 Type4：9.37%</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INDIUM8.9HF SAC305 Type5-MC：3.13%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Light" panose="020B0404020203020204" pitchFamily="34" charset="0"/>
                        </a:rPr>
                        <a:t>Shenmao</a:t>
                      </a:r>
                      <a:r>
                        <a:rPr lang="en-US" sz="1000" b="0" i="0" u="none" strike="noStrike" dirty="0">
                          <a:solidFill>
                            <a:srgbClr val="000000"/>
                          </a:solidFill>
                          <a:effectLst/>
                          <a:latin typeface="Intel Clear Light" panose="020B0404020203020204" pitchFamily="34" charset="0"/>
                        </a:rPr>
                        <a:t> PF606-P (50%)</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TamuraTLF204 (40%)</a:t>
                      </a:r>
                      <a:br>
                        <a:rPr lang="en-US" sz="1000" b="0" i="0" u="none" strike="noStrike" dirty="0">
                          <a:solidFill>
                            <a:srgbClr val="000000"/>
                          </a:solidFill>
                          <a:effectLst/>
                          <a:latin typeface="Intel Clear Light" panose="020B0404020203020204" pitchFamily="34" charset="0"/>
                        </a:rPr>
                      </a:br>
                      <a:r>
                        <a:rPr lang="en-US" sz="1000" b="0" i="0" u="none" strike="noStrike" dirty="0" err="1">
                          <a:solidFill>
                            <a:srgbClr val="FF0000"/>
                          </a:solidFill>
                          <a:effectLst/>
                          <a:latin typeface="Intel Clear Light" panose="020B0404020203020204" pitchFamily="34" charset="0"/>
                        </a:rPr>
                        <a:t>Eunow</a:t>
                      </a:r>
                      <a:r>
                        <a:rPr lang="en-US" sz="1000" b="0" i="0" u="none" strike="noStrike" dirty="0">
                          <a:solidFill>
                            <a:srgbClr val="FF0000"/>
                          </a:solidFill>
                          <a:effectLst/>
                          <a:latin typeface="Intel Clear Light" panose="020B0404020203020204" pitchFamily="34" charset="0"/>
                        </a:rPr>
                        <a:t> EUP1000 </a:t>
                      </a:r>
                      <a:r>
                        <a:rPr lang="en-US" altLang="zh-CN" sz="1000" b="0" i="0" u="none" strike="noStrike" dirty="0">
                          <a:solidFill>
                            <a:srgbClr val="FF0000"/>
                          </a:solidFill>
                          <a:effectLst/>
                          <a:latin typeface="Intel Clear Light" panose="020B0404020203020204" pitchFamily="34" charset="0"/>
                        </a:rPr>
                        <a:t>HQR (T5)</a:t>
                      </a:r>
                      <a:r>
                        <a:rPr lang="en-US" sz="1000" b="0" i="0" u="none" strike="noStrike" dirty="0">
                          <a:solidFill>
                            <a:srgbClr val="FF0000"/>
                          </a:solidFill>
                          <a:effectLst/>
                          <a:latin typeface="Intel Clear Light" panose="020B0404020203020204" pitchFamily="34" charset="0"/>
                        </a:rPr>
                        <a:t>(10%)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err="1">
                          <a:solidFill>
                            <a:srgbClr val="000000"/>
                          </a:solidFill>
                          <a:effectLst/>
                          <a:latin typeface="Intel Clear Light" panose="020B0404020203020204" pitchFamily="34" charset="0"/>
                        </a:rPr>
                        <a:t>Shenmao</a:t>
                      </a:r>
                      <a:r>
                        <a:rPr lang="en-US" sz="1000" b="0" i="0" u="none" strike="noStrike" dirty="0">
                          <a:solidFill>
                            <a:srgbClr val="000000"/>
                          </a:solidFill>
                          <a:effectLst/>
                          <a:latin typeface="Intel Clear Light" panose="020B0404020203020204" pitchFamily="34" charset="0"/>
                        </a:rPr>
                        <a:t> PF606 (70%)</a:t>
                      </a:r>
                    </a:p>
                    <a:p>
                      <a:pPr algn="l" fontAlgn="b"/>
                      <a:r>
                        <a:rPr lang="en-US" sz="1000" b="0" i="0" u="none" strike="noStrike" dirty="0">
                          <a:solidFill>
                            <a:srgbClr val="000000"/>
                          </a:solidFill>
                          <a:effectLst/>
                          <a:latin typeface="Intel Clear Light" panose="020B0404020203020204" pitchFamily="34" charset="0"/>
                        </a:rPr>
                        <a:t>* Other 30% is LTS paste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KOKI M406-3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000" b="0" i="0" u="none" strike="noStrike" dirty="0" err="1">
                          <a:solidFill>
                            <a:schemeClr val="tx1"/>
                          </a:solidFill>
                          <a:effectLst/>
                          <a:latin typeface="Intel Clear Light" panose="020B0404020203020204" pitchFamily="34" charset="0"/>
                        </a:rPr>
                        <a:t>ShenMao</a:t>
                      </a:r>
                      <a:r>
                        <a:rPr lang="en-US" sz="1000" b="0" i="0" u="none" strike="noStrike" dirty="0">
                          <a:solidFill>
                            <a:schemeClr val="tx1"/>
                          </a:solidFill>
                          <a:effectLst/>
                          <a:latin typeface="Intel Clear Light" panose="020B0404020203020204" pitchFamily="34" charset="0"/>
                        </a:rPr>
                        <a:t> PF606-P</a:t>
                      </a:r>
                      <a:endParaRPr lang="fi-FI" sz="1000" b="0" i="0" u="none" strike="noStrike" dirty="0">
                        <a:solidFill>
                          <a:srgbClr val="00B050"/>
                        </a:solidFill>
                        <a:effectLst/>
                        <a:latin typeface="Intel Clear Light" panose="020B0404020203020204" pitchFamily="34" charset="0"/>
                      </a:endParaRPr>
                    </a:p>
                    <a:p>
                      <a:pPr algn="l" fontAlgn="b"/>
                      <a:r>
                        <a:rPr lang="fi-FI" sz="1000" b="0" i="0" u="none" strike="noStrike" dirty="0">
                          <a:solidFill>
                            <a:srgbClr val="00B050"/>
                          </a:solidFill>
                          <a:effectLst/>
                          <a:latin typeface="Intel Clear Light" panose="020B0404020203020204" pitchFamily="34" charset="0"/>
                        </a:rPr>
                        <a:t>YunNan Tin YW9-3005-98US04, Type-4, SAC305</a:t>
                      </a:r>
                    </a:p>
                    <a:p>
                      <a:pPr marL="0" indent="0" algn="l" fontAlgn="b">
                        <a:buFont typeface="Arial" panose="020B0604020202020204" pitchFamily="34" charset="0"/>
                        <a:buNone/>
                      </a:pPr>
                      <a:r>
                        <a:rPr lang="en-US" altLang="zh-CN" sz="1000" b="0" i="0" u="none" strike="noStrike" dirty="0">
                          <a:solidFill>
                            <a:schemeClr val="tx1"/>
                          </a:solidFill>
                          <a:effectLst/>
                          <a:latin typeface="Intel Clear Light" panose="020B0404020203020204" pitchFamily="34" charset="0"/>
                        </a:rPr>
                        <a:t>* US04: </a:t>
                      </a:r>
                      <a:r>
                        <a:rPr lang="en-US" altLang="zh-CN" sz="1000" b="0" i="0" u="none" strike="noStrike" dirty="0" err="1">
                          <a:solidFill>
                            <a:schemeClr val="tx1"/>
                          </a:solidFill>
                          <a:effectLst/>
                          <a:latin typeface="Intel Clear Light" panose="020B0404020203020204" pitchFamily="34" charset="0"/>
                        </a:rPr>
                        <a:t>YunNan</a:t>
                      </a:r>
                      <a:r>
                        <a:rPr lang="en-US" altLang="zh-CN" sz="1000" b="0" i="0" u="none" strike="noStrike" dirty="0">
                          <a:solidFill>
                            <a:schemeClr val="tx1"/>
                          </a:solidFill>
                          <a:effectLst/>
                          <a:latin typeface="Intel Clear Light" panose="020B0404020203020204" pitchFamily="34" charset="0"/>
                        </a:rPr>
                        <a:t> Tin customized for Pegatron/Asus only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Intel NUC: DW-1000，SSD: PF606-P25</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1.Eunow LTS DW-1000</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2.Shenmao PF606-P26&amp;PF606-P</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3. Senju S70G&amp;M705-S101HF(N4)</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4.Indium 8.9HFA Type 4.5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SAC305, SAC105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bl>
          </a:graphicData>
        </a:graphic>
      </p:graphicFrame>
      <p:sp>
        <p:nvSpPr>
          <p:cNvPr id="11" name="TextBox 10">
            <a:extLst>
              <a:ext uri="{FF2B5EF4-FFF2-40B4-BE49-F238E27FC236}">
                <a16:creationId xmlns:a16="http://schemas.microsoft.com/office/drawing/2014/main" id="{3B0E5B35-F8D6-4092-AA4A-BCC690B2229D}"/>
              </a:ext>
            </a:extLst>
          </p:cNvPr>
          <p:cNvSpPr txBox="1"/>
          <p:nvPr/>
        </p:nvSpPr>
        <p:spPr>
          <a:xfrm>
            <a:off x="571370" y="5545511"/>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Seeing Trend </a:t>
            </a:r>
            <a:r>
              <a:rPr lang="en-US" sz="2800" b="1" dirty="0">
                <a:solidFill>
                  <a:schemeClr val="accent1"/>
                </a:solidFill>
              </a:rPr>
              <a:t>O</a:t>
            </a:r>
            <a:r>
              <a:rPr kumimoji="0" lang="en-US" sz="2800" b="1" i="0" u="none" strike="noStrike" cap="none" spc="0" normalizeH="0" baseline="0" dirty="0">
                <a:ln>
                  <a:noFill/>
                </a:ln>
                <a:solidFill>
                  <a:schemeClr val="accent1"/>
                </a:solidFill>
                <a:effectLst/>
                <a:uFillTx/>
                <a:latin typeface="+mn-lt"/>
                <a:ea typeface="+mn-ea"/>
                <a:cs typeface="+mn-cs"/>
                <a:sym typeface="Helvetica Neue"/>
              </a:rPr>
              <a:t>f </a:t>
            </a:r>
            <a:r>
              <a:rPr lang="en-US" sz="2800" b="1" dirty="0">
                <a:solidFill>
                  <a:schemeClr val="accent1"/>
                </a:solidFill>
              </a:rPr>
              <a:t>R</a:t>
            </a:r>
            <a:r>
              <a:rPr kumimoji="0" lang="en-US" sz="2800" b="1" i="0" u="none" strike="noStrike" cap="none" spc="0" normalizeH="0" baseline="0" dirty="0">
                <a:ln>
                  <a:noFill/>
                </a:ln>
                <a:solidFill>
                  <a:schemeClr val="accent1"/>
                </a:solidFill>
                <a:effectLst/>
                <a:uFillTx/>
                <a:latin typeface="+mn-lt"/>
                <a:ea typeface="+mn-ea"/>
                <a:cs typeface="+mn-cs"/>
                <a:sym typeface="Helvetica Neue"/>
              </a:rPr>
              <a:t>eduction Of </a:t>
            </a:r>
            <a:r>
              <a:rPr kumimoji="0" lang="en-US" sz="2800" b="1" i="0" u="none" strike="noStrike" cap="none" spc="0" normalizeH="0" baseline="0" dirty="0" err="1">
                <a:ln>
                  <a:noFill/>
                </a:ln>
                <a:solidFill>
                  <a:schemeClr val="accent1"/>
                </a:solidFill>
                <a:effectLst/>
                <a:uFillTx/>
                <a:latin typeface="+mn-lt"/>
                <a:ea typeface="+mn-ea"/>
                <a:cs typeface="+mn-cs"/>
                <a:sym typeface="Helvetica Neue"/>
              </a:rPr>
              <a:t>ShenMao</a:t>
            </a:r>
            <a:r>
              <a:rPr lang="en-US" sz="2800" b="1" dirty="0">
                <a:solidFill>
                  <a:schemeClr val="accent1"/>
                </a:solidFill>
              </a:rPr>
              <a:t> </a:t>
            </a:r>
            <a:r>
              <a:rPr kumimoji="0" lang="en-US" sz="2800" b="1" i="0" u="none" strike="noStrike" cap="none" spc="0" normalizeH="0" baseline="0" dirty="0">
                <a:ln>
                  <a:noFill/>
                </a:ln>
                <a:solidFill>
                  <a:schemeClr val="accent1"/>
                </a:solidFill>
                <a:effectLst/>
                <a:uFillTx/>
                <a:latin typeface="+mn-lt"/>
                <a:ea typeface="+mn-ea"/>
                <a:cs typeface="+mn-cs"/>
                <a:sym typeface="Helvetica Neue"/>
              </a:rPr>
              <a:t>And Increasing </a:t>
            </a:r>
            <a:r>
              <a:rPr lang="en-US" sz="2800" b="1" dirty="0">
                <a:solidFill>
                  <a:schemeClr val="accent1"/>
                </a:solidFill>
              </a:rPr>
              <a:t>Of </a:t>
            </a:r>
            <a:r>
              <a:rPr kumimoji="0" lang="en-US" sz="2800" b="1" i="0" u="none" strike="noStrike" cap="none" spc="0" normalizeH="0" baseline="0" dirty="0" err="1">
                <a:ln>
                  <a:noFill/>
                </a:ln>
                <a:solidFill>
                  <a:schemeClr val="accent1"/>
                </a:solidFill>
                <a:effectLst/>
                <a:uFillTx/>
                <a:latin typeface="+mn-lt"/>
                <a:ea typeface="+mn-ea"/>
                <a:cs typeface="+mn-cs"/>
                <a:sym typeface="Helvetica Neue"/>
              </a:rPr>
              <a:t>YunNan</a:t>
            </a:r>
            <a:r>
              <a:rPr kumimoji="0" lang="en-US" sz="2800" b="1" i="0" u="none" strike="noStrike" cap="none" spc="0" normalizeH="0" baseline="0" dirty="0">
                <a:ln>
                  <a:noFill/>
                </a:ln>
                <a:solidFill>
                  <a:schemeClr val="accent1"/>
                </a:solidFill>
                <a:effectLst/>
                <a:uFillTx/>
                <a:latin typeface="+mn-lt"/>
                <a:ea typeface="+mn-ea"/>
                <a:cs typeface="+mn-cs"/>
                <a:sym typeface="Helvetica Neue"/>
              </a:rPr>
              <a:t> Tin  </a:t>
            </a:r>
          </a:p>
        </p:txBody>
      </p:sp>
      <p:sp>
        <p:nvSpPr>
          <p:cNvPr id="2" name="Action Button: Go Home 1">
            <a:hlinkClick r:id="rId2" action="ppaction://hlinksldjump" highlightClick="1"/>
            <a:extLst>
              <a:ext uri="{FF2B5EF4-FFF2-40B4-BE49-F238E27FC236}">
                <a16:creationId xmlns:a16="http://schemas.microsoft.com/office/drawing/2014/main" id="{55BB7C54-D472-43C3-BAD5-8FBDED0C0004}"/>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72098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Solder Paste Printing (2 Of 5)</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790789237"/>
              </p:ext>
            </p:extLst>
          </p:nvPr>
        </p:nvGraphicFramePr>
        <p:xfrm>
          <a:off x="571370" y="1392555"/>
          <a:ext cx="10767190" cy="394716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Stencil Thickness Range (mm) used for different package pitch?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0.4mm: 3mil</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0.5~0.6mm: 4~5mil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0.4~0.5mm: 4mil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0.65mm: 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effectLst/>
                          <a:latin typeface="Intel Clear Light" panose="020B0404020203020204" pitchFamily="34" charset="0"/>
                        </a:rPr>
                        <a:t>4mil – 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0.35mm: 3mil</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others: 4~5mil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pt-BR" sz="1000" b="0" i="0" u="none" strike="noStrike" dirty="0">
                          <a:solidFill>
                            <a:srgbClr val="000000"/>
                          </a:solidFill>
                          <a:effectLst/>
                          <a:latin typeface="Intel Clear Light" panose="020B0404020203020204" pitchFamily="34" charset="0"/>
                        </a:rPr>
                        <a:t>0.35~0.5mm :3mil</a:t>
                      </a:r>
                      <a:br>
                        <a:rPr lang="pt-BR" sz="1000" b="0" i="0" u="none" strike="noStrike" dirty="0">
                          <a:solidFill>
                            <a:srgbClr val="000000"/>
                          </a:solidFill>
                          <a:effectLst/>
                          <a:latin typeface="Intel Clear Light" panose="020B0404020203020204" pitchFamily="34" charset="0"/>
                        </a:rPr>
                      </a:br>
                      <a:r>
                        <a:rPr lang="pt-BR" sz="1000" b="0" i="0" u="none" strike="noStrike" dirty="0">
                          <a:solidFill>
                            <a:srgbClr val="000000"/>
                          </a:solidFill>
                          <a:effectLst/>
                          <a:latin typeface="Intel Clear Light" panose="020B0404020203020204" pitchFamily="34" charset="0"/>
                        </a:rPr>
                        <a:t>&gt;=0.65mm: 4mil or 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0.5~0.6mm: 4mil</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0.7mm: 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0.4mm: 3mil</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0.6mm: 4mil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pt-BR" sz="1000" b="0" i="0" u="none" strike="noStrike" dirty="0">
                          <a:solidFill>
                            <a:srgbClr val="000000"/>
                          </a:solidFill>
                          <a:effectLst/>
                          <a:latin typeface="Intel Clear Light" panose="020B0404020203020204" pitchFamily="34" charset="0"/>
                        </a:rPr>
                        <a:t>0.35mm-3mil</a:t>
                      </a:r>
                      <a:br>
                        <a:rPr lang="pt-BR" sz="1000" b="0" i="0" u="none" strike="noStrike" dirty="0">
                          <a:solidFill>
                            <a:srgbClr val="000000"/>
                          </a:solidFill>
                          <a:effectLst/>
                          <a:latin typeface="Intel Clear Light" panose="020B0404020203020204" pitchFamily="34" charset="0"/>
                        </a:rPr>
                      </a:br>
                      <a:r>
                        <a:rPr lang="pt-BR" sz="1000" b="0" i="0" u="none" strike="noStrike" dirty="0">
                          <a:solidFill>
                            <a:srgbClr val="000000"/>
                          </a:solidFill>
                          <a:effectLst/>
                          <a:latin typeface="Intel Clear Light" panose="020B0404020203020204" pitchFamily="34" charset="0"/>
                        </a:rPr>
                        <a:t>0.4mm-3mil/4mil</a:t>
                      </a:r>
                      <a:br>
                        <a:rPr lang="pt-BR" sz="1000" b="0" i="0" u="none" strike="noStrike" dirty="0">
                          <a:solidFill>
                            <a:srgbClr val="000000"/>
                          </a:solidFill>
                          <a:effectLst/>
                          <a:latin typeface="Intel Clear Light" panose="020B0404020203020204" pitchFamily="34" charset="0"/>
                        </a:rPr>
                      </a:br>
                      <a:r>
                        <a:rPr lang="pt-BR" sz="1000" b="0" i="0" u="none" strike="noStrike" dirty="0">
                          <a:solidFill>
                            <a:srgbClr val="000000"/>
                          </a:solidFill>
                          <a:effectLst/>
                          <a:latin typeface="Intel Clear Light" panose="020B0404020203020204" pitchFamily="34" charset="0"/>
                        </a:rPr>
                        <a:t>0.5mm-4mil</a:t>
                      </a:r>
                      <a:br>
                        <a:rPr lang="pt-BR" sz="1000" b="0" i="0" u="none" strike="noStrike" dirty="0">
                          <a:solidFill>
                            <a:srgbClr val="000000"/>
                          </a:solidFill>
                          <a:effectLst/>
                          <a:latin typeface="Intel Clear Light" panose="020B0404020203020204" pitchFamily="34" charset="0"/>
                        </a:rPr>
                      </a:br>
                      <a:r>
                        <a:rPr lang="pt-BR" sz="1000" b="0" i="0" u="none" strike="noStrike" dirty="0">
                          <a:solidFill>
                            <a:srgbClr val="000000"/>
                          </a:solidFill>
                          <a:effectLst/>
                          <a:latin typeface="Intel Clear Light" panose="020B0404020203020204" pitchFamily="34" charset="0"/>
                        </a:rPr>
                        <a:t>0.6mm-5mil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3mil ~ 5mil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lt1"/>
                          </a:solidFill>
                          <a:uFillTx/>
                          <a:latin typeface="+mn-lt"/>
                          <a:ea typeface="+mn-ea"/>
                          <a:cs typeface="+mn-cs"/>
                          <a:sym typeface="Intel Clear"/>
                        </a:rPr>
                        <a:t>If 01005 component size is used on ADL-M platform, is your mfg. line qualified for HVM assembly?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FF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 already in HVM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 so far less than 20Pcs per panel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FF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Machine capable, no real HVM yet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514439"/>
            <a:ext cx="10767190" cy="1292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2800" b="1" dirty="0">
                <a:solidFill>
                  <a:schemeClr val="accent1"/>
                </a:solidFill>
              </a:rPr>
              <a:t>3 Mil For 0.35~0.4 Pitch BGA, 4~5 Mil For 0.5~0.7mm Pitch BGA</a:t>
            </a:r>
          </a:p>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6/10 Customers </a:t>
            </a:r>
            <a:r>
              <a:rPr lang="en-US" sz="2800" b="1" dirty="0">
                <a:solidFill>
                  <a:schemeClr val="accent1"/>
                </a:solidFill>
              </a:rPr>
              <a:t>H</a:t>
            </a:r>
            <a:r>
              <a:rPr kumimoji="0" lang="en-US" sz="2800" b="1" i="0" u="none" strike="noStrike" cap="none" spc="0" normalizeH="0" baseline="0" dirty="0">
                <a:ln>
                  <a:noFill/>
                </a:ln>
                <a:solidFill>
                  <a:schemeClr val="accent1"/>
                </a:solidFill>
                <a:effectLst/>
                <a:uFillTx/>
                <a:latin typeface="+mn-lt"/>
                <a:ea typeface="+mn-ea"/>
                <a:cs typeface="+mn-cs"/>
                <a:sym typeface="Helvetica Neue"/>
              </a:rPr>
              <a:t>ave 01005 Capability</a:t>
            </a:r>
          </a:p>
          <a:p>
            <a:pPr marL="0" marR="0" indent="0" algn="ctr" defTabSz="2438338" rtl="0" fontAlgn="auto" latinLnBrk="0" hangingPunct="0">
              <a:lnSpc>
                <a:spcPct val="100000"/>
              </a:lnSpc>
              <a:spcBef>
                <a:spcPts val="0"/>
              </a:spcBef>
              <a:spcAft>
                <a:spcPts val="0"/>
              </a:spcAft>
              <a:buClrTx/>
              <a:buSzTx/>
              <a:buFontTx/>
              <a:buNone/>
              <a:tabLst/>
            </a:pP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890758CC-83DF-4863-A9EA-FE890100E4C7}"/>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4759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Solder Paste Printing (3 Of 5)</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625140231"/>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Do your require Intel to provide 3mil a stencil recommendation for U-Series CPU? If yes, can you specify the reason?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Nice to have, future for small pitch connector we may use 3mil stencil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0.65mm pitch keep use same 4~5mil stencil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requirement, </a:t>
                      </a:r>
                      <a:r>
                        <a:rPr lang="en-US" sz="1000" b="0" i="0" u="none" strike="noStrike" dirty="0">
                          <a:solidFill>
                            <a:srgbClr val="00B050"/>
                          </a:solidFill>
                          <a:effectLst/>
                          <a:latin typeface="Intel Clear Light" panose="020B0404020203020204" pitchFamily="34" charset="0"/>
                        </a:rPr>
                        <a:t>but 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Nice to have, for fine pitch connector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lt1"/>
                          </a:solidFill>
                          <a:uFillTx/>
                          <a:latin typeface="+mn-lt"/>
                          <a:ea typeface="+mn-ea"/>
                          <a:cs typeface="+mn-cs"/>
                          <a:sym typeface="Intel Clear"/>
                        </a:rPr>
                        <a:t>What is smallest pad to pad separation for 1 mil (25um) step down stencil?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a:solidFill>
                            <a:srgbClr val="000000"/>
                          </a:solidFill>
                          <a:effectLst/>
                          <a:latin typeface="Intel Clear Light" panose="020B0404020203020204" pitchFamily="34" charset="0"/>
                        </a:rPr>
                        <a:t>1mm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0.4mm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0.5mm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7.5mm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0.2mm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5mm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5mm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5mm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3mil For U Package </a:t>
            </a:r>
            <a:r>
              <a:rPr lang="en-US" sz="2800" b="1" dirty="0">
                <a:solidFill>
                  <a:schemeClr val="accent1"/>
                </a:solidFill>
              </a:rPr>
              <a:t>I</a:t>
            </a:r>
            <a:r>
              <a:rPr kumimoji="0" lang="en-US" sz="2800" b="1" i="0" u="none" strike="noStrike" cap="none" spc="0" normalizeH="0" baseline="0" dirty="0">
                <a:ln>
                  <a:noFill/>
                </a:ln>
                <a:solidFill>
                  <a:schemeClr val="accent1"/>
                </a:solidFill>
                <a:effectLst/>
                <a:uFillTx/>
                <a:latin typeface="+mn-lt"/>
                <a:ea typeface="+mn-ea"/>
                <a:cs typeface="+mn-cs"/>
                <a:sym typeface="Helvetica Neue"/>
              </a:rPr>
              <a:t>s </a:t>
            </a:r>
            <a:r>
              <a:rPr lang="en-US" sz="2800" b="1" dirty="0">
                <a:solidFill>
                  <a:schemeClr val="accent1"/>
                </a:solidFill>
              </a:rPr>
              <a:t>N</a:t>
            </a:r>
            <a:r>
              <a:rPr kumimoji="0" lang="en-US" sz="2800" b="1" i="0" u="none" strike="noStrike" cap="none" spc="0" normalizeH="0" baseline="0" dirty="0">
                <a:ln>
                  <a:noFill/>
                </a:ln>
                <a:solidFill>
                  <a:schemeClr val="accent1"/>
                </a:solidFill>
                <a:effectLst/>
                <a:uFillTx/>
                <a:latin typeface="+mn-lt"/>
                <a:ea typeface="+mn-ea"/>
                <a:cs typeface="+mn-cs"/>
                <a:sym typeface="Helvetica Neue"/>
              </a:rPr>
              <a:t>ot </a:t>
            </a:r>
            <a:r>
              <a:rPr lang="en-US" sz="2800" b="1" dirty="0">
                <a:solidFill>
                  <a:schemeClr val="accent1"/>
                </a:solidFill>
              </a:rPr>
              <a:t>A</a:t>
            </a:r>
            <a:r>
              <a:rPr kumimoji="0" lang="en-US" sz="2800" b="1" i="0" u="none" strike="noStrike" cap="none" spc="0" normalizeH="0" baseline="0" dirty="0">
                <a:ln>
                  <a:noFill/>
                </a:ln>
                <a:solidFill>
                  <a:schemeClr val="accent1"/>
                </a:solidFill>
                <a:effectLst/>
                <a:uFillTx/>
                <a:latin typeface="+mn-lt"/>
                <a:ea typeface="+mn-ea"/>
                <a:cs typeface="+mn-cs"/>
                <a:sym typeface="Helvetica Neue"/>
              </a:rPr>
              <a:t> </a:t>
            </a:r>
            <a:r>
              <a:rPr lang="en-US" sz="2800" b="1" dirty="0">
                <a:solidFill>
                  <a:schemeClr val="accent1"/>
                </a:solidFill>
              </a:rPr>
              <a:t>M</a:t>
            </a:r>
            <a:r>
              <a:rPr kumimoji="0" lang="en-US" sz="2800" b="1" i="0" u="none" strike="noStrike" cap="none" spc="0" normalizeH="0" baseline="0" dirty="0">
                <a:ln>
                  <a:noFill/>
                </a:ln>
                <a:solidFill>
                  <a:schemeClr val="accent1"/>
                </a:solidFill>
                <a:effectLst/>
                <a:uFillTx/>
                <a:latin typeface="+mn-lt"/>
                <a:ea typeface="+mn-ea"/>
                <a:cs typeface="+mn-cs"/>
                <a:sym typeface="Helvetica Neue"/>
              </a:rPr>
              <a:t>ajor </a:t>
            </a:r>
            <a:r>
              <a:rPr lang="en-US" sz="2800" b="1" dirty="0">
                <a:solidFill>
                  <a:schemeClr val="accent1"/>
                </a:solidFill>
              </a:rPr>
              <a:t>R</a:t>
            </a:r>
            <a:r>
              <a:rPr kumimoji="0" lang="en-US" sz="2800" b="1" i="0" u="none" strike="noStrike" cap="none" spc="0" normalizeH="0" baseline="0" dirty="0">
                <a:ln>
                  <a:noFill/>
                </a:ln>
                <a:solidFill>
                  <a:schemeClr val="accent1"/>
                </a:solidFill>
                <a:effectLst/>
                <a:uFillTx/>
                <a:latin typeface="+mn-lt"/>
                <a:ea typeface="+mn-ea"/>
                <a:cs typeface="+mn-cs"/>
                <a:sym typeface="Helvetica Neue"/>
              </a:rPr>
              <a:t>equest </a:t>
            </a:r>
            <a:r>
              <a:rPr lang="en-US" sz="2800" b="1" dirty="0">
                <a:solidFill>
                  <a:schemeClr val="accent1"/>
                </a:solidFill>
              </a:rPr>
              <a:t>Y</a:t>
            </a:r>
            <a:r>
              <a:rPr kumimoji="0" lang="en-US" sz="2800" b="1" i="0" u="none" strike="noStrike" cap="none" spc="0" normalizeH="0" baseline="0" dirty="0">
                <a:ln>
                  <a:noFill/>
                </a:ln>
                <a:solidFill>
                  <a:schemeClr val="accent1"/>
                </a:solidFill>
                <a:effectLst/>
                <a:uFillTx/>
                <a:latin typeface="+mn-lt"/>
                <a:ea typeface="+mn-ea"/>
                <a:cs typeface="+mn-cs"/>
                <a:sym typeface="Helvetica Neue"/>
              </a:rPr>
              <a:t>et</a:t>
            </a:r>
          </a:p>
          <a:p>
            <a:pPr marL="0" marR="0" indent="0" algn="ctr" defTabSz="2438338" rtl="0" fontAlgn="auto" latinLnBrk="0" hangingPunct="0">
              <a:lnSpc>
                <a:spcPct val="100000"/>
              </a:lnSpc>
              <a:spcBef>
                <a:spcPts val="0"/>
              </a:spcBef>
              <a:spcAft>
                <a:spcPts val="0"/>
              </a:spcAft>
              <a:buClrTx/>
              <a:buSzTx/>
              <a:buFontTx/>
              <a:buNone/>
              <a:tabLst/>
            </a:pPr>
            <a:r>
              <a:rPr lang="en-US" sz="2800" b="1" dirty="0">
                <a:solidFill>
                  <a:schemeClr val="accent1"/>
                </a:solidFill>
              </a:rPr>
              <a:t>Very Wide Range Of Pad To Pad Gap For Step Stencil</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Tree>
    <p:extLst>
      <p:ext uri="{BB962C8B-B14F-4D97-AF65-F5344CB8AC3E}">
        <p14:creationId xmlns:p14="http://schemas.microsoft.com/office/powerpoint/2010/main" val="143030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Solder Paste Printing (4 Of 5)</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720132662"/>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smallest AR (Area Ratio) capable in HVM?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0.68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0.66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0.66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0.55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effectLst/>
                          <a:latin typeface="Intel Clear Light" panose="020B0404020203020204" pitchFamily="34" charset="0"/>
                        </a:rPr>
                        <a:t>0.66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effectLst/>
                          <a:latin typeface="Intel Clear Light" panose="020B0404020203020204" pitchFamily="34" charset="0"/>
                        </a:rPr>
                        <a:t>0.66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effectLst/>
                          <a:latin typeface="Intel Clear Light" panose="020B0404020203020204" pitchFamily="34" charset="0"/>
                        </a:rPr>
                        <a:t>0.65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effectLst/>
                          <a:latin typeface="Intel Clear Light" panose="020B0404020203020204" pitchFamily="34" charset="0"/>
                        </a:rPr>
                        <a:t>0.66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effectLst/>
                          <a:latin typeface="Intel Clear Light" panose="020B0404020203020204" pitchFamily="34" charset="0"/>
                        </a:rPr>
                        <a:t>Confidential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have challenges printing 0.35mm pitch BGAs?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effectLst/>
                          <a:latin typeface="Intel Clear Light" panose="020B0404020203020204" pitchFamily="34" charset="0"/>
                        </a:rPr>
                        <a:t>Yes, need to use whole process pallet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effectLst/>
                          <a:latin typeface="Intel Clear Light" panose="020B0404020203020204" pitchFamily="34" charset="0"/>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No (in using)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Most Customers </a:t>
            </a:r>
            <a:r>
              <a:rPr lang="en-US" sz="2800" b="1" dirty="0">
                <a:solidFill>
                  <a:schemeClr val="accent1"/>
                </a:solidFill>
              </a:rPr>
              <a:t>S</a:t>
            </a:r>
            <a:r>
              <a:rPr kumimoji="0" lang="en-US" sz="2800" b="1" i="0" u="none" strike="noStrike" cap="none" spc="0" normalizeH="0" baseline="0" dirty="0">
                <a:ln>
                  <a:noFill/>
                </a:ln>
                <a:solidFill>
                  <a:schemeClr val="accent1"/>
                </a:solidFill>
                <a:effectLst/>
                <a:uFillTx/>
                <a:latin typeface="+mn-lt"/>
                <a:ea typeface="+mn-ea"/>
                <a:cs typeface="+mn-cs"/>
                <a:sym typeface="Helvetica Neue"/>
              </a:rPr>
              <a:t>till </a:t>
            </a:r>
            <a:r>
              <a:rPr lang="en-US" sz="2800" b="1" dirty="0">
                <a:solidFill>
                  <a:schemeClr val="accent1"/>
                </a:solidFill>
              </a:rPr>
              <a:t>H</a:t>
            </a:r>
            <a:r>
              <a:rPr kumimoji="0" lang="en-US" sz="2800" b="1" i="0" u="none" strike="noStrike" cap="none" spc="0" normalizeH="0" baseline="0" dirty="0">
                <a:ln>
                  <a:noFill/>
                </a:ln>
                <a:solidFill>
                  <a:schemeClr val="accent1"/>
                </a:solidFill>
                <a:effectLst/>
                <a:uFillTx/>
                <a:latin typeface="+mn-lt"/>
                <a:ea typeface="+mn-ea"/>
                <a:cs typeface="+mn-cs"/>
                <a:sym typeface="Helvetica Neue"/>
              </a:rPr>
              <a:t>old 0.66 AR</a:t>
            </a:r>
          </a:p>
          <a:p>
            <a:pPr marL="0" marR="0" indent="0" algn="ctr" defTabSz="2438338" rtl="0" fontAlgn="auto" latinLnBrk="0" hangingPunct="0">
              <a:lnSpc>
                <a:spcPct val="100000"/>
              </a:lnSpc>
              <a:spcBef>
                <a:spcPts val="0"/>
              </a:spcBef>
              <a:spcAft>
                <a:spcPts val="0"/>
              </a:spcAft>
              <a:buClrTx/>
              <a:buSzTx/>
              <a:buFontTx/>
              <a:buNone/>
              <a:tabLst/>
            </a:pPr>
            <a:r>
              <a:rPr lang="en-US" sz="2800" b="1" dirty="0">
                <a:solidFill>
                  <a:schemeClr val="accent1"/>
                </a:solidFill>
              </a:rPr>
              <a:t>3/10 Customers Think 0.35 Pitch BGA Is Not A Challenge </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349FBFA3-9E25-4376-9E07-B5BAF2407844}"/>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9453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Solder Paste Printing (5 Of 5)</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313393918"/>
              </p:ext>
            </p:extLst>
          </p:nvPr>
        </p:nvGraphicFramePr>
        <p:xfrm>
          <a:off x="571370" y="1392555"/>
          <a:ext cx="10767190" cy="380428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For Intel SOC board side, and following </a:t>
                      </a:r>
                      <a:r>
                        <a:rPr lang="en-US" sz="1200" b="1" dirty="0" err="1"/>
                        <a:t>pcb</a:t>
                      </a:r>
                      <a:r>
                        <a:rPr lang="en-US" sz="1200" b="1" dirty="0"/>
                        <a:t> thicknesses of 0.6, 0.7, 0.8 &amp; 1.0 mm, please state if support pins, print pallets, vacuum fixture, or support block is used for board support.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Vacuum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l" defTabSz="609600" fontAlgn="b" latinLnBrk="0">
                        <a:lnSpc>
                          <a:spcPct val="100000"/>
                        </a:lnSpc>
                        <a:spcBef>
                          <a:spcPts val="0"/>
                        </a:spcBef>
                        <a:spcAft>
                          <a:spcPts val="0"/>
                        </a:spcAft>
                        <a:buClrTx/>
                        <a:buSzTx/>
                        <a:buFontTx/>
                        <a:buNone/>
                        <a:tabLst/>
                      </a:pPr>
                      <a:r>
                        <a:rPr lang="en-US" sz="1000" b="0" i="0" u="none" strike="noStrike" cap="none" spc="0" baseline="0" dirty="0">
                          <a:solidFill>
                            <a:srgbClr val="000000"/>
                          </a:solidFill>
                          <a:effectLst/>
                          <a:uFillTx/>
                          <a:latin typeface="Intel Clear Light" panose="020B0404020203020204" pitchFamily="34" charset="0"/>
                          <a:ea typeface="+mn-ea"/>
                          <a:cs typeface="+mn-cs"/>
                          <a:sym typeface="Intel Clear"/>
                        </a:rPr>
                        <a:t>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chemeClr val="tx2">
                              <a:lumMod val="60000"/>
                              <a:lumOff val="40000"/>
                            </a:schemeClr>
                          </a:solidFill>
                          <a:effectLst/>
                          <a:latin typeface="Intel Clear Light" panose="020B0404020203020204" pitchFamily="34" charset="0"/>
                        </a:rPr>
                        <a:t>≤0.8mm：print pallets</a:t>
                      </a:r>
                      <a:r>
                        <a:rPr lang="en-US" sz="1000" b="0" i="0" u="none" strike="noStrike" dirty="0">
                          <a:solidFill>
                            <a:srgbClr val="000000"/>
                          </a:solidFill>
                          <a:effectLst/>
                          <a:latin typeface="Intel Clear Light" panose="020B0404020203020204" pitchFamily="34" charset="0"/>
                        </a:rPr>
                        <a:t>；&gt;0.8mm： 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effectLst/>
                          <a:latin typeface="Intel Clear Light" panose="020B0404020203020204" pitchFamily="34" charset="0"/>
                        </a:rPr>
                        <a:t>For all thickness, first side use support block, 2nd side use </a:t>
                      </a:r>
                      <a:r>
                        <a:rPr lang="en-US" sz="1000" b="0" i="0" u="none" strike="noStrike" dirty="0">
                          <a:solidFill>
                            <a:srgbClr val="00B050"/>
                          </a:solidFill>
                          <a:effectLst/>
                          <a:latin typeface="Intel Clear Light" panose="020B0404020203020204" pitchFamily="34" charset="0"/>
                        </a:rPr>
                        <a:t>vacuum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Support Pin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chemeClr val="tx2">
                              <a:lumMod val="60000"/>
                              <a:lumOff val="40000"/>
                            </a:schemeClr>
                          </a:solidFill>
                          <a:effectLst/>
                          <a:latin typeface="Intel Clear Light" panose="020B0404020203020204" pitchFamily="34" charset="0"/>
                        </a:rPr>
                        <a:t>&lt;0.8mm: Whole process pallet</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&gt;=0.8mm: 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chemeClr val="tx2">
                              <a:lumMod val="60000"/>
                              <a:lumOff val="40000"/>
                            </a:schemeClr>
                          </a:solidFill>
                          <a:effectLst/>
                          <a:latin typeface="Intel Clear Light" panose="020B0404020203020204" pitchFamily="34" charset="0"/>
                        </a:rPr>
                        <a:t>Whole process pallet + 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effectLst/>
                          <a:latin typeface="Intel Clear Light" panose="020B0404020203020204" pitchFamily="34" charset="0"/>
                        </a:rPr>
                        <a:t>Depends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use different board support strategies for different board thicknesses: 0.6, 0.7, 0.8, 1.0 mm?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all </a:t>
                      </a:r>
                      <a:r>
                        <a:rPr lang="en-US" sz="1000" b="0" i="0" u="none" strike="noStrike" dirty="0" err="1">
                          <a:solidFill>
                            <a:srgbClr val="000000"/>
                          </a:solidFill>
                          <a:effectLst/>
                          <a:latin typeface="Intel Clear Light" panose="020B0404020203020204" pitchFamily="34" charset="0"/>
                        </a:rPr>
                        <a:t>brd</a:t>
                      </a:r>
                      <a:r>
                        <a:rPr lang="en-US" sz="1000" b="0" i="0" u="none" strike="noStrike" dirty="0">
                          <a:solidFill>
                            <a:srgbClr val="000000"/>
                          </a:solidFill>
                          <a:effectLst/>
                          <a:latin typeface="Intel Clear Light" panose="020B0404020203020204" pitchFamily="34" charset="0"/>
                        </a:rPr>
                        <a:t> are 1.0mm in our site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≤0.8mm：print pallets；&gt;0.8mm： 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All use support Pin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&lt;0.8mm：print pallets；&gt;=0.8mm： support block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chemeClr val="tx2">
                              <a:lumMod val="60000"/>
                              <a:lumOff val="40000"/>
                            </a:schemeClr>
                          </a:solidFill>
                          <a:effectLst/>
                          <a:latin typeface="Intel Clear Light" panose="020B0404020203020204" pitchFamily="34" charset="0"/>
                        </a:rPr>
                        <a:t>All board SOC side use whole process pallet + Support block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effectLst/>
                          <a:latin typeface="Intel Clear Light" panose="020B0404020203020204" pitchFamily="34" charset="0"/>
                        </a:rPr>
                        <a:t>Depends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Support Block Still</a:t>
            </a:r>
            <a:r>
              <a:rPr lang="en-US" sz="2800" b="1" dirty="0">
                <a:solidFill>
                  <a:schemeClr val="accent1"/>
                </a:solidFill>
              </a:rPr>
              <a:t> The Mainstream. Vacuum Block Start Appear In Customer Line. Print Pallet Will Be Used For Thin </a:t>
            </a:r>
            <a:r>
              <a:rPr lang="en-US" sz="2800" b="1" dirty="0" err="1">
                <a:solidFill>
                  <a:schemeClr val="accent1"/>
                </a:solidFill>
              </a:rPr>
              <a:t>Brd</a:t>
            </a:r>
            <a:r>
              <a:rPr lang="en-US" sz="2800" b="1" dirty="0">
                <a:solidFill>
                  <a:schemeClr val="accent1"/>
                </a:solidFill>
              </a:rPr>
              <a:t>.  </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2" name="Action Button: Go Forward or Next 1">
            <a:hlinkClick r:id="rId2" action="ppaction://hlinksldjump" highlightClick="1"/>
            <a:extLst>
              <a:ext uri="{FF2B5EF4-FFF2-40B4-BE49-F238E27FC236}">
                <a16:creationId xmlns:a16="http://schemas.microsoft.com/office/drawing/2014/main" id="{932E1C38-B22C-4609-A3FE-B5DC606ECF11}"/>
              </a:ext>
            </a:extLst>
          </p:cNvPr>
          <p:cNvSpPr/>
          <p:nvPr/>
        </p:nvSpPr>
        <p:spPr>
          <a:xfrm>
            <a:off x="10282335" y="875506"/>
            <a:ext cx="438538" cy="314939"/>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TextBox 2">
            <a:extLst>
              <a:ext uri="{FF2B5EF4-FFF2-40B4-BE49-F238E27FC236}">
                <a16:creationId xmlns:a16="http://schemas.microsoft.com/office/drawing/2014/main" id="{F9EAAF39-1CE1-4776-9A95-5916AA9098BF}"/>
              </a:ext>
            </a:extLst>
          </p:cNvPr>
          <p:cNvSpPr txBox="1"/>
          <p:nvPr/>
        </p:nvSpPr>
        <p:spPr>
          <a:xfrm>
            <a:off x="9013371" y="848309"/>
            <a:ext cx="1268964"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rPr>
              <a:t>Pictures</a:t>
            </a:r>
          </a:p>
        </p:txBody>
      </p:sp>
      <p:sp>
        <p:nvSpPr>
          <p:cNvPr id="7" name="Action Button: Go Home 6">
            <a:hlinkClick r:id="rId3" action="ppaction://hlinksldjump" highlightClick="1"/>
            <a:extLst>
              <a:ext uri="{FF2B5EF4-FFF2-40B4-BE49-F238E27FC236}">
                <a16:creationId xmlns:a16="http://schemas.microsoft.com/office/drawing/2014/main" id="{69CECD5C-2D0E-496B-90DD-6C34C6FF039F}"/>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74440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Solder Paste Inspection (SPI)</a:t>
            </a:r>
          </a:p>
        </p:txBody>
      </p:sp>
    </p:spTree>
    <p:extLst>
      <p:ext uri="{BB962C8B-B14F-4D97-AF65-F5344CB8AC3E}">
        <p14:creationId xmlns:p14="http://schemas.microsoft.com/office/powerpoint/2010/main" val="1807581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Solder Paste Printing (1 Of 1)</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009317241"/>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For SPI volume control limits, what is percentage of defects (opens, in-</a:t>
                      </a:r>
                      <a:r>
                        <a:rPr lang="en-US" sz="1200" b="1" dirty="0" err="1"/>
                        <a:t>sufficients</a:t>
                      </a:r>
                      <a:r>
                        <a:rPr lang="en-US" sz="1200" b="1" dirty="0"/>
                        <a:t>, bridging) attributed to print volume?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0.03%</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0.3% out of all the failures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0.08%</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near to 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data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typical percentage rate of board wash?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1/2000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4/4500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2/1500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0.11%</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1/1500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0.25%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near to 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near to 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Avg 4/1000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Tree>
    <p:extLst>
      <p:ext uri="{BB962C8B-B14F-4D97-AF65-F5344CB8AC3E}">
        <p14:creationId xmlns:p14="http://schemas.microsoft.com/office/powerpoint/2010/main" val="2793958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Pick and Placement (PnP) Machine </a:t>
            </a:r>
          </a:p>
        </p:txBody>
      </p:sp>
    </p:spTree>
    <p:extLst>
      <p:ext uri="{BB962C8B-B14F-4D97-AF65-F5344CB8AC3E}">
        <p14:creationId xmlns:p14="http://schemas.microsoft.com/office/powerpoint/2010/main" val="268498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Pick and Placement (PnP) Machine (1 of 2) </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597813388"/>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State BGA Placement Force in Newtons when Intel component is placed?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2.5N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2.5N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2.5N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2.5N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NXT: 0</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NPM:2.5N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For Intel SOC board side, and following </a:t>
                      </a:r>
                      <a:r>
                        <a:rPr lang="en-US" sz="1200" b="1" i="0" u="none" strike="noStrike" cap="none" spc="0" baseline="0" dirty="0" err="1">
                          <a:solidFill>
                            <a:schemeClr val="bg1"/>
                          </a:solidFill>
                          <a:uFillTx/>
                          <a:latin typeface="+mn-lt"/>
                          <a:ea typeface="+mn-ea"/>
                          <a:cs typeface="+mn-cs"/>
                          <a:sym typeface="Intel Clear"/>
                        </a:rPr>
                        <a:t>pcb</a:t>
                      </a:r>
                      <a:r>
                        <a:rPr lang="en-US" sz="1200" b="1" i="0" u="none" strike="noStrike" cap="none" spc="0" baseline="0" dirty="0">
                          <a:solidFill>
                            <a:schemeClr val="bg1"/>
                          </a:solidFill>
                          <a:uFillTx/>
                          <a:latin typeface="+mn-lt"/>
                          <a:ea typeface="+mn-ea"/>
                          <a:cs typeface="+mn-cs"/>
                          <a:sym typeface="Intel Clear"/>
                        </a:rPr>
                        <a:t> thicknesses of 0.6, 0.7, 0.8 &amp; 1.0 mm, please state if placement pallets are used for board support.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(except when use whole </a:t>
                      </a:r>
                      <a:r>
                        <a:rPr lang="en-US" sz="1000" b="0" i="0" u="none" strike="noStrike" dirty="0" err="1">
                          <a:solidFill>
                            <a:srgbClr val="000000"/>
                          </a:solidFill>
                          <a:effectLst/>
                          <a:latin typeface="Intel Clear Light" panose="020B0404020203020204" pitchFamily="34" charset="0"/>
                        </a:rPr>
                        <a:t>proces</a:t>
                      </a:r>
                      <a:r>
                        <a:rPr lang="en-US" sz="1000" b="0" i="0" u="none" strike="noStrike" dirty="0">
                          <a:solidFill>
                            <a:srgbClr val="000000"/>
                          </a:solidFill>
                          <a:effectLst/>
                          <a:latin typeface="Intel Clear Light" panose="020B0404020203020204" pitchFamily="34" charset="0"/>
                        </a:rPr>
                        <a:t>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(except when use whole proces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Whole process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Whole process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Nobody Is Using PnP Pallets Expect When Use Whole Process Pallets</a:t>
            </a:r>
          </a:p>
        </p:txBody>
      </p:sp>
    </p:spTree>
    <p:extLst>
      <p:ext uri="{BB962C8B-B14F-4D97-AF65-F5344CB8AC3E}">
        <p14:creationId xmlns:p14="http://schemas.microsoft.com/office/powerpoint/2010/main" val="1265383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Pick and Placement (PnP) Machine (2 of 2) </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908280258"/>
              </p:ext>
            </p:extLst>
          </p:nvPr>
        </p:nvGraphicFramePr>
        <p:xfrm>
          <a:off x="571370" y="1392555"/>
          <a:ext cx="10767190" cy="5087884"/>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44092">
                <a:tc gridSpan="5">
                  <a:txBody>
                    <a:bodyPr/>
                    <a:lstStyle/>
                    <a:p>
                      <a:pPr algn="l"/>
                      <a:r>
                        <a:rPr lang="en-US" sz="1200" b="1" dirty="0"/>
                        <a:t>Do you use different board support strategies in PnP machine for different board thicknesses: 0.6, 0.7, 0.8, 1.0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44092">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433061">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Maybe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&lt;0.8mm, use whole process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PCB = 0.6mm, use whole process pallet</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PCB &gt; 0.6mm, no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44092">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44092">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(except when use whole proces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Whole process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44092">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Please provide images of your different board support types.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44092">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915749">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44092">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1253430">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pic>
        <p:nvPicPr>
          <p:cNvPr id="5" name="圖片 11">
            <a:extLst>
              <a:ext uri="{FF2B5EF4-FFF2-40B4-BE49-F238E27FC236}">
                <a16:creationId xmlns:a16="http://schemas.microsoft.com/office/drawing/2014/main" id="{B213D99B-CE90-4C86-AE39-9CEF45453C3D}"/>
              </a:ext>
            </a:extLst>
          </p:cNvPr>
          <p:cNvPicPr>
            <a:picLocks noChangeAspect="1"/>
          </p:cNvPicPr>
          <p:nvPr/>
        </p:nvPicPr>
        <p:blipFill>
          <a:blip r:embed="rId2"/>
          <a:stretch>
            <a:fillRect/>
          </a:stretch>
        </p:blipFill>
        <p:spPr>
          <a:xfrm>
            <a:off x="4990866" y="5291026"/>
            <a:ext cx="1928197" cy="1155404"/>
          </a:xfrm>
          <a:prstGeom prst="rect">
            <a:avLst/>
          </a:prstGeom>
          <a:noFill/>
          <a:ln w="9525">
            <a:noFill/>
          </a:ln>
        </p:spPr>
      </p:pic>
      <p:pic>
        <p:nvPicPr>
          <p:cNvPr id="7" name="图片 31">
            <a:extLst>
              <a:ext uri="{FF2B5EF4-FFF2-40B4-BE49-F238E27FC236}">
                <a16:creationId xmlns:a16="http://schemas.microsoft.com/office/drawing/2014/main" id="{02D977AE-468E-4209-81A5-69F59D4A07C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16200000">
            <a:off x="9770347" y="3599081"/>
            <a:ext cx="882343" cy="1597215"/>
          </a:xfrm>
          <a:prstGeom prst="rect">
            <a:avLst/>
          </a:prstGeom>
        </p:spPr>
      </p:pic>
      <p:pic>
        <p:nvPicPr>
          <p:cNvPr id="8" name="圖片 33">
            <a:extLst>
              <a:ext uri="{FF2B5EF4-FFF2-40B4-BE49-F238E27FC236}">
                <a16:creationId xmlns:a16="http://schemas.microsoft.com/office/drawing/2014/main" id="{871F3B83-98B3-48D3-AFDC-67923918C6F5}"/>
              </a:ext>
            </a:extLst>
          </p:cNvPr>
          <p:cNvPicPr>
            <a:picLocks noChangeAspect="1"/>
          </p:cNvPicPr>
          <p:nvPr/>
        </p:nvPicPr>
        <p:blipFill>
          <a:blip r:embed="rId4"/>
          <a:stretch>
            <a:fillRect/>
          </a:stretch>
        </p:blipFill>
        <p:spPr>
          <a:xfrm>
            <a:off x="7152329" y="5291026"/>
            <a:ext cx="1796345" cy="1155404"/>
          </a:xfrm>
          <a:prstGeom prst="rect">
            <a:avLst/>
          </a:prstGeom>
          <a:noFill/>
          <a:ln w="9525">
            <a:noFill/>
          </a:ln>
        </p:spPr>
      </p:pic>
    </p:spTree>
    <p:extLst>
      <p:ext uri="{BB962C8B-B14F-4D97-AF65-F5344CB8AC3E}">
        <p14:creationId xmlns:p14="http://schemas.microsoft.com/office/powerpoint/2010/main" val="516112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Large EMI Shields ( &gt; 40 x 40 mm)</a:t>
            </a:r>
          </a:p>
        </p:txBody>
      </p:sp>
    </p:spTree>
    <p:extLst>
      <p:ext uri="{BB962C8B-B14F-4D97-AF65-F5344CB8AC3E}">
        <p14:creationId xmlns:p14="http://schemas.microsoft.com/office/powerpoint/2010/main" val="2573751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Large EMI Shields ( &gt; 40 x 40 mm) (1 of 3) </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195350524"/>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preferred method for implementing large EMI Shielding (&gt; 40 x 40 mm) in your designs?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FFC000"/>
                          </a:solidFill>
                          <a:effectLst/>
                          <a:latin typeface="Intel Clear Light" panose="020B0404020203020204" pitchFamily="34" charset="0"/>
                        </a:rPr>
                        <a:t>A</a:t>
                      </a:r>
                      <a:r>
                        <a:rPr lang="en-US" sz="1000" b="0" i="0" u="none" strike="noStrike" dirty="0">
                          <a:solidFill>
                            <a:schemeClr val="accent4"/>
                          </a:solidFill>
                          <a:effectLst/>
                          <a:latin typeface="Intel Clear Light" panose="020B0404020203020204" pitchFamily="34" charset="0"/>
                        </a:rPr>
                        <a:t> </a:t>
                      </a:r>
                      <a:r>
                        <a:rPr lang="en-US" sz="1000" b="0" i="0" u="none" strike="noStrike" dirty="0">
                          <a:solidFill>
                            <a:srgbClr val="000000"/>
                          </a:solidFill>
                          <a:effectLst/>
                          <a:latin typeface="Intel Clear Light" panose="020B0404020203020204" pitchFamily="34" charset="0"/>
                        </a:rPr>
                        <a:t>and </a:t>
                      </a:r>
                      <a:r>
                        <a:rPr lang="en-US" sz="1000" b="0" i="0" u="none" strike="noStrike" dirty="0">
                          <a:solidFill>
                            <a:srgbClr val="00B050"/>
                          </a:solidFill>
                          <a:effectLst/>
                          <a:latin typeface="Intel Clear Light" panose="020B0404020203020204" pitchFamily="34" charset="0"/>
                        </a:rPr>
                        <a:t>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C000"/>
                          </a:solidFill>
                          <a:effectLst/>
                          <a:latin typeface="Intel Clear Light" panose="020B0404020203020204" pitchFamily="34" charset="0"/>
                        </a:rPr>
                        <a:t>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C</a:t>
                      </a:r>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 </a:t>
                      </a:r>
                      <a:r>
                        <a:rPr lang="en-US" sz="1000" b="0" i="0" u="none" strike="noStrike" dirty="0">
                          <a:solidFill>
                            <a:srgbClr val="00B050"/>
                          </a:solidFill>
                          <a:effectLst/>
                          <a:latin typeface="Intel Clear Light" panose="020B0404020203020204" pitchFamily="34" charset="0"/>
                        </a:rPr>
                        <a:t>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FFC000"/>
                          </a:solidFill>
                          <a:effectLst/>
                          <a:latin typeface="Intel Clear Light" panose="020B0404020203020204" pitchFamily="34" charset="0"/>
                        </a:rPr>
                        <a:t>A</a:t>
                      </a:r>
                      <a:r>
                        <a:rPr lang="en-US" sz="1000" b="0" i="0" u="none" strike="noStrike" dirty="0">
                          <a:solidFill>
                            <a:srgbClr val="000000"/>
                          </a:solidFill>
                          <a:effectLst/>
                          <a:latin typeface="Intel Clear Light" panose="020B0404020203020204" pitchFamily="34" charset="0"/>
                        </a:rPr>
                        <a:t> and </a:t>
                      </a:r>
                      <a:r>
                        <a:rPr lang="en-US" sz="1000" b="0" i="0" u="none" strike="noStrike" dirty="0">
                          <a:solidFill>
                            <a:srgbClr val="00B050"/>
                          </a:solidFill>
                          <a:effectLst/>
                          <a:latin typeface="Intel Clear Light" panose="020B0404020203020204" pitchFamily="34" charset="0"/>
                        </a:rPr>
                        <a:t>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C000"/>
                          </a:solidFill>
                          <a:effectLst/>
                          <a:latin typeface="Intel Clear Light" panose="020B0404020203020204" pitchFamily="34" charset="0"/>
                        </a:rPr>
                        <a:t>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If answered "Option A" to the question above:</a:t>
                      </a:r>
                    </a:p>
                    <a:p>
                      <a:pPr algn="l" fontAlgn="b"/>
                      <a:r>
                        <a:rPr lang="en-US" sz="1200" b="1" i="0" u="none" strike="noStrike" cap="none" spc="0" baseline="0" dirty="0">
                          <a:solidFill>
                            <a:schemeClr val="bg1"/>
                          </a:solidFill>
                          <a:uFillTx/>
                          <a:latin typeface="+mn-lt"/>
                          <a:ea typeface="+mn-ea"/>
                          <a:cs typeface="+mn-cs"/>
                          <a:sym typeface="Intel Clear"/>
                        </a:rPr>
                        <a:t>Do you utilize hold down top hat/weight on top of large EMI shields (&gt; 40 x 40 mm) during reflow to reduce risk of open solder joint?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No, so far we don't have such big shielding cap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414178"/>
            <a:ext cx="7415634"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Option A: 4/9; Option B: 5/9; Option C: 2/9</a:t>
            </a:r>
          </a:p>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Option A: 2/4 </a:t>
            </a:r>
            <a:r>
              <a:rPr lang="en-US" sz="2800" b="1" dirty="0">
                <a:solidFill>
                  <a:schemeClr val="accent1"/>
                </a:solidFill>
              </a:rPr>
              <a:t>U</a:t>
            </a:r>
            <a:r>
              <a:rPr kumimoji="0" lang="en-US" sz="2800" b="1" i="0" u="none" strike="noStrike" cap="none" spc="0" normalizeH="0" baseline="0" dirty="0">
                <a:ln>
                  <a:noFill/>
                </a:ln>
                <a:solidFill>
                  <a:schemeClr val="accent1"/>
                </a:solidFill>
                <a:effectLst/>
                <a:uFillTx/>
                <a:latin typeface="+mn-lt"/>
                <a:ea typeface="+mn-ea"/>
                <a:cs typeface="+mn-cs"/>
                <a:sym typeface="Helvetica Neue"/>
              </a:rPr>
              <a:t>sing </a:t>
            </a:r>
            <a:r>
              <a:rPr lang="en-US" sz="2800" b="1" dirty="0">
                <a:solidFill>
                  <a:schemeClr val="accent1"/>
                </a:solidFill>
              </a:rPr>
              <a:t>T</a:t>
            </a:r>
            <a:r>
              <a:rPr kumimoji="0" lang="en-US" sz="2800" b="1" i="0" u="none" strike="noStrike" cap="none" spc="0" normalizeH="0" baseline="0" dirty="0">
                <a:ln>
                  <a:noFill/>
                </a:ln>
                <a:solidFill>
                  <a:schemeClr val="accent1"/>
                </a:solidFill>
                <a:effectLst/>
                <a:uFillTx/>
                <a:latin typeface="+mn-lt"/>
                <a:ea typeface="+mn-ea"/>
                <a:cs typeface="+mn-cs"/>
                <a:sym typeface="Helvetica Neue"/>
              </a:rPr>
              <a:t>op </a:t>
            </a:r>
            <a:r>
              <a:rPr lang="en-US" sz="2800" b="1" dirty="0">
                <a:solidFill>
                  <a:schemeClr val="accent1"/>
                </a:solidFill>
              </a:rPr>
              <a:t>H</a:t>
            </a:r>
            <a:r>
              <a:rPr kumimoji="0" lang="en-US" sz="2800" b="1" i="0" u="none" strike="noStrike" cap="none" spc="0" normalizeH="0" baseline="0" dirty="0">
                <a:ln>
                  <a:noFill/>
                </a:ln>
                <a:solidFill>
                  <a:schemeClr val="accent1"/>
                </a:solidFill>
                <a:effectLst/>
                <a:uFillTx/>
                <a:latin typeface="+mn-lt"/>
                <a:ea typeface="+mn-ea"/>
                <a:cs typeface="+mn-cs"/>
                <a:sym typeface="Helvetica Neue"/>
              </a:rPr>
              <a:t>at</a:t>
            </a:r>
          </a:p>
        </p:txBody>
      </p:sp>
      <p:sp>
        <p:nvSpPr>
          <p:cNvPr id="2" name="TextBox 1">
            <a:extLst>
              <a:ext uri="{FF2B5EF4-FFF2-40B4-BE49-F238E27FC236}">
                <a16:creationId xmlns:a16="http://schemas.microsoft.com/office/drawing/2014/main" id="{EE050B95-DF52-4376-AE7F-2990458F6EA7}"/>
              </a:ext>
            </a:extLst>
          </p:cNvPr>
          <p:cNvSpPr txBox="1"/>
          <p:nvPr/>
        </p:nvSpPr>
        <p:spPr>
          <a:xfrm>
            <a:off x="8296781" y="5414178"/>
            <a:ext cx="3041779"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Option A: </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Soldered Down directly to PCB in SMT Process</a:t>
            </a:r>
          </a:p>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Option B: </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SMT Clips soldered down in SMT, then LID added post SMT Assy</a:t>
            </a:r>
          </a:p>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Option C: </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No shields added in SMT, we utilize System for shielding our designs</a:t>
            </a:r>
            <a:endParaRPr kumimoji="0" lang="en-US" sz="1000" b="0" i="0" u="none" strike="noStrike" cap="none" spc="0" normalizeH="0" baseline="0" dirty="0">
              <a:ln>
                <a:noFill/>
              </a:ln>
              <a:solidFill>
                <a:schemeClr val="tx1"/>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Tree>
    <p:extLst>
      <p:ext uri="{BB962C8B-B14F-4D97-AF65-F5344CB8AC3E}">
        <p14:creationId xmlns:p14="http://schemas.microsoft.com/office/powerpoint/2010/main" val="762571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Large EMI Shields ( &gt; 40 x 40 mm) (2 of 3) </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786327778"/>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typical size EMI Shield pad width (example 0.5 mm or larger) you allow for option A or B, for large Soldered-down EMI shields  (&gt; 40 x 40 mm)?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0.8mm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0.5mm&amp;1.0mm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ea typeface="Intel Clear Light" panose="020B0404020203020204" pitchFamily="34" charset="0"/>
                          <a:cs typeface="Intel Clear Light" panose="020B0404020203020204" pitchFamily="34" charset="0"/>
                        </a:rPr>
                        <a:t>0.6mm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ea typeface="Intel Clear Light" panose="020B0404020203020204" pitchFamily="34" charset="0"/>
                          <a:cs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ea typeface="Intel Clear Light" panose="020B0404020203020204" pitchFamily="34" charset="0"/>
                          <a:cs typeface="Intel Clear Light" panose="020B0404020203020204" pitchFamily="34" charset="0"/>
                        </a:rPr>
                        <a:t>&gt;= 0.5mm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ea typeface="Intel Clear Light" panose="020B0404020203020204" pitchFamily="34" charset="0"/>
                          <a:cs typeface="Intel Clear Light" panose="020B0404020203020204" pitchFamily="34" charset="0"/>
                        </a:rPr>
                        <a:t>0.5mm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ea typeface="Intel Clear Light" panose="020B0404020203020204" pitchFamily="34" charset="0"/>
                          <a:cs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overprint solder paste for these large EMI Soldered down shields  (&gt; 40 x 40 mm)? If yes, what is typical overprint % to pad size?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  &lt;170%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&gt;200%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0.5mm→1.0mm</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overprint 100%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1:1 (no overprint)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100-300%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250-300%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geometry (rectangular, circle, oval, other) do you use for shield pads on large EMI soldered down shields  (&gt; 40 x 40 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Rectangular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173890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Large EMI Shields ( &gt; 40 x 40 mm) (3 of 3) </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752191938"/>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solidFill>
                            <a:schemeClr val="bg1"/>
                          </a:solidFill>
                        </a:rPr>
                        <a:t>What material is used for shield part - lid and fence for large EMI soldered down shields (&gt; 40 x 40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4: Copper-Nickel-Zinc Alloy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2, </a:t>
                      </a:r>
                      <a:r>
                        <a:rPr lang="en-US" sz="1000" b="0" i="0" u="none" strike="noStrike" dirty="0">
                          <a:solidFill>
                            <a:srgbClr val="00B050"/>
                          </a:solidFill>
                          <a:effectLst/>
                          <a:latin typeface="Intel Clear Light" panose="020B0404020203020204" pitchFamily="34" charset="0"/>
                        </a:rPr>
                        <a:t>4 (Copper-Nickel-Zinc Alloy)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C00000"/>
                          </a:solidFill>
                          <a:effectLst/>
                          <a:latin typeface="Intel Clear Light" panose="020B0404020203020204" pitchFamily="34" charset="0"/>
                        </a:rPr>
                        <a:t>4: Nickel Sliver Copper (1?)</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2, </a:t>
                      </a:r>
                      <a:r>
                        <a:rPr lang="en-US" sz="1000" b="0" i="0" u="none" strike="noStrike" dirty="0">
                          <a:solidFill>
                            <a:srgbClr val="00B050"/>
                          </a:solidFill>
                          <a:effectLst/>
                          <a:latin typeface="Intel Clear Light" panose="020B0404020203020204" pitchFamily="34" charset="0"/>
                        </a:rPr>
                        <a:t>4 (Copper-Nickel-Zinc)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utilize any solder additive process for the shield reflow to increase mechanical stability, for large EMI soldered down shields (&gt; 40 x 40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small solder chips that can be placed by SMT machine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414178"/>
            <a:ext cx="7415634"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Copper-Nickel-Zinc </a:t>
            </a:r>
            <a:r>
              <a:rPr lang="en-US" sz="2800" b="1" dirty="0">
                <a:solidFill>
                  <a:schemeClr val="accent1"/>
                </a:solidFill>
              </a:rPr>
              <a:t>Is A Quite Popular Material</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2" name="TextBox 1">
            <a:extLst>
              <a:ext uri="{FF2B5EF4-FFF2-40B4-BE49-F238E27FC236}">
                <a16:creationId xmlns:a16="http://schemas.microsoft.com/office/drawing/2014/main" id="{EE050B95-DF52-4376-AE7F-2990458F6EA7}"/>
              </a:ext>
            </a:extLst>
          </p:cNvPr>
          <p:cNvSpPr txBox="1"/>
          <p:nvPr/>
        </p:nvSpPr>
        <p:spPr>
          <a:xfrm>
            <a:off x="8296781" y="5414178"/>
            <a:ext cx="3041779" cy="7694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Typical Fence Materials</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1)  </a:t>
            </a:r>
            <a:r>
              <a:rPr lang="en-US" sz="1000" dirty="0" err="1">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NiAg</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2) Tin Plated CRS (Cold Rolled Steel)</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3) 1000 Series Al</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4) Other?</a:t>
            </a:r>
            <a:endParaRPr kumimoji="0" lang="en-US" sz="1000" i="0" u="none" strike="noStrike" cap="none" spc="0" normalizeH="0" baseline="0" dirty="0">
              <a:ln>
                <a:noFill/>
              </a:ln>
              <a:solidFill>
                <a:schemeClr val="tx1"/>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7" name="Action Button: Go Home 6">
            <a:hlinkClick r:id="rId2" action="ppaction://hlinksldjump" highlightClick="1"/>
            <a:extLst>
              <a:ext uri="{FF2B5EF4-FFF2-40B4-BE49-F238E27FC236}">
                <a16:creationId xmlns:a16="http://schemas.microsoft.com/office/drawing/2014/main" id="{2D505846-F083-4C9E-B976-EEED6C71670D}"/>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80384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Reflow Convection Oven</a:t>
            </a:r>
          </a:p>
        </p:txBody>
      </p:sp>
    </p:spTree>
    <p:extLst>
      <p:ext uri="{BB962C8B-B14F-4D97-AF65-F5344CB8AC3E}">
        <p14:creationId xmlns:p14="http://schemas.microsoft.com/office/powerpoint/2010/main" val="830645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Reflow Convection Oven (1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465225954"/>
              </p:ext>
            </p:extLst>
          </p:nvPr>
        </p:nvGraphicFramePr>
        <p:xfrm>
          <a:off x="571370" y="1392555"/>
          <a:ext cx="10767190" cy="265557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Do you see any technical issue in SMT process if using Black Color </a:t>
                      </a:r>
                      <a:r>
                        <a:rPr lang="en-US" sz="1200" b="1" dirty="0" err="1"/>
                        <a:t>Soldermask</a:t>
                      </a:r>
                      <a:r>
                        <a:rPr lang="en-US" sz="1200" b="1" dirty="0"/>
                        <a:t> PCB?</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C00000"/>
                          </a:solidFill>
                          <a:effectLst/>
                          <a:latin typeface="Intel Clear Light" panose="020B0404020203020204" pitchFamily="34" charset="0"/>
                        </a:rPr>
                        <a:t>We have no black solder mask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C00000"/>
                          </a:solidFill>
                          <a:effectLst/>
                          <a:latin typeface="Intel Clear Light" panose="020B0404020203020204" pitchFamily="34" charset="0"/>
                        </a:rPr>
                        <a:t>We have no black solder mask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Black Color </a:t>
                      </a:r>
                      <a:r>
                        <a:rPr lang="en-US" sz="1000" b="0" i="0" u="none" strike="noStrike" dirty="0" err="1">
                          <a:solidFill>
                            <a:srgbClr val="000000"/>
                          </a:solidFill>
                          <a:effectLst/>
                          <a:latin typeface="Intel Clear Light" panose="020B0404020203020204" pitchFamily="34" charset="0"/>
                        </a:rPr>
                        <a:t>Soldermask</a:t>
                      </a:r>
                      <a:r>
                        <a:rPr lang="en-US" sz="1000" b="0" i="0" u="none" strike="noStrike" dirty="0">
                          <a:solidFill>
                            <a:srgbClr val="000000"/>
                          </a:solidFill>
                          <a:effectLst/>
                          <a:latin typeface="Intel Clear Light" panose="020B0404020203020204" pitchFamily="34" charset="0"/>
                        </a:rPr>
                        <a:t> will interfere with AOI image recognition components</a:t>
                      </a:r>
                      <a:endParaRPr lang="zh-CN" alt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C00000"/>
                          </a:solidFill>
                          <a:effectLst/>
                          <a:latin typeface="Intel Clear Light" panose="020B0404020203020204" pitchFamily="34" charset="0"/>
                        </a:rPr>
                        <a:t>We have no black solder mask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Black Color </a:t>
                      </a:r>
                      <a:r>
                        <a:rPr lang="en-US" sz="1000" b="0" i="0" u="none" strike="noStrike" dirty="0" err="1">
                          <a:solidFill>
                            <a:srgbClr val="000000"/>
                          </a:solidFill>
                          <a:effectLst/>
                          <a:latin typeface="Intel Clear Light" panose="020B0404020203020204" pitchFamily="34" charset="0"/>
                        </a:rPr>
                        <a:t>Soldermask</a:t>
                      </a:r>
                      <a:r>
                        <a:rPr lang="en-US" sz="1000" b="0" i="0" u="none" strike="noStrike" dirty="0">
                          <a:solidFill>
                            <a:srgbClr val="000000"/>
                          </a:solidFill>
                          <a:effectLst/>
                          <a:latin typeface="Intel Clear Light" panose="020B0404020203020204" pitchFamily="34" charset="0"/>
                        </a:rPr>
                        <a:t> will interfere with AOI image recognition components</a:t>
                      </a:r>
                      <a:endParaRPr lang="zh-CN" alt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1. Black color soldermask will interfere with AOI to recognition small resistors (black color), cannot catch resisitor missing</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2. Not easy to keep good quality of small size MD pad</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bl>
          </a:graphicData>
        </a:graphic>
      </p:graphicFrame>
      <p:sp>
        <p:nvSpPr>
          <p:cNvPr id="11" name="TextBox 10">
            <a:extLst>
              <a:ext uri="{FF2B5EF4-FFF2-40B4-BE49-F238E27FC236}">
                <a16:creationId xmlns:a16="http://schemas.microsoft.com/office/drawing/2014/main" id="{3B0E5B35-F8D6-4092-AA4A-BCC690B2229D}"/>
              </a:ext>
            </a:extLst>
          </p:cNvPr>
          <p:cNvSpPr txBox="1"/>
          <p:nvPr/>
        </p:nvSpPr>
        <p:spPr>
          <a:xfrm>
            <a:off x="571370" y="4624507"/>
            <a:ext cx="10767190" cy="1661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2000" b="1" dirty="0">
                <a:solidFill>
                  <a:schemeClr val="accent1"/>
                </a:solidFill>
              </a:rPr>
              <a:t>- </a:t>
            </a:r>
            <a:r>
              <a:rPr kumimoji="0" lang="en-US" sz="2000" b="1" i="0" u="none" strike="noStrike" cap="none" spc="0" normalizeH="0" baseline="0" dirty="0">
                <a:ln>
                  <a:noFill/>
                </a:ln>
                <a:solidFill>
                  <a:schemeClr val="accent1"/>
                </a:solidFill>
                <a:effectLst/>
                <a:uFillTx/>
                <a:latin typeface="+mn-lt"/>
                <a:ea typeface="+mn-ea"/>
                <a:cs typeface="+mn-cs"/>
                <a:sym typeface="Helvetica Neue"/>
              </a:rPr>
              <a:t>3/10 Customers Have No Black SM Experience</a:t>
            </a:r>
          </a:p>
          <a:p>
            <a:pPr marL="0" marR="0" indent="0" defTabSz="2438338" rtl="0" fontAlgn="auto" latinLnBrk="0" hangingPunct="0">
              <a:lnSpc>
                <a:spcPct val="100000"/>
              </a:lnSpc>
              <a:spcBef>
                <a:spcPts val="0"/>
              </a:spcBef>
              <a:spcAft>
                <a:spcPts val="0"/>
              </a:spcAft>
              <a:buClrTx/>
              <a:buSzTx/>
              <a:buFontTx/>
              <a:buNone/>
              <a:tabLst/>
            </a:pPr>
            <a:r>
              <a:rPr lang="en-US" sz="2000" b="1" dirty="0">
                <a:solidFill>
                  <a:schemeClr val="accent1"/>
                </a:solidFill>
              </a:rPr>
              <a:t>- Major Problem Of Black SM:</a:t>
            </a:r>
          </a:p>
          <a:p>
            <a:pPr marL="514350" marR="0" indent="-514350" defTabSz="2438338" rtl="0" fontAlgn="auto" latinLnBrk="0" hangingPunct="0">
              <a:lnSpc>
                <a:spcPct val="100000"/>
              </a:lnSpc>
              <a:spcBef>
                <a:spcPts val="0"/>
              </a:spcBef>
              <a:spcAft>
                <a:spcPts val="0"/>
              </a:spcAft>
              <a:buClrTx/>
              <a:buSzTx/>
              <a:buFontTx/>
              <a:buAutoNum type="arabicPeriod"/>
              <a:tabLst/>
            </a:pPr>
            <a:r>
              <a:rPr lang="en-US" sz="2000" b="1" dirty="0">
                <a:solidFill>
                  <a:schemeClr val="accent1"/>
                </a:solidFill>
              </a:rPr>
              <a:t>AOI interference causing downgrade of detect capability.</a:t>
            </a:r>
          </a:p>
          <a:p>
            <a:pPr marL="514350" marR="0" indent="-514350" defTabSz="2438338" rtl="0" fontAlgn="auto" latinLnBrk="0" hangingPunct="0">
              <a:lnSpc>
                <a:spcPct val="100000"/>
              </a:lnSpc>
              <a:spcBef>
                <a:spcPts val="0"/>
              </a:spcBef>
              <a:spcAft>
                <a:spcPts val="0"/>
              </a:spcAft>
              <a:buClrTx/>
              <a:buSzTx/>
              <a:buFontTx/>
              <a:buAutoNum type="arabicPeriod"/>
              <a:tabLst/>
            </a:pPr>
            <a:r>
              <a:rPr lang="en-US" sz="2000" b="1" dirty="0">
                <a:solidFill>
                  <a:schemeClr val="accent1"/>
                </a:solidFill>
              </a:rPr>
              <a:t>Can not achieve good quality of small size MD pad. SMD pad preferred  </a:t>
            </a:r>
            <a:endParaRPr kumimoji="0" lang="en-US" sz="2000" b="1" i="0" u="none" strike="noStrike" cap="none" spc="0" normalizeH="0" baseline="0" dirty="0">
              <a:ln>
                <a:noFill/>
              </a:ln>
              <a:solidFill>
                <a:schemeClr val="accent1"/>
              </a:solidFill>
              <a:effectLst/>
              <a:uFillTx/>
              <a:latin typeface="+mn-lt"/>
              <a:ea typeface="+mn-ea"/>
              <a:cs typeface="+mn-cs"/>
              <a:sym typeface="Helvetica Neue"/>
            </a:endParaRPr>
          </a:p>
          <a:p>
            <a:pPr marL="0" marR="0" indent="0" defTabSz="2438338" rtl="0" fontAlgn="auto" latinLnBrk="0" hangingPunct="0">
              <a:lnSpc>
                <a:spcPct val="100000"/>
              </a:lnSpc>
              <a:spcBef>
                <a:spcPts val="0"/>
              </a:spcBef>
              <a:spcAft>
                <a:spcPts val="0"/>
              </a:spcAft>
              <a:buClrTx/>
              <a:buSzTx/>
              <a:buFontTx/>
              <a:buNone/>
              <a:tabLst/>
            </a:pP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E64EDFB3-FFC1-4F3C-9668-8E0017D7B384}"/>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2" name="Action Button: Go Forward or Next 1">
            <a:hlinkClick r:id="rId3" action="ppaction://hlinksldjump" highlightClick="1"/>
            <a:extLst>
              <a:ext uri="{FF2B5EF4-FFF2-40B4-BE49-F238E27FC236}">
                <a16:creationId xmlns:a16="http://schemas.microsoft.com/office/drawing/2014/main" id="{8E4E1CAD-729D-40A3-AA83-C93644CA1EF8}"/>
              </a:ext>
            </a:extLst>
          </p:cNvPr>
          <p:cNvSpPr/>
          <p:nvPr/>
        </p:nvSpPr>
        <p:spPr>
          <a:xfrm>
            <a:off x="8295588" y="3930289"/>
            <a:ext cx="348792" cy="197963"/>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4124176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Reflow Convection Oven (2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823120041"/>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If N2 is used, at what zone numbers is the O2 PPM level measured?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Zone 9</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Zone 9~10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fr-FR" sz="1000" b="0" i="0" u="none" strike="noStrike">
                          <a:solidFill>
                            <a:srgbClr val="000000"/>
                          </a:solidFill>
                          <a:effectLst/>
                          <a:latin typeface="Intel Clear Light" panose="020B0404020203020204" pitchFamily="34" charset="0"/>
                        </a:rPr>
                        <a:t>Zone 10 (total 13 zones)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Peak Zone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Peak Zone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Peak Zone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build-in O2 analyzer. We use standalone equipment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Peak Zone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Peak Zone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thinner boards require different support vs thicker?  (example: please state answer for </a:t>
                      </a:r>
                      <a:r>
                        <a:rPr lang="en-US" sz="1200" b="1" i="0" u="none" strike="noStrike" cap="none" spc="0" baseline="0" dirty="0" err="1">
                          <a:solidFill>
                            <a:schemeClr val="bg1"/>
                          </a:solidFill>
                          <a:uFillTx/>
                          <a:latin typeface="+mn-lt"/>
                          <a:ea typeface="+mn-ea"/>
                          <a:cs typeface="+mn-cs"/>
                          <a:sym typeface="Intel Clear"/>
                        </a:rPr>
                        <a:t>pcb</a:t>
                      </a:r>
                      <a:r>
                        <a:rPr lang="en-US" sz="1200" b="1" i="0" u="none" strike="noStrike" cap="none" spc="0" baseline="0" dirty="0">
                          <a:solidFill>
                            <a:schemeClr val="bg1"/>
                          </a:solidFill>
                          <a:uFillTx/>
                          <a:latin typeface="+mn-lt"/>
                          <a:ea typeface="+mn-ea"/>
                          <a:cs typeface="+mn-cs"/>
                          <a:sym typeface="Intel Clear"/>
                        </a:rPr>
                        <a:t> thickness 1.0mm, 0.8mm, 0.7mm, 0.6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all brd are 0.1mm in our site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Thinner PCB will use more support pins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all PCB 0.8mm~1.6mm now</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All use reflow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effectLst/>
                          <a:latin typeface="Intel Clear Light" panose="020B0404020203020204" pitchFamily="34" charset="0"/>
                        </a:rPr>
                        <a:t>&lt;0.8mm: Whole process pallet</a:t>
                      </a:r>
                      <a:br>
                        <a:rPr lang="en-US" sz="1000" b="0" i="0" u="none" strike="noStrike">
                          <a:effectLst/>
                          <a:latin typeface="Intel Clear Light" panose="020B0404020203020204" pitchFamily="34" charset="0"/>
                        </a:rPr>
                      </a:br>
                      <a:r>
                        <a:rPr lang="en-US" sz="1000" b="0" i="0" u="none" strike="noStrike">
                          <a:effectLst/>
                          <a:latin typeface="Intel Clear Light" panose="020B0404020203020204" pitchFamily="34" charset="0"/>
                        </a:rPr>
                        <a:t>&gt;=0.8mm: Reflow only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All use dedicate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C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39ED610-7AC8-45CD-BCC6-B494109E5D9F}"/>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altLang="zh-CN" sz="2800" b="1" i="0" u="none" strike="noStrike" cap="none" spc="0" normalizeH="0" baseline="0" dirty="0">
                <a:ln>
                  <a:noFill/>
                </a:ln>
                <a:solidFill>
                  <a:schemeClr val="accent1"/>
                </a:solidFill>
                <a:effectLst/>
                <a:uFillTx/>
                <a:latin typeface="+mn-lt"/>
                <a:ea typeface="+mn-ea"/>
                <a:cs typeface="+mn-cs"/>
                <a:sym typeface="Helvetica Neue"/>
              </a:rPr>
              <a:t>Customer Are Measuring O2 PPM At Peak Zone</a:t>
            </a:r>
          </a:p>
          <a:p>
            <a:pPr marL="0" marR="0" indent="0" algn="ctr" defTabSz="2438338" rtl="0" fontAlgn="auto" latinLnBrk="0" hangingPunct="0">
              <a:lnSpc>
                <a:spcPct val="100000"/>
              </a:lnSpc>
              <a:spcBef>
                <a:spcPts val="0"/>
              </a:spcBef>
              <a:spcAft>
                <a:spcPts val="0"/>
              </a:spcAft>
              <a:buClrTx/>
              <a:buSzTx/>
              <a:buFontTx/>
              <a:buNone/>
              <a:tabLst/>
            </a:pPr>
            <a:r>
              <a:rPr lang="en-US" sz="2800" b="1" dirty="0">
                <a:solidFill>
                  <a:schemeClr val="accent1"/>
                </a:solidFill>
              </a:rPr>
              <a:t>No Difference Pallet Support Unless Use Whole Process Pallet</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3FB68C6B-3832-4135-B2C8-BC59823ECBE2}"/>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48399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Reflow Convection Oven (3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591108096"/>
              </p:ext>
            </p:extLst>
          </p:nvPr>
        </p:nvGraphicFramePr>
        <p:xfrm>
          <a:off x="571370" y="834771"/>
          <a:ext cx="10767190" cy="566293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How are PCBs placed into reflow pallets? Manually, robotic?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Robotic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Robotic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Robotic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Robotic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Robotic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C00000"/>
                          </a:solidFill>
                          <a:effectLst/>
                          <a:latin typeface="Intel Clear Light" panose="020B0404020203020204" pitchFamily="34" charset="0"/>
                        </a:rPr>
                        <a:t>Both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Manual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Robotic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Whole process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Manual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Is the pallet common to print through reflow or reflow only?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Reflow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Reflow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Reflow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Reflow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Reflow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Whole process pallet for PCB w/o outrigger. </a:t>
                      </a:r>
                      <a:r>
                        <a:rPr lang="en-US" sz="1000" b="0" i="0" u="none" strike="noStrike" dirty="0">
                          <a:solidFill>
                            <a:srgbClr val="000000"/>
                          </a:solidFill>
                          <a:effectLst/>
                          <a:latin typeface="Intel Clear Light" panose="020B0404020203020204" pitchFamily="34" charset="0"/>
                        </a:rPr>
                        <a:t>Dedicate reflow pallet for normal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Reflow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&lt;0.8mm: Whole process pallet</a:t>
                      </a:r>
                      <a:br>
                        <a:rPr lang="en-US" sz="1000" b="0" i="0" u="none" strike="noStrike" dirty="0">
                          <a:effectLst/>
                          <a:latin typeface="Intel Clear Light" panose="020B0404020203020204" pitchFamily="34" charset="0"/>
                        </a:rPr>
                      </a:br>
                      <a:r>
                        <a:rPr lang="en-US" sz="1000" b="0" i="0" u="none" strike="noStrike" dirty="0">
                          <a:effectLst/>
                          <a:latin typeface="Intel Clear Light" panose="020B0404020203020204" pitchFamily="34" charset="0"/>
                        </a:rPr>
                        <a:t>&gt;=0.8mm: Reflow only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Whole process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If tooling Pins on pallet are used for </a:t>
                      </a:r>
                      <a:r>
                        <a:rPr lang="en-US" sz="1200" b="1" i="0" u="none" strike="noStrike" cap="none" spc="0" baseline="0" dirty="0" err="1">
                          <a:solidFill>
                            <a:schemeClr val="bg1"/>
                          </a:solidFill>
                          <a:uFillTx/>
                          <a:latin typeface="+mn-lt"/>
                          <a:ea typeface="+mn-ea"/>
                          <a:cs typeface="+mn-cs"/>
                          <a:sym typeface="Intel Clear"/>
                        </a:rPr>
                        <a:t>pcb</a:t>
                      </a:r>
                      <a:r>
                        <a:rPr lang="en-US" sz="1200" b="1" i="0" u="none" strike="noStrike" cap="none" spc="0" baseline="0" dirty="0">
                          <a:solidFill>
                            <a:schemeClr val="bg1"/>
                          </a:solidFill>
                          <a:uFillTx/>
                          <a:latin typeface="+mn-lt"/>
                          <a:ea typeface="+mn-ea"/>
                          <a:cs typeface="+mn-cs"/>
                          <a:sym typeface="Intel Clear"/>
                        </a:rPr>
                        <a:t> hold down, what is the clearance in design (mm) used to allow for board expansion without binding during reflow cycle?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0.5mm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There is no cavity on the reflow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129114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Adhesive SJR (Solder Joint Reliability)</a:t>
            </a:r>
          </a:p>
        </p:txBody>
      </p:sp>
    </p:spTree>
    <p:extLst>
      <p:ext uri="{BB962C8B-B14F-4D97-AF65-F5344CB8AC3E}">
        <p14:creationId xmlns:p14="http://schemas.microsoft.com/office/powerpoint/2010/main" val="2886081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(1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10091858"/>
              </p:ext>
            </p:extLst>
          </p:nvPr>
        </p:nvGraphicFramePr>
        <p:xfrm>
          <a:off x="571370" y="1392555"/>
          <a:ext cx="10767190" cy="18542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Are you currently using adhesive for Intel BGA in HVM?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 for CPU/GPU/PCH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C00000"/>
                          </a:solidFill>
                          <a:effectLst/>
                          <a:latin typeface="Intel Clear Light" panose="020B0404020203020204" pitchFamily="34" charset="0"/>
                        </a:rPr>
                        <a:t>Yes, some projects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C00000"/>
                          </a:solidFill>
                          <a:effectLst/>
                          <a:latin typeface="Intel Clear Light" panose="020B0404020203020204" pitchFamily="34" charset="0"/>
                        </a:rPr>
                        <a:t>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bl>
          </a:graphicData>
        </a:graphic>
      </p:graphicFrame>
      <p:sp>
        <p:nvSpPr>
          <p:cNvPr id="11" name="TextBox 10">
            <a:extLst>
              <a:ext uri="{FF2B5EF4-FFF2-40B4-BE49-F238E27FC236}">
                <a16:creationId xmlns:a16="http://schemas.microsoft.com/office/drawing/2014/main" id="{3B0E5B35-F8D6-4092-AA4A-BCC690B2229D}"/>
              </a:ext>
            </a:extLst>
          </p:cNvPr>
          <p:cNvSpPr txBox="1"/>
          <p:nvPr/>
        </p:nvSpPr>
        <p:spPr>
          <a:xfrm>
            <a:off x="571370" y="4098929"/>
            <a:ext cx="10767190" cy="12926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All Customers Are Using Adhesive On Intel BGAs, 8/10 Customers Will 100% Apply, 2/10 Customers Will Depends On Products </a:t>
            </a:r>
          </a:p>
        </p:txBody>
      </p:sp>
    </p:spTree>
    <p:extLst>
      <p:ext uri="{BB962C8B-B14F-4D97-AF65-F5344CB8AC3E}">
        <p14:creationId xmlns:p14="http://schemas.microsoft.com/office/powerpoint/2010/main" val="914646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(2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4020694746"/>
              </p:ext>
            </p:extLst>
          </p:nvPr>
        </p:nvGraphicFramePr>
        <p:xfrm>
          <a:off x="571370" y="1392555"/>
          <a:ext cx="10767185" cy="3611245"/>
        </p:xfrm>
        <a:graphic>
          <a:graphicData uri="http://schemas.openxmlformats.org/drawingml/2006/table">
            <a:tbl>
              <a:tblPr firstRow="1" bandRow="1">
                <a:tableStyleId>{B301B821-A1FF-4177-AEE7-76D212191A09}</a:tableStyleId>
              </a:tblPr>
              <a:tblGrid>
                <a:gridCol w="978835">
                  <a:extLst>
                    <a:ext uri="{9D8B030D-6E8A-4147-A177-3AD203B41FA5}">
                      <a16:colId xmlns:a16="http://schemas.microsoft.com/office/drawing/2014/main" val="346707532"/>
                    </a:ext>
                  </a:extLst>
                </a:gridCol>
                <a:gridCol w="978835">
                  <a:extLst>
                    <a:ext uri="{9D8B030D-6E8A-4147-A177-3AD203B41FA5}">
                      <a16:colId xmlns:a16="http://schemas.microsoft.com/office/drawing/2014/main" val="476935505"/>
                    </a:ext>
                  </a:extLst>
                </a:gridCol>
                <a:gridCol w="978835">
                  <a:extLst>
                    <a:ext uri="{9D8B030D-6E8A-4147-A177-3AD203B41FA5}">
                      <a16:colId xmlns:a16="http://schemas.microsoft.com/office/drawing/2014/main" val="1213491659"/>
                    </a:ext>
                  </a:extLst>
                </a:gridCol>
                <a:gridCol w="978835">
                  <a:extLst>
                    <a:ext uri="{9D8B030D-6E8A-4147-A177-3AD203B41FA5}">
                      <a16:colId xmlns:a16="http://schemas.microsoft.com/office/drawing/2014/main" val="1470204383"/>
                    </a:ext>
                  </a:extLst>
                </a:gridCol>
                <a:gridCol w="978835">
                  <a:extLst>
                    <a:ext uri="{9D8B030D-6E8A-4147-A177-3AD203B41FA5}">
                      <a16:colId xmlns:a16="http://schemas.microsoft.com/office/drawing/2014/main" val="4194567538"/>
                    </a:ext>
                  </a:extLst>
                </a:gridCol>
                <a:gridCol w="978835">
                  <a:extLst>
                    <a:ext uri="{9D8B030D-6E8A-4147-A177-3AD203B41FA5}">
                      <a16:colId xmlns:a16="http://schemas.microsoft.com/office/drawing/2014/main" val="3653989113"/>
                    </a:ext>
                  </a:extLst>
                </a:gridCol>
                <a:gridCol w="978835">
                  <a:extLst>
                    <a:ext uri="{9D8B030D-6E8A-4147-A177-3AD203B41FA5}">
                      <a16:colId xmlns:a16="http://schemas.microsoft.com/office/drawing/2014/main" val="1872436996"/>
                    </a:ext>
                  </a:extLst>
                </a:gridCol>
                <a:gridCol w="978835">
                  <a:extLst>
                    <a:ext uri="{9D8B030D-6E8A-4147-A177-3AD203B41FA5}">
                      <a16:colId xmlns:a16="http://schemas.microsoft.com/office/drawing/2014/main" val="1779735047"/>
                    </a:ext>
                  </a:extLst>
                </a:gridCol>
                <a:gridCol w="978835">
                  <a:extLst>
                    <a:ext uri="{9D8B030D-6E8A-4147-A177-3AD203B41FA5}">
                      <a16:colId xmlns:a16="http://schemas.microsoft.com/office/drawing/2014/main" val="3630811936"/>
                    </a:ext>
                  </a:extLst>
                </a:gridCol>
                <a:gridCol w="978835">
                  <a:extLst>
                    <a:ext uri="{9D8B030D-6E8A-4147-A177-3AD203B41FA5}">
                      <a16:colId xmlns:a16="http://schemas.microsoft.com/office/drawing/2014/main" val="1964235133"/>
                    </a:ext>
                  </a:extLst>
                </a:gridCol>
                <a:gridCol w="978835">
                  <a:extLst>
                    <a:ext uri="{9D8B030D-6E8A-4147-A177-3AD203B41FA5}">
                      <a16:colId xmlns:a16="http://schemas.microsoft.com/office/drawing/2014/main" val="24950053"/>
                    </a:ext>
                  </a:extLst>
                </a:gridCol>
              </a:tblGrid>
              <a:tr h="370840">
                <a:tc gridSpan="11">
                  <a:txBody>
                    <a:bodyPr/>
                    <a:lstStyle/>
                    <a:p>
                      <a:pPr algn="l"/>
                      <a:r>
                        <a:rPr lang="en-US" sz="1200" b="1" dirty="0">
                          <a:solidFill>
                            <a:schemeClr val="bg1"/>
                          </a:solidFill>
                        </a:rPr>
                        <a:t>Please state which adhesive process  you are using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a:endParaRPr lang="en-US" sz="1200" b="1" dirty="0"/>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a:endParaRPr lang="en-US" sz="1200" b="1" dirty="0"/>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a:endParaRPr lang="en-US" sz="1200" b="1" dirty="0"/>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a:endParaRPr lang="en-US" sz="1200" b="1" dirty="0"/>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a:endParaRPr lang="en-US" sz="1200" b="1" dirty="0"/>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a:endParaRPr lang="en-US" sz="1200" b="1" dirty="0"/>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ctr" fontAlgn="ctr"/>
                      <a:r>
                        <a:rPr lang="en-US" sz="1000" b="0" i="0" u="none" strike="noStrike" dirty="0">
                          <a:solidFill>
                            <a:srgbClr val="000000"/>
                          </a:solidFill>
                          <a:effectLst/>
                          <a:latin typeface="Intel Clear Light" panose="020B0404020203020204" pitchFamily="34" charset="0"/>
                        </a:rPr>
                        <a:t>Corner Glue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 (</a:t>
                      </a:r>
                      <a:r>
                        <a:rPr lang="en-US" sz="1000" b="0" i="0" u="none" strike="noStrike" dirty="0">
                          <a:solidFill>
                            <a:srgbClr val="FF0000"/>
                          </a:solidFill>
                          <a:effectLst/>
                          <a:latin typeface="Intel Clear Light" panose="020B0404020203020204" pitchFamily="34" charset="0"/>
                        </a:rPr>
                        <a:t>Thermal</a:t>
                      </a:r>
                      <a:r>
                        <a:rPr lang="en-US" sz="1000" b="0" i="0" u="none" strike="noStrike" dirty="0">
                          <a:solidFill>
                            <a:srgbClr val="000000"/>
                          </a:solidFill>
                          <a:effectLst/>
                          <a:latin typeface="Intel Clear Light" panose="020B0404020203020204" pitchFamily="34" charset="0"/>
                        </a:rPr>
                        <a: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 (</a:t>
                      </a:r>
                      <a:r>
                        <a:rPr lang="en-US" sz="1000" b="0" i="0" u="none" strike="noStrike" dirty="0">
                          <a:solidFill>
                            <a:srgbClr val="FF0000"/>
                          </a:solidFill>
                          <a:effectLst/>
                          <a:latin typeface="Intel Clear Light" panose="020B0404020203020204" pitchFamily="34" charset="0"/>
                        </a:rPr>
                        <a:t>Thermal</a:t>
                      </a:r>
                      <a:r>
                        <a:rPr lang="en-US" sz="1000" b="0" i="0" u="none" strike="noStrike" dirty="0">
                          <a:solidFill>
                            <a:srgbClr val="000000"/>
                          </a:solidFill>
                          <a:effectLst/>
                          <a:latin typeface="Intel Clear Light" panose="020B0404020203020204" pitchFamily="34" charset="0"/>
                        </a:rPr>
                        <a: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 (Unknown)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algn="ctr" fontAlgn="ctr"/>
                      <a:r>
                        <a:rPr lang="en-US" sz="1000" b="0" i="0" u="none" strike="noStrike" dirty="0">
                          <a:solidFill>
                            <a:srgbClr val="000000"/>
                          </a:solidFill>
                          <a:effectLst/>
                          <a:latin typeface="Intel Clear Light" panose="020B0404020203020204" pitchFamily="34" charset="0"/>
                        </a:rPr>
                        <a:t>Corner Dot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10197595"/>
                  </a:ext>
                </a:extLst>
              </a:tr>
              <a:tr h="370840">
                <a:tc>
                  <a:txBody>
                    <a:bodyPr/>
                    <a:lstStyle/>
                    <a:p>
                      <a:pPr algn="ctr" fontAlgn="ctr"/>
                      <a:r>
                        <a:rPr lang="en-US" sz="1000" b="0" i="0" u="none" strike="noStrike" dirty="0">
                          <a:solidFill>
                            <a:srgbClr val="000000"/>
                          </a:solidFill>
                          <a:effectLst/>
                          <a:latin typeface="Intel Clear Light" panose="020B0404020203020204" pitchFamily="34" charset="0"/>
                        </a:rPr>
                        <a:t>Corner Partial underfill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altLang="zh-CN" sz="1000" b="0" i="0" u="none" strike="noStrike" dirty="0">
                          <a:solidFill>
                            <a:srgbClr val="000000"/>
                          </a:solidFill>
                          <a:effectLst/>
                          <a:latin typeface="Intel Clear Light" panose="020B0404020203020204" pitchFamily="34" charset="0"/>
                        </a:rPr>
                        <a:t>Yes</a:t>
                      </a:r>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860812458"/>
                  </a:ext>
                </a:extLst>
              </a:tr>
              <a:tr h="370840">
                <a:tc>
                  <a:txBody>
                    <a:bodyPr/>
                    <a:lstStyle/>
                    <a:p>
                      <a:pPr algn="ctr" fontAlgn="ctr"/>
                      <a:r>
                        <a:rPr lang="en-US" sz="1000" b="0" i="0" u="none" strike="noStrike" dirty="0">
                          <a:solidFill>
                            <a:srgbClr val="000000"/>
                          </a:solidFill>
                          <a:effectLst/>
                          <a:latin typeface="Intel Clear Light" panose="020B0404020203020204" pitchFamily="34" charset="0"/>
                        </a:rPr>
                        <a:t>Full Underfill;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994263037"/>
                  </a:ext>
                </a:extLst>
              </a:tr>
              <a:tr h="370840">
                <a:tc>
                  <a:txBody>
                    <a:bodyPr/>
                    <a:lstStyle/>
                    <a:p>
                      <a:pPr algn="ctr" fontAlgn="ctr"/>
                      <a:r>
                        <a:rPr lang="en-US" sz="1000" b="0" i="0" u="none" strike="noStrike" dirty="0">
                          <a:solidFill>
                            <a:srgbClr val="000000"/>
                          </a:solidFill>
                          <a:effectLst/>
                          <a:latin typeface="Intel Clear Light" panose="020B0404020203020204" pitchFamily="34" charset="0"/>
                        </a:rPr>
                        <a:t>No Flow Underfill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971666462"/>
                  </a:ext>
                </a:extLst>
              </a:tr>
              <a:tr h="370840">
                <a:tc>
                  <a:txBody>
                    <a:bodyPr/>
                    <a:lstStyle/>
                    <a:p>
                      <a:pPr algn="ctr" fontAlgn="ctr"/>
                      <a:r>
                        <a:rPr lang="en-US" sz="1000" b="0" i="0" u="none" strike="noStrike" dirty="0" err="1">
                          <a:solidFill>
                            <a:srgbClr val="000000"/>
                          </a:solidFill>
                          <a:effectLst/>
                          <a:latin typeface="Intel Clear Light" panose="020B0404020203020204" pitchFamily="34" charset="0"/>
                        </a:rPr>
                        <a:t>Underfilm</a:t>
                      </a:r>
                      <a:endParaRPr lang="en-US" sz="1000" b="0" i="0" u="none" strike="noStrike" dirty="0">
                        <a:solidFill>
                          <a:srgbClr val="000000"/>
                        </a:solidFill>
                        <a:effectLst/>
                        <a:latin typeface="Intel Clear Light" panose="020B0404020203020204" pitchFamily="34" charset="0"/>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ctr" fontAlgn="ctr"/>
                      <a:r>
                        <a:rPr lang="en-US" sz="1000" b="0" i="0" u="none" strike="noStrike" dirty="0">
                          <a:solidFill>
                            <a:srgbClr val="000000"/>
                          </a:solidFill>
                          <a:effectLst/>
                          <a:latin typeface="Intel Clear Light" panose="020B0404020203020204" pitchFamily="34" charset="0"/>
                        </a:rPr>
                        <a:t>SJEM Epoxy Flux</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C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C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C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C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C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solidFill>
                          <a:srgbClr val="C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Have the capability, but not in use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bl>
          </a:graphicData>
        </a:graphic>
      </p:graphicFrame>
    </p:spTree>
    <p:extLst>
      <p:ext uri="{BB962C8B-B14F-4D97-AF65-F5344CB8AC3E}">
        <p14:creationId xmlns:p14="http://schemas.microsoft.com/office/powerpoint/2010/main" val="3718417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(3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814342982"/>
              </p:ext>
            </p:extLst>
          </p:nvPr>
        </p:nvGraphicFramePr>
        <p:xfrm>
          <a:off x="571370" y="1392555"/>
          <a:ext cx="10767190" cy="414845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What's the vendor name and model of the adhesive material you are using for each of the following processes (Please provide Vendor Name &amp; Model for each)?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Loctite 3705(UV);</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SOMIDA(</a:t>
                      </a:r>
                      <a:r>
                        <a:rPr lang="zh-CN" altLang="en-US" sz="1000" b="0" i="0" u="none" strike="noStrike" dirty="0">
                          <a:solidFill>
                            <a:srgbClr val="000000"/>
                          </a:solidFill>
                          <a:effectLst/>
                          <a:latin typeface="Intel Clear Light" panose="020B0404020203020204" pitchFamily="34" charset="0"/>
                        </a:rPr>
                        <a:t>索梦达</a:t>
                      </a:r>
                      <a:r>
                        <a:rPr lang="en-US" altLang="zh-CN" sz="1000" b="0" i="0" u="none" strike="noStrike" dirty="0">
                          <a:solidFill>
                            <a:srgbClr val="000000"/>
                          </a:solidFill>
                          <a:effectLst/>
                          <a:latin typeface="Intel Clear Light" panose="020B0404020203020204" pitchFamily="34" charset="0"/>
                        </a:rPr>
                        <a:t>) 3805 (</a:t>
                      </a:r>
                      <a:r>
                        <a:rPr lang="en-US" sz="1000" b="0" i="0" u="none" strike="noStrike" dirty="0">
                          <a:solidFill>
                            <a:srgbClr val="000000"/>
                          </a:solidFill>
                          <a:effectLst/>
                          <a:latin typeface="Intel Clear Light" panose="020B0404020203020204" pitchFamily="34" charset="0"/>
                        </a:rPr>
                        <a:t>UV)</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Light" panose="020B0404020203020204" pitchFamily="34" charset="0"/>
                        </a:rPr>
                        <a:t>Ubond</a:t>
                      </a:r>
                      <a:r>
                        <a:rPr lang="en-US" sz="1000" b="0" i="0" u="none" strike="noStrike" dirty="0">
                          <a:solidFill>
                            <a:srgbClr val="000000"/>
                          </a:solidFill>
                          <a:effectLst/>
                          <a:latin typeface="Intel Clear Light" panose="020B0404020203020204" pitchFamily="34" charset="0"/>
                        </a:rPr>
                        <a:t> UB-4305 (UV)</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Loctite 3705 (UV))</a:t>
                      </a:r>
                    </a:p>
                    <a:p>
                      <a:pPr algn="l" fontAlgn="b"/>
                      <a:r>
                        <a:rPr lang="en-US" sz="1000" b="0" i="0" u="none" strike="noStrike" dirty="0" err="1">
                          <a:solidFill>
                            <a:srgbClr val="00B050"/>
                          </a:solidFill>
                          <a:effectLst/>
                          <a:latin typeface="Intel Clear Light" panose="020B0404020203020204" pitchFamily="34" charset="0"/>
                        </a:rPr>
                        <a:t>Syscotech</a:t>
                      </a:r>
                      <a:r>
                        <a:rPr lang="en-US" sz="1000" b="0" i="0" u="none" strike="noStrike" dirty="0">
                          <a:solidFill>
                            <a:srgbClr val="00B050"/>
                          </a:solidFill>
                          <a:effectLst/>
                          <a:latin typeface="Intel Clear Light" panose="020B0404020203020204" pitchFamily="34" charset="0"/>
                        </a:rPr>
                        <a:t>(</a:t>
                      </a:r>
                      <a:r>
                        <a:rPr lang="zh-CN" altLang="en-US" sz="1000" b="0" i="0" u="none" strike="noStrike" dirty="0">
                          <a:solidFill>
                            <a:srgbClr val="00B050"/>
                          </a:solidFill>
                          <a:effectLst/>
                          <a:latin typeface="Intel Clear Light" panose="020B0404020203020204" pitchFamily="34" charset="0"/>
                        </a:rPr>
                        <a:t>新懿</a:t>
                      </a:r>
                      <a:r>
                        <a:rPr lang="en-US" altLang="zh-CN" sz="1000" b="0" i="0" u="none" strike="noStrike" dirty="0">
                          <a:solidFill>
                            <a:srgbClr val="00B050"/>
                          </a:solidFill>
                          <a:effectLst/>
                          <a:latin typeface="Intel Clear Light" panose="020B0404020203020204" pitchFamily="34" charset="0"/>
                        </a:rPr>
                        <a:t>) </a:t>
                      </a:r>
                      <a:r>
                        <a:rPr lang="en-US" sz="1000" b="0" i="0" u="none" strike="noStrike" dirty="0">
                          <a:solidFill>
                            <a:srgbClr val="00B050"/>
                          </a:solidFill>
                          <a:effectLst/>
                          <a:latin typeface="Intel Clear Light" panose="020B0404020203020204" pitchFamily="34" charset="0"/>
                        </a:rPr>
                        <a:t>SCT 3109A (Corner Underfill)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Loctite 3619(Thermal)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err="1">
                          <a:solidFill>
                            <a:srgbClr val="00B050"/>
                          </a:solidFill>
                          <a:effectLst/>
                          <a:latin typeface="Intel Clear Light" panose="020B0404020203020204" pitchFamily="34" charset="0"/>
                        </a:rPr>
                        <a:t>Syscotech</a:t>
                      </a:r>
                      <a:r>
                        <a:rPr lang="en-US" sz="1000" b="0" i="0" u="none" strike="noStrike" dirty="0">
                          <a:solidFill>
                            <a:srgbClr val="00B050"/>
                          </a:solidFill>
                          <a:effectLst/>
                          <a:latin typeface="Intel Clear Light" panose="020B0404020203020204" pitchFamily="34" charset="0"/>
                        </a:rPr>
                        <a:t>(</a:t>
                      </a:r>
                      <a:r>
                        <a:rPr lang="zh-CN" altLang="en-US" sz="1000" b="0" i="0" u="none" strike="noStrike" dirty="0">
                          <a:solidFill>
                            <a:srgbClr val="00B050"/>
                          </a:solidFill>
                          <a:effectLst/>
                          <a:latin typeface="Intel Clear Light" panose="020B0404020203020204" pitchFamily="34" charset="0"/>
                        </a:rPr>
                        <a:t>新懿</a:t>
                      </a:r>
                      <a:r>
                        <a:rPr lang="en-US" altLang="zh-CN" sz="1000" b="0" i="0" u="none" strike="noStrike" dirty="0">
                          <a:solidFill>
                            <a:srgbClr val="00B050"/>
                          </a:solidFill>
                          <a:effectLst/>
                          <a:latin typeface="Intel Clear Light" panose="020B0404020203020204" pitchFamily="34" charset="0"/>
                        </a:rPr>
                        <a:t>) SCT</a:t>
                      </a:r>
                      <a:r>
                        <a:rPr lang="en-US" sz="1000" b="0" i="0" u="none" strike="noStrike" dirty="0">
                          <a:solidFill>
                            <a:srgbClr val="00B050"/>
                          </a:solidFill>
                          <a:effectLst/>
                          <a:latin typeface="Intel Clear Light" panose="020B0404020203020204" pitchFamily="34" charset="0"/>
                        </a:rPr>
                        <a:t>AS3109A/AS3109A7 (Corner Underfill)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Light" panose="020B0404020203020204" pitchFamily="34" charset="0"/>
                        </a:rPr>
                        <a:t>ZhongYu</a:t>
                      </a:r>
                      <a:r>
                        <a:rPr lang="en-US" sz="1000" b="0" i="0" u="none" strike="noStrike" dirty="0">
                          <a:solidFill>
                            <a:srgbClr val="000000"/>
                          </a:solidFill>
                          <a:effectLst/>
                          <a:latin typeface="Intel Clear Light" panose="020B0404020203020204" pitchFamily="34" charset="0"/>
                        </a:rPr>
                        <a:t> ZY-330 (UV)</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Light" panose="020B0404020203020204" pitchFamily="34" charset="0"/>
                        </a:rPr>
                        <a:t>SeaYu</a:t>
                      </a:r>
                      <a:r>
                        <a:rPr lang="en-US" sz="1000" b="0" i="0" u="none" strike="noStrike" dirty="0">
                          <a:solidFill>
                            <a:srgbClr val="000000"/>
                          </a:solidFill>
                          <a:effectLst/>
                          <a:latin typeface="Intel Clear Light" panose="020B0404020203020204" pitchFamily="34" charset="0"/>
                        </a:rPr>
                        <a:t>(</a:t>
                      </a:r>
                      <a:r>
                        <a:rPr lang="zh-CN" altLang="en-US" sz="1000" b="0" i="0" u="none" strike="noStrike" dirty="0">
                          <a:solidFill>
                            <a:srgbClr val="000000"/>
                          </a:solidFill>
                          <a:effectLst/>
                          <a:latin typeface="Intel Clear Light" panose="020B0404020203020204" pitchFamily="34" charset="0"/>
                        </a:rPr>
                        <a:t>信友</a:t>
                      </a:r>
                      <a:r>
                        <a:rPr lang="en-US" altLang="zh-CN" sz="1000" b="0" i="0" u="none" strike="noStrike" dirty="0">
                          <a:solidFill>
                            <a:srgbClr val="000000"/>
                          </a:solidFill>
                          <a:effectLst/>
                          <a:latin typeface="Intel Clear Light" panose="020B0404020203020204" pitchFamily="34" charset="0"/>
                        </a:rPr>
                        <a:t>)</a:t>
                      </a:r>
                      <a:r>
                        <a:rPr lang="en-US" sz="1000" b="0" i="0" u="none" strike="noStrike" dirty="0">
                          <a:solidFill>
                            <a:srgbClr val="000000"/>
                          </a:solidFill>
                          <a:effectLst/>
                          <a:latin typeface="Intel Clear Light" panose="020B0404020203020204" pitchFamily="34" charset="0"/>
                        </a:rPr>
                        <a:t> UV3329 (UV)</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000" b="0" i="0" u="none" strike="noStrike" dirty="0" err="1">
                          <a:solidFill>
                            <a:srgbClr val="000000"/>
                          </a:solidFill>
                          <a:effectLst/>
                          <a:latin typeface="Intel Clear Light" panose="020B0404020203020204" pitchFamily="34" charset="0"/>
                        </a:rPr>
                        <a:t>SeaYu</a:t>
                      </a:r>
                      <a:r>
                        <a:rPr lang="en-US" altLang="zh-CN" sz="1000" b="0" i="0" u="none" strike="noStrike" dirty="0">
                          <a:solidFill>
                            <a:srgbClr val="000000"/>
                          </a:solidFill>
                          <a:effectLst/>
                          <a:latin typeface="Intel Clear Light" panose="020B0404020203020204" pitchFamily="34" charset="0"/>
                        </a:rPr>
                        <a:t>(</a:t>
                      </a:r>
                      <a:r>
                        <a:rPr lang="zh-CN" altLang="en-US" sz="1000" b="0" i="0" u="none" strike="noStrike" dirty="0">
                          <a:solidFill>
                            <a:srgbClr val="000000"/>
                          </a:solidFill>
                          <a:effectLst/>
                          <a:latin typeface="Intel Clear Light" panose="020B0404020203020204" pitchFamily="34" charset="0"/>
                        </a:rPr>
                        <a:t>信友</a:t>
                      </a:r>
                      <a:r>
                        <a:rPr lang="en-US" altLang="zh-CN" sz="1000" b="0" i="0" u="none" strike="noStrike" dirty="0">
                          <a:solidFill>
                            <a:srgbClr val="000000"/>
                          </a:solidFill>
                          <a:effectLst/>
                          <a:latin typeface="Intel Clear Light" panose="020B0404020203020204" pitchFamily="34" charset="0"/>
                        </a:rPr>
                        <a:t>)</a:t>
                      </a:r>
                      <a:r>
                        <a:rPr lang="en-US" sz="1000" b="0" i="0" u="none" strike="noStrike" dirty="0">
                          <a:solidFill>
                            <a:srgbClr val="000000"/>
                          </a:solidFill>
                          <a:effectLst/>
                          <a:latin typeface="Intel Clear Light" panose="020B0404020203020204" pitchFamily="34" charset="0"/>
                        </a:rPr>
                        <a:t> UV3329 (UV)</a:t>
                      </a:r>
                    </a:p>
                    <a:p>
                      <a:pPr algn="l" fontAlgn="b"/>
                      <a:r>
                        <a:rPr lang="en-US" sz="1000" b="0" i="0" u="none" strike="noStrike" dirty="0" err="1">
                          <a:solidFill>
                            <a:srgbClr val="FF0000"/>
                          </a:solidFill>
                          <a:effectLst/>
                          <a:latin typeface="Intel Clear Light" panose="020B0404020203020204" pitchFamily="34" charset="0"/>
                        </a:rPr>
                        <a:t>Zymet</a:t>
                      </a:r>
                      <a:r>
                        <a:rPr lang="en-US" sz="1000" b="0" i="0" u="none" strike="noStrike" dirty="0">
                          <a:solidFill>
                            <a:srgbClr val="FF0000"/>
                          </a:solidFill>
                          <a:effectLst/>
                          <a:latin typeface="Intel Clear Light" panose="020B0404020203020204" pitchFamily="34" charset="0"/>
                        </a:rPr>
                        <a:t> UA2605-B (Thermal)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Where in the board manufacturing process is the adhesive applied (For each, please specify "Before SMT", "After SMT/Before Functional Test", or "After SMT/After Functional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After SMT before test (CG*)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a:t>
                      </a:r>
                      <a:r>
                        <a:rPr lang="en-US" altLang="zh-CN" sz="1000" b="0" i="0" u="none" strike="noStrike" dirty="0">
                          <a:solidFill>
                            <a:srgbClr val="000000"/>
                          </a:solidFill>
                          <a:effectLst/>
                          <a:latin typeface="Intel Clear Light" panose="020B0404020203020204" pitchFamily="34" charset="0"/>
                        </a:rPr>
                        <a:t>CG</a:t>
                      </a:r>
                      <a:r>
                        <a:rPr lang="zh-CN" altLang="en-US" sz="1000" b="0" i="0" u="none" strike="noStrike" dirty="0">
                          <a:solidFill>
                            <a:srgbClr val="000000"/>
                          </a:solidFill>
                          <a:effectLst/>
                          <a:latin typeface="Intel Clear Light" panose="020B0404020203020204" pitchFamily="34" charset="0"/>
                        </a:rPr>
                        <a:t>*</a:t>
                      </a:r>
                      <a:r>
                        <a:rPr lang="en-US" altLang="zh-CN" sz="1000" b="0" i="0" u="none" strike="noStrike" dirty="0">
                          <a:solidFill>
                            <a:srgbClr val="000000"/>
                          </a:solidFill>
                          <a:effectLst/>
                          <a:latin typeface="Intel Clear Light" panose="020B0404020203020204" pitchFamily="34" charset="0"/>
                        </a:rPr>
                        <a:t>)</a:t>
                      </a:r>
                      <a:endParaRPr lang="en-US" sz="1000" b="0" i="0" u="none" strike="noStrike" dirty="0">
                        <a:solidFill>
                          <a:srgbClr val="000000"/>
                        </a:solidFill>
                        <a:effectLst/>
                        <a:latin typeface="Intel Clear Light" panose="020B0404020203020204" pitchFamily="34" charset="0"/>
                      </a:endParaRPr>
                    </a:p>
                    <a:p>
                      <a:pPr algn="l" fontAlgn="b"/>
                      <a:r>
                        <a:rPr lang="en-US" sz="1000" b="0" i="0" u="none" strike="noStrike" dirty="0">
                          <a:solidFill>
                            <a:srgbClr val="FF0000"/>
                          </a:solidFill>
                          <a:effectLst/>
                          <a:latin typeface="Intel Clear Light" panose="020B0404020203020204" pitchFamily="34" charset="0"/>
                        </a:rPr>
                        <a:t>After function test </a:t>
                      </a:r>
                      <a:r>
                        <a:rPr lang="en-US" altLang="zh-CN" sz="1000" b="0" i="0" u="none" strike="noStrike" dirty="0">
                          <a:solidFill>
                            <a:srgbClr val="FF0000"/>
                          </a:solidFill>
                          <a:effectLst/>
                          <a:latin typeface="Intel Clear Light" panose="020B0404020203020204" pitchFamily="34" charset="0"/>
                        </a:rPr>
                        <a:t>(PU*)</a:t>
                      </a:r>
                      <a:endParaRPr lang="en-US" sz="1000" b="0" i="0" u="none" strike="noStrike" dirty="0">
                        <a:solidFill>
                          <a:srgbClr val="FF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After function test (PU*)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 </a:t>
                      </a:r>
                      <a:r>
                        <a:rPr lang="en-US" sz="1000" b="1" i="0" u="none" strike="noStrike" dirty="0">
                          <a:solidFill>
                            <a:schemeClr val="accent4">
                              <a:lumMod val="75000"/>
                            </a:schemeClr>
                          </a:solidFill>
                          <a:effectLst/>
                          <a:latin typeface="Intel Clear Light" panose="020B0404020203020204" pitchFamily="34" charset="0"/>
                        </a:rPr>
                        <a:t>PU</a:t>
                      </a:r>
                      <a:r>
                        <a:rPr lang="en-US" sz="1000" b="1" i="0" u="none" strike="noStrike" baseline="30000" dirty="0">
                          <a:solidFill>
                            <a:schemeClr val="accent4">
                              <a:lumMod val="75000"/>
                            </a:schemeClr>
                          </a:solidFill>
                          <a:effectLst/>
                          <a:latin typeface="Intel Clear Light" panose="020B0404020203020204" pitchFamily="34" charset="0"/>
                        </a:rPr>
                        <a:t>1</a:t>
                      </a:r>
                      <a:r>
                        <a:rPr lang="en-US" sz="1000" b="0" i="0" u="none" strike="noStrike" dirty="0">
                          <a:solidFill>
                            <a:srgbClr val="000000"/>
                          </a:solidFill>
                          <a:effectLst/>
                          <a:latin typeface="Intel Clear Light" panose="020B0404020203020204" pitchFamily="34" charset="0"/>
                        </a:rPr>
                        <a: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After SMT, before test (CG*, </a:t>
                      </a:r>
                      <a:r>
                        <a:rPr lang="en-US" sz="1000" b="1" i="0" u="none" strike="noStrike" dirty="0">
                          <a:solidFill>
                            <a:schemeClr val="accent4">
                              <a:lumMod val="75000"/>
                            </a:schemeClr>
                          </a:solidFill>
                          <a:effectLst/>
                          <a:latin typeface="Intel Clear Light" panose="020B0404020203020204" pitchFamily="34" charset="0"/>
                        </a:rPr>
                        <a:t>PU*</a:t>
                      </a:r>
                      <a:r>
                        <a:rPr lang="en-US" sz="1000" b="0" i="0" u="none" strike="noStrike" dirty="0">
                          <a:solidFill>
                            <a:srgbClr val="000000"/>
                          </a:solidFill>
                          <a:effectLst/>
                          <a:latin typeface="Intel Clear Light" panose="020B0404020203020204" pitchFamily="34" charset="0"/>
                        </a:rPr>
                        <a:t>)</a:t>
                      </a:r>
                    </a:p>
                    <a:p>
                      <a:pPr algn="l" fontAlgn="b"/>
                      <a:r>
                        <a:rPr lang="en-US" sz="1000" b="0" i="0" u="none" strike="noStrike" dirty="0">
                          <a:solidFill>
                            <a:schemeClr val="accent2"/>
                          </a:solidFill>
                          <a:effectLst/>
                          <a:latin typeface="Intel Clear Light" panose="020B0404020203020204" pitchFamily="34" charset="0"/>
                        </a:rPr>
                        <a:t>Before SMT (CD*)</a:t>
                      </a:r>
                    </a:p>
                    <a:p>
                      <a:pPr algn="l" fontAlgn="b"/>
                      <a:r>
                        <a:rPr lang="en-US" sz="1000" b="0" i="0" u="none" strike="noStrike" dirty="0">
                          <a:solidFill>
                            <a:srgbClr val="0070C0"/>
                          </a:solidFill>
                          <a:effectLst/>
                          <a:latin typeface="Intel Clear Light" panose="020B0404020203020204" pitchFamily="34" charset="0"/>
                        </a:rPr>
                        <a:t>Have both before or after test (BLUF*)</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5" name="TextBox 4">
            <a:extLst>
              <a:ext uri="{FF2B5EF4-FFF2-40B4-BE49-F238E27FC236}">
                <a16:creationId xmlns:a16="http://schemas.microsoft.com/office/drawing/2014/main" id="{CDE95802-C1DE-421A-A844-AD78F2D7EDA6}"/>
              </a:ext>
            </a:extLst>
          </p:cNvPr>
          <p:cNvSpPr txBox="1"/>
          <p:nvPr/>
        </p:nvSpPr>
        <p:spPr>
          <a:xfrm>
            <a:off x="571370" y="5550095"/>
            <a:ext cx="1076719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altLang="zh-CN" sz="2000" b="1" dirty="0">
                <a:solidFill>
                  <a:schemeClr val="accent1"/>
                </a:solidFill>
              </a:rPr>
              <a:t>UV Glue Is The Major Adhesive Most Customers Are Using, With Many Different Brand.</a:t>
            </a:r>
          </a:p>
          <a:p>
            <a:pPr marL="0" marR="0" indent="0" defTabSz="2438338"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chemeClr val="accent1"/>
                </a:solidFill>
                <a:effectLst/>
                <a:uFillTx/>
                <a:latin typeface="+mn-lt"/>
                <a:ea typeface="+mn-ea"/>
                <a:cs typeface="+mn-cs"/>
                <a:sym typeface="Helvetica Neue"/>
              </a:rPr>
              <a:t>Seeing T</a:t>
            </a:r>
            <a:r>
              <a:rPr lang="en-US" sz="2000" b="1" dirty="0">
                <a:solidFill>
                  <a:schemeClr val="accent1"/>
                </a:solidFill>
              </a:rPr>
              <a:t>rend Of Moving Adhesive Process To </a:t>
            </a:r>
            <a:r>
              <a:rPr lang="en-US" altLang="zh-CN" sz="2000" b="1" dirty="0">
                <a:solidFill>
                  <a:schemeClr val="accent1"/>
                </a:solidFill>
              </a:rPr>
              <a:t>‘</a:t>
            </a:r>
            <a:r>
              <a:rPr lang="en-US" sz="2000" b="1" dirty="0">
                <a:solidFill>
                  <a:schemeClr val="accent1"/>
                </a:solidFill>
              </a:rPr>
              <a:t>After SMT Before Test</a:t>
            </a:r>
            <a:r>
              <a:rPr lang="en-US" altLang="zh-CN" sz="2000" b="1" dirty="0">
                <a:solidFill>
                  <a:schemeClr val="accent1"/>
                </a:solidFill>
              </a:rPr>
              <a:t>’</a:t>
            </a:r>
            <a:r>
              <a:rPr lang="en-US" sz="2000" b="1" dirty="0">
                <a:solidFill>
                  <a:schemeClr val="accent1"/>
                </a:solidFill>
              </a:rPr>
              <a:t> Even With BLUF* And PU* process</a:t>
            </a:r>
            <a:endParaRPr kumimoji="0" lang="en-US" sz="20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7" name="TextBox 6">
            <a:extLst>
              <a:ext uri="{FF2B5EF4-FFF2-40B4-BE49-F238E27FC236}">
                <a16:creationId xmlns:a16="http://schemas.microsoft.com/office/drawing/2014/main" id="{B84CFCD8-C513-4102-B4C7-D143FD02E1EA}"/>
              </a:ext>
            </a:extLst>
          </p:cNvPr>
          <p:cNvSpPr txBox="1"/>
          <p:nvPr/>
        </p:nvSpPr>
        <p:spPr>
          <a:xfrm>
            <a:off x="8238931" y="371164"/>
            <a:ext cx="3099629"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CG* - Corner Glue</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PU* - Partial Underfill</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CD* - Corner Dot</a:t>
            </a:r>
          </a:p>
          <a:p>
            <a:pPr defTabSz="2438338">
              <a:lnSpc>
                <a:spcPct val="100000"/>
              </a:lnSpc>
              <a:spcBef>
                <a:spcPts val="0"/>
              </a:spcBef>
            </a:pP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BLUF* - Board Level Underfill</a:t>
            </a:r>
          </a:p>
          <a:p>
            <a:pPr defTabSz="2438338">
              <a:lnSpc>
                <a:spcPct val="100000"/>
              </a:lnSpc>
              <a:spcBef>
                <a:spcPts val="0"/>
              </a:spcBef>
            </a:pPr>
            <a:r>
              <a:rPr lang="en-US" sz="1000" dirty="0">
                <a:latin typeface="Intel Clear Light" panose="020B0404020203020204" pitchFamily="34" charset="0"/>
              </a:rPr>
              <a:t>PU</a:t>
            </a:r>
            <a:r>
              <a:rPr lang="en-US" sz="1000" baseline="30000" dirty="0">
                <a:latin typeface="Intel Clear Light" panose="020B0404020203020204" pitchFamily="34" charset="0"/>
              </a:rPr>
              <a:t>1 </a:t>
            </a:r>
            <a:r>
              <a:rPr lang="en-US" sz="1000" dirty="0">
                <a:latin typeface="Intel Clear Light" panose="020B0404020203020204" pitchFamily="34" charset="0"/>
              </a:rPr>
              <a:t>– JDM1 experienced SJ crack after test, the solution is move partial underfill to before test</a:t>
            </a:r>
            <a:endParaRPr kumimoji="0" lang="en-US" sz="1000" i="0" u="none" strike="noStrike" cap="none" spc="0" normalizeH="0" baseline="0" dirty="0">
              <a:ln>
                <a:noFill/>
              </a:ln>
              <a:solidFill>
                <a:schemeClr val="tx1"/>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8" name="Action Button: Go Home 7">
            <a:hlinkClick r:id="rId2" action="ppaction://hlinksldjump" highlightClick="1"/>
            <a:extLst>
              <a:ext uri="{FF2B5EF4-FFF2-40B4-BE49-F238E27FC236}">
                <a16:creationId xmlns:a16="http://schemas.microsoft.com/office/drawing/2014/main" id="{2E568A9A-D1A7-4930-8FAF-022030669388}"/>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286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(4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299883237"/>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If using Corner Glue, what % of the Perimeter length of Package is covered?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15~20%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5mm L shape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Follow DFX silkscreen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26%</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4mm L shape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L shape cover 4~6 row/columes each side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Follow DFX silkscreen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30%~50%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If using Corner Glue, what is minimum % of substrate fillet height acceptable?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60%~100%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&lt;100%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80%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90%-100%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&lt;100%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75%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Tree>
    <p:extLst>
      <p:ext uri="{BB962C8B-B14F-4D97-AF65-F5344CB8AC3E}">
        <p14:creationId xmlns:p14="http://schemas.microsoft.com/office/powerpoint/2010/main" val="130122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54260"/>
            <a:ext cx="11010816" cy="952499"/>
          </a:xfrm>
        </p:spPr>
        <p:txBody>
          <a:bodyPr/>
          <a:lstStyle/>
          <a:p>
            <a:r>
              <a:rPr lang="en-US" dirty="0"/>
              <a:t>Adhesive SJR (5 of 12)</a:t>
            </a:r>
          </a:p>
        </p:txBody>
      </p:sp>
      <p:graphicFrame>
        <p:nvGraphicFramePr>
          <p:cNvPr id="4" name="Table 9">
            <a:extLst>
              <a:ext uri="{FF2B5EF4-FFF2-40B4-BE49-F238E27FC236}">
                <a16:creationId xmlns:a16="http://schemas.microsoft.com/office/drawing/2014/main" id="{F9AFED7C-8782-438F-A74C-3F98A375AED2}"/>
              </a:ext>
            </a:extLst>
          </p:cNvPr>
          <p:cNvGraphicFramePr>
            <a:graphicFrameLocks noGrp="1"/>
          </p:cNvGraphicFramePr>
          <p:nvPr>
            <p:extLst>
              <p:ext uri="{D42A27DB-BD31-4B8C-83A1-F6EECF244321}">
                <p14:modId xmlns:p14="http://schemas.microsoft.com/office/powerpoint/2010/main" val="3326451125"/>
              </p:ext>
            </p:extLst>
          </p:nvPr>
        </p:nvGraphicFramePr>
        <p:xfrm>
          <a:off x="571370" y="738521"/>
          <a:ext cx="10737336" cy="5815330"/>
        </p:xfrm>
        <a:graphic>
          <a:graphicData uri="http://schemas.openxmlformats.org/drawingml/2006/table">
            <a:tbl>
              <a:tblPr firstRow="1" bandRow="1">
                <a:tableStyleId>{B301B821-A1FF-4177-AEE7-76D212191A09}</a:tableStyleId>
              </a:tblPr>
              <a:tblGrid>
                <a:gridCol w="2684334">
                  <a:extLst>
                    <a:ext uri="{9D8B030D-6E8A-4147-A177-3AD203B41FA5}">
                      <a16:colId xmlns:a16="http://schemas.microsoft.com/office/drawing/2014/main" val="476935505"/>
                    </a:ext>
                  </a:extLst>
                </a:gridCol>
                <a:gridCol w="2684334">
                  <a:extLst>
                    <a:ext uri="{9D8B030D-6E8A-4147-A177-3AD203B41FA5}">
                      <a16:colId xmlns:a16="http://schemas.microsoft.com/office/drawing/2014/main" val="1935374358"/>
                    </a:ext>
                  </a:extLst>
                </a:gridCol>
                <a:gridCol w="2684334">
                  <a:extLst>
                    <a:ext uri="{9D8B030D-6E8A-4147-A177-3AD203B41FA5}">
                      <a16:colId xmlns:a16="http://schemas.microsoft.com/office/drawing/2014/main" val="4200988692"/>
                    </a:ext>
                  </a:extLst>
                </a:gridCol>
                <a:gridCol w="2684334">
                  <a:extLst>
                    <a:ext uri="{9D8B030D-6E8A-4147-A177-3AD203B41FA5}">
                      <a16:colId xmlns:a16="http://schemas.microsoft.com/office/drawing/2014/main" val="3785732719"/>
                    </a:ext>
                  </a:extLst>
                </a:gridCol>
              </a:tblGrid>
              <a:tr h="370840">
                <a:tc gridSpan="4">
                  <a:txBody>
                    <a:bodyPr/>
                    <a:lstStyle/>
                    <a:p>
                      <a:pPr algn="l"/>
                      <a:r>
                        <a:rPr lang="en-US" sz="1200" b="1" dirty="0"/>
                        <a:t>If using Corner Dot, how many dots are placed per package? State where used  (Corners, mid-point of sides, edges)?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93571989"/>
                  </a:ext>
                </a:extLst>
              </a:tr>
              <a:tr h="370840">
                <a:tc gridSpan="4">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30942355"/>
                  </a:ext>
                </a:extLst>
              </a:tr>
              <a:tr h="370840">
                <a:tc gridSpan="4">
                  <a:txBody>
                    <a:bodyPr/>
                    <a:lstStyle/>
                    <a:p>
                      <a:pPr algn="ctr"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9788970"/>
                  </a:ext>
                </a:extLst>
              </a:tr>
              <a:tr h="370840">
                <a:tc gridSpan="4">
                  <a:txBody>
                    <a:bodyPr/>
                    <a:lstStyle/>
                    <a:p>
                      <a:pPr marL="0" marR="0" indent="0" algn="l"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lt1"/>
                          </a:solidFill>
                          <a:uFillTx/>
                          <a:latin typeface="+mn-lt"/>
                          <a:ea typeface="+mn-ea"/>
                          <a:cs typeface="+mn-cs"/>
                          <a:sym typeface="Intel Clear"/>
                        </a:rPr>
                        <a:t>If using Corner Partial Underfill, what is the minimum &amp; maximum rows or columns of coverage?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96936824"/>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At least 8 columns/rows per corner (Corner fill)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At least 8 columns/rows per corner (Corner fill)</a:t>
                      </a:r>
                    </a:p>
                    <a:p>
                      <a:pPr algn="l" fontAlgn="b"/>
                      <a:r>
                        <a:rPr lang="en-US" sz="1000" b="0" i="0" u="none" strike="noStrike" dirty="0">
                          <a:solidFill>
                            <a:srgbClr val="000000"/>
                          </a:solidFill>
                          <a:effectLst/>
                          <a:latin typeface="Intel Clear Light" panose="020B0404020203020204" pitchFamily="34" charset="0"/>
                        </a:rPr>
                        <a:t>SAC305:twice jet at corner</a:t>
                      </a:r>
                    </a:p>
                    <a:p>
                      <a:pPr algn="l" fontAlgn="b"/>
                      <a:r>
                        <a:rPr lang="en-US" sz="1000" b="0" i="0" u="none" strike="noStrike" dirty="0">
                          <a:solidFill>
                            <a:srgbClr val="000000"/>
                          </a:solidFill>
                          <a:effectLst/>
                          <a:latin typeface="Intel Clear Light" panose="020B0404020203020204" pitchFamily="34" charset="0"/>
                        </a:rPr>
                        <a:t>LTS: twice jet at corner and edge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3x3</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gridSpan="4">
                  <a:txBody>
                    <a:bodyPr/>
                    <a:lstStyle/>
                    <a:p>
                      <a:pPr algn="l" fontAlgn="b"/>
                      <a:r>
                        <a:rPr lang="en-US" sz="1200" b="1" i="0" u="none" strike="noStrike" cap="none" spc="0" baseline="0" dirty="0">
                          <a:solidFill>
                            <a:schemeClr val="lt1"/>
                          </a:solidFill>
                          <a:uFillTx/>
                          <a:latin typeface="+mn-lt"/>
                          <a:ea typeface="+mn-ea"/>
                          <a:cs typeface="+mn-cs"/>
                          <a:sym typeface="Intel Clear"/>
                        </a:rPr>
                        <a:t>If using Underfill what is the maximum cumulative voiding % of dispensed area acceptable (&lt;10%, &gt;10%&lt;25%, &gt;25%, &lt;50%): IPC J-STD-030 &lt;10% acceptable?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190300627"/>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81260120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&lt;10%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Follow IPC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658001041"/>
                  </a:ext>
                </a:extLst>
              </a:tr>
              <a:tr h="370840">
                <a:tc gridSpan="4">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using Underfill, what is minimum % of substrate fillet height acceptable?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093196125"/>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328501179"/>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192364013"/>
                  </a:ext>
                </a:extLst>
              </a:tr>
              <a:tr h="370840">
                <a:tc gridSpan="4">
                  <a:txBody>
                    <a:bodyPr/>
                    <a:lstStyle/>
                    <a:p>
                      <a:pPr algn="l" fontAlgn="b"/>
                      <a:r>
                        <a:rPr lang="en-US" sz="1200" b="1" i="0" u="none" strike="noStrike" cap="none" spc="0" baseline="0" dirty="0">
                          <a:solidFill>
                            <a:schemeClr val="lt1"/>
                          </a:solidFill>
                          <a:uFillTx/>
                          <a:latin typeface="+mn-lt"/>
                          <a:ea typeface="+mn-ea"/>
                          <a:cs typeface="+mn-cs"/>
                          <a:sym typeface="Intel Clear"/>
                        </a:rPr>
                        <a:t>If using Underfill what are methods for inspection to quantify voiding? (cross-section, C-SAM, Dye and Pry, Other)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3205376957"/>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61413485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X-section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X-section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228650396"/>
                  </a:ext>
                </a:extLst>
              </a:tr>
            </a:tbl>
          </a:graphicData>
        </a:graphic>
      </p:graphicFrame>
      <p:sp>
        <p:nvSpPr>
          <p:cNvPr id="5" name="Action Button: Go Forward or Next 4">
            <a:hlinkClick r:id="rId2" action="ppaction://hlinksldjump" highlightClick="1"/>
            <a:extLst>
              <a:ext uri="{FF2B5EF4-FFF2-40B4-BE49-F238E27FC236}">
                <a16:creationId xmlns:a16="http://schemas.microsoft.com/office/drawing/2014/main" id="{7F36F3DA-DB26-4EFF-A2D8-5FDFBFA93E48}"/>
              </a:ext>
            </a:extLst>
          </p:cNvPr>
          <p:cNvSpPr/>
          <p:nvPr/>
        </p:nvSpPr>
        <p:spPr>
          <a:xfrm>
            <a:off x="5301849" y="2833437"/>
            <a:ext cx="438538" cy="314939"/>
          </a:xfrm>
          <a:prstGeom prst="actionButtonForwardNex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777599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54260"/>
            <a:ext cx="11010816" cy="952499"/>
          </a:xfrm>
        </p:spPr>
        <p:txBody>
          <a:bodyPr/>
          <a:lstStyle/>
          <a:p>
            <a:r>
              <a:rPr lang="en-US" dirty="0"/>
              <a:t>Adhesive SJR (6 of 12)</a:t>
            </a:r>
          </a:p>
        </p:txBody>
      </p:sp>
      <p:graphicFrame>
        <p:nvGraphicFramePr>
          <p:cNvPr id="4" name="Table 9">
            <a:extLst>
              <a:ext uri="{FF2B5EF4-FFF2-40B4-BE49-F238E27FC236}">
                <a16:creationId xmlns:a16="http://schemas.microsoft.com/office/drawing/2014/main" id="{F9AFED7C-8782-438F-A74C-3F98A375AED2}"/>
              </a:ext>
            </a:extLst>
          </p:cNvPr>
          <p:cNvGraphicFramePr>
            <a:graphicFrameLocks noGrp="1"/>
          </p:cNvGraphicFramePr>
          <p:nvPr>
            <p:extLst>
              <p:ext uri="{D42A27DB-BD31-4B8C-83A1-F6EECF244321}">
                <p14:modId xmlns:p14="http://schemas.microsoft.com/office/powerpoint/2010/main" val="3342652525"/>
              </p:ext>
            </p:extLst>
          </p:nvPr>
        </p:nvGraphicFramePr>
        <p:xfrm>
          <a:off x="571370" y="1281137"/>
          <a:ext cx="10737336" cy="4450080"/>
        </p:xfrm>
        <a:graphic>
          <a:graphicData uri="http://schemas.openxmlformats.org/drawingml/2006/table">
            <a:tbl>
              <a:tblPr firstRow="1" bandRow="1">
                <a:tableStyleId>{B301B821-A1FF-4177-AEE7-76D212191A09}</a:tableStyleId>
              </a:tblPr>
              <a:tblGrid>
                <a:gridCol w="2684334">
                  <a:extLst>
                    <a:ext uri="{9D8B030D-6E8A-4147-A177-3AD203B41FA5}">
                      <a16:colId xmlns:a16="http://schemas.microsoft.com/office/drawing/2014/main" val="476935505"/>
                    </a:ext>
                  </a:extLst>
                </a:gridCol>
                <a:gridCol w="2684334">
                  <a:extLst>
                    <a:ext uri="{9D8B030D-6E8A-4147-A177-3AD203B41FA5}">
                      <a16:colId xmlns:a16="http://schemas.microsoft.com/office/drawing/2014/main" val="1935374358"/>
                    </a:ext>
                  </a:extLst>
                </a:gridCol>
                <a:gridCol w="2684334">
                  <a:extLst>
                    <a:ext uri="{9D8B030D-6E8A-4147-A177-3AD203B41FA5}">
                      <a16:colId xmlns:a16="http://schemas.microsoft.com/office/drawing/2014/main" val="4200988692"/>
                    </a:ext>
                  </a:extLst>
                </a:gridCol>
                <a:gridCol w="2684334">
                  <a:extLst>
                    <a:ext uri="{9D8B030D-6E8A-4147-A177-3AD203B41FA5}">
                      <a16:colId xmlns:a16="http://schemas.microsoft.com/office/drawing/2014/main" val="3785732719"/>
                    </a:ext>
                  </a:extLst>
                </a:gridCol>
              </a:tblGrid>
              <a:tr h="370840">
                <a:tc gridSpan="4">
                  <a:txBody>
                    <a:bodyPr/>
                    <a:lstStyle/>
                    <a:p>
                      <a:pPr marL="0" marR="0" indent="0" algn="l"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lt1"/>
                          </a:solidFill>
                          <a:uFillTx/>
                          <a:latin typeface="+mn-lt"/>
                          <a:ea typeface="+mn-ea"/>
                          <a:cs typeface="+mn-cs"/>
                          <a:sym typeface="Intel Clear"/>
                        </a:rPr>
                        <a:t>If using Underfill, Is adhesive encapsulation acceptable on adjacent caps/resistor/inductors around the perimeter of the BGA packages?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96936824"/>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gridSpan="4">
                  <a:txBody>
                    <a:bodyPr/>
                    <a:lstStyle/>
                    <a:p>
                      <a:pPr algn="l" fontAlgn="b"/>
                      <a:r>
                        <a:rPr lang="en-US" sz="1200" b="1" i="0" u="none" strike="noStrike" cap="none" spc="0" baseline="0" dirty="0">
                          <a:solidFill>
                            <a:schemeClr val="lt1"/>
                          </a:solidFill>
                          <a:uFillTx/>
                          <a:latin typeface="+mn-lt"/>
                          <a:ea typeface="+mn-ea"/>
                          <a:cs typeface="+mn-cs"/>
                          <a:sym typeface="Intel Clear"/>
                        </a:rPr>
                        <a:t>If using Underfill, is it acceptable for adhesive material to flow on land side capacitors/passives on underside of BGA package? (Please answer Yes/No)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190300627"/>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812601205"/>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658001041"/>
                  </a:ext>
                </a:extLst>
              </a:tr>
              <a:tr h="370840">
                <a:tc gridSpan="4">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using Underfill, are voids acceptable?  (Please answer Yes/No)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093196125"/>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Pega SZ (JDM1)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328501179"/>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192364013"/>
                  </a:ext>
                </a:extLst>
              </a:tr>
              <a:tr h="370840">
                <a:tc gridSpan="4">
                  <a:txBody>
                    <a:bodyPr/>
                    <a:lstStyle/>
                    <a:p>
                      <a:pPr algn="l" fontAlgn="b"/>
                      <a:r>
                        <a:rPr lang="en-US" sz="1200" b="1" i="0" u="none" strike="noStrike" cap="none" spc="0" baseline="0" dirty="0">
                          <a:solidFill>
                            <a:schemeClr val="lt1"/>
                          </a:solidFill>
                          <a:uFillTx/>
                          <a:latin typeface="+mn-lt"/>
                          <a:ea typeface="+mn-ea"/>
                          <a:cs typeface="+mn-cs"/>
                          <a:sym typeface="Intel Clear"/>
                        </a:rPr>
                        <a:t>If using a material that flows underneath the package, is partial encapsulation of LSC's (Land Side Capacitors) acceptable?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3205376957"/>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a:solidFill>
                            <a:schemeClr val="tx1"/>
                          </a:solidFill>
                          <a:effectLst/>
                          <a:latin typeface="Intel Clear Light" panose="020B0404020203020204" pitchFamily="34" charset="0"/>
                        </a:rPr>
                        <a:t>Pega SZ (JDM1)</a:t>
                      </a:r>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614134851"/>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228650396"/>
                  </a:ext>
                </a:extLst>
              </a:tr>
            </a:tbl>
          </a:graphicData>
        </a:graphic>
      </p:graphicFrame>
    </p:spTree>
    <p:extLst>
      <p:ext uri="{BB962C8B-B14F-4D97-AF65-F5344CB8AC3E}">
        <p14:creationId xmlns:p14="http://schemas.microsoft.com/office/powerpoint/2010/main" val="1828527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(7 of 12)</a:t>
            </a:r>
          </a:p>
        </p:txBody>
      </p:sp>
      <p:sp>
        <p:nvSpPr>
          <p:cNvPr id="3" name="Rectangle 2">
            <a:extLst>
              <a:ext uri="{FF2B5EF4-FFF2-40B4-BE49-F238E27FC236}">
                <a16:creationId xmlns:a16="http://schemas.microsoft.com/office/drawing/2014/main" id="{A64FE6B8-0A3E-42F0-B711-6C4D2E0ED4F5}"/>
              </a:ext>
            </a:extLst>
          </p:cNvPr>
          <p:cNvSpPr/>
          <p:nvPr/>
        </p:nvSpPr>
        <p:spPr>
          <a:xfrm>
            <a:off x="571369" y="1523999"/>
            <a:ext cx="10824943" cy="2224712"/>
          </a:xfrm>
          <a:prstGeom prst="rect">
            <a:avLst/>
          </a:prstGeom>
        </p:spPr>
        <p:txBody>
          <a:bodyPr wrap="square">
            <a:spAutoFit/>
          </a:bodyPr>
          <a:lstStyle/>
          <a:p>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If using No Flow Underfill what is the maximum cumulative voiding % of dispensed area criteria?</a:t>
            </a:r>
          </a:p>
          <a:p>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If using No Flow Underfill what is the minimum % of substrate fillet height acceptable ?</a:t>
            </a:r>
          </a:p>
          <a:p>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If using </a:t>
            </a:r>
            <a:r>
              <a:rPr lang="en-US" sz="1800" dirty="0" err="1">
                <a:latin typeface="Intel Clear Light" panose="020B0404020203020204" pitchFamily="34" charset="0"/>
                <a:ea typeface="Intel Clear Light" panose="020B0404020203020204" pitchFamily="34" charset="0"/>
                <a:cs typeface="Intel Clear Light" panose="020B0404020203020204" pitchFamily="34" charset="0"/>
              </a:rPr>
              <a:t>Underfilm</a:t>
            </a:r>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 what is the minimum % coverage of perimeter length around package?</a:t>
            </a:r>
          </a:p>
          <a:p>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If using SJEM Epoxy Flux (Solder Joint Encapsulation Material), what is the minimum acceptable Solder Joint encapsulation % with epoxy material, as measured post reflow by cross-section or other means?</a:t>
            </a:r>
          </a:p>
        </p:txBody>
      </p:sp>
      <p:sp>
        <p:nvSpPr>
          <p:cNvPr id="7" name="TextBox 6">
            <a:extLst>
              <a:ext uri="{FF2B5EF4-FFF2-40B4-BE49-F238E27FC236}">
                <a16:creationId xmlns:a16="http://schemas.microsoft.com/office/drawing/2014/main" id="{0AC2C3EC-5105-4933-BD9F-28D5D48E4395}"/>
              </a:ext>
            </a:extLst>
          </p:cNvPr>
          <p:cNvSpPr txBox="1"/>
          <p:nvPr/>
        </p:nvSpPr>
        <p:spPr>
          <a:xfrm>
            <a:off x="571369" y="4476309"/>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No Answers For Those Questions Because Customers Who </a:t>
            </a:r>
            <a:r>
              <a:rPr lang="en-US" sz="2800" b="1" dirty="0">
                <a:solidFill>
                  <a:schemeClr val="accent1"/>
                </a:solidFill>
              </a:rPr>
              <a:t>Response The Survey Are </a:t>
            </a:r>
            <a:r>
              <a:rPr kumimoji="0" lang="en-US" sz="2800" b="1" i="0" u="none" strike="noStrike" cap="none" spc="0" normalizeH="0" baseline="0" dirty="0">
                <a:ln>
                  <a:noFill/>
                </a:ln>
                <a:solidFill>
                  <a:schemeClr val="accent1"/>
                </a:solidFill>
                <a:effectLst/>
                <a:uFillTx/>
                <a:latin typeface="+mn-lt"/>
                <a:ea typeface="+mn-ea"/>
                <a:cs typeface="+mn-cs"/>
                <a:sym typeface="Helvetica Neue"/>
              </a:rPr>
              <a:t>Not Using Those Adhesive Materials</a:t>
            </a:r>
          </a:p>
        </p:txBody>
      </p:sp>
    </p:spTree>
    <p:extLst>
      <p:ext uri="{BB962C8B-B14F-4D97-AF65-F5344CB8AC3E}">
        <p14:creationId xmlns:p14="http://schemas.microsoft.com/office/powerpoint/2010/main" val="214528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(8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089179681"/>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Is there a preference of 1 Part Epoxy or 2 Part Epoxy in material selection/usage?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l" defTabSz="60960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minimum acceptable Epoxy Pot Life use condition (in hours)?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UV: 2 weeks if no expose to light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72h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24h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Follow datasheet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24h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Tree>
    <p:extLst>
      <p:ext uri="{BB962C8B-B14F-4D97-AF65-F5344CB8AC3E}">
        <p14:creationId xmlns:p14="http://schemas.microsoft.com/office/powerpoint/2010/main" val="174119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Adhesive SJR (9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945038491"/>
              </p:ext>
            </p:extLst>
          </p:nvPr>
        </p:nvGraphicFramePr>
        <p:xfrm>
          <a:off x="571370" y="834771"/>
          <a:ext cx="10767190" cy="565848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type of dispensing valve is used for Automated Dispense? (For example, Pneumatic, Piezo, Auger, Other)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Pneumatic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Pneumatic, Piezo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Pneumatic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Pneumatic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Auger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Auger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Piezo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Pneumatic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Pneumatic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Piezo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Is the machine able to heat the nozzle, and if YES, what is the max temperature (Celsius) the machine is capable?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Yes, 50C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 100C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Is there ability to heat the substrate of the board, and if YES, what is the max bottom heater temperature (Celsius) the machine is capable?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Machine support the function; The highest temp can reach to 210C. But we didn't buy the module.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 130C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36743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(10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4063857499"/>
              </p:ext>
            </p:extLst>
          </p:nvPr>
        </p:nvGraphicFramePr>
        <p:xfrm>
          <a:off x="571370" y="1392555"/>
          <a:ext cx="10767190" cy="380428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Dispense Machine Info (Vendor Name, Model Number, Model ID, Model Year)?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NORDSON, Q-6800，Q30380，2019</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AXXON/AI100S/01DPGAXX0130021/2019-09-03</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AXXON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ANDA, HD-18SHW, Year 2015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Light" panose="020B0404020203020204" pitchFamily="34" charset="0"/>
                        </a:rPr>
                        <a:t>Asymtek</a:t>
                      </a:r>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For In-line thermal Cure Oven, Batch thermal Cure Oven, In-line UV Cure Oven being used, please state Vendor name, Model #, Model ID &amp; Model Year.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Elite Automatic, UV703, 2018/09</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panose="020B0604020203020204" pitchFamily="34" charset="0"/>
                        </a:rPr>
                        <a:t>KTX-600，19LSL01，2019</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Dongsheng/BTA-1500-VF/01CURDON0130003/2012-10-29</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Elite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zh-TW" altLang="en-US" sz="1000" b="0" i="0" u="none" strike="noStrike">
                          <a:solidFill>
                            <a:srgbClr val="000000"/>
                          </a:solidFill>
                          <a:effectLst/>
                          <a:latin typeface="Intel Clear Light" panose="020B0404020203020204" pitchFamily="34" charset="0"/>
                        </a:rPr>
                        <a:t>億立</a:t>
                      </a:r>
                      <a:r>
                        <a:rPr lang="en-US" altLang="zh-TW" sz="1000" b="0" i="0" u="none" strike="noStrike">
                          <a:solidFill>
                            <a:srgbClr val="000000"/>
                          </a:solidFill>
                          <a:effectLst/>
                          <a:latin typeface="Intel Clear Light" panose="020B0404020203020204" pitchFamily="34" charset="0"/>
                        </a:rPr>
                        <a:t>/</a:t>
                      </a:r>
                      <a:r>
                        <a:rPr lang="zh-TW" altLang="en-US" sz="1000" b="0" i="0" u="none" strike="noStrike">
                          <a:solidFill>
                            <a:srgbClr val="000000"/>
                          </a:solidFill>
                          <a:effectLst/>
                          <a:latin typeface="Intel Clear Light" panose="020B0404020203020204" pitchFamily="34" charset="0"/>
                        </a:rPr>
                        <a:t>宏創</a:t>
                      </a:r>
                      <a:r>
                        <a:rPr lang="en-US" altLang="zh-TW" sz="1000" b="0" i="0" u="none" strike="noStrike">
                          <a:solidFill>
                            <a:srgbClr val="000000"/>
                          </a:solidFill>
                          <a:effectLst/>
                          <a:latin typeface="Intel Clear Light" panose="020B0404020203020204" pitchFamily="34" charset="0"/>
                        </a:rPr>
                        <a:t>/</a:t>
                      </a:r>
                      <a:r>
                        <a:rPr lang="zh-TW" altLang="en-US" sz="1000" b="0" i="0" u="none" strike="noStrike">
                          <a:solidFill>
                            <a:srgbClr val="000000"/>
                          </a:solidFill>
                          <a:effectLst/>
                          <a:latin typeface="Intel Clear Light" panose="020B0404020203020204" pitchFamily="34" charset="0"/>
                        </a:rPr>
                        <a:t>台台</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Heller 1900   Year: 2003</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SN# 0203F2A7N5-34742-01</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Rehm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Tree>
    <p:extLst>
      <p:ext uri="{BB962C8B-B14F-4D97-AF65-F5344CB8AC3E}">
        <p14:creationId xmlns:p14="http://schemas.microsoft.com/office/powerpoint/2010/main" val="366821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(11 of 12)</a:t>
            </a:r>
          </a:p>
        </p:txBody>
      </p:sp>
      <p:sp>
        <p:nvSpPr>
          <p:cNvPr id="3" name="Rectangle 2">
            <a:extLst>
              <a:ext uri="{FF2B5EF4-FFF2-40B4-BE49-F238E27FC236}">
                <a16:creationId xmlns:a16="http://schemas.microsoft.com/office/drawing/2014/main" id="{A64FE6B8-0A3E-42F0-B711-6C4D2E0ED4F5}"/>
              </a:ext>
            </a:extLst>
          </p:cNvPr>
          <p:cNvSpPr/>
          <p:nvPr/>
        </p:nvSpPr>
        <p:spPr>
          <a:xfrm>
            <a:off x="571369" y="1523999"/>
            <a:ext cx="10824943" cy="1136208"/>
          </a:xfrm>
          <a:prstGeom prst="rect">
            <a:avLst/>
          </a:prstGeom>
        </p:spPr>
        <p:txBody>
          <a:bodyPr wrap="square">
            <a:spAutoFit/>
          </a:bodyPr>
          <a:lstStyle/>
          <a:p>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Is there any flux compatibility testing performed?  (flux contained in solder paste with adhesive material used)</a:t>
            </a:r>
          </a:p>
          <a:p>
            <a:r>
              <a:rPr lang="en-US" sz="1800" dirty="0">
                <a:latin typeface="Intel Clear Light" panose="020B0404020203020204" pitchFamily="34" charset="0"/>
                <a:ea typeface="Intel Clear Light" panose="020B0404020203020204" pitchFamily="34" charset="0"/>
                <a:cs typeface="Intel Clear Light" panose="020B0404020203020204" pitchFamily="34" charset="0"/>
              </a:rPr>
              <a:t> If Yes to the above question, what test/equipment is used? (For example, DSC, Other)</a:t>
            </a:r>
          </a:p>
        </p:txBody>
      </p:sp>
      <p:sp>
        <p:nvSpPr>
          <p:cNvPr id="7" name="TextBox 6">
            <a:extLst>
              <a:ext uri="{FF2B5EF4-FFF2-40B4-BE49-F238E27FC236}">
                <a16:creationId xmlns:a16="http://schemas.microsoft.com/office/drawing/2014/main" id="{0AC2C3EC-5105-4933-BD9F-28D5D48E4395}"/>
              </a:ext>
            </a:extLst>
          </p:cNvPr>
          <p:cNvSpPr txBox="1"/>
          <p:nvPr/>
        </p:nvSpPr>
        <p:spPr>
          <a:xfrm>
            <a:off x="571369" y="4476309"/>
            <a:ext cx="10767190"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No Customers Had Performed Flux Compatibility Testing</a:t>
            </a:r>
          </a:p>
        </p:txBody>
      </p:sp>
    </p:spTree>
    <p:extLst>
      <p:ext uri="{BB962C8B-B14F-4D97-AF65-F5344CB8AC3E}">
        <p14:creationId xmlns:p14="http://schemas.microsoft.com/office/powerpoint/2010/main" val="400289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Adhesive SJR (12 of 12)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492575581"/>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adhesive keep out zone (KOZ) in mm is required for adhesive dispense?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2mm*5mm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Follow DFX silkscreen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chemeClr val="accent4">
                              <a:lumMod val="75000"/>
                            </a:schemeClr>
                          </a:solidFill>
                          <a:effectLst/>
                          <a:latin typeface="Intel Clear Light" panose="020B0404020203020204" pitchFamily="34" charset="0"/>
                        </a:rPr>
                        <a:t>Min:1mm, jet apply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chemeClr val="accent4">
                              <a:lumMod val="75000"/>
                            </a:schemeClr>
                          </a:solidFill>
                          <a:effectLst/>
                          <a:latin typeface="Intel Clear Light" panose="020B0404020203020204" pitchFamily="34" charset="0"/>
                        </a:rPr>
                        <a:t>0.5mm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How is after cure validated, for thermal cure adhesive material, non-destructively (voiding, area coverage, adhesion to </a:t>
                      </a:r>
                      <a:r>
                        <a:rPr lang="en-US" sz="1200" b="1" i="0" u="none" strike="noStrike" cap="none" spc="0" baseline="0" dirty="0" err="1">
                          <a:solidFill>
                            <a:schemeClr val="bg1"/>
                          </a:solidFill>
                          <a:uFillTx/>
                          <a:latin typeface="+mn-lt"/>
                          <a:ea typeface="+mn-ea"/>
                          <a:cs typeface="+mn-cs"/>
                          <a:sym typeface="Intel Clear"/>
                        </a:rPr>
                        <a:t>pcb</a:t>
                      </a:r>
                      <a:r>
                        <a:rPr lang="en-US" sz="1200" b="1" i="0" u="none" strike="noStrike" cap="none" spc="0" baseline="0" dirty="0">
                          <a:solidFill>
                            <a:schemeClr val="bg1"/>
                          </a:solidFill>
                          <a:uFillTx/>
                          <a:latin typeface="+mn-lt"/>
                          <a:ea typeface="+mn-ea"/>
                          <a:cs typeface="+mn-cs"/>
                          <a:sym typeface="Intel Clear"/>
                        </a:rPr>
                        <a:t> and component)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Visual inspection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The adhesion between PCB and component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chemeClr val="accent4">
                              <a:lumMod val="75000"/>
                            </a:schemeClr>
                          </a:solidFill>
                          <a:effectLst/>
                          <a:latin typeface="Intel Clear Light" panose="020B0404020203020204" pitchFamily="34" charset="0"/>
                        </a:rPr>
                        <a:t>Use rework method to remove the BGA then do visual inspection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Visual inspection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chemeClr val="accent4">
                              <a:lumMod val="75000"/>
                            </a:schemeClr>
                          </a:solidFill>
                          <a:effectLst/>
                          <a:latin typeface="Intel Clear Light" panose="020B0404020203020204" pitchFamily="34" charset="0"/>
                        </a:rPr>
                        <a:t>verify the gluing process by mount the component on glass plate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0718C1A6-C379-4663-BDCB-A29217FAE378}"/>
              </a:ext>
            </a:extLst>
          </p:cNvPr>
          <p:cNvSpPr txBox="1"/>
          <p:nvPr/>
        </p:nvSpPr>
        <p:spPr>
          <a:xfrm>
            <a:off x="571370" y="5546668"/>
            <a:ext cx="10767190"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2mm Is The Most Common KOZ </a:t>
            </a:r>
            <a:r>
              <a:rPr lang="en-US" sz="2800" b="1" dirty="0">
                <a:solidFill>
                  <a:schemeClr val="accent1"/>
                </a:solidFill>
              </a:rPr>
              <a:t>Width</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80BD0569-8F10-4729-92AF-393D5AE934BA}"/>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634231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Rework</a:t>
            </a:r>
          </a:p>
        </p:txBody>
      </p:sp>
    </p:spTree>
    <p:extLst>
      <p:ext uri="{BB962C8B-B14F-4D97-AF65-F5344CB8AC3E}">
        <p14:creationId xmlns:p14="http://schemas.microsoft.com/office/powerpoint/2010/main" val="224488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Rework (1 of 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971858734"/>
              </p:ext>
            </p:extLst>
          </p:nvPr>
        </p:nvGraphicFramePr>
        <p:xfrm>
          <a:off x="571370" y="1392555"/>
          <a:ext cx="10767190" cy="380428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Is N2 used for rework? If yes, what is the O2 PPM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Yes, under 1000dppm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Yes, not measuring the O2 PPM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see any technical issue in Rework process if using Black Color </a:t>
                      </a:r>
                      <a:r>
                        <a:rPr lang="en-US" sz="1200" b="1" i="0" u="none" strike="noStrike" cap="none" spc="0" baseline="0" dirty="0" err="1">
                          <a:solidFill>
                            <a:schemeClr val="bg1"/>
                          </a:solidFill>
                          <a:uFillTx/>
                          <a:latin typeface="+mn-lt"/>
                          <a:ea typeface="+mn-ea"/>
                          <a:cs typeface="+mn-cs"/>
                          <a:sym typeface="Intel Clear"/>
                        </a:rPr>
                        <a:t>soldermask</a:t>
                      </a:r>
                      <a:r>
                        <a:rPr lang="en-US" sz="1200" b="1" i="0" u="none" strike="noStrike" cap="none" spc="0" baseline="0" dirty="0">
                          <a:solidFill>
                            <a:schemeClr val="bg1"/>
                          </a:solidFill>
                          <a:uFillTx/>
                          <a:latin typeface="+mn-lt"/>
                          <a:ea typeface="+mn-ea"/>
                          <a:cs typeface="+mn-cs"/>
                          <a:sym typeface="Intel Clear"/>
                        </a:rPr>
                        <a:t> PCB?</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experience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Pay attention to 0.4pitch BGA, black SM normally use SMD pad. Need x-ray double confirm after rework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0718C1A6-C379-4663-BDCB-A29217FAE378}"/>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A Few Customers Start Use N2 For Rework</a:t>
            </a:r>
          </a:p>
          <a:p>
            <a:pPr marL="0" marR="0" indent="0" algn="ctr" defTabSz="2438338" rtl="0" fontAlgn="auto" latinLnBrk="0" hangingPunct="0">
              <a:lnSpc>
                <a:spcPct val="100000"/>
              </a:lnSpc>
              <a:spcBef>
                <a:spcPts val="0"/>
              </a:spcBef>
              <a:spcAft>
                <a:spcPts val="0"/>
              </a:spcAft>
              <a:buClrTx/>
              <a:buSzTx/>
              <a:buFontTx/>
              <a:buNone/>
              <a:tabLst/>
            </a:pPr>
            <a:r>
              <a:rPr lang="en-US" sz="2800" b="1" dirty="0">
                <a:solidFill>
                  <a:schemeClr val="accent1"/>
                </a:solidFill>
              </a:rPr>
              <a:t>Black SM Doesn’t Impact Rework Process</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48F09428-E486-4CF7-994E-BD21D4685C22}"/>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386074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Rework (2 of 2)</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138840907"/>
              </p:ext>
            </p:extLst>
          </p:nvPr>
        </p:nvGraphicFramePr>
        <p:xfrm>
          <a:off x="571370" y="1392555"/>
          <a:ext cx="10767190" cy="395668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How do you decide use paste or Flux used to rework Intel SOC?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Depends on Pitch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B050"/>
                          </a:solidFill>
                          <a:effectLst/>
                          <a:latin typeface="Intel Clear Light" panose="020B0404020203020204" pitchFamily="34" charset="0"/>
                        </a:rPr>
                        <a:t>Use paste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B050"/>
                          </a:solidFill>
                          <a:effectLst/>
                          <a:latin typeface="Intel Clear Light" panose="020B0404020203020204" pitchFamily="34" charset="0"/>
                        </a:rPr>
                        <a:t>Use paste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B050"/>
                          </a:solidFill>
                          <a:effectLst/>
                          <a:latin typeface="Intel Clear Light" panose="020B0404020203020204" pitchFamily="34" charset="0"/>
                        </a:rPr>
                        <a:t>Use paste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Use paste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Depends on BGA pitch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Use paste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Pitch &gt; 0.3mm: Paste</a:t>
                      </a:r>
                      <a:br>
                        <a:rPr lang="en-US" sz="1000" b="0" i="0" u="none" strike="noStrike">
                          <a:solidFill>
                            <a:srgbClr val="000000"/>
                          </a:solidFill>
                          <a:effectLst/>
                          <a:latin typeface="Intel Clear Light" panose="020B0404020203020204" pitchFamily="34" charset="0"/>
                        </a:rPr>
                      </a:br>
                      <a:r>
                        <a:rPr lang="en-US" sz="1000" b="0" i="0" u="none" strike="noStrike">
                          <a:solidFill>
                            <a:srgbClr val="000000"/>
                          </a:solidFill>
                          <a:effectLst/>
                          <a:latin typeface="Intel Clear Light" panose="020B0404020203020204" pitchFamily="34" charset="0"/>
                        </a:rPr>
                        <a:t>Pitch &lt;=0.3mm: Flux</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All BGA use paste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have any challenges reworking 0.35 mm pitch BGA (site re-dress, flux dispense, placement)?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 1. Need new rework machine; 2, Easy damage SM when do pad clean; 3. Need auto placement for accurate alignment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Yes, hard to print paste and keep good alignment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0.35mm pitch BGA now</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 prefer &gt;=0.4mm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 difficult for paste alignment causing SBB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0718C1A6-C379-4663-BDCB-A29217FAE378}"/>
              </a:ext>
            </a:extLst>
          </p:cNvPr>
          <p:cNvSpPr txBox="1"/>
          <p:nvPr/>
        </p:nvSpPr>
        <p:spPr>
          <a:xfrm>
            <a:off x="571370" y="5546668"/>
            <a:ext cx="1076719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A Lot Of Customers Use Paste Only Rework</a:t>
            </a:r>
          </a:p>
          <a:p>
            <a:pPr marL="0" marR="0" indent="0" algn="ctr" defTabSz="2438338" rtl="0" fontAlgn="auto" latinLnBrk="0" hangingPunct="0">
              <a:lnSpc>
                <a:spcPct val="100000"/>
              </a:lnSpc>
              <a:spcBef>
                <a:spcPts val="0"/>
              </a:spcBef>
              <a:spcAft>
                <a:spcPts val="0"/>
              </a:spcAft>
              <a:buClrTx/>
              <a:buSzTx/>
              <a:buFontTx/>
              <a:buNone/>
              <a:tabLst/>
            </a:pPr>
            <a:r>
              <a:rPr lang="en-US" sz="2800" b="1" dirty="0">
                <a:solidFill>
                  <a:schemeClr val="accent1"/>
                </a:solidFill>
              </a:rPr>
              <a:t>Most Customers Still Have Challenges On 0.35mm BGA Rework </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Tree>
    <p:extLst>
      <p:ext uri="{BB962C8B-B14F-4D97-AF65-F5344CB8AC3E}">
        <p14:creationId xmlns:p14="http://schemas.microsoft.com/office/powerpoint/2010/main" val="110601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Bare PCB (Printed Circuit Board)</a:t>
            </a:r>
          </a:p>
        </p:txBody>
      </p:sp>
    </p:spTree>
    <p:extLst>
      <p:ext uri="{BB962C8B-B14F-4D97-AF65-F5344CB8AC3E}">
        <p14:creationId xmlns:p14="http://schemas.microsoft.com/office/powerpoint/2010/main" val="3968152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Bare PCB (1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980093678"/>
              </p:ext>
            </p:extLst>
          </p:nvPr>
        </p:nvGraphicFramePr>
        <p:xfrm>
          <a:off x="571370" y="1392555"/>
          <a:ext cx="10767190" cy="37084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State PCB Thickness Range for Type 3 (Through Hole)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0.8~1.2mm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1.0mm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1.0mm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0.8mm, 1.0mm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cap="none" spc="0" baseline="0" dirty="0">
                          <a:solidFill>
                            <a:srgbClr val="000000"/>
                          </a:solidFill>
                          <a:effectLst/>
                          <a:uFillTx/>
                          <a:latin typeface="微軟正黑體" panose="020B0604030504040204" pitchFamily="34" charset="-120"/>
                          <a:ea typeface="微軟正黑體" panose="020B0604030504040204" pitchFamily="34" charset="-120"/>
                          <a:cs typeface="+mn-cs"/>
                          <a:sym typeface="Intel Clear"/>
                        </a:rPr>
                        <a:t>0.8~</a:t>
                      </a:r>
                      <a:r>
                        <a:rPr lang="en-US" sz="1000" b="0" i="0" u="none" strike="noStrike" dirty="0">
                          <a:solidFill>
                            <a:srgbClr val="000000"/>
                          </a:solidFill>
                          <a:effectLst/>
                          <a:latin typeface="微軟正黑體" panose="020B0604030504040204" pitchFamily="34" charset="-120"/>
                          <a:ea typeface="微軟正黑體" panose="020B0604030504040204" pitchFamily="34" charset="-120"/>
                        </a:rPr>
                        <a:t>1.2mm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0.9-1.0mm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1.0mm,1.2mm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0.8-1.3mm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0.8mm~0.85mm, 0.9mm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State PCB Thickness Range for Type 4 (HDI) High Density Interconnect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0.7</a:t>
                      </a:r>
                      <a:r>
                        <a:rPr lang="en-US" sz="1000" b="0" i="0" u="none" strike="noStrike" dirty="0">
                          <a:solidFill>
                            <a:srgbClr val="000000"/>
                          </a:solidFill>
                          <a:effectLst/>
                          <a:latin typeface="Intel Clear Light" panose="020B0404020203020204" pitchFamily="34" charset="0"/>
                        </a:rPr>
                        <a:t>~1.2mm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1.0mm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微軟正黑體" panose="020B0604030504040204" pitchFamily="34" charset="-120"/>
                          <a:ea typeface="微軟正黑體" panose="020B0604030504040204" pitchFamily="34" charset="-120"/>
                        </a:rPr>
                        <a:t>0.6</a:t>
                      </a:r>
                      <a:r>
                        <a:rPr lang="en-US" sz="1000" b="0" i="0" u="none" strike="noStrike" dirty="0">
                          <a:solidFill>
                            <a:srgbClr val="000000"/>
                          </a:solidFill>
                          <a:effectLst/>
                          <a:latin typeface="微軟正黑體" panose="020B0604030504040204" pitchFamily="34" charset="-120"/>
                          <a:ea typeface="微軟正黑體" panose="020B0604030504040204" pitchFamily="34" charset="-120"/>
                        </a:rPr>
                        <a:t>~1.2mm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0.8-1.2mm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0.8mm~0.85mm, 0.9mm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5" name="TextBox 4">
            <a:extLst>
              <a:ext uri="{FF2B5EF4-FFF2-40B4-BE49-F238E27FC236}">
                <a16:creationId xmlns:a16="http://schemas.microsoft.com/office/drawing/2014/main" id="{0D4ACF82-F353-4B05-B918-35159214ED7B}"/>
              </a:ext>
            </a:extLst>
          </p:cNvPr>
          <p:cNvSpPr txBox="1"/>
          <p:nvPr/>
        </p:nvSpPr>
        <p:spPr>
          <a:xfrm>
            <a:off x="571370" y="5546668"/>
            <a:ext cx="10767190"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1" i="0" u="none" strike="noStrike" cap="none" spc="0" normalizeH="0" baseline="0" dirty="0">
                <a:ln>
                  <a:noFill/>
                </a:ln>
                <a:solidFill>
                  <a:schemeClr val="accent1"/>
                </a:solidFill>
                <a:effectLst/>
                <a:uFillTx/>
                <a:latin typeface="+mn-lt"/>
                <a:ea typeface="+mn-ea"/>
                <a:cs typeface="+mn-cs"/>
                <a:sym typeface="Helvetica Neue"/>
              </a:rPr>
              <a:t>0.8mm~1.2mm Is The Most Common Thickness</a:t>
            </a:r>
          </a:p>
        </p:txBody>
      </p:sp>
    </p:spTree>
    <p:extLst>
      <p:ext uri="{BB962C8B-B14F-4D97-AF65-F5344CB8AC3E}">
        <p14:creationId xmlns:p14="http://schemas.microsoft.com/office/powerpoint/2010/main" val="4141823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p:txBody>
          <a:bodyPr/>
          <a:lstStyle/>
          <a:p>
            <a:r>
              <a:rPr lang="en-US" dirty="0"/>
              <a:t>Bare PCB (2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02538365"/>
              </p:ext>
            </p:extLst>
          </p:nvPr>
        </p:nvGraphicFramePr>
        <p:xfrm>
          <a:off x="571370" y="1392555"/>
          <a:ext cx="10767190" cy="390017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State Top 3 PCB Vendors Type 3 by volume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GCE</a:t>
                      </a:r>
                      <a:r>
                        <a:rPr lang="en-US" sz="1000" b="0" i="0" u="none" strike="noStrike" dirty="0">
                          <a:solidFill>
                            <a:srgbClr val="000000"/>
                          </a:solidFill>
                          <a:effectLst/>
                          <a:latin typeface="Intel Clear Light" panose="020B0404020203020204" pitchFamily="34" charset="0"/>
                        </a:rPr>
                        <a:t>; </a:t>
                      </a:r>
                      <a:r>
                        <a:rPr lang="en-US" sz="1000" b="0" i="0" u="none" strike="noStrike" dirty="0">
                          <a:solidFill>
                            <a:schemeClr val="accent1"/>
                          </a:solidFill>
                          <a:effectLst/>
                          <a:latin typeface="Intel Clear Light" panose="020B0404020203020204" pitchFamily="34" charset="0"/>
                        </a:rPr>
                        <a:t>Tripod</a:t>
                      </a:r>
                      <a:r>
                        <a:rPr lang="en-US" sz="1000" b="0" i="0" u="none" strike="noStrike" dirty="0">
                          <a:solidFill>
                            <a:srgbClr val="000000"/>
                          </a:solidFill>
                          <a:effectLst/>
                          <a:latin typeface="Intel Clear Light" panose="020B0404020203020204" pitchFamily="34" charset="0"/>
                        </a:rPr>
                        <a:t>; </a:t>
                      </a:r>
                      <a:r>
                        <a:rPr lang="en-US" sz="1000" b="0" i="0" u="none" strike="noStrike" dirty="0" err="1">
                          <a:solidFill>
                            <a:srgbClr val="00B050"/>
                          </a:solidFill>
                          <a:effectLst/>
                          <a:latin typeface="Intel Clear Light" panose="020B0404020203020204" pitchFamily="34" charset="0"/>
                        </a:rPr>
                        <a:t>Hannstar</a:t>
                      </a:r>
                      <a:endParaRPr lang="en-US" sz="1000" b="0" i="0" u="none" strike="noStrike" dirty="0">
                        <a:solidFill>
                          <a:srgbClr val="00B05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0000"/>
                          </a:solidFill>
                          <a:effectLst/>
                          <a:latin typeface="Intel Clear Light" panose="020B0404020203020204" pitchFamily="34" charset="0"/>
                        </a:rPr>
                        <a:t>TMT,</a:t>
                      </a:r>
                      <a:r>
                        <a:rPr lang="en-US" sz="1000" b="0" i="0" u="none" strike="noStrike" dirty="0" err="1">
                          <a:solidFill>
                            <a:srgbClr val="FF0000"/>
                          </a:solidFill>
                          <a:effectLst/>
                          <a:latin typeface="Intel Clear Light" panose="020B0404020203020204" pitchFamily="34" charset="0"/>
                        </a:rPr>
                        <a:t>GCE</a:t>
                      </a:r>
                      <a:r>
                        <a:rPr lang="en-US" sz="1000" b="0" i="0" u="none" strike="noStrike" dirty="0" err="1">
                          <a:solidFill>
                            <a:srgbClr val="000000"/>
                          </a:solidFill>
                          <a:effectLst/>
                          <a:latin typeface="Intel Clear Light" panose="020B0404020203020204" pitchFamily="34" charset="0"/>
                        </a:rPr>
                        <a:t>,</a:t>
                      </a:r>
                      <a:r>
                        <a:rPr lang="en-US" sz="1000" b="0" i="0" u="none" strike="noStrike" dirty="0" err="1">
                          <a:solidFill>
                            <a:schemeClr val="accent1"/>
                          </a:solidFill>
                          <a:effectLst/>
                          <a:latin typeface="Intel Clear Light" panose="020B0404020203020204" pitchFamily="34" charset="0"/>
                        </a:rPr>
                        <a:t>Tripod</a:t>
                      </a:r>
                      <a:r>
                        <a:rPr lang="en-US" sz="1000" b="0" i="0" u="none" strike="noStrike" dirty="0" err="1">
                          <a:solidFill>
                            <a:srgbClr val="000000"/>
                          </a:solidFill>
                          <a:effectLst/>
                          <a:latin typeface="Intel Clear Light" panose="020B0404020203020204" pitchFamily="34" charset="0"/>
                        </a:rPr>
                        <a:t>,</a:t>
                      </a:r>
                      <a:r>
                        <a:rPr lang="en-US" sz="1000" b="0" i="0" u="none" strike="noStrike" dirty="0" err="1">
                          <a:solidFill>
                            <a:srgbClr val="00B050"/>
                          </a:solidFill>
                          <a:effectLst/>
                          <a:latin typeface="Intel Clear Light" panose="020B0404020203020204" pitchFamily="34" charset="0"/>
                        </a:rPr>
                        <a:t>Hannstar</a:t>
                      </a:r>
                      <a:endParaRPr lang="en-US" sz="1000" b="0" i="0" u="none" strike="noStrike" dirty="0">
                        <a:solidFill>
                          <a:srgbClr val="00B05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chuanyi 40%/TMT 60%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ASKPCB 30%; </a:t>
                      </a:r>
                      <a:r>
                        <a:rPr lang="en-US" sz="1000" b="0" i="0" u="none" strike="noStrike" dirty="0">
                          <a:solidFill>
                            <a:srgbClr val="00B050"/>
                          </a:solidFill>
                          <a:effectLst/>
                          <a:latin typeface="Intel Clear Light" panose="020B0404020203020204" pitchFamily="34" charset="0"/>
                        </a:rPr>
                        <a:t>HSB(</a:t>
                      </a:r>
                      <a:r>
                        <a:rPr lang="en-US" sz="1000" b="0" i="0" u="none" strike="noStrike" dirty="0" err="1">
                          <a:solidFill>
                            <a:srgbClr val="00B050"/>
                          </a:solidFill>
                          <a:effectLst/>
                          <a:latin typeface="Intel Clear Light" panose="020B0404020203020204" pitchFamily="34" charset="0"/>
                        </a:rPr>
                        <a:t>Hannstar</a:t>
                      </a:r>
                      <a:r>
                        <a:rPr lang="en-US" sz="1000" b="0" i="0" u="none" strike="noStrike" dirty="0">
                          <a:solidFill>
                            <a:srgbClr val="00B050"/>
                          </a:solidFill>
                          <a:effectLst/>
                          <a:latin typeface="Intel Clear Light" panose="020B0404020203020204" pitchFamily="34" charset="0"/>
                        </a:rPr>
                        <a:t>)</a:t>
                      </a:r>
                      <a:r>
                        <a:rPr lang="en-US" sz="1000" b="0" i="0" u="none" strike="noStrike" dirty="0">
                          <a:solidFill>
                            <a:srgbClr val="000000"/>
                          </a:solidFill>
                          <a:effectLst/>
                          <a:latin typeface="Intel Clear Light" panose="020B0404020203020204" pitchFamily="34" charset="0"/>
                        </a:rPr>
                        <a:t>30%; CEEPCB 20%; </a:t>
                      </a:r>
                      <a:r>
                        <a:rPr lang="en-US" sz="1000" b="0" i="0" u="none" strike="noStrike" dirty="0" err="1">
                          <a:solidFill>
                            <a:srgbClr val="000000"/>
                          </a:solidFill>
                          <a:effectLst/>
                          <a:latin typeface="Intel Clear Light" panose="020B0404020203020204" pitchFamily="34" charset="0"/>
                        </a:rPr>
                        <a:t>ShenHong</a:t>
                      </a:r>
                      <a:r>
                        <a:rPr lang="en-US" sz="1000" b="0" i="0" u="none" strike="noStrike" dirty="0">
                          <a:solidFill>
                            <a:srgbClr val="000000"/>
                          </a:solidFill>
                          <a:effectLst/>
                          <a:latin typeface="Intel Clear Light" panose="020B0404020203020204" pitchFamily="34" charset="0"/>
                        </a:rPr>
                        <a:t> Tech 20% (http://www.shpcb.com/)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err="1">
                          <a:solidFill>
                            <a:srgbClr val="00B050"/>
                          </a:solidFill>
                          <a:effectLst/>
                          <a:latin typeface="Intel Clear Light" panose="020B0404020203020204" pitchFamily="34" charset="0"/>
                        </a:rPr>
                        <a:t>Hanstar</a:t>
                      </a:r>
                      <a:r>
                        <a:rPr lang="en-US" sz="1000" b="0" i="0" u="none" strike="noStrike" dirty="0" err="1">
                          <a:solidFill>
                            <a:srgbClr val="000000"/>
                          </a:solidFill>
                          <a:effectLst/>
                          <a:latin typeface="Intel Clear Light" panose="020B0404020203020204" pitchFamily="34" charset="0"/>
                        </a:rPr>
                        <a:t>,</a:t>
                      </a:r>
                      <a:r>
                        <a:rPr lang="en-US" sz="1000" b="0" i="0" u="none" strike="noStrike" dirty="0" err="1">
                          <a:solidFill>
                            <a:schemeClr val="accent1"/>
                          </a:solidFill>
                          <a:effectLst/>
                          <a:latin typeface="Intel Clear Light" panose="020B0404020203020204" pitchFamily="34" charset="0"/>
                        </a:rPr>
                        <a:t>Tripod</a:t>
                      </a:r>
                      <a:endParaRPr lang="en-US" sz="1000" b="0" i="0" u="none" strike="noStrike" dirty="0">
                        <a:solidFill>
                          <a:schemeClr val="accent1"/>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UMT, </a:t>
                      </a:r>
                      <a:r>
                        <a:rPr lang="en-US" sz="1000" b="0" i="0" u="none" strike="noStrike" dirty="0" err="1">
                          <a:solidFill>
                            <a:srgbClr val="000000"/>
                          </a:solidFill>
                          <a:effectLst/>
                          <a:latin typeface="Intel Clear Light" panose="020B0404020203020204" pitchFamily="34" charset="0"/>
                        </a:rPr>
                        <a:t>Compeq</a:t>
                      </a:r>
                      <a:r>
                        <a:rPr lang="en-US" sz="1000" b="0" i="0" u="none" strike="noStrike" dirty="0">
                          <a:solidFill>
                            <a:srgbClr val="000000"/>
                          </a:solidFill>
                          <a:effectLst/>
                          <a:latin typeface="Intel Clear Light" panose="020B0404020203020204" pitchFamily="34" charset="0"/>
                        </a:rPr>
                        <a:t>, </a:t>
                      </a:r>
                      <a:r>
                        <a:rPr lang="en-US" sz="1000" b="0" i="0" u="none" strike="noStrike" dirty="0">
                          <a:solidFill>
                            <a:schemeClr val="accent1"/>
                          </a:solidFill>
                          <a:effectLst/>
                          <a:latin typeface="Intel Clear Light" panose="020B0404020203020204" pitchFamily="34" charset="0"/>
                        </a:rPr>
                        <a:t>Tripod</a:t>
                      </a:r>
                      <a:r>
                        <a:rPr lang="en-US" sz="1000" b="0" i="0" u="none" strike="noStrike" dirty="0">
                          <a:solidFill>
                            <a:srgbClr val="000000"/>
                          </a:solidFill>
                          <a:effectLst/>
                          <a:latin typeface="Intel Clear Light" panose="020B0404020203020204" pitchFamily="34" charset="0"/>
                        </a:rPr>
                        <a:t>, </a:t>
                      </a:r>
                      <a:r>
                        <a:rPr lang="en-US" sz="1000" b="0" i="0" u="none" strike="noStrike" dirty="0" err="1">
                          <a:solidFill>
                            <a:srgbClr val="00B050"/>
                          </a:solidFill>
                          <a:effectLst/>
                          <a:latin typeface="Intel Clear Light" panose="020B0404020203020204" pitchFamily="34" charset="0"/>
                        </a:rPr>
                        <a:t>Hanstar</a:t>
                      </a:r>
                      <a:r>
                        <a:rPr lang="en-US" sz="1000" b="0" i="0" u="none" strike="noStrike" dirty="0">
                          <a:solidFill>
                            <a:srgbClr val="000000"/>
                          </a:solidFill>
                          <a:effectLst/>
                          <a:latin typeface="Intel Clear Light" panose="020B0404020203020204" pitchFamily="34" charset="0"/>
                        </a:rPr>
                        <a:t>, </a:t>
                      </a:r>
                      <a:r>
                        <a:rPr lang="en-US" sz="1000" b="0" i="0" u="none" strike="noStrike" dirty="0">
                          <a:solidFill>
                            <a:srgbClr val="FF0000"/>
                          </a:solidFill>
                          <a:effectLst/>
                          <a:latin typeface="Intel Clear Light" panose="020B0404020203020204" pitchFamily="34" charset="0"/>
                        </a:rPr>
                        <a:t>GCE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State Top 3 PCB Vendors Type 4 by volume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GCE</a:t>
                      </a:r>
                      <a:r>
                        <a:rPr lang="en-US" sz="1000" b="0" i="0" u="none" strike="noStrike" dirty="0">
                          <a:solidFill>
                            <a:srgbClr val="000000"/>
                          </a:solidFill>
                          <a:effectLst/>
                          <a:latin typeface="Intel Clear Light" panose="020B0404020203020204" pitchFamily="34" charset="0"/>
                        </a:rPr>
                        <a:t>; </a:t>
                      </a:r>
                      <a:r>
                        <a:rPr lang="en-US" sz="1000" b="0" i="0" u="none" strike="noStrike" dirty="0">
                          <a:solidFill>
                            <a:schemeClr val="accent1"/>
                          </a:solidFill>
                          <a:effectLst/>
                          <a:latin typeface="Intel Clear Light" panose="020B0404020203020204" pitchFamily="34" charset="0"/>
                        </a:rPr>
                        <a:t>Tripod</a:t>
                      </a:r>
                      <a:r>
                        <a:rPr lang="en-US" sz="1000" b="0" i="0" u="none" strike="noStrike" dirty="0">
                          <a:solidFill>
                            <a:srgbClr val="000000"/>
                          </a:solidFill>
                          <a:effectLst/>
                          <a:latin typeface="Intel Clear Light" panose="020B0404020203020204" pitchFamily="34" charset="0"/>
                        </a:rPr>
                        <a:t>; </a:t>
                      </a:r>
                      <a:r>
                        <a:rPr lang="en-US" sz="1000" b="0" i="0" u="none" strike="noStrike" dirty="0" err="1">
                          <a:solidFill>
                            <a:srgbClr val="00B050"/>
                          </a:solidFill>
                          <a:effectLst/>
                          <a:latin typeface="Intel Clear Light" panose="020B0404020203020204" pitchFamily="34" charset="0"/>
                        </a:rPr>
                        <a:t>Hannstar</a:t>
                      </a:r>
                      <a:endParaRPr lang="en-US" sz="1000" b="0" i="0" u="none" strike="noStrike" dirty="0">
                        <a:solidFill>
                          <a:srgbClr val="00B05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Avary Holding 60%(http://www.avaryholding.com/); Unimicron 40%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UMT, </a:t>
                      </a:r>
                      <a:r>
                        <a:rPr lang="en-US" sz="1000" b="0" i="0" u="none" strike="noStrike" dirty="0" err="1">
                          <a:solidFill>
                            <a:srgbClr val="000000"/>
                          </a:solidFill>
                          <a:effectLst/>
                          <a:latin typeface="Intel Clear Light" panose="020B0404020203020204" pitchFamily="34" charset="0"/>
                        </a:rPr>
                        <a:t>Compeq</a:t>
                      </a:r>
                      <a:r>
                        <a:rPr lang="en-US" sz="1000" b="0" i="0" u="none" strike="noStrike" dirty="0">
                          <a:solidFill>
                            <a:srgbClr val="000000"/>
                          </a:solidFill>
                          <a:effectLst/>
                          <a:latin typeface="Intel Clear Light" panose="020B0404020203020204" pitchFamily="34" charset="0"/>
                        </a:rPr>
                        <a:t>, </a:t>
                      </a:r>
                      <a:r>
                        <a:rPr lang="en-US" sz="1000" b="0" i="0" u="none" strike="noStrike" dirty="0">
                          <a:solidFill>
                            <a:schemeClr val="accent1"/>
                          </a:solidFill>
                          <a:effectLst/>
                          <a:latin typeface="Intel Clear Light" panose="020B0404020203020204" pitchFamily="34" charset="0"/>
                        </a:rPr>
                        <a:t>Tripod</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
        <p:nvSpPr>
          <p:cNvPr id="4" name="TextBox 3">
            <a:extLst>
              <a:ext uri="{FF2B5EF4-FFF2-40B4-BE49-F238E27FC236}">
                <a16:creationId xmlns:a16="http://schemas.microsoft.com/office/drawing/2014/main" id="{7CF37AFA-0567-4EFA-A2EF-A34EB555397C}"/>
              </a:ext>
            </a:extLst>
          </p:cNvPr>
          <p:cNvSpPr txBox="1"/>
          <p:nvPr/>
        </p:nvSpPr>
        <p:spPr>
          <a:xfrm>
            <a:off x="571370" y="5546668"/>
            <a:ext cx="10767190"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algn="ctr" defTabSz="2438338">
              <a:lnSpc>
                <a:spcPct val="100000"/>
              </a:lnSpc>
              <a:spcBef>
                <a:spcPts val="0"/>
              </a:spcBef>
            </a:pPr>
            <a:r>
              <a:rPr lang="en-US" b="1" dirty="0">
                <a:solidFill>
                  <a:schemeClr val="accent1"/>
                </a:solidFill>
              </a:rPr>
              <a:t>The Top 3 PCB Vendors Per Number Of Appearances: Tripod; </a:t>
            </a:r>
            <a:r>
              <a:rPr lang="en-US" b="1" dirty="0" err="1">
                <a:solidFill>
                  <a:schemeClr val="accent1"/>
                </a:solidFill>
              </a:rPr>
              <a:t>Hannstar</a:t>
            </a:r>
            <a:r>
              <a:rPr lang="en-US" b="1" dirty="0">
                <a:solidFill>
                  <a:schemeClr val="accent1"/>
                </a:solidFill>
              </a:rPr>
              <a:t>; GCE</a:t>
            </a:r>
          </a:p>
          <a:p>
            <a:pPr marL="0" marR="0" indent="0" algn="ctr" defTabSz="2438338"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chemeClr val="accent1"/>
                </a:solidFill>
                <a:effectLst/>
                <a:uFillTx/>
                <a:latin typeface="+mn-lt"/>
                <a:ea typeface="+mn-ea"/>
                <a:cs typeface="+mn-cs"/>
                <a:sym typeface="Helvetica Neue"/>
              </a:rPr>
              <a:t>HuaQin Is Using A Lot Of PRC PCB Vendors</a:t>
            </a:r>
          </a:p>
        </p:txBody>
      </p:sp>
    </p:spTree>
    <p:extLst>
      <p:ext uri="{BB962C8B-B14F-4D97-AF65-F5344CB8AC3E}">
        <p14:creationId xmlns:p14="http://schemas.microsoft.com/office/powerpoint/2010/main" val="4009894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Bare PCB (3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910184311"/>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Is there a cost impact (state increase or decrease %) by using black solder mask instead of green solder mask?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cost 3% up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cost 5% up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MSFT all black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a:t>
                      </a:r>
                      <a:r>
                        <a:rPr lang="en-US" sz="1200" b="1" i="0" u="none" strike="noStrike" cap="none" spc="0" baseline="0" dirty="0" err="1">
                          <a:solidFill>
                            <a:schemeClr val="bg1"/>
                          </a:solidFill>
                          <a:uFillTx/>
                          <a:latin typeface="+mn-lt"/>
                          <a:ea typeface="+mn-ea"/>
                          <a:cs typeface="+mn-cs"/>
                          <a:sym typeface="Intel Clear"/>
                        </a:rPr>
                        <a:t>Tg</a:t>
                      </a:r>
                      <a:r>
                        <a:rPr lang="en-US" sz="1200" b="1" i="0" u="none" strike="noStrike" cap="none" spc="0" baseline="0" dirty="0">
                          <a:solidFill>
                            <a:schemeClr val="bg1"/>
                          </a:solidFill>
                          <a:uFillTx/>
                          <a:latin typeface="+mn-lt"/>
                          <a:ea typeface="+mn-ea"/>
                          <a:cs typeface="+mn-cs"/>
                          <a:sym typeface="Intel Clear"/>
                        </a:rPr>
                        <a:t> (Glass transition Temperature) of PCB used for Intel </a:t>
                      </a:r>
                      <a:r>
                        <a:rPr lang="en-US" sz="1200" b="1" i="0" u="none" strike="noStrike" cap="none" spc="0" baseline="0" dirty="0" err="1">
                          <a:solidFill>
                            <a:schemeClr val="bg1"/>
                          </a:solidFill>
                          <a:uFillTx/>
                          <a:latin typeface="+mn-lt"/>
                          <a:ea typeface="+mn-ea"/>
                          <a:cs typeface="+mn-cs"/>
                          <a:sym typeface="Intel Clear"/>
                        </a:rPr>
                        <a:t>TigerLake</a:t>
                      </a:r>
                      <a:r>
                        <a:rPr lang="en-US" sz="1200" b="1" i="0" u="none" strike="noStrike" cap="none" spc="0" baseline="0" dirty="0">
                          <a:solidFill>
                            <a:schemeClr val="bg1"/>
                          </a:solidFill>
                          <a:uFillTx/>
                          <a:latin typeface="+mn-lt"/>
                          <a:ea typeface="+mn-ea"/>
                          <a:cs typeface="+mn-cs"/>
                          <a:sym typeface="Intel Clear"/>
                        </a:rPr>
                        <a:t> TGL UP3 package?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Tg170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a:t>
                      </a:r>
                      <a:r>
                        <a:rPr lang="en-US" sz="1200" b="1" i="0" u="none" strike="noStrike" cap="none" spc="0" baseline="0" dirty="0" err="1">
                          <a:solidFill>
                            <a:schemeClr val="bg1"/>
                          </a:solidFill>
                          <a:uFillTx/>
                          <a:latin typeface="+mn-lt"/>
                          <a:ea typeface="+mn-ea"/>
                          <a:cs typeface="+mn-cs"/>
                          <a:sym typeface="Intel Clear"/>
                        </a:rPr>
                        <a:t>Tg</a:t>
                      </a:r>
                      <a:r>
                        <a:rPr lang="en-US" sz="1200" b="1" i="0" u="none" strike="noStrike" cap="none" spc="0" baseline="0" dirty="0">
                          <a:solidFill>
                            <a:schemeClr val="bg1"/>
                          </a:solidFill>
                          <a:uFillTx/>
                          <a:latin typeface="+mn-lt"/>
                          <a:ea typeface="+mn-ea"/>
                          <a:cs typeface="+mn-cs"/>
                          <a:sym typeface="Intel Clear"/>
                        </a:rPr>
                        <a:t> (Glass transition Temperature) of PCB used for Intel </a:t>
                      </a:r>
                      <a:r>
                        <a:rPr lang="en-US" sz="1200" b="1" i="0" u="none" strike="noStrike" cap="none" spc="0" baseline="0" dirty="0" err="1">
                          <a:solidFill>
                            <a:schemeClr val="bg1"/>
                          </a:solidFill>
                          <a:uFillTx/>
                          <a:latin typeface="+mn-lt"/>
                          <a:ea typeface="+mn-ea"/>
                          <a:cs typeface="+mn-cs"/>
                          <a:sym typeface="Intel Clear"/>
                        </a:rPr>
                        <a:t>TigerLake</a:t>
                      </a:r>
                      <a:r>
                        <a:rPr lang="en-US" sz="1200" b="1" i="0" u="none" strike="noStrike" cap="none" spc="0" baseline="0" dirty="0">
                          <a:solidFill>
                            <a:schemeClr val="bg1"/>
                          </a:solidFill>
                          <a:uFillTx/>
                          <a:latin typeface="+mn-lt"/>
                          <a:ea typeface="+mn-ea"/>
                          <a:cs typeface="+mn-cs"/>
                          <a:sym typeface="Intel Clear"/>
                        </a:rPr>
                        <a:t> TGL UP4 package?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HIMB : </a:t>
                      </a:r>
                      <a:r>
                        <a:rPr lang="en-US" sz="1000" b="0" i="0" u="none" strike="noStrike" dirty="0" err="1">
                          <a:solidFill>
                            <a:srgbClr val="000000"/>
                          </a:solidFill>
                          <a:effectLst/>
                          <a:latin typeface="Intel Clear Light" panose="020B0404020203020204" pitchFamily="34" charset="0"/>
                        </a:rPr>
                        <a:t>Tg</a:t>
                      </a:r>
                      <a:r>
                        <a:rPr lang="en-US" sz="1000" b="0" i="0" u="none" strike="noStrike" dirty="0">
                          <a:solidFill>
                            <a:srgbClr val="000000"/>
                          </a:solidFill>
                          <a:effectLst/>
                          <a:latin typeface="Intel Clear Light" panose="020B0404020203020204" pitchFamily="34" charset="0"/>
                        </a:rPr>
                        <a:t> 150; RIMB: </a:t>
                      </a:r>
                      <a:r>
                        <a:rPr lang="en-US" sz="1000" b="0" i="0" u="none" strike="noStrike" dirty="0" err="1">
                          <a:solidFill>
                            <a:srgbClr val="000000"/>
                          </a:solidFill>
                          <a:effectLst/>
                          <a:latin typeface="Intel Clear Light" panose="020B0404020203020204" pitchFamily="34" charset="0"/>
                        </a:rPr>
                        <a:t>Tg</a:t>
                      </a:r>
                      <a:r>
                        <a:rPr lang="en-US" sz="1000" b="0" i="0" u="none" strike="noStrike" dirty="0">
                          <a:solidFill>
                            <a:srgbClr val="000000"/>
                          </a:solidFill>
                          <a:effectLst/>
                          <a:latin typeface="Intel Clear Light" panose="020B0404020203020204" pitchFamily="34" charset="0"/>
                        </a:rPr>
                        <a:t> &gt; 155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Tg150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 answer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
        <p:nvSpPr>
          <p:cNvPr id="7" name="TextBox 6">
            <a:extLst>
              <a:ext uri="{FF2B5EF4-FFF2-40B4-BE49-F238E27FC236}">
                <a16:creationId xmlns:a16="http://schemas.microsoft.com/office/drawing/2014/main" id="{E979D3E5-B107-4EED-9369-B2A655B62703}"/>
              </a:ext>
            </a:extLst>
          </p:cNvPr>
          <p:cNvSpPr txBox="1"/>
          <p:nvPr/>
        </p:nvSpPr>
        <p:spPr>
          <a:xfrm>
            <a:off x="5467149" y="275069"/>
            <a:ext cx="5727032" cy="43088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altLang="zh-CN" sz="2800" b="1" dirty="0">
                <a:solidFill>
                  <a:schemeClr val="accent1"/>
                </a:solidFill>
              </a:rPr>
              <a:t>150</a:t>
            </a:r>
            <a:r>
              <a:rPr lang="en-US" altLang="zh-CN" sz="2800" b="1" baseline="30000" dirty="0">
                <a:solidFill>
                  <a:schemeClr val="accent1"/>
                </a:solidFill>
              </a:rPr>
              <a:t>0</a:t>
            </a:r>
            <a:r>
              <a:rPr lang="en-US" altLang="zh-CN" sz="2800" b="1" dirty="0">
                <a:solidFill>
                  <a:schemeClr val="accent1"/>
                </a:solidFill>
              </a:rPr>
              <a:t>C Is The Most Common </a:t>
            </a:r>
            <a:r>
              <a:rPr lang="en-US" altLang="zh-CN" sz="2800" b="1" dirty="0" err="1">
                <a:solidFill>
                  <a:schemeClr val="accent1"/>
                </a:solidFill>
              </a:rPr>
              <a:t>Tg</a:t>
            </a:r>
            <a:endParaRPr kumimoji="0" lang="en-US" sz="2800" b="1" i="0" u="none" strike="noStrike" cap="none" spc="0" normalizeH="0" baseline="0" dirty="0">
              <a:ln>
                <a:noFill/>
              </a:ln>
              <a:solidFill>
                <a:schemeClr val="accent1"/>
              </a:solidFill>
              <a:effectLst/>
              <a:uFillTx/>
              <a:latin typeface="+mn-lt"/>
              <a:ea typeface="+mn-ea"/>
              <a:cs typeface="+mn-cs"/>
              <a:sym typeface="Helvetica Neue"/>
            </a:endParaRPr>
          </a:p>
        </p:txBody>
      </p:sp>
      <p:sp>
        <p:nvSpPr>
          <p:cNvPr id="5" name="Action Button: Go Home 4">
            <a:hlinkClick r:id="rId2" action="ppaction://hlinksldjump" highlightClick="1"/>
            <a:extLst>
              <a:ext uri="{FF2B5EF4-FFF2-40B4-BE49-F238E27FC236}">
                <a16:creationId xmlns:a16="http://schemas.microsoft.com/office/drawing/2014/main" id="{CB048E8A-DE1E-46FD-9C13-99B8CDEAC8DA}"/>
              </a:ext>
            </a:extLst>
          </p:cNvPr>
          <p:cNvSpPr/>
          <p:nvPr/>
        </p:nvSpPr>
        <p:spPr>
          <a:xfrm>
            <a:off x="11123054" y="161669"/>
            <a:ext cx="497576" cy="517370"/>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67567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LTS (Low Temperature Solder)</a:t>
            </a:r>
          </a:p>
        </p:txBody>
      </p:sp>
    </p:spTree>
    <p:extLst>
      <p:ext uri="{BB962C8B-B14F-4D97-AF65-F5344CB8AC3E}">
        <p14:creationId xmlns:p14="http://schemas.microsoft.com/office/powerpoint/2010/main" val="3933054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8ED2D-44AD-4566-888E-BED91AAFEFCD}"/>
              </a:ext>
            </a:extLst>
          </p:cNvPr>
          <p:cNvSpPr>
            <a:spLocks noGrp="1"/>
          </p:cNvSpPr>
          <p:nvPr>
            <p:ph type="title"/>
          </p:nvPr>
        </p:nvSpPr>
        <p:spPr/>
        <p:txBody>
          <a:bodyPr/>
          <a:lstStyle/>
          <a:p>
            <a:r>
              <a:rPr lang="en-US" dirty="0"/>
              <a:t>LTS (1 of </a:t>
            </a:r>
            <a:r>
              <a:rPr lang="en-US" altLang="zh-CN" dirty="0"/>
              <a:t>3</a:t>
            </a:r>
            <a:r>
              <a:rPr lang="en-US" dirty="0"/>
              <a:t>)</a:t>
            </a:r>
          </a:p>
        </p:txBody>
      </p:sp>
      <p:graphicFrame>
        <p:nvGraphicFramePr>
          <p:cNvPr id="5" name="Table 9">
            <a:extLst>
              <a:ext uri="{FF2B5EF4-FFF2-40B4-BE49-F238E27FC236}">
                <a16:creationId xmlns:a16="http://schemas.microsoft.com/office/drawing/2014/main" id="{E49FB377-936F-45F0-B02D-15081C30623D}"/>
              </a:ext>
            </a:extLst>
          </p:cNvPr>
          <p:cNvGraphicFramePr>
            <a:graphicFrameLocks noGrp="1"/>
          </p:cNvGraphicFramePr>
          <p:nvPr>
            <p:extLst>
              <p:ext uri="{D42A27DB-BD31-4B8C-83A1-F6EECF244321}">
                <p14:modId xmlns:p14="http://schemas.microsoft.com/office/powerpoint/2010/main" val="42824665"/>
              </p:ext>
            </p:extLst>
          </p:nvPr>
        </p:nvGraphicFramePr>
        <p:xfrm>
          <a:off x="571370" y="1661474"/>
          <a:ext cx="10767190" cy="4265930"/>
        </p:xfrm>
        <a:graphic>
          <a:graphicData uri="http://schemas.openxmlformats.org/drawingml/2006/table">
            <a:tbl>
              <a:tblPr firstRow="1" bandRow="1">
                <a:tableStyleId>{B301B821-A1FF-4177-AEE7-76D212191A09}</a:tableStyleId>
              </a:tblPr>
              <a:tblGrid>
                <a:gridCol w="1538170">
                  <a:extLst>
                    <a:ext uri="{9D8B030D-6E8A-4147-A177-3AD203B41FA5}">
                      <a16:colId xmlns:a16="http://schemas.microsoft.com/office/drawing/2014/main" val="476935505"/>
                    </a:ext>
                  </a:extLst>
                </a:gridCol>
                <a:gridCol w="1538170">
                  <a:extLst>
                    <a:ext uri="{9D8B030D-6E8A-4147-A177-3AD203B41FA5}">
                      <a16:colId xmlns:a16="http://schemas.microsoft.com/office/drawing/2014/main" val="1213491659"/>
                    </a:ext>
                  </a:extLst>
                </a:gridCol>
                <a:gridCol w="1538170">
                  <a:extLst>
                    <a:ext uri="{9D8B030D-6E8A-4147-A177-3AD203B41FA5}">
                      <a16:colId xmlns:a16="http://schemas.microsoft.com/office/drawing/2014/main" val="1470204383"/>
                    </a:ext>
                  </a:extLst>
                </a:gridCol>
                <a:gridCol w="1538170">
                  <a:extLst>
                    <a:ext uri="{9D8B030D-6E8A-4147-A177-3AD203B41FA5}">
                      <a16:colId xmlns:a16="http://schemas.microsoft.com/office/drawing/2014/main" val="4194567538"/>
                    </a:ext>
                  </a:extLst>
                </a:gridCol>
                <a:gridCol w="1538170">
                  <a:extLst>
                    <a:ext uri="{9D8B030D-6E8A-4147-A177-3AD203B41FA5}">
                      <a16:colId xmlns:a16="http://schemas.microsoft.com/office/drawing/2014/main" val="3653989113"/>
                    </a:ext>
                  </a:extLst>
                </a:gridCol>
                <a:gridCol w="1538170">
                  <a:extLst>
                    <a:ext uri="{9D8B030D-6E8A-4147-A177-3AD203B41FA5}">
                      <a16:colId xmlns:a16="http://schemas.microsoft.com/office/drawing/2014/main" val="358760836"/>
                    </a:ext>
                  </a:extLst>
                </a:gridCol>
                <a:gridCol w="1538170">
                  <a:extLst>
                    <a:ext uri="{9D8B030D-6E8A-4147-A177-3AD203B41FA5}">
                      <a16:colId xmlns:a16="http://schemas.microsoft.com/office/drawing/2014/main" val="79644572"/>
                    </a:ext>
                  </a:extLst>
                </a:gridCol>
              </a:tblGrid>
              <a:tr h="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396936824"/>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Which OEMs have you discussed LTS Assessments?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extLst>
                  <a:ext uri="{0D108BD9-81ED-4DB2-BD59-A6C34878D82A}">
                    <a16:rowId xmlns:a16="http://schemas.microsoft.com/office/drawing/2014/main" val="4014360310"/>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  </a:t>
                      </a:r>
                      <a:r>
                        <a:rPr lang="en-US" sz="1000" b="0" i="0" u="none" strike="noStrike" dirty="0">
                          <a:solidFill>
                            <a:srgbClr val="00B050"/>
                          </a:solidFill>
                          <a:effectLst/>
                          <a:latin typeface="Intel Clear Light" panose="020B0404020203020204" pitchFamily="34" charset="0"/>
                        </a:rPr>
                        <a:t>Dell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Lenovo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ASUS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Intel</a:t>
                      </a:r>
                      <a:r>
                        <a:rPr lang="en-US" sz="1000" b="0" i="0" u="none" strike="noStrike" dirty="0">
                          <a:solidFill>
                            <a:srgbClr val="000000"/>
                          </a:solidFill>
                          <a:effectLst/>
                          <a:latin typeface="Intel Clear Light" panose="020B0404020203020204" pitchFamily="34" charset="0"/>
                        </a:rPr>
                        <a:t> SPG (NUC)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Intel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State LTS Solder Paste model (Vendor Name, Formulation Name, Particle Mesh Size) that you are using today for HVM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extLst>
                  <a:ext uri="{0D108BD9-81ED-4DB2-BD59-A6C34878D82A}">
                    <a16:rowId xmlns:a16="http://schemas.microsoft.com/office/drawing/2014/main" val="1096862648"/>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err="1">
                          <a:solidFill>
                            <a:srgbClr val="000000"/>
                          </a:solidFill>
                          <a:effectLst/>
                          <a:latin typeface="Intel Clear Light" panose="020B0404020203020204" pitchFamily="34" charset="0"/>
                        </a:rPr>
                        <a:t>Eunow</a:t>
                      </a:r>
                      <a:r>
                        <a:rPr lang="en-US" sz="1000" b="0" i="0" u="none" strike="noStrike" dirty="0">
                          <a:solidFill>
                            <a:srgbClr val="000000"/>
                          </a:solidFill>
                          <a:effectLst/>
                          <a:latin typeface="Intel Clear Light" panose="020B0404020203020204" pitchFamily="34" charset="0"/>
                        </a:rPr>
                        <a:t> DW-1000,Type4</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nn-NO" sz="1000" b="0" i="0" u="none" strike="noStrike">
                          <a:solidFill>
                            <a:srgbClr val="000000"/>
                          </a:solidFill>
                          <a:effectLst/>
                          <a:latin typeface="Intel Clear Light" panose="020B0404020203020204" pitchFamily="34" charset="0"/>
                        </a:rPr>
                        <a:t>Alpha/HRL1 Type4;  Senju L28</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Alpha/HRL1;  Senju L201-N146; </a:t>
                      </a:r>
                      <a:r>
                        <a:rPr lang="en-US" sz="1000" b="0" i="0" u="none" strike="noStrike" dirty="0" err="1">
                          <a:solidFill>
                            <a:srgbClr val="000000"/>
                          </a:solidFill>
                          <a:effectLst/>
                          <a:latin typeface="Intel Clear Light" panose="020B0404020203020204" pitchFamily="34" charset="0"/>
                        </a:rPr>
                        <a:t>Eunow</a:t>
                      </a:r>
                      <a:r>
                        <a:rPr lang="en-US" sz="1000" b="0" i="0" u="none" strike="noStrike" dirty="0">
                          <a:solidFill>
                            <a:srgbClr val="000000"/>
                          </a:solidFill>
                          <a:effectLst/>
                          <a:latin typeface="Intel Clear Light" panose="020B0404020203020204" pitchFamily="34" charset="0"/>
                        </a:rPr>
                        <a:t> DW-1000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err="1">
                          <a:solidFill>
                            <a:srgbClr val="000000"/>
                          </a:solidFill>
                          <a:effectLst/>
                          <a:latin typeface="Intel Clear Light" panose="020B0404020203020204" pitchFamily="34" charset="0"/>
                        </a:rPr>
                        <a:t>Eunow</a:t>
                      </a:r>
                      <a:r>
                        <a:rPr lang="en-US" sz="1000" b="0" i="0" u="none" strike="noStrike" dirty="0">
                          <a:solidFill>
                            <a:srgbClr val="000000"/>
                          </a:solidFill>
                          <a:effectLst/>
                          <a:latin typeface="Intel Clear Light" panose="020B0404020203020204" pitchFamily="34" charset="0"/>
                        </a:rPr>
                        <a:t>, DW-1000, Type4</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err="1">
                          <a:solidFill>
                            <a:srgbClr val="000000"/>
                          </a:solidFill>
                          <a:effectLst/>
                          <a:latin typeface="Intel Clear Light" panose="020B0404020203020204" pitchFamily="34" charset="0"/>
                        </a:rPr>
                        <a:t>ShenMao</a:t>
                      </a:r>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What are the LTS paste formulation (Name, Particle mesh type)  you are currently evaluating for future use?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nn-NO"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866224637"/>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Eunow DW-1000,Type4</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err="1">
                          <a:solidFill>
                            <a:srgbClr val="00B050"/>
                          </a:solidFill>
                          <a:effectLst/>
                          <a:latin typeface="Intel Clear Light" panose="020B0404020203020204" pitchFamily="34" charset="0"/>
                        </a:rPr>
                        <a:t>Shenmao</a:t>
                      </a:r>
                      <a:r>
                        <a:rPr lang="en-US" sz="1000" b="0" i="0" u="none" strike="noStrike" dirty="0">
                          <a:solidFill>
                            <a:srgbClr val="00B050"/>
                          </a:solidFill>
                          <a:effectLst/>
                          <a:latin typeface="Intel Clear Light" panose="020B0404020203020204" pitchFamily="34" charset="0"/>
                        </a:rPr>
                        <a:t> , </a:t>
                      </a:r>
                      <a:r>
                        <a:rPr lang="en-US" sz="1000" b="0" i="0" u="none" strike="noStrike">
                          <a:solidFill>
                            <a:srgbClr val="00B050"/>
                          </a:solidFill>
                          <a:effectLst/>
                          <a:latin typeface="Intel Clear Light" panose="020B0404020203020204" pitchFamily="34" charset="0"/>
                        </a:rPr>
                        <a:t>Eunow </a:t>
                      </a:r>
                      <a:r>
                        <a:rPr lang="en-US" sz="1000" b="0" i="0" u="none" strike="noStrike" dirty="0">
                          <a:solidFill>
                            <a:srgbClr val="00B050"/>
                          </a:solidFill>
                          <a:effectLst/>
                          <a:latin typeface="Intel Clear Light" panose="020B0404020203020204" pitchFamily="34" charset="0"/>
                        </a:rPr>
                        <a:t>&amp; </a:t>
                      </a:r>
                      <a:r>
                        <a:rPr lang="en-US" sz="1000" b="0" i="0" u="none" strike="noStrike" dirty="0" err="1">
                          <a:solidFill>
                            <a:srgbClr val="00B050"/>
                          </a:solidFill>
                          <a:effectLst/>
                          <a:latin typeface="Intel Clear Light" panose="020B0404020203020204" pitchFamily="34" charset="0"/>
                        </a:rPr>
                        <a:t>Tumura</a:t>
                      </a:r>
                      <a:endParaRPr lang="en-US" sz="1000" b="0" i="0" u="none" strike="noStrike" dirty="0">
                        <a:solidFill>
                          <a:srgbClr val="00B05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err="1">
                          <a:solidFill>
                            <a:srgbClr val="00B050"/>
                          </a:solidFill>
                          <a:effectLst/>
                          <a:latin typeface="Intel Clear Light" panose="020B0404020203020204" pitchFamily="34" charset="0"/>
                        </a:rPr>
                        <a:t>Shenmao</a:t>
                      </a:r>
                      <a:r>
                        <a:rPr lang="en-US" sz="1000" b="0" i="0" u="none" strike="noStrike" dirty="0">
                          <a:solidFill>
                            <a:srgbClr val="00B050"/>
                          </a:solidFill>
                          <a:effectLst/>
                          <a:latin typeface="Intel Clear Light" panose="020B0404020203020204" pitchFamily="34" charset="0"/>
                        </a:rPr>
                        <a:t>/</a:t>
                      </a:r>
                      <a:r>
                        <a:rPr lang="zh-CN" altLang="en-US" sz="1000" b="0" i="0" u="none" strike="noStrike" dirty="0">
                          <a:solidFill>
                            <a:srgbClr val="00B050"/>
                          </a:solidFill>
                          <a:effectLst/>
                          <a:latin typeface="Intel Clear Light" panose="020B0404020203020204" pitchFamily="34" charset="0"/>
                        </a:rPr>
                        <a:t>汉尔信</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Eunow, DW-1000, Type4</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err="1">
                          <a:solidFill>
                            <a:srgbClr val="000000"/>
                          </a:solidFill>
                          <a:effectLst/>
                          <a:latin typeface="Intel Clear Light" panose="020B0404020203020204" pitchFamily="34" charset="0"/>
                        </a:rPr>
                        <a:t>ShenMao</a:t>
                      </a:r>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154598029"/>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Do you have restriction on LTS paste based on Halogen level (example R0L0 or ROL1)?</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nn-NO"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3989657707"/>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R0L0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Current no, Align with SAC, Customer require halogen free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ROL1</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ROL0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ROL0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310916513"/>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Do you have restriction on specific elements contained in LTS paste (example Antimony </a:t>
                      </a:r>
                      <a:r>
                        <a:rPr lang="zh-CN" altLang="en-US" sz="1200" b="1" i="0" u="none" strike="noStrike" cap="none" spc="0" baseline="0" dirty="0">
                          <a:solidFill>
                            <a:schemeClr val="bg1"/>
                          </a:solidFill>
                          <a:uFillTx/>
                          <a:latin typeface="+mn-lt"/>
                          <a:ea typeface="+mn-ea"/>
                          <a:cs typeface="+mn-cs"/>
                          <a:sym typeface="Intel Clear"/>
                        </a:rPr>
                        <a:t>锑 </a:t>
                      </a:r>
                      <a:r>
                        <a:rPr lang="en-US" sz="1200" b="1" i="0" u="none" strike="noStrike" cap="none" spc="0" baseline="0" dirty="0">
                          <a:solidFill>
                            <a:schemeClr val="bg1"/>
                          </a:solidFill>
                          <a:uFillTx/>
                          <a:latin typeface="+mn-lt"/>
                          <a:ea typeface="+mn-ea"/>
                          <a:cs typeface="+mn-cs"/>
                          <a:sym typeface="Intel Clear"/>
                        </a:rPr>
                        <a:t>Sb, Other)?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nn-NO"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063385950"/>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 despends on customer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803845316"/>
                  </a:ext>
                </a:extLst>
              </a:tr>
            </a:tbl>
          </a:graphicData>
        </a:graphic>
      </p:graphicFrame>
    </p:spTree>
    <p:extLst>
      <p:ext uri="{BB962C8B-B14F-4D97-AF65-F5344CB8AC3E}">
        <p14:creationId xmlns:p14="http://schemas.microsoft.com/office/powerpoint/2010/main" val="1891120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8ED2D-44AD-4566-888E-BED91AAFEFCD}"/>
              </a:ext>
            </a:extLst>
          </p:cNvPr>
          <p:cNvSpPr>
            <a:spLocks noGrp="1"/>
          </p:cNvSpPr>
          <p:nvPr>
            <p:ph type="title"/>
          </p:nvPr>
        </p:nvSpPr>
        <p:spPr/>
        <p:txBody>
          <a:bodyPr/>
          <a:lstStyle/>
          <a:p>
            <a:r>
              <a:rPr lang="en-US" dirty="0"/>
              <a:t>LTS (2 of </a:t>
            </a:r>
            <a:r>
              <a:rPr lang="en-US" altLang="zh-CN" dirty="0"/>
              <a:t>3</a:t>
            </a:r>
            <a:r>
              <a:rPr lang="en-US" dirty="0"/>
              <a:t>)</a:t>
            </a:r>
          </a:p>
        </p:txBody>
      </p:sp>
      <p:graphicFrame>
        <p:nvGraphicFramePr>
          <p:cNvPr id="5" name="Table 9">
            <a:extLst>
              <a:ext uri="{FF2B5EF4-FFF2-40B4-BE49-F238E27FC236}">
                <a16:creationId xmlns:a16="http://schemas.microsoft.com/office/drawing/2014/main" id="{E49FB377-936F-45F0-B02D-15081C30623D}"/>
              </a:ext>
            </a:extLst>
          </p:cNvPr>
          <p:cNvGraphicFramePr>
            <a:graphicFrameLocks noGrp="1"/>
          </p:cNvGraphicFramePr>
          <p:nvPr>
            <p:extLst>
              <p:ext uri="{D42A27DB-BD31-4B8C-83A1-F6EECF244321}">
                <p14:modId xmlns:p14="http://schemas.microsoft.com/office/powerpoint/2010/main" val="3886149106"/>
              </p:ext>
            </p:extLst>
          </p:nvPr>
        </p:nvGraphicFramePr>
        <p:xfrm>
          <a:off x="571370" y="1661474"/>
          <a:ext cx="10767190" cy="4174490"/>
        </p:xfrm>
        <a:graphic>
          <a:graphicData uri="http://schemas.openxmlformats.org/drawingml/2006/table">
            <a:tbl>
              <a:tblPr firstRow="1" bandRow="1">
                <a:tableStyleId>{B301B821-A1FF-4177-AEE7-76D212191A09}</a:tableStyleId>
              </a:tblPr>
              <a:tblGrid>
                <a:gridCol w="1538170">
                  <a:extLst>
                    <a:ext uri="{9D8B030D-6E8A-4147-A177-3AD203B41FA5}">
                      <a16:colId xmlns:a16="http://schemas.microsoft.com/office/drawing/2014/main" val="476935505"/>
                    </a:ext>
                  </a:extLst>
                </a:gridCol>
                <a:gridCol w="1538170">
                  <a:extLst>
                    <a:ext uri="{9D8B030D-6E8A-4147-A177-3AD203B41FA5}">
                      <a16:colId xmlns:a16="http://schemas.microsoft.com/office/drawing/2014/main" val="1213491659"/>
                    </a:ext>
                  </a:extLst>
                </a:gridCol>
                <a:gridCol w="1538170">
                  <a:extLst>
                    <a:ext uri="{9D8B030D-6E8A-4147-A177-3AD203B41FA5}">
                      <a16:colId xmlns:a16="http://schemas.microsoft.com/office/drawing/2014/main" val="1470204383"/>
                    </a:ext>
                  </a:extLst>
                </a:gridCol>
                <a:gridCol w="1538170">
                  <a:extLst>
                    <a:ext uri="{9D8B030D-6E8A-4147-A177-3AD203B41FA5}">
                      <a16:colId xmlns:a16="http://schemas.microsoft.com/office/drawing/2014/main" val="4194567538"/>
                    </a:ext>
                  </a:extLst>
                </a:gridCol>
                <a:gridCol w="1538170">
                  <a:extLst>
                    <a:ext uri="{9D8B030D-6E8A-4147-A177-3AD203B41FA5}">
                      <a16:colId xmlns:a16="http://schemas.microsoft.com/office/drawing/2014/main" val="3653989113"/>
                    </a:ext>
                  </a:extLst>
                </a:gridCol>
                <a:gridCol w="1538170">
                  <a:extLst>
                    <a:ext uri="{9D8B030D-6E8A-4147-A177-3AD203B41FA5}">
                      <a16:colId xmlns:a16="http://schemas.microsoft.com/office/drawing/2014/main" val="358760836"/>
                    </a:ext>
                  </a:extLst>
                </a:gridCol>
                <a:gridCol w="1538170">
                  <a:extLst>
                    <a:ext uri="{9D8B030D-6E8A-4147-A177-3AD203B41FA5}">
                      <a16:colId xmlns:a16="http://schemas.microsoft.com/office/drawing/2014/main" val="79644572"/>
                    </a:ext>
                  </a:extLst>
                </a:gridCol>
              </a:tblGrid>
              <a:tr h="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396936824"/>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How long would it take to qualify a new LTS paste material before use in HVM?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extLst>
                  <a:ext uri="{0D108BD9-81ED-4DB2-BD59-A6C34878D82A}">
                    <a16:rowId xmlns:a16="http://schemas.microsoft.com/office/drawing/2014/main" val="4014360310"/>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despends on customer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At least 1 year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6-12months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3~5 months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3~6 month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gridSpan="7">
                  <a:txBody>
                    <a:bodyPr/>
                    <a:lstStyle/>
                    <a:p>
                      <a:pPr algn="l" fontAlgn="b"/>
                      <a:r>
                        <a:rPr lang="en-US" sz="1200" b="1" i="0" u="none" strike="noStrike" cap="none" spc="0" baseline="0">
                          <a:solidFill>
                            <a:schemeClr val="bg1"/>
                          </a:solidFill>
                          <a:uFillTx/>
                          <a:latin typeface="+mn-lt"/>
                          <a:ea typeface="+mn-ea"/>
                          <a:cs typeface="+mn-cs"/>
                          <a:sym typeface="Intel Clear"/>
                        </a:rPr>
                        <a:t>What are the LTS paste qualification methodologies and metrics (pass/fail criteria) covering Solder Joint Quality (SJQ) and Solder Joint Reliability (SJR)?</a:t>
                      </a:r>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extLst>
                  <a:ext uri="{0D108BD9-81ED-4DB2-BD59-A6C34878D82A}">
                    <a16:rowId xmlns:a16="http://schemas.microsoft.com/office/drawing/2014/main" val="1096862648"/>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Solder strength, void, SJ opens, drop, pull/push test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Follow SAC305, focus on drop test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x-section, D&amp;P, thernal shock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fr-FR" sz="1000" b="0" i="0" u="none" strike="noStrike">
                          <a:solidFill>
                            <a:srgbClr val="000000"/>
                          </a:solidFill>
                          <a:effectLst/>
                          <a:latin typeface="Intel Clear Light" panose="020B0404020203020204" pitchFamily="34" charset="0"/>
                        </a:rPr>
                        <a:t>x-section, D&amp;P, Drop, ORT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x-section, D&amp;P, component push/pull test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What is the minimum number of LTS paste options you would need to qualify to support an HVM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nn-NO"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866224637"/>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2</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2</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4154598029"/>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What types of products (market segments) are you currently using LTS paste formulation?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nn-NO"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3989657707"/>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Notebook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Intel NUC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Confidential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310916513"/>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Have you experienced any issues w/LTS formulation for any components used?</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nn-NO"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L="9525" marR="9525" marT="9525" marB="0" anchor="b">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063385950"/>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Need LTS stencil recommedation for BGA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803845316"/>
                  </a:ext>
                </a:extLst>
              </a:tr>
            </a:tbl>
          </a:graphicData>
        </a:graphic>
      </p:graphicFrame>
    </p:spTree>
    <p:extLst>
      <p:ext uri="{BB962C8B-B14F-4D97-AF65-F5344CB8AC3E}">
        <p14:creationId xmlns:p14="http://schemas.microsoft.com/office/powerpoint/2010/main" val="4023221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8ED2D-44AD-4566-888E-BED91AAFEFCD}"/>
              </a:ext>
            </a:extLst>
          </p:cNvPr>
          <p:cNvSpPr>
            <a:spLocks noGrp="1"/>
          </p:cNvSpPr>
          <p:nvPr>
            <p:ph type="title"/>
          </p:nvPr>
        </p:nvSpPr>
        <p:spPr/>
        <p:txBody>
          <a:bodyPr/>
          <a:lstStyle/>
          <a:p>
            <a:r>
              <a:rPr lang="en-US" dirty="0"/>
              <a:t>LTS (</a:t>
            </a:r>
            <a:r>
              <a:rPr lang="en-US" altLang="zh-CN" dirty="0"/>
              <a:t>3</a:t>
            </a:r>
            <a:r>
              <a:rPr lang="en-US" dirty="0"/>
              <a:t> of </a:t>
            </a:r>
            <a:r>
              <a:rPr lang="en-US" altLang="zh-CN" dirty="0"/>
              <a:t>3</a:t>
            </a:r>
            <a:r>
              <a:rPr lang="en-US" dirty="0"/>
              <a:t>)</a:t>
            </a:r>
          </a:p>
        </p:txBody>
      </p:sp>
      <p:graphicFrame>
        <p:nvGraphicFramePr>
          <p:cNvPr id="5" name="Table 9">
            <a:extLst>
              <a:ext uri="{FF2B5EF4-FFF2-40B4-BE49-F238E27FC236}">
                <a16:creationId xmlns:a16="http://schemas.microsoft.com/office/drawing/2014/main" id="{E49FB377-936F-45F0-B02D-15081C30623D}"/>
              </a:ext>
            </a:extLst>
          </p:cNvPr>
          <p:cNvGraphicFramePr>
            <a:graphicFrameLocks noGrp="1"/>
          </p:cNvGraphicFramePr>
          <p:nvPr>
            <p:extLst>
              <p:ext uri="{D42A27DB-BD31-4B8C-83A1-F6EECF244321}">
                <p14:modId xmlns:p14="http://schemas.microsoft.com/office/powerpoint/2010/main" val="1883194388"/>
              </p:ext>
            </p:extLst>
          </p:nvPr>
        </p:nvGraphicFramePr>
        <p:xfrm>
          <a:off x="571370" y="1661474"/>
          <a:ext cx="10767190" cy="1849120"/>
        </p:xfrm>
        <a:graphic>
          <a:graphicData uri="http://schemas.openxmlformats.org/drawingml/2006/table">
            <a:tbl>
              <a:tblPr firstRow="1" bandRow="1">
                <a:tableStyleId>{B301B821-A1FF-4177-AEE7-76D212191A09}</a:tableStyleId>
              </a:tblPr>
              <a:tblGrid>
                <a:gridCol w="1538170">
                  <a:extLst>
                    <a:ext uri="{9D8B030D-6E8A-4147-A177-3AD203B41FA5}">
                      <a16:colId xmlns:a16="http://schemas.microsoft.com/office/drawing/2014/main" val="476935505"/>
                    </a:ext>
                  </a:extLst>
                </a:gridCol>
                <a:gridCol w="1538170">
                  <a:extLst>
                    <a:ext uri="{9D8B030D-6E8A-4147-A177-3AD203B41FA5}">
                      <a16:colId xmlns:a16="http://schemas.microsoft.com/office/drawing/2014/main" val="1213491659"/>
                    </a:ext>
                  </a:extLst>
                </a:gridCol>
                <a:gridCol w="1538170">
                  <a:extLst>
                    <a:ext uri="{9D8B030D-6E8A-4147-A177-3AD203B41FA5}">
                      <a16:colId xmlns:a16="http://schemas.microsoft.com/office/drawing/2014/main" val="1470204383"/>
                    </a:ext>
                  </a:extLst>
                </a:gridCol>
                <a:gridCol w="1538170">
                  <a:extLst>
                    <a:ext uri="{9D8B030D-6E8A-4147-A177-3AD203B41FA5}">
                      <a16:colId xmlns:a16="http://schemas.microsoft.com/office/drawing/2014/main" val="4194567538"/>
                    </a:ext>
                  </a:extLst>
                </a:gridCol>
                <a:gridCol w="1538170">
                  <a:extLst>
                    <a:ext uri="{9D8B030D-6E8A-4147-A177-3AD203B41FA5}">
                      <a16:colId xmlns:a16="http://schemas.microsoft.com/office/drawing/2014/main" val="3653989113"/>
                    </a:ext>
                  </a:extLst>
                </a:gridCol>
                <a:gridCol w="1538170">
                  <a:extLst>
                    <a:ext uri="{9D8B030D-6E8A-4147-A177-3AD203B41FA5}">
                      <a16:colId xmlns:a16="http://schemas.microsoft.com/office/drawing/2014/main" val="358760836"/>
                    </a:ext>
                  </a:extLst>
                </a:gridCol>
                <a:gridCol w="1538170">
                  <a:extLst>
                    <a:ext uri="{9D8B030D-6E8A-4147-A177-3AD203B41FA5}">
                      <a16:colId xmlns:a16="http://schemas.microsoft.com/office/drawing/2014/main" val="79644572"/>
                    </a:ext>
                  </a:extLst>
                </a:gridCol>
              </a:tblGrid>
              <a:tr h="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396936824"/>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Do you foresee any special controls needed (i.e. dedicated line &amp; labeling) for LTS implementation?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extLst>
                  <a:ext uri="{0D108BD9-81ED-4DB2-BD59-A6C34878D82A}">
                    <a16:rowId xmlns:a16="http://schemas.microsoft.com/office/drawing/2014/main" val="4014360310"/>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Dedicate LTS label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Dedicate line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Shopflow system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Laser Mark</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Track solder paste by shopflow system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Dedicate line and tools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gridSpan="7">
                  <a:txBody>
                    <a:bodyPr/>
                    <a:lstStyle/>
                    <a:p>
                      <a:pPr algn="l" fontAlgn="b"/>
                      <a:r>
                        <a:rPr lang="en-US" sz="1200" b="1" i="0" u="none" strike="noStrike" cap="none" spc="0" baseline="0" dirty="0">
                          <a:solidFill>
                            <a:schemeClr val="bg1"/>
                          </a:solidFill>
                          <a:uFillTx/>
                          <a:latin typeface="+mn-lt"/>
                          <a:ea typeface="+mn-ea"/>
                          <a:cs typeface="+mn-cs"/>
                          <a:sym typeface="Intel Clear"/>
                        </a:rPr>
                        <a:t>What is your Product Quality and Reliability Certification for a LTS System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200" b="1" i="0" u="none" strike="noStrike" cap="none" spc="0" baseline="0" dirty="0">
                        <a:solidFill>
                          <a:schemeClr val="bg1"/>
                        </a:solidFill>
                        <a:uFillTx/>
                        <a:latin typeface="+mn-lt"/>
                        <a:ea typeface="+mn-ea"/>
                        <a:cs typeface="+mn-cs"/>
                        <a:sym typeface="Intel Clear"/>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extLst>
                  <a:ext uri="{0D108BD9-81ED-4DB2-BD59-A6C34878D82A}">
                    <a16:rowId xmlns:a16="http://schemas.microsoft.com/office/drawing/2014/main" val="1096862648"/>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Follow customer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SJ reliablity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Follow SAC305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bl>
          </a:graphicData>
        </a:graphic>
      </p:graphicFrame>
    </p:spTree>
    <p:extLst>
      <p:ext uri="{BB962C8B-B14F-4D97-AF65-F5344CB8AC3E}">
        <p14:creationId xmlns:p14="http://schemas.microsoft.com/office/powerpoint/2010/main" val="122072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X-Ray FA Capability</a:t>
            </a:r>
          </a:p>
        </p:txBody>
      </p:sp>
    </p:spTree>
    <p:extLst>
      <p:ext uri="{BB962C8B-B14F-4D97-AF65-F5344CB8AC3E}">
        <p14:creationId xmlns:p14="http://schemas.microsoft.com/office/powerpoint/2010/main" val="3818488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X-Ray FA Capability (1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3177814680"/>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Is the Detector - Camera based or Flat Panel?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Flat panel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FF0000"/>
                          </a:solidFill>
                          <a:effectLst/>
                          <a:latin typeface="Intel Clear Light" panose="020B0404020203020204" pitchFamily="34" charset="0"/>
                        </a:rPr>
                        <a:t>Camera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Matrix X3, 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Flat Panel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resolution (Mega Pixel) for detector used?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950nm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1.3Mega pixel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3um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10um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0.5um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0.5~10um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Does the source have a built in Filter for X ray Dosage limitation?  If Yes, what is the filter material and thickness (mm)?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Yes, copper, 0.4mm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20146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X-Ray FA Capability (2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486028338"/>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maximum angle (+/- degrees) for Oblique (2.5D) viewing?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+/-70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+/- 65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45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45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50~60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l" defTabSz="609600" fontAlgn="b" latinLnBrk="0">
                        <a:lnSpc>
                          <a:spcPct val="100000"/>
                        </a:lnSpc>
                        <a:spcBef>
                          <a:spcPts val="0"/>
                        </a:spcBef>
                        <a:spcAft>
                          <a:spcPts val="0"/>
                        </a:spcAft>
                        <a:buClrTx/>
                        <a:buSzTx/>
                        <a:buFontTx/>
                        <a:buNone/>
                        <a:tabLst/>
                      </a:pPr>
                      <a:r>
                        <a:rPr lang="en-US" sz="1000" b="0" i="0" u="none" strike="noStrike" cap="none" spc="0" baseline="0" dirty="0">
                          <a:solidFill>
                            <a:srgbClr val="000000"/>
                          </a:solidFill>
                          <a:effectLst/>
                          <a:uFillTx/>
                          <a:latin typeface="Intel Clear Light" panose="020B0404020203020204" pitchFamily="34" charset="0"/>
                          <a:ea typeface="+mn-ea"/>
                          <a:cs typeface="+mn-cs"/>
                          <a:sym typeface="Intel Clear"/>
                        </a:rPr>
                        <a:t>45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45</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+/-70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70</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minimum distance (mm) of Xray tube Source to Object (BGA device)?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50mm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800mm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2~5mm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5mm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50mm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Theoretically 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Is the Source emitting X ray radiation applied from top to BGA device or is it from bottom below the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Top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Bottom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Top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Bottom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Bottom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Top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Top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Bottom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We have both kind machine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1885818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X-Ray FA Capability (3 of 3)</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807489287"/>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Is there a limitation specification for X-Ray (RADS/</a:t>
                      </a:r>
                      <a:r>
                        <a:rPr lang="en-US" sz="1200" b="1" dirty="0" err="1"/>
                        <a:t>mGray</a:t>
                      </a:r>
                      <a:r>
                        <a:rPr lang="en-US" sz="1200" b="1" dirty="0"/>
                        <a:t>) Dosage exposure?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B050"/>
                          </a:solidFill>
                          <a:effectLst/>
                          <a:latin typeface="Intel Clear Light" panose="020B0404020203020204" pitchFamily="34" charset="0"/>
                        </a:rPr>
                        <a:t>3~12RAD, 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What is the cumulative specification for maximum exposure in RADS/</a:t>
                      </a:r>
                      <a:r>
                        <a:rPr lang="en-US" sz="1200" b="1" i="0" u="none" strike="noStrike" cap="none" spc="0" baseline="0" dirty="0" err="1">
                          <a:solidFill>
                            <a:schemeClr val="bg1"/>
                          </a:solidFill>
                          <a:uFillTx/>
                          <a:latin typeface="+mn-lt"/>
                          <a:ea typeface="+mn-ea"/>
                          <a:cs typeface="+mn-cs"/>
                          <a:sym typeface="Intel Clear"/>
                        </a:rPr>
                        <a:t>mGray</a:t>
                      </a:r>
                      <a:r>
                        <a:rPr lang="en-US" sz="1200" b="1" i="0" u="none" strike="noStrike" cap="none" spc="0" baseline="0" dirty="0">
                          <a:solidFill>
                            <a:schemeClr val="bg1"/>
                          </a:solidFill>
                          <a:uFillTx/>
                          <a:latin typeface="+mn-lt"/>
                          <a:ea typeface="+mn-ea"/>
                          <a:cs typeface="+mn-cs"/>
                          <a:sym typeface="Intel Clear"/>
                        </a:rPr>
                        <a:t> per scan as measured by a dosimeter?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N/A</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We use dosimeter</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Are Global metal shields used between X-ray source and target SOC/Memory devices to limit dosage exposure?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Our new machine can meet the requirement w/o metal shield</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3029800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SD WLAN</a:t>
            </a:r>
          </a:p>
        </p:txBody>
      </p:sp>
    </p:spTree>
    <p:extLst>
      <p:ext uri="{BB962C8B-B14F-4D97-AF65-F5344CB8AC3E}">
        <p14:creationId xmlns:p14="http://schemas.microsoft.com/office/powerpoint/2010/main" val="248421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SD WLAN (1 of 4)</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972476991"/>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What is the preferred stencil thickness?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0.08mm</a:t>
                      </a:r>
                      <a:r>
                        <a:rPr lang="en-US" sz="1000" b="0" i="0" u="none" strike="noStrike" dirty="0">
                          <a:solidFill>
                            <a:srgbClr val="000000"/>
                          </a:solidFill>
                          <a:effectLst/>
                          <a:latin typeface="Intel Clear Light" panose="020B0404020203020204" pitchFamily="34" charset="0"/>
                        </a:rPr>
                        <a:t> or 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0.1mm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Stencil Fabrication used Material? (For Example: Nickel blank/sus 403/</a:t>
                      </a:r>
                      <a:r>
                        <a:rPr lang="en-US" sz="1200" b="1" i="0" u="none" strike="noStrike" cap="none" spc="0" baseline="0" dirty="0" err="1">
                          <a:solidFill>
                            <a:schemeClr val="bg1"/>
                          </a:solidFill>
                          <a:uFillTx/>
                          <a:latin typeface="+mn-lt"/>
                          <a:ea typeface="+mn-ea"/>
                          <a:cs typeface="+mn-cs"/>
                          <a:sym typeface="Intel Clear"/>
                        </a:rPr>
                        <a:t>etc</a:t>
                      </a:r>
                      <a:r>
                        <a:rPr lang="en-US" sz="1200" b="1" i="0" u="none" strike="noStrike" cap="none" spc="0" baseline="0" dirty="0">
                          <a:solidFill>
                            <a:schemeClr val="bg1"/>
                          </a:solidFill>
                          <a:uFillTx/>
                          <a:latin typeface="+mn-lt"/>
                          <a:ea typeface="+mn-ea"/>
                          <a:cs typeface="+mn-cs"/>
                          <a:sym typeface="Intel Clear"/>
                        </a:rPr>
                        <a:t>…) please be specific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FG</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SUS403</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SUS316</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SUS304</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SUS403</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FG steel + Nano Coat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Stainless steel</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Is there a stencil thickness stepping up or down on Mother board SD1216 location?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B050"/>
                          </a:solidFill>
                          <a:effectLst/>
                          <a:latin typeface="Intel Clear Light" panose="020B0404020203020204" pitchFamily="34" charset="0"/>
                        </a:rPr>
                        <a:t>Possible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B050"/>
                          </a:solidFill>
                          <a:effectLst/>
                          <a:latin typeface="Intel Clear Light" panose="020B0404020203020204" pitchFamily="34" charset="0"/>
                        </a:rPr>
                        <a:t>Step up</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403378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SD WLAN (2 of 4)</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2516952720"/>
              </p:ext>
            </p:extLst>
          </p:nvPr>
        </p:nvGraphicFramePr>
        <p:xfrm>
          <a:off x="571370" y="834771"/>
          <a:ext cx="10767190" cy="556260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Screen Printing squeegee size?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Follow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350mm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300mm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350~450mm, depends on PCB size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280mm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Follow PCB</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350mm</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Follow product (10." 12". 14")</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170~620mm, 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Stencil opening for WLAN SD1216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Follow Intel MAS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follow intel MAS then optimize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0.7X0.26</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Follow intel MAS first then do optimize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follow MAS, </a:t>
                      </a:r>
                      <a:r>
                        <a:rPr lang="en-US" sz="1000" b="0" i="0" u="none" strike="noStrike" dirty="0">
                          <a:solidFill>
                            <a:srgbClr val="FF0000"/>
                          </a:solidFill>
                          <a:effectLst/>
                          <a:latin typeface="Intel Clear Light" panose="020B0404020203020204" pitchFamily="34" charset="0"/>
                        </a:rPr>
                        <a:t>external IO pins step up to 6mils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Depends on the pitch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follow intel MAS first then do optimize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All customized based on yield</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use low temp solder? What is the melting temperature?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Yes, 151C</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No</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NUC, 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Tree>
    <p:extLst>
      <p:ext uri="{BB962C8B-B14F-4D97-AF65-F5344CB8AC3E}">
        <p14:creationId xmlns:p14="http://schemas.microsoft.com/office/powerpoint/2010/main" val="139914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SD WLAN (3 of 4)</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072453420"/>
              </p:ext>
            </p:extLst>
          </p:nvPr>
        </p:nvGraphicFramePr>
        <p:xfrm>
          <a:off x="571370" y="834771"/>
          <a:ext cx="10767190" cy="5662930"/>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Stencil cleaning frequency?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Every 8Pcs print automatic clean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6H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Auto clean every 4Pcs Print </a:t>
                      </a:r>
                      <a:br>
                        <a:rPr lang="en-US" sz="1000" b="0" i="0" u="none" strike="noStrike" dirty="0">
                          <a:solidFill>
                            <a:srgbClr val="000000"/>
                          </a:solidFill>
                          <a:effectLst/>
                          <a:latin typeface="Intel Clear Light" panose="020B0404020203020204" pitchFamily="34" charset="0"/>
                        </a:rPr>
                      </a:br>
                      <a:r>
                        <a:rPr lang="en-US" sz="1000" b="0" i="0" u="none" strike="noStrike" dirty="0">
                          <a:solidFill>
                            <a:srgbClr val="000000"/>
                          </a:solidFill>
                          <a:effectLst/>
                          <a:latin typeface="Intel Clear Light" panose="020B0404020203020204" pitchFamily="34" charset="0"/>
                        </a:rPr>
                        <a:t>Manual clean every two hours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2H online manual clean, 12H offline clean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Every 8Pcs online auto clean, 2H online manual clean, 4H offline auto clean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effectLst/>
                          <a:latin typeface="Intel Clear Light" panose="020B0404020203020204" pitchFamily="34" charset="0"/>
                        </a:rPr>
                        <a:t>3~5pcs automatic clearn, 30Pcs manual clean</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effectLst/>
                          <a:latin typeface="Intel Clear Light" panose="020B0404020203020204" pitchFamily="34" charset="0"/>
                        </a:rPr>
                        <a:t>Automactic clean every 3~6 print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effectLst/>
                          <a:latin typeface="Intel Clear Light" panose="020B0404020203020204" pitchFamily="34" charset="0"/>
                        </a:rPr>
                        <a:t>6~8 print auto clean. 12hr manual clean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endParaRPr lang="en-US" sz="1000" b="0" i="0" u="none" strike="noStrike" dirty="0">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Can the factory trace the SPI data on a board that failed for an open joint to see if there is any abnormality/out of spec on the solder paste height or solder paste volume?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Any SMT carrier or reflow pallet being used during top and bottom side reflow? Any support on the WLAN SD1216 for the SMT carrier or reflow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096862648"/>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22597575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For 2nd side we will use reflow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For 2nd side we will use reflow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Yes, we all use reflow pallet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2254591157"/>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020830611"/>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 on Top side only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786041311"/>
                  </a:ext>
                </a:extLst>
              </a:tr>
            </a:tbl>
          </a:graphicData>
        </a:graphic>
      </p:graphicFrame>
      <p:sp>
        <p:nvSpPr>
          <p:cNvPr id="4" name="TextBox 3">
            <a:extLst>
              <a:ext uri="{FF2B5EF4-FFF2-40B4-BE49-F238E27FC236}">
                <a16:creationId xmlns:a16="http://schemas.microsoft.com/office/drawing/2014/main" id="{06C3FB2C-3E91-4E40-84F6-2E3C27F2154B}"/>
              </a:ext>
            </a:extLst>
          </p:cNvPr>
          <p:cNvSpPr txBox="1"/>
          <p:nvPr/>
        </p:nvSpPr>
        <p:spPr>
          <a:xfrm>
            <a:off x="5312851" y="224028"/>
            <a:ext cx="6025709"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Online auto clean</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Print machine automatic wipe and clean</a:t>
            </a:r>
          </a:p>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Online manual clean</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Operator pull stencil off the machine and manual wipe clean</a:t>
            </a:r>
          </a:p>
          <a:p>
            <a:pPr defTabSz="2438338">
              <a:lnSpc>
                <a:spcPct val="100000"/>
              </a:lnSpc>
              <a:spcBef>
                <a:spcPts val="0"/>
              </a:spcBef>
            </a:pPr>
            <a:r>
              <a:rPr lang="en-US" sz="1000" b="1"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Offline auto clean</a:t>
            </a:r>
            <a:r>
              <a:rPr lang="en-US" sz="1000" dirty="0">
                <a:solidFill>
                  <a:schemeClr val="tx1"/>
                </a:solidFill>
                <a:latin typeface="Intel Clear Light" panose="020B0404020203020204" pitchFamily="34" charset="0"/>
                <a:ea typeface="Intel Clear Light" panose="020B0404020203020204" pitchFamily="34" charset="0"/>
                <a:cs typeface="Intel Clear Light" panose="020B0404020203020204" pitchFamily="34" charset="0"/>
              </a:rPr>
              <a:t>: Send the stencil to stencil wash machine </a:t>
            </a:r>
            <a:endParaRPr kumimoji="0" lang="en-US" sz="1000" i="0" u="none" strike="noStrike" cap="none" spc="0" normalizeH="0" baseline="0" dirty="0">
              <a:ln>
                <a:noFill/>
              </a:ln>
              <a:solidFill>
                <a:schemeClr val="tx1"/>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Tree>
    <p:extLst>
      <p:ext uri="{BB962C8B-B14F-4D97-AF65-F5344CB8AC3E}">
        <p14:creationId xmlns:p14="http://schemas.microsoft.com/office/powerpoint/2010/main" val="2963989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571370" y="224028"/>
            <a:ext cx="11010816" cy="952499"/>
          </a:xfrm>
        </p:spPr>
        <p:txBody>
          <a:bodyPr/>
          <a:lstStyle/>
          <a:p>
            <a:r>
              <a:rPr lang="en-US" dirty="0"/>
              <a:t>SD WLAN (4 of 4)</a:t>
            </a:r>
          </a:p>
        </p:txBody>
      </p:sp>
      <p:graphicFrame>
        <p:nvGraphicFramePr>
          <p:cNvPr id="9" name="Table 9">
            <a:extLst>
              <a:ext uri="{FF2B5EF4-FFF2-40B4-BE49-F238E27FC236}">
                <a16:creationId xmlns:a16="http://schemas.microsoft.com/office/drawing/2014/main" id="{A471383B-87D3-406F-AEC8-A1732EA53B37}"/>
              </a:ext>
            </a:extLst>
          </p:cNvPr>
          <p:cNvGraphicFramePr>
            <a:graphicFrameLocks noGrp="1"/>
          </p:cNvGraphicFramePr>
          <p:nvPr>
            <p:extLst>
              <p:ext uri="{D42A27DB-BD31-4B8C-83A1-F6EECF244321}">
                <p14:modId xmlns:p14="http://schemas.microsoft.com/office/powerpoint/2010/main" val="1206520461"/>
              </p:ext>
            </p:extLst>
          </p:nvPr>
        </p:nvGraphicFramePr>
        <p:xfrm>
          <a:off x="571370" y="1277533"/>
          <a:ext cx="10767190" cy="3804285"/>
        </p:xfrm>
        <a:graphic>
          <a:graphicData uri="http://schemas.openxmlformats.org/drawingml/2006/table">
            <a:tbl>
              <a:tblPr firstRow="1" bandRow="1">
                <a:tableStyleId>{B301B821-A1FF-4177-AEE7-76D212191A09}</a:tableStyleId>
              </a:tblPr>
              <a:tblGrid>
                <a:gridCol w="2153438">
                  <a:extLst>
                    <a:ext uri="{9D8B030D-6E8A-4147-A177-3AD203B41FA5}">
                      <a16:colId xmlns:a16="http://schemas.microsoft.com/office/drawing/2014/main" val="476935505"/>
                    </a:ext>
                  </a:extLst>
                </a:gridCol>
                <a:gridCol w="2153438">
                  <a:extLst>
                    <a:ext uri="{9D8B030D-6E8A-4147-A177-3AD203B41FA5}">
                      <a16:colId xmlns:a16="http://schemas.microsoft.com/office/drawing/2014/main" val="1213491659"/>
                    </a:ext>
                  </a:extLst>
                </a:gridCol>
                <a:gridCol w="2153438">
                  <a:extLst>
                    <a:ext uri="{9D8B030D-6E8A-4147-A177-3AD203B41FA5}">
                      <a16:colId xmlns:a16="http://schemas.microsoft.com/office/drawing/2014/main" val="1470204383"/>
                    </a:ext>
                  </a:extLst>
                </a:gridCol>
                <a:gridCol w="2153438">
                  <a:extLst>
                    <a:ext uri="{9D8B030D-6E8A-4147-A177-3AD203B41FA5}">
                      <a16:colId xmlns:a16="http://schemas.microsoft.com/office/drawing/2014/main" val="4194567538"/>
                    </a:ext>
                  </a:extLst>
                </a:gridCol>
                <a:gridCol w="2153438">
                  <a:extLst>
                    <a:ext uri="{9D8B030D-6E8A-4147-A177-3AD203B41FA5}">
                      <a16:colId xmlns:a16="http://schemas.microsoft.com/office/drawing/2014/main" val="3653989113"/>
                    </a:ext>
                  </a:extLst>
                </a:gridCol>
              </a:tblGrid>
              <a:tr h="370840">
                <a:tc gridSpan="5">
                  <a:txBody>
                    <a:bodyPr/>
                    <a:lstStyle/>
                    <a:p>
                      <a:pPr algn="l"/>
                      <a:r>
                        <a:rPr lang="en-US" sz="1200" b="1" dirty="0"/>
                        <a:t>Do you reused the thrown (discarded) part from SMT pick and place process?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004A86"/>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004A86"/>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004A86"/>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ctr"/>
                      <a:endParaRPr lang="en-US" dirty="0"/>
                    </a:p>
                  </a:txBody>
                  <a:tcPr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893571989"/>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Yes, follow the RFC of thrown part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 &amp; 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Yes, will visually confirm no cosmetic issue, and mark on the component body</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Intel Clear Light" panose="020B0404020203020204" pitchFamily="34" charset="0"/>
                        </a:rPr>
                        <a:t>Yes</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Intel Clear Light" panose="020B0404020203020204" pitchFamily="34" charset="0"/>
                        </a:rPr>
                        <a:t>Depends on customer requirement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gridSpan="5">
                  <a:txBody>
                    <a:bodyPr/>
                    <a:lstStyle/>
                    <a:p>
                      <a:pPr algn="l" fontAlgn="b"/>
                      <a:r>
                        <a:rPr lang="en-US" sz="1200" b="1" i="0" u="none" strike="noStrike" cap="none" spc="0" baseline="0" dirty="0">
                          <a:solidFill>
                            <a:schemeClr val="bg1"/>
                          </a:solidFill>
                          <a:uFillTx/>
                          <a:latin typeface="+mn-lt"/>
                          <a:ea typeface="+mn-ea"/>
                          <a:cs typeface="+mn-cs"/>
                          <a:sym typeface="Intel Clear"/>
                        </a:rPr>
                        <a:t>Do you place the WLAN SD on top (1 time reflow) or bottom (2 times reflow) side of the motherboard?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0068B5"/>
                    </a:solidFill>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fi-FI" sz="1000" b="0" i="0" u="none" strike="noStrike" dirty="0">
                        <a:solidFill>
                          <a:srgbClr val="00B05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hMerge="1">
                  <a:txBody>
                    <a:bodyPr/>
                    <a:lstStyle/>
                    <a:p>
                      <a:pPr algn="l" fontAlgn="b"/>
                      <a:endParaRPr lang="en-US" sz="1000" b="0" i="0" u="none" strike="noStrike" dirty="0">
                        <a:solidFill>
                          <a:srgbClr val="000000"/>
                        </a:solidFill>
                        <a:effectLst/>
                        <a:latin typeface="Intel Clear Light" panose="020B0404020203020204" pitchFamily="34" charset="0"/>
                      </a:endParaRPr>
                    </a:p>
                  </a:txBody>
                  <a:tcPr marT="91440" marB="9144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014360310"/>
                  </a:ext>
                </a:extLst>
              </a:tr>
              <a:tr h="370840">
                <a:tc>
                  <a:txBody>
                    <a:bodyPr/>
                    <a:lstStyle/>
                    <a:p>
                      <a:pPr algn="ctr" fontAlgn="b"/>
                      <a:r>
                        <a:rPr lang="en-US" sz="1200" b="1" i="0" u="none" strike="noStrike" dirty="0">
                          <a:solidFill>
                            <a:schemeClr val="tx1"/>
                          </a:solidFill>
                          <a:effectLst/>
                          <a:latin typeface="Intel Clear Light" panose="020B0404020203020204" pitchFamily="34" charset="0"/>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Compal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HuaQin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algn="ctr" fontAlgn="b"/>
                      <a:r>
                        <a:rPr lang="en-US" sz="1200" b="1" i="0" u="none" strike="noStrike" dirty="0">
                          <a:solidFill>
                            <a:schemeClr val="tx1"/>
                          </a:solidFill>
                          <a:effectLst/>
                          <a:latin typeface="Intel Clear Light" panose="020B0404020203020204" pitchFamily="34" charset="0"/>
                        </a:rPr>
                        <a:t>Inventec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3530940192"/>
                  </a:ext>
                </a:extLst>
              </a:tr>
              <a:tr h="370840">
                <a:tc>
                  <a:txBody>
                    <a:bodyPr/>
                    <a:lstStyle/>
                    <a:p>
                      <a:pPr algn="l" fontAlgn="b"/>
                      <a:r>
                        <a:rPr lang="en-US" sz="1000" b="0" i="0" u="none" strike="noStrike" dirty="0">
                          <a:solidFill>
                            <a:srgbClr val="FF0000"/>
                          </a:solidFill>
                          <a:effectLst/>
                          <a:latin typeface="Intel Clear Light" panose="020B0404020203020204" pitchFamily="34" charset="0"/>
                        </a:rPr>
                        <a:t>Both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Top side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 </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Top Side (</a:t>
                      </a:r>
                      <a:r>
                        <a:rPr lang="en-US" sz="1000" b="0" i="0" u="none" strike="noStrike" dirty="0">
                          <a:solidFill>
                            <a:srgbClr val="FF0000"/>
                          </a:solidFill>
                          <a:effectLst/>
                          <a:latin typeface="Intel Clear Light" panose="020B0404020203020204" pitchFamily="34" charset="0"/>
                        </a:rPr>
                        <a:t>Current there is 1 design at bottom side</a:t>
                      </a:r>
                      <a:r>
                        <a:rPr lang="en-US" sz="1000" b="0" i="0" u="none" strike="noStrike" dirty="0">
                          <a:solidFill>
                            <a:srgbClr val="000000"/>
                          </a:solidFill>
                          <a:effectLst/>
                          <a:latin typeface="Intel Clear Light" panose="020B0404020203020204" pitchFamily="34" charset="0"/>
                        </a:rPr>
                        <a: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Top side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1580508762"/>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CQ</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Pega SZ (JDM1 + Intel SPG&amp;NSG)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Wistron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rgbClr val="E7EBF3"/>
                    </a:solidFill>
                  </a:tcPr>
                </a:tc>
                <a:extLst>
                  <a:ext uri="{0D108BD9-81ED-4DB2-BD59-A6C34878D82A}">
                    <a16:rowId xmlns:a16="http://schemas.microsoft.com/office/drawing/2014/main" val="1514766816"/>
                  </a:ext>
                </a:extLst>
              </a:tr>
              <a:tr h="370840">
                <a:tc>
                  <a:txBody>
                    <a:bodyPr/>
                    <a:lstStyle/>
                    <a:p>
                      <a:pPr algn="l" fontAlgn="b"/>
                      <a:r>
                        <a:rPr lang="en-US" sz="1000" b="0" i="0" u="none" strike="noStrike" dirty="0">
                          <a:solidFill>
                            <a:srgbClr val="000000"/>
                          </a:solidFill>
                          <a:effectLst/>
                          <a:latin typeface="Intel Clear Light" panose="020B0404020203020204" pitchFamily="34" charset="0"/>
                        </a:rPr>
                        <a:t>Top side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Top side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FF0000"/>
                          </a:solidFill>
                          <a:effectLst/>
                          <a:latin typeface="Intel Clear Light" panose="020B0404020203020204" pitchFamily="34" charset="0"/>
                        </a:rPr>
                        <a:t>Both</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Intel Clear Light" panose="020B0404020203020204" pitchFamily="34" charset="0"/>
                        </a:rPr>
                        <a:t>Top side</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Intel Clear Light" panose="020B0404020203020204" pitchFamily="34" charset="0"/>
                        </a:rPr>
                        <a:t>Depends on product</a:t>
                      </a:r>
                    </a:p>
                  </a:txBody>
                  <a:tcPr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solidFill>
                      <a:schemeClr val="bg1"/>
                    </a:solidFill>
                  </a:tcPr>
                </a:tc>
                <a:extLst>
                  <a:ext uri="{0D108BD9-81ED-4DB2-BD59-A6C34878D82A}">
                    <a16:rowId xmlns:a16="http://schemas.microsoft.com/office/drawing/2014/main" val="983699628"/>
                  </a:ext>
                </a:extLst>
              </a:tr>
            </a:tbl>
          </a:graphicData>
        </a:graphic>
      </p:graphicFrame>
    </p:spTree>
    <p:extLst>
      <p:ext uri="{BB962C8B-B14F-4D97-AF65-F5344CB8AC3E}">
        <p14:creationId xmlns:p14="http://schemas.microsoft.com/office/powerpoint/2010/main" val="4220464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88410-9A25-42FC-8E77-7289CC6C2B38}"/>
              </a:ext>
            </a:extLst>
          </p:cNvPr>
          <p:cNvSpPr>
            <a:spLocks noGrp="1"/>
          </p:cNvSpPr>
          <p:nvPr>
            <p:ph type="title"/>
          </p:nvPr>
        </p:nvSpPr>
        <p:spPr/>
        <p:txBody>
          <a:bodyPr/>
          <a:lstStyle/>
          <a:p>
            <a:r>
              <a:rPr lang="en-US" dirty="0"/>
              <a:t>Customer Pictures Of Support Block</a:t>
            </a:r>
          </a:p>
        </p:txBody>
      </p:sp>
      <p:pic>
        <p:nvPicPr>
          <p:cNvPr id="5" name="圖片 1" descr="image001">
            <a:extLst>
              <a:ext uri="{FF2B5EF4-FFF2-40B4-BE49-F238E27FC236}">
                <a16:creationId xmlns:a16="http://schemas.microsoft.com/office/drawing/2014/main" id="{424E9EC2-BD73-4D02-8FEF-12EA2523B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1957" y="1956768"/>
            <a:ext cx="2442418" cy="1840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30">
            <a:extLst>
              <a:ext uri="{FF2B5EF4-FFF2-40B4-BE49-F238E27FC236}">
                <a16:creationId xmlns:a16="http://schemas.microsoft.com/office/drawing/2014/main" id="{EB5164E0-8FDC-418D-81D8-0A706B2B90A8}"/>
              </a:ext>
            </a:extLst>
          </p:cNvPr>
          <p:cNvPicPr>
            <a:picLocks noChangeAspect="1"/>
          </p:cNvPicPr>
          <p:nvPr/>
        </p:nvPicPr>
        <p:blipFill>
          <a:blip r:embed="rId3"/>
          <a:stretch>
            <a:fillRect/>
          </a:stretch>
        </p:blipFill>
        <p:spPr>
          <a:xfrm>
            <a:off x="337408" y="4488024"/>
            <a:ext cx="3451515" cy="1171751"/>
          </a:xfrm>
          <a:prstGeom prst="rect">
            <a:avLst/>
          </a:prstGeom>
        </p:spPr>
      </p:pic>
      <p:sp>
        <p:nvSpPr>
          <p:cNvPr id="7" name="TextBox 6">
            <a:extLst>
              <a:ext uri="{FF2B5EF4-FFF2-40B4-BE49-F238E27FC236}">
                <a16:creationId xmlns:a16="http://schemas.microsoft.com/office/drawing/2014/main" id="{89B33806-E7E1-4305-9F0C-68C42B8738B2}"/>
              </a:ext>
            </a:extLst>
          </p:cNvPr>
          <p:cNvSpPr txBox="1"/>
          <p:nvPr/>
        </p:nvSpPr>
        <p:spPr>
          <a:xfrm>
            <a:off x="1147663" y="1361522"/>
            <a:ext cx="2221381"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Vacuum Block</a:t>
            </a:r>
            <a:endParaRPr kumimoji="0" lang="en-US"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8" name="TextBox 7">
            <a:extLst>
              <a:ext uri="{FF2B5EF4-FFF2-40B4-BE49-F238E27FC236}">
                <a16:creationId xmlns:a16="http://schemas.microsoft.com/office/drawing/2014/main" id="{F49B172A-BAE7-4B0D-8D1C-5E422BCB57BD}"/>
              </a:ext>
            </a:extLst>
          </p:cNvPr>
          <p:cNvSpPr txBox="1"/>
          <p:nvPr/>
        </p:nvSpPr>
        <p:spPr>
          <a:xfrm>
            <a:off x="1370667" y="3884603"/>
            <a:ext cx="13849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800"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Compal KS</a:t>
            </a:r>
            <a:endParaRPr kumimoji="0" lang="en-US" sz="1800"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9" name="TextBox 8">
            <a:extLst>
              <a:ext uri="{FF2B5EF4-FFF2-40B4-BE49-F238E27FC236}">
                <a16:creationId xmlns:a16="http://schemas.microsoft.com/office/drawing/2014/main" id="{4BACE75D-8113-4DA8-902B-05F2294CB0A6}"/>
              </a:ext>
            </a:extLst>
          </p:cNvPr>
          <p:cNvSpPr txBox="1"/>
          <p:nvPr/>
        </p:nvSpPr>
        <p:spPr>
          <a:xfrm>
            <a:off x="1370666" y="5847697"/>
            <a:ext cx="13849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800"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LCFC</a:t>
            </a:r>
            <a:endParaRPr kumimoji="0" lang="en-US" sz="1800"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pic>
        <p:nvPicPr>
          <p:cNvPr id="10" name="图片 3">
            <a:extLst>
              <a:ext uri="{FF2B5EF4-FFF2-40B4-BE49-F238E27FC236}">
                <a16:creationId xmlns:a16="http://schemas.microsoft.com/office/drawing/2014/main" id="{5CA20B42-778F-4970-8599-D016E291C26C}"/>
              </a:ext>
            </a:extLst>
          </p:cNvPr>
          <p:cNvPicPr>
            <a:picLocks noChangeAspect="1"/>
          </p:cNvPicPr>
          <p:nvPr/>
        </p:nvPicPr>
        <p:blipFill>
          <a:blip r:embed="rId4"/>
          <a:stretch>
            <a:fillRect/>
          </a:stretch>
        </p:blipFill>
        <p:spPr>
          <a:xfrm>
            <a:off x="5128739" y="1956768"/>
            <a:ext cx="1934521" cy="1840421"/>
          </a:xfrm>
          <a:prstGeom prst="rect">
            <a:avLst/>
          </a:prstGeom>
        </p:spPr>
      </p:pic>
      <p:pic>
        <p:nvPicPr>
          <p:cNvPr id="11" name="Picture 10">
            <a:extLst>
              <a:ext uri="{FF2B5EF4-FFF2-40B4-BE49-F238E27FC236}">
                <a16:creationId xmlns:a16="http://schemas.microsoft.com/office/drawing/2014/main" id="{567E21AF-918F-4CF0-95BC-ED560320C4A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18974" y="2230017"/>
            <a:ext cx="3718792" cy="12812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圖片 3">
            <a:extLst>
              <a:ext uri="{FF2B5EF4-FFF2-40B4-BE49-F238E27FC236}">
                <a16:creationId xmlns:a16="http://schemas.microsoft.com/office/drawing/2014/main" id="{C4D6AAA9-6B44-4EF3-AA46-C3AAE0F4F5B6}"/>
              </a:ext>
            </a:extLst>
          </p:cNvPr>
          <p:cNvPicPr>
            <a:picLocks noChangeAspect="1"/>
          </p:cNvPicPr>
          <p:nvPr/>
        </p:nvPicPr>
        <p:blipFill>
          <a:blip r:embed="rId6"/>
          <a:stretch>
            <a:fillRect/>
          </a:stretch>
        </p:blipFill>
        <p:spPr>
          <a:xfrm>
            <a:off x="4826635" y="4335127"/>
            <a:ext cx="2538730" cy="1512570"/>
          </a:xfrm>
          <a:prstGeom prst="rect">
            <a:avLst/>
          </a:prstGeom>
          <a:noFill/>
          <a:ln w="9525">
            <a:noFill/>
          </a:ln>
        </p:spPr>
      </p:pic>
      <p:pic>
        <p:nvPicPr>
          <p:cNvPr id="13" name="圖片 31">
            <a:extLst>
              <a:ext uri="{FF2B5EF4-FFF2-40B4-BE49-F238E27FC236}">
                <a16:creationId xmlns:a16="http://schemas.microsoft.com/office/drawing/2014/main" id="{3B5ED610-CD2C-4A96-99CA-F67F48A5E9CD}"/>
              </a:ext>
            </a:extLst>
          </p:cNvPr>
          <p:cNvPicPr>
            <a:picLocks noChangeAspect="1"/>
          </p:cNvPicPr>
          <p:nvPr/>
        </p:nvPicPr>
        <p:blipFill>
          <a:blip r:embed="rId7"/>
          <a:stretch>
            <a:fillRect/>
          </a:stretch>
        </p:blipFill>
        <p:spPr>
          <a:xfrm>
            <a:off x="8394677" y="4145471"/>
            <a:ext cx="2753190" cy="1702226"/>
          </a:xfrm>
          <a:prstGeom prst="rect">
            <a:avLst/>
          </a:prstGeom>
          <a:noFill/>
          <a:ln w="9525">
            <a:noFill/>
          </a:ln>
        </p:spPr>
      </p:pic>
      <p:sp>
        <p:nvSpPr>
          <p:cNvPr id="14" name="TextBox 13">
            <a:extLst>
              <a:ext uri="{FF2B5EF4-FFF2-40B4-BE49-F238E27FC236}">
                <a16:creationId xmlns:a16="http://schemas.microsoft.com/office/drawing/2014/main" id="{9EEC5408-EE95-44ED-ABD8-5361FB032E13}"/>
              </a:ext>
            </a:extLst>
          </p:cNvPr>
          <p:cNvSpPr txBox="1"/>
          <p:nvPr/>
        </p:nvSpPr>
        <p:spPr>
          <a:xfrm>
            <a:off x="9072575" y="6046833"/>
            <a:ext cx="13849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800"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Pega SZ</a:t>
            </a:r>
            <a:endParaRPr kumimoji="0" lang="en-US" sz="1800"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15" name="TextBox 14">
            <a:extLst>
              <a:ext uri="{FF2B5EF4-FFF2-40B4-BE49-F238E27FC236}">
                <a16:creationId xmlns:a16="http://schemas.microsoft.com/office/drawing/2014/main" id="{7C695DD1-5FA4-4A7A-AE5F-1C161F59972B}"/>
              </a:ext>
            </a:extLst>
          </p:cNvPr>
          <p:cNvSpPr txBox="1"/>
          <p:nvPr/>
        </p:nvSpPr>
        <p:spPr>
          <a:xfrm>
            <a:off x="5384279" y="6046833"/>
            <a:ext cx="13849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800"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Pega CQ</a:t>
            </a:r>
            <a:endParaRPr kumimoji="0" lang="en-US" sz="1800"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16" name="TextBox 15">
            <a:extLst>
              <a:ext uri="{FF2B5EF4-FFF2-40B4-BE49-F238E27FC236}">
                <a16:creationId xmlns:a16="http://schemas.microsoft.com/office/drawing/2014/main" id="{F2FF4A95-C1C6-4EB5-9316-9BAD4C5DBD0A}"/>
              </a:ext>
            </a:extLst>
          </p:cNvPr>
          <p:cNvSpPr txBox="1"/>
          <p:nvPr/>
        </p:nvSpPr>
        <p:spPr>
          <a:xfrm>
            <a:off x="9078774" y="3791118"/>
            <a:ext cx="13849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800"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Inventec CQ</a:t>
            </a:r>
            <a:endParaRPr kumimoji="0" lang="en-US" sz="1800"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17" name="TextBox 16">
            <a:extLst>
              <a:ext uri="{FF2B5EF4-FFF2-40B4-BE49-F238E27FC236}">
                <a16:creationId xmlns:a16="http://schemas.microsoft.com/office/drawing/2014/main" id="{5A901FF5-0172-44A8-B98F-0EF16A3F3A57}"/>
              </a:ext>
            </a:extLst>
          </p:cNvPr>
          <p:cNvSpPr txBox="1"/>
          <p:nvPr/>
        </p:nvSpPr>
        <p:spPr>
          <a:xfrm>
            <a:off x="5384280" y="3863710"/>
            <a:ext cx="1384995"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0">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1800"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HuaQin</a:t>
            </a:r>
            <a:endParaRPr kumimoji="0" lang="en-US" sz="1800"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18" name="TextBox 17">
            <a:extLst>
              <a:ext uri="{FF2B5EF4-FFF2-40B4-BE49-F238E27FC236}">
                <a16:creationId xmlns:a16="http://schemas.microsoft.com/office/drawing/2014/main" id="{C36AC84A-C510-4E6A-B2B3-4BB54B828F6C}"/>
              </a:ext>
            </a:extLst>
          </p:cNvPr>
          <p:cNvSpPr txBox="1"/>
          <p:nvPr/>
        </p:nvSpPr>
        <p:spPr>
          <a:xfrm>
            <a:off x="7365365" y="1363885"/>
            <a:ext cx="2221381"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lang="en-US" dirty="0">
                <a:solidFill>
                  <a:schemeClr val="tx2"/>
                </a:solidFill>
                <a:latin typeface="Intel Clear Light" panose="020B0404020203020204" pitchFamily="34" charset="0"/>
                <a:ea typeface="Intel Clear Light" panose="020B0404020203020204" pitchFamily="34" charset="0"/>
                <a:cs typeface="Intel Clear Light" panose="020B0404020203020204" pitchFamily="34" charset="0"/>
              </a:rPr>
              <a:t>Support Block</a:t>
            </a:r>
            <a:endParaRPr kumimoji="0" lang="en-US" b="0" i="0" u="none" strike="noStrike" cap="none" spc="0" normalizeH="0" baseline="0" dirty="0">
              <a:ln>
                <a:noFill/>
              </a:ln>
              <a:solidFill>
                <a:schemeClr val="tx2"/>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a:endParaRPr>
          </a:p>
        </p:txBody>
      </p:sp>
      <p:sp>
        <p:nvSpPr>
          <p:cNvPr id="19" name="Action Button: Go Home 18">
            <a:hlinkClick r:id="rId8" action="ppaction://hlinksldjump" highlightClick="1"/>
            <a:extLst>
              <a:ext uri="{FF2B5EF4-FFF2-40B4-BE49-F238E27FC236}">
                <a16:creationId xmlns:a16="http://schemas.microsoft.com/office/drawing/2014/main" id="{1D9E6DCE-B4F9-41D3-95D0-1438272A1A1D}"/>
              </a:ext>
            </a:extLst>
          </p:cNvPr>
          <p:cNvSpPr/>
          <p:nvPr/>
        </p:nvSpPr>
        <p:spPr>
          <a:xfrm>
            <a:off x="10571584" y="571500"/>
            <a:ext cx="429208" cy="438803"/>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0239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93625-44AD-4340-A7BB-FDBA32164A9A}"/>
              </a:ext>
            </a:extLst>
          </p:cNvPr>
          <p:cNvSpPr>
            <a:spLocks noGrp="1"/>
          </p:cNvSpPr>
          <p:nvPr>
            <p:ph type="title"/>
          </p:nvPr>
        </p:nvSpPr>
        <p:spPr/>
        <p:txBody>
          <a:bodyPr/>
          <a:lstStyle/>
          <a:p>
            <a:r>
              <a:rPr lang="en-US" dirty="0"/>
              <a:t>Lenovo X390/LTS Tear Down Picture</a:t>
            </a:r>
          </a:p>
        </p:txBody>
      </p:sp>
      <p:pic>
        <p:nvPicPr>
          <p:cNvPr id="5" name="Picture 4">
            <a:extLst>
              <a:ext uri="{FF2B5EF4-FFF2-40B4-BE49-F238E27FC236}">
                <a16:creationId xmlns:a16="http://schemas.microsoft.com/office/drawing/2014/main" id="{402B4C07-621D-4C6B-A2BC-6CEA04D54E7E}"/>
              </a:ext>
            </a:extLst>
          </p:cNvPr>
          <p:cNvPicPr>
            <a:picLocks noChangeAspect="1"/>
          </p:cNvPicPr>
          <p:nvPr/>
        </p:nvPicPr>
        <p:blipFill>
          <a:blip r:embed="rId2"/>
          <a:stretch>
            <a:fillRect/>
          </a:stretch>
        </p:blipFill>
        <p:spPr>
          <a:xfrm>
            <a:off x="4002806" y="4124023"/>
            <a:ext cx="3429479" cy="2162477"/>
          </a:xfrm>
          <a:prstGeom prst="rect">
            <a:avLst/>
          </a:prstGeom>
        </p:spPr>
      </p:pic>
      <p:pic>
        <p:nvPicPr>
          <p:cNvPr id="6" name="Picture 5">
            <a:extLst>
              <a:ext uri="{FF2B5EF4-FFF2-40B4-BE49-F238E27FC236}">
                <a16:creationId xmlns:a16="http://schemas.microsoft.com/office/drawing/2014/main" id="{555E482A-3C8D-4D13-8567-77F0D7042613}"/>
              </a:ext>
            </a:extLst>
          </p:cNvPr>
          <p:cNvPicPr>
            <a:picLocks noChangeAspect="1"/>
          </p:cNvPicPr>
          <p:nvPr/>
        </p:nvPicPr>
        <p:blipFill>
          <a:blip r:embed="rId3"/>
          <a:stretch>
            <a:fillRect/>
          </a:stretch>
        </p:blipFill>
        <p:spPr>
          <a:xfrm>
            <a:off x="369181" y="1306363"/>
            <a:ext cx="3105682" cy="2503635"/>
          </a:xfrm>
          <a:prstGeom prst="rect">
            <a:avLst/>
          </a:prstGeom>
        </p:spPr>
      </p:pic>
      <p:pic>
        <p:nvPicPr>
          <p:cNvPr id="7" name="Picture 6">
            <a:extLst>
              <a:ext uri="{FF2B5EF4-FFF2-40B4-BE49-F238E27FC236}">
                <a16:creationId xmlns:a16="http://schemas.microsoft.com/office/drawing/2014/main" id="{C898DDB6-F959-4458-8253-75389D4BAC5F}"/>
              </a:ext>
            </a:extLst>
          </p:cNvPr>
          <p:cNvPicPr>
            <a:picLocks noChangeAspect="1"/>
          </p:cNvPicPr>
          <p:nvPr/>
        </p:nvPicPr>
        <p:blipFill>
          <a:blip r:embed="rId4"/>
          <a:stretch>
            <a:fillRect/>
          </a:stretch>
        </p:blipFill>
        <p:spPr>
          <a:xfrm>
            <a:off x="3596145" y="1306363"/>
            <a:ext cx="4242802" cy="2503635"/>
          </a:xfrm>
          <a:prstGeom prst="rect">
            <a:avLst/>
          </a:prstGeom>
        </p:spPr>
      </p:pic>
      <p:pic>
        <p:nvPicPr>
          <p:cNvPr id="8" name="Picture 7">
            <a:extLst>
              <a:ext uri="{FF2B5EF4-FFF2-40B4-BE49-F238E27FC236}">
                <a16:creationId xmlns:a16="http://schemas.microsoft.com/office/drawing/2014/main" id="{51AEEDBF-C1DD-41EB-AFE9-E39CD0B64EE1}"/>
              </a:ext>
            </a:extLst>
          </p:cNvPr>
          <p:cNvPicPr>
            <a:picLocks noChangeAspect="1"/>
          </p:cNvPicPr>
          <p:nvPr/>
        </p:nvPicPr>
        <p:blipFill>
          <a:blip r:embed="rId5"/>
          <a:stretch>
            <a:fillRect/>
          </a:stretch>
        </p:blipFill>
        <p:spPr>
          <a:xfrm>
            <a:off x="7929230" y="1306363"/>
            <a:ext cx="3641651" cy="2503635"/>
          </a:xfrm>
          <a:prstGeom prst="rect">
            <a:avLst/>
          </a:prstGeom>
        </p:spPr>
      </p:pic>
      <p:pic>
        <p:nvPicPr>
          <p:cNvPr id="9" name="Picture 8">
            <a:extLst>
              <a:ext uri="{FF2B5EF4-FFF2-40B4-BE49-F238E27FC236}">
                <a16:creationId xmlns:a16="http://schemas.microsoft.com/office/drawing/2014/main" id="{09B9063B-C7A1-4B9A-AFE9-2DA4DDD74F0B}"/>
              </a:ext>
            </a:extLst>
          </p:cNvPr>
          <p:cNvPicPr>
            <a:picLocks noChangeAspect="1"/>
          </p:cNvPicPr>
          <p:nvPr/>
        </p:nvPicPr>
        <p:blipFill>
          <a:blip r:embed="rId6"/>
          <a:stretch>
            <a:fillRect/>
          </a:stretch>
        </p:blipFill>
        <p:spPr>
          <a:xfrm>
            <a:off x="8016271" y="4072153"/>
            <a:ext cx="3554610" cy="2214347"/>
          </a:xfrm>
          <a:prstGeom prst="rect">
            <a:avLst/>
          </a:prstGeom>
        </p:spPr>
      </p:pic>
      <p:pic>
        <p:nvPicPr>
          <p:cNvPr id="10" name="Picture 9">
            <a:extLst>
              <a:ext uri="{FF2B5EF4-FFF2-40B4-BE49-F238E27FC236}">
                <a16:creationId xmlns:a16="http://schemas.microsoft.com/office/drawing/2014/main" id="{E742A5ED-307A-4883-A832-D4AF89A33BFE}"/>
              </a:ext>
            </a:extLst>
          </p:cNvPr>
          <p:cNvPicPr>
            <a:picLocks noChangeAspect="1"/>
          </p:cNvPicPr>
          <p:nvPr/>
        </p:nvPicPr>
        <p:blipFill>
          <a:blip r:embed="rId7"/>
          <a:stretch>
            <a:fillRect/>
          </a:stretch>
        </p:blipFill>
        <p:spPr>
          <a:xfrm>
            <a:off x="369181" y="4113862"/>
            <a:ext cx="3304632" cy="2182797"/>
          </a:xfrm>
          <a:prstGeom prst="rect">
            <a:avLst/>
          </a:prstGeom>
        </p:spPr>
      </p:pic>
      <p:sp>
        <p:nvSpPr>
          <p:cNvPr id="11" name="Action Button: Go Home 10">
            <a:hlinkClick r:id="rId8" action="ppaction://hlinksldjump" highlightClick="1"/>
            <a:extLst>
              <a:ext uri="{FF2B5EF4-FFF2-40B4-BE49-F238E27FC236}">
                <a16:creationId xmlns:a16="http://schemas.microsoft.com/office/drawing/2014/main" id="{AC2B9EA6-5B96-4ABC-9AF2-B6A0D320B885}"/>
              </a:ext>
            </a:extLst>
          </p:cNvPr>
          <p:cNvSpPr/>
          <p:nvPr/>
        </p:nvSpPr>
        <p:spPr>
          <a:xfrm>
            <a:off x="10571584" y="571500"/>
            <a:ext cx="429208" cy="438803"/>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cxnSp>
        <p:nvCxnSpPr>
          <p:cNvPr id="4" name="Straight Arrow Connector 3">
            <a:extLst>
              <a:ext uri="{FF2B5EF4-FFF2-40B4-BE49-F238E27FC236}">
                <a16:creationId xmlns:a16="http://schemas.microsoft.com/office/drawing/2014/main" id="{1175DACF-4C9C-44FB-9871-4241D996A7CD}"/>
              </a:ext>
            </a:extLst>
          </p:cNvPr>
          <p:cNvCxnSpPr/>
          <p:nvPr/>
        </p:nvCxnSpPr>
        <p:spPr>
          <a:xfrm flipH="1" flipV="1">
            <a:off x="5806440" y="3310128"/>
            <a:ext cx="128016" cy="923544"/>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2" name="Straight Arrow Connector 11">
            <a:extLst>
              <a:ext uri="{FF2B5EF4-FFF2-40B4-BE49-F238E27FC236}">
                <a16:creationId xmlns:a16="http://schemas.microsoft.com/office/drawing/2014/main" id="{A5106D8D-D286-4887-BFC1-AF39868A069A}"/>
              </a:ext>
            </a:extLst>
          </p:cNvPr>
          <p:cNvCxnSpPr>
            <a:cxnSpLocks/>
            <a:stCxn id="5" idx="1"/>
          </p:cNvCxnSpPr>
          <p:nvPr/>
        </p:nvCxnSpPr>
        <p:spPr>
          <a:xfrm flipH="1" flipV="1">
            <a:off x="2618072" y="5082139"/>
            <a:ext cx="1384734" cy="123123"/>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3" name="Straight Arrow Connector 12">
            <a:extLst>
              <a:ext uri="{FF2B5EF4-FFF2-40B4-BE49-F238E27FC236}">
                <a16:creationId xmlns:a16="http://schemas.microsoft.com/office/drawing/2014/main" id="{DCE1A7EF-9237-45C6-9F11-BD3CA2CC20CA}"/>
              </a:ext>
            </a:extLst>
          </p:cNvPr>
          <p:cNvCxnSpPr>
            <a:cxnSpLocks/>
          </p:cNvCxnSpPr>
          <p:nvPr/>
        </p:nvCxnSpPr>
        <p:spPr>
          <a:xfrm flipH="1" flipV="1">
            <a:off x="2156059" y="3080084"/>
            <a:ext cx="1974763" cy="1272460"/>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4" name="Straight Arrow Connector 13">
            <a:extLst>
              <a:ext uri="{FF2B5EF4-FFF2-40B4-BE49-F238E27FC236}">
                <a16:creationId xmlns:a16="http://schemas.microsoft.com/office/drawing/2014/main" id="{DEAFD87D-25C2-40C4-B2F0-FEAF3B447BF7}"/>
              </a:ext>
            </a:extLst>
          </p:cNvPr>
          <p:cNvCxnSpPr>
            <a:cxnSpLocks/>
          </p:cNvCxnSpPr>
          <p:nvPr/>
        </p:nvCxnSpPr>
        <p:spPr>
          <a:xfrm flipV="1">
            <a:off x="7286324" y="3310128"/>
            <a:ext cx="1713297" cy="1075944"/>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9F5ACD1E-3458-4AC8-ABE0-1A977EA73E6B}"/>
              </a:ext>
            </a:extLst>
          </p:cNvPr>
          <p:cNvCxnSpPr>
            <a:cxnSpLocks/>
          </p:cNvCxnSpPr>
          <p:nvPr/>
        </p:nvCxnSpPr>
        <p:spPr>
          <a:xfrm>
            <a:off x="7384160" y="5205262"/>
            <a:ext cx="1191951" cy="0"/>
          </a:xfrm>
          <a:prstGeom prst="straightConnector1">
            <a:avLst/>
          </a:prstGeom>
          <a:noFill/>
          <a:ln w="76200" cap="flat">
            <a:solidFill>
              <a:schemeClr val="accent1"/>
            </a:solidFill>
            <a:prstDash val="solid"/>
            <a:miter lim="4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193153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5F549-94FF-4DE8-832C-177E57CD6E9A}"/>
              </a:ext>
            </a:extLst>
          </p:cNvPr>
          <p:cNvSpPr>
            <a:spLocks noGrp="1"/>
          </p:cNvSpPr>
          <p:nvPr>
            <p:ph type="title"/>
          </p:nvPr>
        </p:nvSpPr>
        <p:spPr/>
        <p:txBody>
          <a:bodyPr/>
          <a:lstStyle/>
          <a:p>
            <a:r>
              <a:rPr lang="en-US" dirty="0"/>
              <a:t>Compal’s Learning About Why Black SM Not Easy To Have Good MD Pad In Small Pitch </a:t>
            </a:r>
          </a:p>
        </p:txBody>
      </p:sp>
      <p:sp>
        <p:nvSpPr>
          <p:cNvPr id="3" name="Content Placeholder 2">
            <a:extLst>
              <a:ext uri="{FF2B5EF4-FFF2-40B4-BE49-F238E27FC236}">
                <a16:creationId xmlns:a16="http://schemas.microsoft.com/office/drawing/2014/main" id="{C94C0357-C34C-461F-A62D-2F636771AEF4}"/>
              </a:ext>
            </a:extLst>
          </p:cNvPr>
          <p:cNvSpPr>
            <a:spLocks noGrp="1"/>
          </p:cNvSpPr>
          <p:nvPr>
            <p:ph sz="quarter" idx="28"/>
          </p:nvPr>
        </p:nvSpPr>
        <p:spPr>
          <a:xfrm>
            <a:off x="8208226" y="1998481"/>
            <a:ext cx="3441093" cy="4411745"/>
          </a:xfrm>
        </p:spPr>
        <p:txBody>
          <a:bodyPr>
            <a:normAutofit fontScale="92500" lnSpcReduction="20000"/>
          </a:bodyPr>
          <a:lstStyle/>
          <a:p>
            <a:pPr marL="0" indent="0">
              <a:buNone/>
            </a:pPr>
            <a:r>
              <a:rPr lang="en-US" sz="1600" dirty="0"/>
              <a:t>During PCB </a:t>
            </a:r>
            <a:r>
              <a:rPr lang="en-US" sz="1600" dirty="0" err="1"/>
              <a:t>mfg</a:t>
            </a:r>
            <a:r>
              <a:rPr lang="en-US" sz="1600" dirty="0"/>
              <a:t> process, the SM (Solder Mask) will be easier washed away by high pressure development-fluid, if the solder mask dam &lt; 3mil.</a:t>
            </a:r>
          </a:p>
          <a:p>
            <a:pPr marL="0" indent="0">
              <a:buNone/>
            </a:pPr>
            <a:r>
              <a:rPr lang="en-US" sz="1600" dirty="0"/>
              <a:t>When it comes to black solder mask, during light exposure process, the top surface of the SM will absorb more light energy thus cured quickly, lead to the SM bottom side still soft at the end of the process, weakening the capability of SM dam to hold itself on top of the PCB surface. The SM dam will be easily washed way at the following process ‘high pressure development-fluid wash’.</a:t>
            </a:r>
          </a:p>
          <a:p>
            <a:pPr marL="0" indent="0">
              <a:buNone/>
            </a:pPr>
            <a:r>
              <a:rPr lang="en-US" sz="1600" dirty="0"/>
              <a:t>So in our design guideline, we request at least 4mil SM dam width for black SM PCB. It limited the possibility to have MD pad in small pitch BGA because MD pad have much narrow SM dam compare to SMD pad</a:t>
            </a:r>
          </a:p>
        </p:txBody>
      </p:sp>
      <p:pic>
        <p:nvPicPr>
          <p:cNvPr id="1026" name="圖片 3">
            <a:extLst>
              <a:ext uri="{FF2B5EF4-FFF2-40B4-BE49-F238E27FC236}">
                <a16:creationId xmlns:a16="http://schemas.microsoft.com/office/drawing/2014/main" id="{9107FF16-6CB8-4839-90F3-C9651F2353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324" y="2281287"/>
            <a:ext cx="7765902" cy="3525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ction Button: Go Home 5">
            <a:hlinkClick r:id="rId3" action="ppaction://hlinksldjump" highlightClick="1"/>
            <a:extLst>
              <a:ext uri="{FF2B5EF4-FFF2-40B4-BE49-F238E27FC236}">
                <a16:creationId xmlns:a16="http://schemas.microsoft.com/office/drawing/2014/main" id="{129C9198-1C62-4DB1-85C2-DC41B8111A85}"/>
              </a:ext>
            </a:extLst>
          </p:cNvPr>
          <p:cNvSpPr/>
          <p:nvPr/>
        </p:nvSpPr>
        <p:spPr>
          <a:xfrm>
            <a:off x="10571584" y="571500"/>
            <a:ext cx="429208" cy="438803"/>
          </a:xfrm>
          <a:prstGeom prst="actionButtonHom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3004043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c4463d611c42fa325f5ca3c445a3aa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a72e8be0cb631526d533f4f6f1b05f42"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4B8A99-8161-4D52-8DFD-478F5C1B3170}">
  <ds:schemaRefs>
    <ds:schemaRef ds:uri="http://www.w3.org/XML/1998/namespace"/>
    <ds:schemaRef ds:uri="http://schemas.microsoft.com/office/2006/documentManagement/types"/>
    <ds:schemaRef ds:uri="http://schemas.microsoft.com/office/infopath/2007/PartnerControls"/>
    <ds:schemaRef ds:uri="5e37b643-6edd-4e99-882c-9f9c6c52fc16"/>
    <ds:schemaRef ds:uri="http://schemas.openxmlformats.org/package/2006/metadata/core-properties"/>
    <ds:schemaRef ds:uri="http://purl.org/dc/elements/1.1/"/>
    <ds:schemaRef ds:uri="a7bc6c04-a6f3-4b85-abcc-278c78dc556b"/>
    <ds:schemaRef ds:uri="http://purl.org/dc/terms/"/>
    <ds:schemaRef ds:uri="b0a3e817-7ff1-4682-9cdc-9e68f1944ac6"/>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3.xml><?xml version="1.0" encoding="utf-8"?>
<ds:datastoreItem xmlns:ds="http://schemas.openxmlformats.org/officeDocument/2006/customXml" ds:itemID="{85E6A8B2-2C48-4B27-B963-E5E2897D89B1}"/>
</file>

<file path=docProps/app.xml><?xml version="1.0" encoding="utf-8"?>
<Properties xmlns="http://schemas.openxmlformats.org/officeDocument/2006/extended-properties" xmlns:vt="http://schemas.openxmlformats.org/officeDocument/2006/docPropsVTypes">
  <Template/>
  <TotalTime>17503</TotalTime>
  <Words>7920</Words>
  <Application>Microsoft Office PowerPoint</Application>
  <PresentationFormat>Widescreen</PresentationFormat>
  <Paragraphs>1907</Paragraphs>
  <Slides>60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Helvetica Neue</vt:lpstr>
      <vt:lpstr>Helvetica Neue Medium</vt:lpstr>
      <vt:lpstr>Microsoft JhengHei</vt:lpstr>
      <vt:lpstr>Arial</vt:lpstr>
      <vt:lpstr>Calibri</vt:lpstr>
      <vt:lpstr>Helvetica</vt:lpstr>
      <vt:lpstr>Intel Clear</vt:lpstr>
      <vt:lpstr>Intel Clear Light</vt:lpstr>
      <vt:lpstr>Wingdings</vt:lpstr>
      <vt:lpstr>21_BasicWhite</vt:lpstr>
      <vt:lpstr>2020 ADL Customers CRD Summary Report</vt:lpstr>
      <vt:lpstr>General SMT Line Layout</vt:lpstr>
      <vt:lpstr>Objectives</vt:lpstr>
      <vt:lpstr>Highlights</vt:lpstr>
      <vt:lpstr>Solder Paste Printing</vt:lpstr>
      <vt:lpstr>Solder Paste Printing (1 Of 5)</vt:lpstr>
      <vt:lpstr>Solder Paste Printing (2 Of 5)</vt:lpstr>
      <vt:lpstr>Solder Paste Printing (3 Of 5)</vt:lpstr>
      <vt:lpstr>Solder Paste Printing (4 Of 5)</vt:lpstr>
      <vt:lpstr>Solder Paste Printing (5 Of 5)</vt:lpstr>
      <vt:lpstr>Solder Paste Inspection (SPI)</vt:lpstr>
      <vt:lpstr>Solder Paste Printing (1 Of 1)</vt:lpstr>
      <vt:lpstr>Pick and Placement (PnP) Machine </vt:lpstr>
      <vt:lpstr>Pick and Placement (PnP) Machine (1 of 2) </vt:lpstr>
      <vt:lpstr>Pick and Placement (PnP) Machine (2 of 2) </vt:lpstr>
      <vt:lpstr>Large EMI Shields ( &gt; 40 x 40 mm)</vt:lpstr>
      <vt:lpstr>Large EMI Shields ( &gt; 40 x 40 mm) (1 of 3) </vt:lpstr>
      <vt:lpstr>Large EMI Shields ( &gt; 40 x 40 mm) (2 of 3) </vt:lpstr>
      <vt:lpstr>Large EMI Shields ( &gt; 40 x 40 mm) (3 of 3) </vt:lpstr>
      <vt:lpstr>Reflow Convection Oven</vt:lpstr>
      <vt:lpstr>Reflow Convection Oven (1 of 3)</vt:lpstr>
      <vt:lpstr>Reflow Convection Oven (2 of 3)</vt:lpstr>
      <vt:lpstr>Reflow Convection Oven (3 of 3)</vt:lpstr>
      <vt:lpstr>Adhesive SJR (Solder Joint Reliability)</vt:lpstr>
      <vt:lpstr>Adhesive SJR (1 of 12)</vt:lpstr>
      <vt:lpstr>Adhesive SJR (2 of 12)</vt:lpstr>
      <vt:lpstr>Adhesive SJR (3 of 12)</vt:lpstr>
      <vt:lpstr>Adhesive SJR (4 of 12)</vt:lpstr>
      <vt:lpstr>Adhesive SJR (5 of 12)</vt:lpstr>
      <vt:lpstr>Adhesive SJR (6 of 12)</vt:lpstr>
      <vt:lpstr>Adhesive SJR (7 of 12)</vt:lpstr>
      <vt:lpstr>Adhesive SJR (8 of 12)</vt:lpstr>
      <vt:lpstr>Adhesive SJR (9 of 12)</vt:lpstr>
      <vt:lpstr>Adhesive SJR (10 of 12)</vt:lpstr>
      <vt:lpstr>Adhesive SJR (11 of 12)</vt:lpstr>
      <vt:lpstr>Adhesive SJR (12 of 12)</vt:lpstr>
      <vt:lpstr>Rework</vt:lpstr>
      <vt:lpstr>Rework (1 of 2)</vt:lpstr>
      <vt:lpstr>Rework (2 of 2)</vt:lpstr>
      <vt:lpstr>Bare PCB (Printed Circuit Board)</vt:lpstr>
      <vt:lpstr>Bare PCB (1 of 3)</vt:lpstr>
      <vt:lpstr>Bare PCB (2 of 3)</vt:lpstr>
      <vt:lpstr>Bare PCB (3 of 3)</vt:lpstr>
      <vt:lpstr>LTS (Low Temperature Solder)</vt:lpstr>
      <vt:lpstr>LTS (1 of 3)</vt:lpstr>
      <vt:lpstr>LTS (2 of 3)</vt:lpstr>
      <vt:lpstr>LTS (3 of 3)</vt:lpstr>
      <vt:lpstr>X-Ray FA Capability</vt:lpstr>
      <vt:lpstr>X-Ray FA Capability (1 of 3)</vt:lpstr>
      <vt:lpstr>X-Ray FA Capability (2 of 3)</vt:lpstr>
      <vt:lpstr>X-Ray FA Capability (3 of 3)</vt:lpstr>
      <vt:lpstr>SD WLAN</vt:lpstr>
      <vt:lpstr>SD WLAN (1 of 4)</vt:lpstr>
      <vt:lpstr>SD WLAN (2 of 4)</vt:lpstr>
      <vt:lpstr>SD WLAN (3 of 4)</vt:lpstr>
      <vt:lpstr>SD WLAN (4 of 4)</vt:lpstr>
      <vt:lpstr>PowerPoint Presentation</vt:lpstr>
      <vt:lpstr>Customer Pictures Of Support Block</vt:lpstr>
      <vt:lpstr>Lenovo X390/LTS Tear Down Picture</vt:lpstr>
      <vt:lpstr>Compal’s Learning About Why Black SM Not Easy To Have Good MD Pad In Small Pitch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Yu, Harry</cp:lastModifiedBy>
  <cp:revision>187</cp:revision>
  <dcterms:modified xsi:type="dcterms:W3CDTF">2024-11-22T07:32:43Z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