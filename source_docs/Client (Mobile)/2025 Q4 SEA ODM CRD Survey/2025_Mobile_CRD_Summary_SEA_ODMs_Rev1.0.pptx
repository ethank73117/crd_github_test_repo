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3"/>
  </p:notesMasterIdLst>
  <p:handoutMasterIdLst>
    <p:handoutMasterId r:id="rId24"/>
  </p:handoutMasterIdLst>
  <p:sldIdLst>
    <p:sldId id="256" r:id="rId5"/>
    <p:sldId id="345" r:id="rId6"/>
    <p:sldId id="402" r:id="rId7"/>
    <p:sldId id="487" r:id="rId8"/>
    <p:sldId id="527" r:id="rId9"/>
    <p:sldId id="528" r:id="rId10"/>
    <p:sldId id="529" r:id="rId11"/>
    <p:sldId id="530" r:id="rId12"/>
    <p:sldId id="531" r:id="rId13"/>
    <p:sldId id="532" r:id="rId14"/>
    <p:sldId id="533" r:id="rId15"/>
    <p:sldId id="534" r:id="rId16"/>
    <p:sldId id="535" r:id="rId17"/>
    <p:sldId id="536" r:id="rId18"/>
    <p:sldId id="537" r:id="rId19"/>
    <p:sldId id="538" r:id="rId20"/>
    <p:sldId id="539" r:id="rId21"/>
    <p:sldId id="292" r:id="rId22"/>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032" userDrawn="1">
          <p15:clr>
            <a:srgbClr val="A4A3A4"/>
          </p15:clr>
        </p15:guide>
        <p15:guide id="2" pos="739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a:srgbClr val="FC6467"/>
    <a:srgbClr val="0068B5"/>
    <a:srgbClr val="E7EBF3"/>
    <a:srgbClr val="2872C5"/>
    <a:srgbClr val="525252"/>
    <a:srgbClr val="FFFFFF"/>
    <a:srgbClr val="00C7FD"/>
    <a:srgbClr val="004A8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333C62-40D0-4205-A174-B2553455CFF3}" v="62" dt="2025-12-02T08:48:50.721"/>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001" autoAdjust="0"/>
    <p:restoredTop sz="97423" autoAdjust="0"/>
  </p:normalViewPr>
  <p:slideViewPr>
    <p:cSldViewPr snapToGrid="0" snapToObjects="1">
      <p:cViewPr varScale="1">
        <p:scale>
          <a:sx n="123" d="100"/>
          <a:sy n="123" d="100"/>
        </p:scale>
        <p:origin x="492" y="114"/>
      </p:cViewPr>
      <p:guideLst>
        <p:guide orient="horz" pos="4032"/>
        <p:guide pos="739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045"/>
    </p:cViewPr>
  </p:sorterViewPr>
  <p:notesViewPr>
    <p:cSldViewPr snapToGrid="0" snapToObjects="1">
      <p:cViewPr varScale="1">
        <p:scale>
          <a:sx n="59" d="100"/>
          <a:sy n="59" d="100"/>
        </p:scale>
        <p:origin x="1603"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eng, Binghuan" userId="0c8cd837-2f89-4b12-8657-4317aa4b18aa" providerId="ADAL" clId="{B33377D4-29D8-4F12-AE62-723DC9A54F46}"/>
    <pc:docChg chg="undo custSel addSld modSld">
      <pc:chgData name="Zheng, Binghuan" userId="0c8cd837-2f89-4b12-8657-4317aa4b18aa" providerId="ADAL" clId="{B33377D4-29D8-4F12-AE62-723DC9A54F46}" dt="2024-09-20T08:10:45.158" v="1209" actId="20577"/>
      <pc:docMkLst>
        <pc:docMk/>
      </pc:docMkLst>
      <pc:sldChg chg="modSp mod">
        <pc:chgData name="Zheng, Binghuan" userId="0c8cd837-2f89-4b12-8657-4317aa4b18aa" providerId="ADAL" clId="{B33377D4-29D8-4F12-AE62-723DC9A54F46}" dt="2024-09-20T08:09:10.089" v="1195" actId="20577"/>
        <pc:sldMkLst>
          <pc:docMk/>
          <pc:sldMk cId="723533408" sldId="402"/>
        </pc:sldMkLst>
      </pc:sldChg>
      <pc:sldChg chg="modSp mod">
        <pc:chgData name="Zheng, Binghuan" userId="0c8cd837-2f89-4b12-8657-4317aa4b18aa" providerId="ADAL" clId="{B33377D4-29D8-4F12-AE62-723DC9A54F46}" dt="2024-09-18T06:16:59.548" v="144" actId="20577"/>
        <pc:sldMkLst>
          <pc:docMk/>
          <pc:sldMk cId="2050256125" sldId="451"/>
        </pc:sldMkLst>
      </pc:sldChg>
      <pc:sldChg chg="modSp mod">
        <pc:chgData name="Zheng, Binghuan" userId="0c8cd837-2f89-4b12-8657-4317aa4b18aa" providerId="ADAL" clId="{B33377D4-29D8-4F12-AE62-723DC9A54F46}" dt="2024-09-18T06:16:53.756" v="143" actId="20577"/>
        <pc:sldMkLst>
          <pc:docMk/>
          <pc:sldMk cId="1443141661" sldId="486"/>
        </pc:sldMkLst>
      </pc:sldChg>
      <pc:sldChg chg="modSp mod">
        <pc:chgData name="Zheng, Binghuan" userId="0c8cd837-2f89-4b12-8657-4317aa4b18aa" providerId="ADAL" clId="{B33377D4-29D8-4F12-AE62-723DC9A54F46}" dt="2024-09-18T06:19:12.952" v="145" actId="20577"/>
        <pc:sldMkLst>
          <pc:docMk/>
          <pc:sldMk cId="2985871454" sldId="487"/>
        </pc:sldMkLst>
      </pc:sldChg>
      <pc:sldChg chg="modSp mod">
        <pc:chgData name="Zheng, Binghuan" userId="0c8cd837-2f89-4b12-8657-4317aa4b18aa" providerId="ADAL" clId="{B33377D4-29D8-4F12-AE62-723DC9A54F46}" dt="2024-09-18T06:22:12.309" v="167" actId="20577"/>
        <pc:sldMkLst>
          <pc:docMk/>
          <pc:sldMk cId="2918012652" sldId="488"/>
        </pc:sldMkLst>
      </pc:sldChg>
      <pc:sldChg chg="modSp mod">
        <pc:chgData name="Zheng, Binghuan" userId="0c8cd837-2f89-4b12-8657-4317aa4b18aa" providerId="ADAL" clId="{B33377D4-29D8-4F12-AE62-723DC9A54F46}" dt="2024-09-18T06:25:18.830" v="174" actId="13926"/>
        <pc:sldMkLst>
          <pc:docMk/>
          <pc:sldMk cId="2729596788" sldId="489"/>
        </pc:sldMkLst>
      </pc:sldChg>
      <pc:sldChg chg="modSp mod">
        <pc:chgData name="Zheng, Binghuan" userId="0c8cd837-2f89-4b12-8657-4317aa4b18aa" providerId="ADAL" clId="{B33377D4-29D8-4F12-AE62-723DC9A54F46}" dt="2024-09-18T06:27:48.619" v="179"/>
        <pc:sldMkLst>
          <pc:docMk/>
          <pc:sldMk cId="522948719" sldId="490"/>
        </pc:sldMkLst>
      </pc:sldChg>
      <pc:sldChg chg="modSp mod">
        <pc:chgData name="Zheng, Binghuan" userId="0c8cd837-2f89-4b12-8657-4317aa4b18aa" providerId="ADAL" clId="{B33377D4-29D8-4F12-AE62-723DC9A54F46}" dt="2024-09-18T06:32:51.558" v="290" actId="20577"/>
        <pc:sldMkLst>
          <pc:docMk/>
          <pc:sldMk cId="3011713260" sldId="492"/>
        </pc:sldMkLst>
      </pc:sldChg>
      <pc:sldChg chg="modSp mod">
        <pc:chgData name="Zheng, Binghuan" userId="0c8cd837-2f89-4b12-8657-4317aa4b18aa" providerId="ADAL" clId="{B33377D4-29D8-4F12-AE62-723DC9A54F46}" dt="2024-09-18T06:34:18.900" v="295" actId="13926"/>
        <pc:sldMkLst>
          <pc:docMk/>
          <pc:sldMk cId="1857770909" sldId="493"/>
        </pc:sldMkLst>
      </pc:sldChg>
      <pc:sldChg chg="modSp mod">
        <pc:chgData name="Zheng, Binghuan" userId="0c8cd837-2f89-4b12-8657-4317aa4b18aa" providerId="ADAL" clId="{B33377D4-29D8-4F12-AE62-723DC9A54F46}" dt="2024-09-18T06:37:27.946" v="302" actId="13926"/>
        <pc:sldMkLst>
          <pc:docMk/>
          <pc:sldMk cId="638383612" sldId="494"/>
        </pc:sldMkLst>
      </pc:sldChg>
      <pc:sldChg chg="modSp mod">
        <pc:chgData name="Zheng, Binghuan" userId="0c8cd837-2f89-4b12-8657-4317aa4b18aa" providerId="ADAL" clId="{B33377D4-29D8-4F12-AE62-723DC9A54F46}" dt="2024-09-18T06:39:55.788" v="336" actId="20577"/>
        <pc:sldMkLst>
          <pc:docMk/>
          <pc:sldMk cId="3986514883" sldId="495"/>
        </pc:sldMkLst>
      </pc:sldChg>
      <pc:sldChg chg="modSp mod">
        <pc:chgData name="Zheng, Binghuan" userId="0c8cd837-2f89-4b12-8657-4317aa4b18aa" providerId="ADAL" clId="{B33377D4-29D8-4F12-AE62-723DC9A54F46}" dt="2024-09-18T06:41:17.596" v="349" actId="20577"/>
        <pc:sldMkLst>
          <pc:docMk/>
          <pc:sldMk cId="4127238824" sldId="496"/>
        </pc:sldMkLst>
      </pc:sldChg>
      <pc:sldChg chg="modSp mod">
        <pc:chgData name="Zheng, Binghuan" userId="0c8cd837-2f89-4b12-8657-4317aa4b18aa" providerId="ADAL" clId="{B33377D4-29D8-4F12-AE62-723DC9A54F46}" dt="2024-09-18T06:42:41.749" v="359" actId="20577"/>
        <pc:sldMkLst>
          <pc:docMk/>
          <pc:sldMk cId="1975868213" sldId="497"/>
        </pc:sldMkLst>
      </pc:sldChg>
      <pc:sldChg chg="modSp mod">
        <pc:chgData name="Zheng, Binghuan" userId="0c8cd837-2f89-4b12-8657-4317aa4b18aa" providerId="ADAL" clId="{B33377D4-29D8-4F12-AE62-723DC9A54F46}" dt="2024-09-18T06:44:28.214" v="364" actId="20577"/>
        <pc:sldMkLst>
          <pc:docMk/>
          <pc:sldMk cId="2815045398" sldId="498"/>
        </pc:sldMkLst>
      </pc:sldChg>
      <pc:sldChg chg="modSp mod">
        <pc:chgData name="Zheng, Binghuan" userId="0c8cd837-2f89-4b12-8657-4317aa4b18aa" providerId="ADAL" clId="{B33377D4-29D8-4F12-AE62-723DC9A54F46}" dt="2024-09-18T07:25:55.691" v="543" actId="14734"/>
        <pc:sldMkLst>
          <pc:docMk/>
          <pc:sldMk cId="1560715043" sldId="499"/>
        </pc:sldMkLst>
      </pc:sldChg>
      <pc:sldChg chg="modSp mod">
        <pc:chgData name="Zheng, Binghuan" userId="0c8cd837-2f89-4b12-8657-4317aa4b18aa" providerId="ADAL" clId="{B33377D4-29D8-4F12-AE62-723DC9A54F46}" dt="2024-09-18T06:49:18.247" v="450" actId="20577"/>
        <pc:sldMkLst>
          <pc:docMk/>
          <pc:sldMk cId="2993275724" sldId="500"/>
        </pc:sldMkLst>
      </pc:sldChg>
      <pc:sldChg chg="modSp mod">
        <pc:chgData name="Zheng, Binghuan" userId="0c8cd837-2f89-4b12-8657-4317aa4b18aa" providerId="ADAL" clId="{B33377D4-29D8-4F12-AE62-723DC9A54F46}" dt="2024-09-18T06:50:40.850" v="454" actId="20577"/>
        <pc:sldMkLst>
          <pc:docMk/>
          <pc:sldMk cId="1264831888" sldId="501"/>
        </pc:sldMkLst>
      </pc:sldChg>
      <pc:sldChg chg="modSp mod">
        <pc:chgData name="Zheng, Binghuan" userId="0c8cd837-2f89-4b12-8657-4317aa4b18aa" providerId="ADAL" clId="{B33377D4-29D8-4F12-AE62-723DC9A54F46}" dt="2024-09-18T07:26:38.510" v="544" actId="14734"/>
        <pc:sldMkLst>
          <pc:docMk/>
          <pc:sldMk cId="3481064182" sldId="503"/>
        </pc:sldMkLst>
      </pc:sldChg>
      <pc:sldChg chg="modSp mod">
        <pc:chgData name="Zheng, Binghuan" userId="0c8cd837-2f89-4b12-8657-4317aa4b18aa" providerId="ADAL" clId="{B33377D4-29D8-4F12-AE62-723DC9A54F46}" dt="2024-09-18T06:55:43.502" v="502" actId="20577"/>
        <pc:sldMkLst>
          <pc:docMk/>
          <pc:sldMk cId="2294451221" sldId="504"/>
        </pc:sldMkLst>
      </pc:sldChg>
      <pc:sldChg chg="delSp modSp mod">
        <pc:chgData name="Zheng, Binghuan" userId="0c8cd837-2f89-4b12-8657-4317aa4b18aa" providerId="ADAL" clId="{B33377D4-29D8-4F12-AE62-723DC9A54F46}" dt="2024-09-18T06:56:42.589" v="512" actId="20577"/>
        <pc:sldMkLst>
          <pc:docMk/>
          <pc:sldMk cId="1237411496" sldId="505"/>
        </pc:sldMkLst>
      </pc:sldChg>
      <pc:sldChg chg="delSp modSp mod">
        <pc:chgData name="Zheng, Binghuan" userId="0c8cd837-2f89-4b12-8657-4317aa4b18aa" providerId="ADAL" clId="{B33377D4-29D8-4F12-AE62-723DC9A54F46}" dt="2024-09-18T06:59:05.887" v="531"/>
        <pc:sldMkLst>
          <pc:docMk/>
          <pc:sldMk cId="1691443480" sldId="506"/>
        </pc:sldMkLst>
      </pc:sldChg>
      <pc:sldChg chg="modSp mod">
        <pc:chgData name="Zheng, Binghuan" userId="0c8cd837-2f89-4b12-8657-4317aa4b18aa" providerId="ADAL" clId="{B33377D4-29D8-4F12-AE62-723DC9A54F46}" dt="2024-09-20T06:44:57.982" v="552" actId="13926"/>
        <pc:sldMkLst>
          <pc:docMk/>
          <pc:sldMk cId="91791109" sldId="508"/>
        </pc:sldMkLst>
      </pc:sldChg>
      <pc:sldChg chg="modSp mod">
        <pc:chgData name="Zheng, Binghuan" userId="0c8cd837-2f89-4b12-8657-4317aa4b18aa" providerId="ADAL" clId="{B33377D4-29D8-4F12-AE62-723DC9A54F46}" dt="2024-09-20T06:47:17.368" v="596" actId="20577"/>
        <pc:sldMkLst>
          <pc:docMk/>
          <pc:sldMk cId="3317381244" sldId="509"/>
        </pc:sldMkLst>
      </pc:sldChg>
      <pc:sldChg chg="modSp mod">
        <pc:chgData name="Zheng, Binghuan" userId="0c8cd837-2f89-4b12-8657-4317aa4b18aa" providerId="ADAL" clId="{B33377D4-29D8-4F12-AE62-723DC9A54F46}" dt="2024-09-20T06:49:57.551" v="646" actId="14734"/>
        <pc:sldMkLst>
          <pc:docMk/>
          <pc:sldMk cId="3724086086" sldId="510"/>
        </pc:sldMkLst>
      </pc:sldChg>
      <pc:sldChg chg="modSp mod">
        <pc:chgData name="Zheng, Binghuan" userId="0c8cd837-2f89-4b12-8657-4317aa4b18aa" providerId="ADAL" clId="{B33377D4-29D8-4F12-AE62-723DC9A54F46}" dt="2024-09-20T06:50:14.955" v="647" actId="14734"/>
        <pc:sldMkLst>
          <pc:docMk/>
          <pc:sldMk cId="1885676024" sldId="511"/>
        </pc:sldMkLst>
      </pc:sldChg>
      <pc:sldChg chg="modSp mod">
        <pc:chgData name="Zheng, Binghuan" userId="0c8cd837-2f89-4b12-8657-4317aa4b18aa" providerId="ADAL" clId="{B33377D4-29D8-4F12-AE62-723DC9A54F46}" dt="2024-09-20T08:08:29.627" v="1194" actId="13926"/>
        <pc:sldMkLst>
          <pc:docMk/>
          <pc:sldMk cId="453494785" sldId="513"/>
        </pc:sldMkLst>
      </pc:sldChg>
      <pc:sldChg chg="modSp mod">
        <pc:chgData name="Zheng, Binghuan" userId="0c8cd837-2f89-4b12-8657-4317aa4b18aa" providerId="ADAL" clId="{B33377D4-29D8-4F12-AE62-723DC9A54F46}" dt="2024-09-20T06:56:08.938" v="654" actId="13926"/>
        <pc:sldMkLst>
          <pc:docMk/>
          <pc:sldMk cId="486828748" sldId="514"/>
        </pc:sldMkLst>
      </pc:sldChg>
      <pc:sldChg chg="modSp mod">
        <pc:chgData name="Zheng, Binghuan" userId="0c8cd837-2f89-4b12-8657-4317aa4b18aa" providerId="ADAL" clId="{B33377D4-29D8-4F12-AE62-723DC9A54F46}" dt="2024-09-20T06:56:44.329" v="656" actId="108"/>
        <pc:sldMkLst>
          <pc:docMk/>
          <pc:sldMk cId="3115430750" sldId="515"/>
        </pc:sldMkLst>
      </pc:sldChg>
      <pc:sldChg chg="modSp mod">
        <pc:chgData name="Zheng, Binghuan" userId="0c8cd837-2f89-4b12-8657-4317aa4b18aa" providerId="ADAL" clId="{B33377D4-29D8-4F12-AE62-723DC9A54F46}" dt="2024-09-20T06:57:26.870" v="657" actId="13926"/>
        <pc:sldMkLst>
          <pc:docMk/>
          <pc:sldMk cId="4027813640" sldId="516"/>
        </pc:sldMkLst>
      </pc:sldChg>
      <pc:sldChg chg="modSp mod">
        <pc:chgData name="Zheng, Binghuan" userId="0c8cd837-2f89-4b12-8657-4317aa4b18aa" providerId="ADAL" clId="{B33377D4-29D8-4F12-AE62-723DC9A54F46}" dt="2024-09-20T07:00:43.546" v="673" actId="20577"/>
        <pc:sldMkLst>
          <pc:docMk/>
          <pc:sldMk cId="3494725010" sldId="518"/>
        </pc:sldMkLst>
      </pc:sldChg>
      <pc:sldChg chg="addSp delSp modSp add mod">
        <pc:chgData name="Zheng, Binghuan" userId="0c8cd837-2f89-4b12-8657-4317aa4b18aa" providerId="ADAL" clId="{B33377D4-29D8-4F12-AE62-723DC9A54F46}" dt="2024-09-20T08:10:45.158" v="1209" actId="20577"/>
        <pc:sldMkLst>
          <pc:docMk/>
          <pc:sldMk cId="2826538445" sldId="528"/>
        </pc:sldMkLst>
      </pc:sldChg>
    </pc:docChg>
  </pc:docChgLst>
  <pc:docChgLst>
    <pc:chgData name="Zheng, Binghuan" userId="0c8cd837-2f89-4b12-8657-4317aa4b18aa" providerId="ADAL" clId="{DB00DB67-FA87-4343-A891-4AD2DE0A735E}"/>
    <pc:docChg chg="undo redo custSel addSld delSld modSld sldOrd">
      <pc:chgData name="Zheng, Binghuan" userId="0c8cd837-2f89-4b12-8657-4317aa4b18aa" providerId="ADAL" clId="{DB00DB67-FA87-4343-A891-4AD2DE0A735E}" dt="2023-05-18T12:13:11.035" v="5302"/>
      <pc:docMkLst>
        <pc:docMk/>
      </pc:docMkLst>
      <pc:sldChg chg="modSp mod">
        <pc:chgData name="Zheng, Binghuan" userId="0c8cd837-2f89-4b12-8657-4317aa4b18aa" providerId="ADAL" clId="{DB00DB67-FA87-4343-A891-4AD2DE0A735E}" dt="2023-05-11T05:46:37.214" v="27" actId="1076"/>
        <pc:sldMkLst>
          <pc:docMk/>
          <pc:sldMk cId="2086400740" sldId="256"/>
        </pc:sldMkLst>
      </pc:sldChg>
      <pc:sldChg chg="modSp del mod">
        <pc:chgData name="Zheng, Binghuan" userId="0c8cd837-2f89-4b12-8657-4317aa4b18aa" providerId="ADAL" clId="{DB00DB67-FA87-4343-A891-4AD2DE0A735E}" dt="2023-05-18T09:16:30.599" v="4731" actId="47"/>
        <pc:sldMkLst>
          <pc:docMk/>
          <pc:sldMk cId="3615015588" sldId="272"/>
        </pc:sldMkLst>
      </pc:sldChg>
      <pc:sldChg chg="modSp mod">
        <pc:chgData name="Zheng, Binghuan" userId="0c8cd837-2f89-4b12-8657-4317aa4b18aa" providerId="ADAL" clId="{DB00DB67-FA87-4343-A891-4AD2DE0A735E}" dt="2023-05-11T07:48:14.416" v="693" actId="20577"/>
        <pc:sldMkLst>
          <pc:docMk/>
          <pc:sldMk cId="1970846983" sldId="346"/>
        </pc:sldMkLst>
      </pc:sldChg>
      <pc:sldChg chg="del">
        <pc:chgData name="Zheng, Binghuan" userId="0c8cd837-2f89-4b12-8657-4317aa4b18aa" providerId="ADAL" clId="{DB00DB67-FA87-4343-A891-4AD2DE0A735E}" dt="2023-05-11T07:47:57.583" v="655" actId="47"/>
        <pc:sldMkLst>
          <pc:docMk/>
          <pc:sldMk cId="1807581627" sldId="353"/>
        </pc:sldMkLst>
      </pc:sldChg>
      <pc:sldChg chg="del">
        <pc:chgData name="Zheng, Binghuan" userId="0c8cd837-2f89-4b12-8657-4317aa4b18aa" providerId="ADAL" clId="{DB00DB67-FA87-4343-A891-4AD2DE0A735E}" dt="2023-05-11T07:47:57.615" v="656" actId="47"/>
        <pc:sldMkLst>
          <pc:docMk/>
          <pc:sldMk cId="2793958940" sldId="354"/>
        </pc:sldMkLst>
      </pc:sldChg>
      <pc:sldChg chg="del">
        <pc:chgData name="Zheng, Binghuan" userId="0c8cd837-2f89-4b12-8657-4317aa4b18aa" providerId="ADAL" clId="{DB00DB67-FA87-4343-A891-4AD2DE0A735E}" dt="2023-05-11T07:47:57.680" v="658" actId="47"/>
        <pc:sldMkLst>
          <pc:docMk/>
          <pc:sldMk cId="2684987239" sldId="355"/>
        </pc:sldMkLst>
      </pc:sldChg>
      <pc:sldChg chg="del">
        <pc:chgData name="Zheng, Binghuan" userId="0c8cd837-2f89-4b12-8657-4317aa4b18aa" providerId="ADAL" clId="{DB00DB67-FA87-4343-A891-4AD2DE0A735E}" dt="2023-05-11T07:47:58.338" v="678" actId="47"/>
        <pc:sldMkLst>
          <pc:docMk/>
          <pc:sldMk cId="2573751591" sldId="358"/>
        </pc:sldMkLst>
      </pc:sldChg>
      <pc:sldChg chg="del">
        <pc:chgData name="Zheng, Binghuan" userId="0c8cd837-2f89-4b12-8657-4317aa4b18aa" providerId="ADAL" clId="{DB00DB67-FA87-4343-A891-4AD2DE0A735E}" dt="2023-05-11T07:47:57.756" v="660" actId="47"/>
        <pc:sldMkLst>
          <pc:docMk/>
          <pc:sldMk cId="830645897" sldId="363"/>
        </pc:sldMkLst>
      </pc:sldChg>
      <pc:sldChg chg="del">
        <pc:chgData name="Zheng, Binghuan" userId="0c8cd837-2f89-4b12-8657-4317aa4b18aa" providerId="ADAL" clId="{DB00DB67-FA87-4343-A891-4AD2DE0A735E}" dt="2023-05-11T07:47:57.879" v="664" actId="47"/>
        <pc:sldMkLst>
          <pc:docMk/>
          <pc:sldMk cId="2886081286" sldId="367"/>
        </pc:sldMkLst>
      </pc:sldChg>
      <pc:sldChg chg="del">
        <pc:chgData name="Zheng, Binghuan" userId="0c8cd837-2f89-4b12-8657-4317aa4b18aa" providerId="ADAL" clId="{DB00DB67-FA87-4343-A891-4AD2DE0A735E}" dt="2023-05-11T07:47:58.375" v="679" actId="47"/>
        <pc:sldMkLst>
          <pc:docMk/>
          <pc:sldMk cId="914646431" sldId="368"/>
        </pc:sldMkLst>
      </pc:sldChg>
      <pc:sldChg chg="del">
        <pc:chgData name="Zheng, Binghuan" userId="0c8cd837-2f89-4b12-8657-4317aa4b18aa" providerId="ADAL" clId="{DB00DB67-FA87-4343-A891-4AD2DE0A735E}" dt="2023-05-11T07:47:58.142" v="672" actId="47"/>
        <pc:sldMkLst>
          <pc:docMk/>
          <pc:sldMk cId="224488440" sldId="381"/>
        </pc:sldMkLst>
      </pc:sldChg>
      <pc:sldChg chg="del">
        <pc:chgData name="Zheng, Binghuan" userId="0c8cd837-2f89-4b12-8657-4317aa4b18aa" providerId="ADAL" clId="{DB00DB67-FA87-4343-A891-4AD2DE0A735E}" dt="2023-05-11T07:47:58.399" v="680" actId="47"/>
        <pc:sldMkLst>
          <pc:docMk/>
          <pc:sldMk cId="3968152520" sldId="384"/>
        </pc:sldMkLst>
      </pc:sldChg>
      <pc:sldChg chg="del">
        <pc:chgData name="Zheng, Binghuan" userId="0c8cd837-2f89-4b12-8657-4317aa4b18aa" providerId="ADAL" clId="{DB00DB67-FA87-4343-A891-4AD2DE0A735E}" dt="2023-05-11T07:47:57.511" v="652" actId="47"/>
        <pc:sldMkLst>
          <pc:docMk/>
          <pc:sldMk cId="3675676484" sldId="387"/>
        </pc:sldMkLst>
      </pc:sldChg>
      <pc:sldChg chg="del">
        <pc:chgData name="Zheng, Binghuan" userId="0c8cd837-2f89-4b12-8657-4317aa4b18aa" providerId="ADAL" clId="{DB00DB67-FA87-4343-A891-4AD2DE0A735E}" dt="2023-05-11T07:47:58.464" v="682" actId="47"/>
        <pc:sldMkLst>
          <pc:docMk/>
          <pc:sldMk cId="3933054710" sldId="388"/>
        </pc:sldMkLst>
      </pc:sldChg>
      <pc:sldChg chg="del">
        <pc:chgData name="Zheng, Binghuan" userId="0c8cd837-2f89-4b12-8657-4317aa4b18aa" providerId="ADAL" clId="{DB00DB67-FA87-4343-A891-4AD2DE0A735E}" dt="2023-05-11T07:47:58.066" v="670" actId="47"/>
        <pc:sldMkLst>
          <pc:docMk/>
          <pc:sldMk cId="3818488837" sldId="392"/>
        </pc:sldMkLst>
      </pc:sldChg>
      <pc:sldChg chg="del">
        <pc:chgData name="Zheng, Binghuan" userId="0c8cd837-2f89-4b12-8657-4317aa4b18aa" providerId="ADAL" clId="{DB00DB67-FA87-4343-A891-4AD2DE0A735E}" dt="2023-05-11T07:47:58.607" v="686" actId="47"/>
        <pc:sldMkLst>
          <pc:docMk/>
          <pc:sldMk cId="2484212312" sldId="397"/>
        </pc:sldMkLst>
      </pc:sldChg>
      <pc:sldChg chg="modSp mod">
        <pc:chgData name="Zheng, Binghuan" userId="0c8cd837-2f89-4b12-8657-4317aa4b18aa" providerId="ADAL" clId="{DB00DB67-FA87-4343-A891-4AD2DE0A735E}" dt="2023-05-11T05:55:19.374" v="52" actId="207"/>
        <pc:sldMkLst>
          <pc:docMk/>
          <pc:sldMk cId="723533408" sldId="402"/>
        </pc:sldMkLst>
      </pc:sldChg>
      <pc:sldChg chg="addSp delSp modSp del mod">
        <pc:chgData name="Zheng, Binghuan" userId="0c8cd837-2f89-4b12-8657-4317aa4b18aa" providerId="ADAL" clId="{DB00DB67-FA87-4343-A891-4AD2DE0A735E}" dt="2023-05-18T09:16:31.260" v="4732" actId="47"/>
        <pc:sldMkLst>
          <pc:docMk/>
          <pc:sldMk cId="2144906693" sldId="404"/>
        </pc:sldMkLst>
      </pc:sldChg>
      <pc:sldChg chg="del">
        <pc:chgData name="Zheng, Binghuan" userId="0c8cd837-2f89-4b12-8657-4317aa4b18aa" providerId="ADAL" clId="{DB00DB67-FA87-4343-A891-4AD2DE0A735E}" dt="2023-05-11T07:47:56.970" v="650" actId="47"/>
        <pc:sldMkLst>
          <pc:docMk/>
          <pc:sldMk cId="3009095594" sldId="405"/>
        </pc:sldMkLst>
      </pc:sldChg>
      <pc:sldChg chg="del">
        <pc:chgData name="Zheng, Binghuan" userId="0c8cd837-2f89-4b12-8657-4317aa4b18aa" providerId="ADAL" clId="{DB00DB67-FA87-4343-A891-4AD2DE0A735E}" dt="2023-05-11T07:47:57.469" v="651" actId="47"/>
        <pc:sldMkLst>
          <pc:docMk/>
          <pc:sldMk cId="3247937829" sldId="406"/>
        </pc:sldMkLst>
      </pc:sldChg>
      <pc:sldChg chg="del">
        <pc:chgData name="Zheng, Binghuan" userId="0c8cd837-2f89-4b12-8657-4317aa4b18aa" providerId="ADAL" clId="{DB00DB67-FA87-4343-A891-4AD2DE0A735E}" dt="2023-05-11T07:47:57.542" v="653" actId="47"/>
        <pc:sldMkLst>
          <pc:docMk/>
          <pc:sldMk cId="1787811616" sldId="407"/>
        </pc:sldMkLst>
      </pc:sldChg>
      <pc:sldChg chg="del">
        <pc:chgData name="Zheng, Binghuan" userId="0c8cd837-2f89-4b12-8657-4317aa4b18aa" providerId="ADAL" clId="{DB00DB67-FA87-4343-A891-4AD2DE0A735E}" dt="2023-05-11T07:47:57.551" v="654" actId="47"/>
        <pc:sldMkLst>
          <pc:docMk/>
          <pc:sldMk cId="702712558" sldId="408"/>
        </pc:sldMkLst>
      </pc:sldChg>
      <pc:sldChg chg="del">
        <pc:chgData name="Zheng, Binghuan" userId="0c8cd837-2f89-4b12-8657-4317aa4b18aa" providerId="ADAL" clId="{DB00DB67-FA87-4343-A891-4AD2DE0A735E}" dt="2023-05-11T07:47:57.632" v="657" actId="47"/>
        <pc:sldMkLst>
          <pc:docMk/>
          <pc:sldMk cId="2914717653" sldId="409"/>
        </pc:sldMkLst>
      </pc:sldChg>
      <pc:sldChg chg="del">
        <pc:chgData name="Zheng, Binghuan" userId="0c8cd837-2f89-4b12-8657-4317aa4b18aa" providerId="ADAL" clId="{DB00DB67-FA87-4343-A891-4AD2DE0A735E}" dt="2023-05-11T07:47:57.738" v="659" actId="47"/>
        <pc:sldMkLst>
          <pc:docMk/>
          <pc:sldMk cId="3552434572" sldId="410"/>
        </pc:sldMkLst>
      </pc:sldChg>
      <pc:sldChg chg="del">
        <pc:chgData name="Zheng, Binghuan" userId="0c8cd837-2f89-4b12-8657-4317aa4b18aa" providerId="ADAL" clId="{DB00DB67-FA87-4343-A891-4AD2DE0A735E}" dt="2023-05-11T07:47:57.786" v="661" actId="47"/>
        <pc:sldMkLst>
          <pc:docMk/>
          <pc:sldMk cId="510519173" sldId="411"/>
        </pc:sldMkLst>
      </pc:sldChg>
      <pc:sldChg chg="del">
        <pc:chgData name="Zheng, Binghuan" userId="0c8cd837-2f89-4b12-8657-4317aa4b18aa" providerId="ADAL" clId="{DB00DB67-FA87-4343-A891-4AD2DE0A735E}" dt="2023-05-11T07:47:57.817" v="662" actId="47"/>
        <pc:sldMkLst>
          <pc:docMk/>
          <pc:sldMk cId="722008205" sldId="412"/>
        </pc:sldMkLst>
      </pc:sldChg>
      <pc:sldChg chg="del">
        <pc:chgData name="Zheng, Binghuan" userId="0c8cd837-2f89-4b12-8657-4317aa4b18aa" providerId="ADAL" clId="{DB00DB67-FA87-4343-A891-4AD2DE0A735E}" dt="2023-05-11T07:47:57.863" v="663" actId="47"/>
        <pc:sldMkLst>
          <pc:docMk/>
          <pc:sldMk cId="561797139" sldId="413"/>
        </pc:sldMkLst>
      </pc:sldChg>
      <pc:sldChg chg="del">
        <pc:chgData name="Zheng, Binghuan" userId="0c8cd837-2f89-4b12-8657-4317aa4b18aa" providerId="ADAL" clId="{DB00DB67-FA87-4343-A891-4AD2DE0A735E}" dt="2023-05-11T07:47:57.963" v="666" actId="47"/>
        <pc:sldMkLst>
          <pc:docMk/>
          <pc:sldMk cId="2489166660" sldId="415"/>
        </pc:sldMkLst>
      </pc:sldChg>
      <pc:sldChg chg="del">
        <pc:chgData name="Zheng, Binghuan" userId="0c8cd837-2f89-4b12-8657-4317aa4b18aa" providerId="ADAL" clId="{DB00DB67-FA87-4343-A891-4AD2DE0A735E}" dt="2023-05-11T07:47:57.937" v="665" actId="47"/>
        <pc:sldMkLst>
          <pc:docMk/>
          <pc:sldMk cId="3585669597" sldId="416"/>
        </pc:sldMkLst>
      </pc:sldChg>
      <pc:sldChg chg="del">
        <pc:chgData name="Zheng, Binghuan" userId="0c8cd837-2f89-4b12-8657-4317aa4b18aa" providerId="ADAL" clId="{DB00DB67-FA87-4343-A891-4AD2DE0A735E}" dt="2023-05-11T07:47:57.985" v="667" actId="47"/>
        <pc:sldMkLst>
          <pc:docMk/>
          <pc:sldMk cId="1282720685" sldId="417"/>
        </pc:sldMkLst>
      </pc:sldChg>
      <pc:sldChg chg="del">
        <pc:chgData name="Zheng, Binghuan" userId="0c8cd837-2f89-4b12-8657-4317aa4b18aa" providerId="ADAL" clId="{DB00DB67-FA87-4343-A891-4AD2DE0A735E}" dt="2023-05-11T07:47:58.001" v="668" actId="47"/>
        <pc:sldMkLst>
          <pc:docMk/>
          <pc:sldMk cId="943981249" sldId="418"/>
        </pc:sldMkLst>
      </pc:sldChg>
      <pc:sldChg chg="del">
        <pc:chgData name="Zheng, Binghuan" userId="0c8cd837-2f89-4b12-8657-4317aa4b18aa" providerId="ADAL" clId="{DB00DB67-FA87-4343-A891-4AD2DE0A735E}" dt="2023-05-11T07:47:58.032" v="669" actId="47"/>
        <pc:sldMkLst>
          <pc:docMk/>
          <pc:sldMk cId="2968888852" sldId="419"/>
        </pc:sldMkLst>
      </pc:sldChg>
      <pc:sldChg chg="del">
        <pc:chgData name="Zheng, Binghuan" userId="0c8cd837-2f89-4b12-8657-4317aa4b18aa" providerId="ADAL" clId="{DB00DB67-FA87-4343-A891-4AD2DE0A735E}" dt="2023-05-11T07:47:58.110" v="671" actId="47"/>
        <pc:sldMkLst>
          <pc:docMk/>
          <pc:sldMk cId="1065416071" sldId="420"/>
        </pc:sldMkLst>
      </pc:sldChg>
      <pc:sldChg chg="del">
        <pc:chgData name="Zheng, Binghuan" userId="0c8cd837-2f89-4b12-8657-4317aa4b18aa" providerId="ADAL" clId="{DB00DB67-FA87-4343-A891-4AD2DE0A735E}" dt="2023-05-11T07:47:58.204" v="673" actId="47"/>
        <pc:sldMkLst>
          <pc:docMk/>
          <pc:sldMk cId="3034569877" sldId="421"/>
        </pc:sldMkLst>
      </pc:sldChg>
      <pc:sldChg chg="del">
        <pc:chgData name="Zheng, Binghuan" userId="0c8cd837-2f89-4b12-8657-4317aa4b18aa" providerId="ADAL" clId="{DB00DB67-FA87-4343-A891-4AD2DE0A735E}" dt="2023-05-11T07:47:58.221" v="674" actId="47"/>
        <pc:sldMkLst>
          <pc:docMk/>
          <pc:sldMk cId="4238224736" sldId="422"/>
        </pc:sldMkLst>
      </pc:sldChg>
      <pc:sldChg chg="del">
        <pc:chgData name="Zheng, Binghuan" userId="0c8cd837-2f89-4b12-8657-4317aa4b18aa" providerId="ADAL" clId="{DB00DB67-FA87-4343-A891-4AD2DE0A735E}" dt="2023-05-11T07:47:58.254" v="675" actId="47"/>
        <pc:sldMkLst>
          <pc:docMk/>
          <pc:sldMk cId="1488326449" sldId="423"/>
        </pc:sldMkLst>
      </pc:sldChg>
      <pc:sldChg chg="del">
        <pc:chgData name="Zheng, Binghuan" userId="0c8cd837-2f89-4b12-8657-4317aa4b18aa" providerId="ADAL" clId="{DB00DB67-FA87-4343-A891-4AD2DE0A735E}" dt="2023-05-11T07:47:58.269" v="676" actId="47"/>
        <pc:sldMkLst>
          <pc:docMk/>
          <pc:sldMk cId="574681852" sldId="424"/>
        </pc:sldMkLst>
      </pc:sldChg>
      <pc:sldChg chg="del">
        <pc:chgData name="Zheng, Binghuan" userId="0c8cd837-2f89-4b12-8657-4317aa4b18aa" providerId="ADAL" clId="{DB00DB67-FA87-4343-A891-4AD2DE0A735E}" dt="2023-05-11T07:47:58.287" v="677" actId="47"/>
        <pc:sldMkLst>
          <pc:docMk/>
          <pc:sldMk cId="776038252" sldId="425"/>
        </pc:sldMkLst>
      </pc:sldChg>
      <pc:sldChg chg="del">
        <pc:chgData name="Zheng, Binghuan" userId="0c8cd837-2f89-4b12-8657-4317aa4b18aa" providerId="ADAL" clId="{DB00DB67-FA87-4343-A891-4AD2DE0A735E}" dt="2023-05-11T07:47:58.435" v="681" actId="47"/>
        <pc:sldMkLst>
          <pc:docMk/>
          <pc:sldMk cId="2176729132" sldId="426"/>
        </pc:sldMkLst>
      </pc:sldChg>
      <pc:sldChg chg="del">
        <pc:chgData name="Zheng, Binghuan" userId="0c8cd837-2f89-4b12-8657-4317aa4b18aa" providerId="ADAL" clId="{DB00DB67-FA87-4343-A891-4AD2DE0A735E}" dt="2023-05-11T07:47:58.592" v="685" actId="47"/>
        <pc:sldMkLst>
          <pc:docMk/>
          <pc:sldMk cId="1693173128" sldId="427"/>
        </pc:sldMkLst>
      </pc:sldChg>
      <pc:sldChg chg="del">
        <pc:chgData name="Zheng, Binghuan" userId="0c8cd837-2f89-4b12-8657-4317aa4b18aa" providerId="ADAL" clId="{DB00DB67-FA87-4343-A891-4AD2DE0A735E}" dt="2023-05-11T07:47:58.520" v="683" actId="47"/>
        <pc:sldMkLst>
          <pc:docMk/>
          <pc:sldMk cId="1898914133" sldId="428"/>
        </pc:sldMkLst>
      </pc:sldChg>
      <pc:sldChg chg="del">
        <pc:chgData name="Zheng, Binghuan" userId="0c8cd837-2f89-4b12-8657-4317aa4b18aa" providerId="ADAL" clId="{DB00DB67-FA87-4343-A891-4AD2DE0A735E}" dt="2023-05-11T07:47:58.549" v="684" actId="47"/>
        <pc:sldMkLst>
          <pc:docMk/>
          <pc:sldMk cId="2549360784" sldId="429"/>
        </pc:sldMkLst>
      </pc:sldChg>
      <pc:sldChg chg="del">
        <pc:chgData name="Zheng, Binghuan" userId="0c8cd837-2f89-4b12-8657-4317aa4b18aa" providerId="ADAL" clId="{DB00DB67-FA87-4343-A891-4AD2DE0A735E}" dt="2023-05-11T07:47:58.655" v="687" actId="47"/>
        <pc:sldMkLst>
          <pc:docMk/>
          <pc:sldMk cId="3710500859" sldId="430"/>
        </pc:sldMkLst>
      </pc:sldChg>
      <pc:sldChg chg="del">
        <pc:chgData name="Zheng, Binghuan" userId="0c8cd837-2f89-4b12-8657-4317aa4b18aa" providerId="ADAL" clId="{DB00DB67-FA87-4343-A891-4AD2DE0A735E}" dt="2023-05-11T07:47:59.065" v="688" actId="47"/>
        <pc:sldMkLst>
          <pc:docMk/>
          <pc:sldMk cId="3766124570" sldId="431"/>
        </pc:sldMkLst>
      </pc:sldChg>
      <pc:sldChg chg="del">
        <pc:chgData name="Zheng, Binghuan" userId="0c8cd837-2f89-4b12-8657-4317aa4b18aa" providerId="ADAL" clId="{DB00DB67-FA87-4343-A891-4AD2DE0A735E}" dt="2023-05-11T07:47:59.279" v="689" actId="47"/>
        <pc:sldMkLst>
          <pc:docMk/>
          <pc:sldMk cId="2231879138" sldId="432"/>
        </pc:sldMkLst>
      </pc:sldChg>
      <pc:sldChg chg="del">
        <pc:chgData name="Zheng, Binghuan" userId="0c8cd837-2f89-4b12-8657-4317aa4b18aa" providerId="ADAL" clId="{DB00DB67-FA87-4343-A891-4AD2DE0A735E}" dt="2023-05-11T07:47:59.477" v="690" actId="47"/>
        <pc:sldMkLst>
          <pc:docMk/>
          <pc:sldMk cId="2330827398" sldId="433"/>
        </pc:sldMkLst>
      </pc:sldChg>
      <pc:sldChg chg="modSp add del mod">
        <pc:chgData name="Zheng, Binghuan" userId="0c8cd837-2f89-4b12-8657-4317aa4b18aa" providerId="ADAL" clId="{DB00DB67-FA87-4343-A891-4AD2DE0A735E}" dt="2023-05-18T09:16:31.753" v="4733" actId="47"/>
        <pc:sldMkLst>
          <pc:docMk/>
          <pc:sldMk cId="115201031" sldId="434"/>
        </pc:sldMkLst>
      </pc:sldChg>
      <pc:sldChg chg="modSp add del mod">
        <pc:chgData name="Zheng, Binghuan" userId="0c8cd837-2f89-4b12-8657-4317aa4b18aa" providerId="ADAL" clId="{DB00DB67-FA87-4343-A891-4AD2DE0A735E}" dt="2023-05-18T09:16:32.386" v="4734" actId="47"/>
        <pc:sldMkLst>
          <pc:docMk/>
          <pc:sldMk cId="428685846" sldId="435"/>
        </pc:sldMkLst>
      </pc:sldChg>
      <pc:sldChg chg="modSp add del mod">
        <pc:chgData name="Zheng, Binghuan" userId="0c8cd837-2f89-4b12-8657-4317aa4b18aa" providerId="ADAL" clId="{DB00DB67-FA87-4343-A891-4AD2DE0A735E}" dt="2023-05-18T09:16:33.009" v="4735" actId="47"/>
        <pc:sldMkLst>
          <pc:docMk/>
          <pc:sldMk cId="2110459600" sldId="436"/>
        </pc:sldMkLst>
      </pc:sldChg>
      <pc:sldChg chg="modSp add mod ord">
        <pc:chgData name="Zheng, Binghuan" userId="0c8cd837-2f89-4b12-8657-4317aa4b18aa" providerId="ADAL" clId="{DB00DB67-FA87-4343-A891-4AD2DE0A735E}" dt="2023-05-11T07:49:01.437" v="700"/>
        <pc:sldMkLst>
          <pc:docMk/>
          <pc:sldMk cId="2059096030" sldId="437"/>
        </pc:sldMkLst>
      </pc:sldChg>
      <pc:sldChg chg="modSp add del mod ord">
        <pc:chgData name="Zheng, Binghuan" userId="0c8cd837-2f89-4b12-8657-4317aa4b18aa" providerId="ADAL" clId="{DB00DB67-FA87-4343-A891-4AD2DE0A735E}" dt="2023-05-18T11:58:41.357" v="5153" actId="47"/>
        <pc:sldMkLst>
          <pc:docMk/>
          <pc:sldMk cId="652883061" sldId="438"/>
        </pc:sldMkLst>
      </pc:sldChg>
      <pc:sldChg chg="addSp delSp modSp add mod">
        <pc:chgData name="Zheng, Binghuan" userId="0c8cd837-2f89-4b12-8657-4317aa4b18aa" providerId="ADAL" clId="{DB00DB67-FA87-4343-A891-4AD2DE0A735E}" dt="2023-05-12T06:39:20.633" v="1409" actId="20577"/>
        <pc:sldMkLst>
          <pc:docMk/>
          <pc:sldMk cId="9024894" sldId="439"/>
        </pc:sldMkLst>
      </pc:sldChg>
      <pc:sldChg chg="modSp add mod">
        <pc:chgData name="Zheng, Binghuan" userId="0c8cd837-2f89-4b12-8657-4317aa4b18aa" providerId="ADAL" clId="{DB00DB67-FA87-4343-A891-4AD2DE0A735E}" dt="2023-05-12T06:39:24.912" v="1411" actId="20577"/>
        <pc:sldMkLst>
          <pc:docMk/>
          <pc:sldMk cId="3674131767" sldId="440"/>
        </pc:sldMkLst>
      </pc:sldChg>
      <pc:sldChg chg="modSp add mod">
        <pc:chgData name="Zheng, Binghuan" userId="0c8cd837-2f89-4b12-8657-4317aa4b18aa" providerId="ADAL" clId="{DB00DB67-FA87-4343-A891-4AD2DE0A735E}" dt="2023-05-12T06:39:30.374" v="1413" actId="20577"/>
        <pc:sldMkLst>
          <pc:docMk/>
          <pc:sldMk cId="1388188829" sldId="441"/>
        </pc:sldMkLst>
      </pc:sldChg>
      <pc:sldChg chg="modSp add mod">
        <pc:chgData name="Zheng, Binghuan" userId="0c8cd837-2f89-4b12-8657-4317aa4b18aa" providerId="ADAL" clId="{DB00DB67-FA87-4343-A891-4AD2DE0A735E}" dt="2023-05-12T06:39:39.653" v="1418" actId="20577"/>
        <pc:sldMkLst>
          <pc:docMk/>
          <pc:sldMk cId="1448590864" sldId="442"/>
        </pc:sldMkLst>
      </pc:sldChg>
      <pc:sldChg chg="modSp add del mod">
        <pc:chgData name="Zheng, Binghuan" userId="0c8cd837-2f89-4b12-8657-4317aa4b18aa" providerId="ADAL" clId="{DB00DB67-FA87-4343-A891-4AD2DE0A735E}" dt="2023-05-18T11:57:36.609" v="5151" actId="47"/>
        <pc:sldMkLst>
          <pc:docMk/>
          <pc:sldMk cId="435700087" sldId="443"/>
        </pc:sldMkLst>
      </pc:sldChg>
      <pc:sldChg chg="modSp add mod ord">
        <pc:chgData name="Zheng, Binghuan" userId="0c8cd837-2f89-4b12-8657-4317aa4b18aa" providerId="ADAL" clId="{DB00DB67-FA87-4343-A891-4AD2DE0A735E}" dt="2023-05-12T06:40:51.610" v="1424"/>
        <pc:sldMkLst>
          <pc:docMk/>
          <pc:sldMk cId="1495955687" sldId="444"/>
        </pc:sldMkLst>
      </pc:sldChg>
      <pc:sldChg chg="modSp add mod ord">
        <pc:chgData name="Zheng, Binghuan" userId="0c8cd837-2f89-4b12-8657-4317aa4b18aa" providerId="ADAL" clId="{DB00DB67-FA87-4343-A891-4AD2DE0A735E}" dt="2023-05-12T07:08:29.367" v="1655" actId="20577"/>
        <pc:sldMkLst>
          <pc:docMk/>
          <pc:sldMk cId="2211459611" sldId="445"/>
        </pc:sldMkLst>
      </pc:sldChg>
      <pc:sldChg chg="modSp add mod">
        <pc:chgData name="Zheng, Binghuan" userId="0c8cd837-2f89-4b12-8657-4317aa4b18aa" providerId="ADAL" clId="{DB00DB67-FA87-4343-A891-4AD2DE0A735E}" dt="2023-05-12T07:26:43.921" v="1714" actId="20577"/>
        <pc:sldMkLst>
          <pc:docMk/>
          <pc:sldMk cId="3498928025" sldId="446"/>
        </pc:sldMkLst>
      </pc:sldChg>
      <pc:sldChg chg="modSp add mod ord">
        <pc:chgData name="Zheng, Binghuan" userId="0c8cd837-2f89-4b12-8657-4317aa4b18aa" providerId="ADAL" clId="{DB00DB67-FA87-4343-A891-4AD2DE0A735E}" dt="2023-05-12T07:27:20.030" v="1718"/>
        <pc:sldMkLst>
          <pc:docMk/>
          <pc:sldMk cId="2988194818" sldId="447"/>
        </pc:sldMkLst>
      </pc:sldChg>
      <pc:sldChg chg="modSp add mod ord">
        <pc:chgData name="Zheng, Binghuan" userId="0c8cd837-2f89-4b12-8657-4317aa4b18aa" providerId="ADAL" clId="{DB00DB67-FA87-4343-A891-4AD2DE0A735E}" dt="2023-05-12T08:23:13.291" v="1810"/>
        <pc:sldMkLst>
          <pc:docMk/>
          <pc:sldMk cId="732527161" sldId="448"/>
        </pc:sldMkLst>
      </pc:sldChg>
      <pc:sldChg chg="addSp delSp modSp add mod">
        <pc:chgData name="Zheng, Binghuan" userId="0c8cd837-2f89-4b12-8657-4317aa4b18aa" providerId="ADAL" clId="{DB00DB67-FA87-4343-A891-4AD2DE0A735E}" dt="2023-05-12T08:35:47.801" v="1850" actId="1076"/>
        <pc:sldMkLst>
          <pc:docMk/>
          <pc:sldMk cId="1002335632" sldId="449"/>
        </pc:sldMkLst>
      </pc:sldChg>
      <pc:sldChg chg="modSp add mod ord">
        <pc:chgData name="Zheng, Binghuan" userId="0c8cd837-2f89-4b12-8657-4317aa4b18aa" providerId="ADAL" clId="{DB00DB67-FA87-4343-A891-4AD2DE0A735E}" dt="2023-05-12T08:36:24.672" v="1854"/>
        <pc:sldMkLst>
          <pc:docMk/>
          <pc:sldMk cId="2209356476" sldId="450"/>
        </pc:sldMkLst>
      </pc:sldChg>
      <pc:sldChg chg="addSp delSp modSp add mod ord">
        <pc:chgData name="Zheng, Binghuan" userId="0c8cd837-2f89-4b12-8657-4317aa4b18aa" providerId="ADAL" clId="{DB00DB67-FA87-4343-A891-4AD2DE0A735E}" dt="2023-05-18T11:59:15.427" v="5160" actId="14734"/>
        <pc:sldMkLst>
          <pc:docMk/>
          <pc:sldMk cId="2050256125" sldId="451"/>
        </pc:sldMkLst>
      </pc:sldChg>
      <pc:sldChg chg="modSp add mod ord">
        <pc:chgData name="Zheng, Binghuan" userId="0c8cd837-2f89-4b12-8657-4317aa4b18aa" providerId="ADAL" clId="{DB00DB67-FA87-4343-A891-4AD2DE0A735E}" dt="2023-05-12T08:37:08.195" v="1863"/>
        <pc:sldMkLst>
          <pc:docMk/>
          <pc:sldMk cId="3319544129" sldId="452"/>
        </pc:sldMkLst>
      </pc:sldChg>
      <pc:sldChg chg="modSp add mod">
        <pc:chgData name="Zheng, Binghuan" userId="0c8cd837-2f89-4b12-8657-4317aa4b18aa" providerId="ADAL" clId="{DB00DB67-FA87-4343-A891-4AD2DE0A735E}" dt="2023-05-16T04:48:57.011" v="3621" actId="20577"/>
        <pc:sldMkLst>
          <pc:docMk/>
          <pc:sldMk cId="2776444572" sldId="453"/>
        </pc:sldMkLst>
      </pc:sldChg>
      <pc:sldChg chg="modSp add mod">
        <pc:chgData name="Zheng, Binghuan" userId="0c8cd837-2f89-4b12-8657-4317aa4b18aa" providerId="ADAL" clId="{DB00DB67-FA87-4343-A891-4AD2DE0A735E}" dt="2023-05-12T08:37:55.306" v="1867"/>
        <pc:sldMkLst>
          <pc:docMk/>
          <pc:sldMk cId="71352314" sldId="454"/>
        </pc:sldMkLst>
      </pc:sldChg>
      <pc:sldChg chg="modSp add mod">
        <pc:chgData name="Zheng, Binghuan" userId="0c8cd837-2f89-4b12-8657-4317aa4b18aa" providerId="ADAL" clId="{DB00DB67-FA87-4343-A891-4AD2DE0A735E}" dt="2023-05-12T08:38:16.568" v="1868"/>
        <pc:sldMkLst>
          <pc:docMk/>
          <pc:sldMk cId="1539297286" sldId="455"/>
        </pc:sldMkLst>
      </pc:sldChg>
      <pc:sldChg chg="addSp delSp modSp add mod">
        <pc:chgData name="Zheng, Binghuan" userId="0c8cd837-2f89-4b12-8657-4317aa4b18aa" providerId="ADAL" clId="{DB00DB67-FA87-4343-A891-4AD2DE0A735E}" dt="2023-05-15T02:17:35.953" v="2614"/>
        <pc:sldMkLst>
          <pc:docMk/>
          <pc:sldMk cId="731146122" sldId="456"/>
        </pc:sldMkLst>
      </pc:sldChg>
      <pc:sldChg chg="modSp add del">
        <pc:chgData name="Zheng, Binghuan" userId="0c8cd837-2f89-4b12-8657-4317aa4b18aa" providerId="ADAL" clId="{DB00DB67-FA87-4343-A891-4AD2DE0A735E}" dt="2023-05-15T02:11:14.094" v="2544" actId="47"/>
        <pc:sldMkLst>
          <pc:docMk/>
          <pc:sldMk cId="3180429713" sldId="456"/>
        </pc:sldMkLst>
      </pc:sldChg>
      <pc:sldChg chg="add del">
        <pc:chgData name="Zheng, Binghuan" userId="0c8cd837-2f89-4b12-8657-4317aa4b18aa" providerId="ADAL" clId="{DB00DB67-FA87-4343-A891-4AD2DE0A735E}" dt="2023-05-15T02:08:29.523" v="2442" actId="47"/>
        <pc:sldMkLst>
          <pc:docMk/>
          <pc:sldMk cId="1303432005" sldId="457"/>
        </pc:sldMkLst>
      </pc:sldChg>
      <pc:sldChg chg="modSp add mod">
        <pc:chgData name="Zheng, Binghuan" userId="0c8cd837-2f89-4b12-8657-4317aa4b18aa" providerId="ADAL" clId="{DB00DB67-FA87-4343-A891-4AD2DE0A735E}" dt="2023-05-15T02:46:51.197" v="2743" actId="14734"/>
        <pc:sldMkLst>
          <pc:docMk/>
          <pc:sldMk cId="1628488132" sldId="457"/>
        </pc:sldMkLst>
      </pc:sldChg>
      <pc:sldChg chg="addSp delSp modSp add del mod">
        <pc:chgData name="Zheng, Binghuan" userId="0c8cd837-2f89-4b12-8657-4317aa4b18aa" providerId="ADAL" clId="{DB00DB67-FA87-4343-A891-4AD2DE0A735E}" dt="2023-05-15T02:10:10.213" v="2516" actId="47"/>
        <pc:sldMkLst>
          <pc:docMk/>
          <pc:sldMk cId="3199596788" sldId="457"/>
        </pc:sldMkLst>
      </pc:sldChg>
      <pc:sldChg chg="modSp add mod ord">
        <pc:chgData name="Zheng, Binghuan" userId="0c8cd837-2f89-4b12-8657-4317aa4b18aa" providerId="ADAL" clId="{DB00DB67-FA87-4343-A891-4AD2DE0A735E}" dt="2023-05-18T12:13:11.035" v="5302"/>
        <pc:sldMkLst>
          <pc:docMk/>
          <pc:sldMk cId="3275979725" sldId="458"/>
        </pc:sldMkLst>
      </pc:sldChg>
      <pc:sldChg chg="modSp add mod ord">
        <pc:chgData name="Zheng, Binghuan" userId="0c8cd837-2f89-4b12-8657-4317aa4b18aa" providerId="ADAL" clId="{DB00DB67-FA87-4343-A891-4AD2DE0A735E}" dt="2023-05-18T09:15:07.369" v="4730" actId="20577"/>
        <pc:sldMkLst>
          <pc:docMk/>
          <pc:sldMk cId="1593563696" sldId="459"/>
        </pc:sldMkLst>
      </pc:sldChg>
      <pc:sldChg chg="modSp add mod ord">
        <pc:chgData name="Zheng, Binghuan" userId="0c8cd837-2f89-4b12-8657-4317aa4b18aa" providerId="ADAL" clId="{DB00DB67-FA87-4343-A891-4AD2DE0A735E}" dt="2023-05-16T03:05:34.499" v="3617"/>
        <pc:sldMkLst>
          <pc:docMk/>
          <pc:sldMk cId="3580862102" sldId="460"/>
        </pc:sldMkLst>
      </pc:sldChg>
      <pc:sldChg chg="modSp add mod">
        <pc:chgData name="Zheng, Binghuan" userId="0c8cd837-2f89-4b12-8657-4317aa4b18aa" providerId="ADAL" clId="{DB00DB67-FA87-4343-A891-4AD2DE0A735E}" dt="2023-05-16T03:05:17.113" v="3615"/>
        <pc:sldMkLst>
          <pc:docMk/>
          <pc:sldMk cId="1419580613" sldId="461"/>
        </pc:sldMkLst>
      </pc:sldChg>
      <pc:sldChg chg="modSp add mod ord">
        <pc:chgData name="Zheng, Binghuan" userId="0c8cd837-2f89-4b12-8657-4317aa4b18aa" providerId="ADAL" clId="{DB00DB67-FA87-4343-A891-4AD2DE0A735E}" dt="2023-05-16T03:05:40.371" v="3618"/>
        <pc:sldMkLst>
          <pc:docMk/>
          <pc:sldMk cId="43316218" sldId="462"/>
        </pc:sldMkLst>
      </pc:sldChg>
      <pc:sldChg chg="modSp add mod ord">
        <pc:chgData name="Zheng, Binghuan" userId="0c8cd837-2f89-4b12-8657-4317aa4b18aa" providerId="ADAL" clId="{DB00DB67-FA87-4343-A891-4AD2DE0A735E}" dt="2023-05-16T03:05:48.004" v="3619"/>
        <pc:sldMkLst>
          <pc:docMk/>
          <pc:sldMk cId="3731721025" sldId="463"/>
        </pc:sldMkLst>
      </pc:sldChg>
      <pc:sldChg chg="addSp delSp modSp add mod ord">
        <pc:chgData name="Zheng, Binghuan" userId="0c8cd837-2f89-4b12-8657-4317aa4b18aa" providerId="ADAL" clId="{DB00DB67-FA87-4343-A891-4AD2DE0A735E}" dt="2023-05-16T04:50:07.055" v="3626" actId="14734"/>
        <pc:sldMkLst>
          <pc:docMk/>
          <pc:sldMk cId="697485291" sldId="464"/>
        </pc:sldMkLst>
      </pc:sldChg>
      <pc:sldChg chg="modSp add mod">
        <pc:chgData name="Zheng, Binghuan" userId="0c8cd837-2f89-4b12-8657-4317aa4b18aa" providerId="ADAL" clId="{DB00DB67-FA87-4343-A891-4AD2DE0A735E}" dt="2023-05-16T10:33:15.674" v="3805"/>
        <pc:sldMkLst>
          <pc:docMk/>
          <pc:sldMk cId="56375173" sldId="465"/>
        </pc:sldMkLst>
      </pc:sldChg>
      <pc:sldChg chg="modSp add del mod ord">
        <pc:chgData name="Zheng, Binghuan" userId="0c8cd837-2f89-4b12-8657-4317aa4b18aa" providerId="ADAL" clId="{DB00DB67-FA87-4343-A891-4AD2DE0A735E}" dt="2023-05-16T05:11:04.980" v="3672" actId="47"/>
        <pc:sldMkLst>
          <pc:docMk/>
          <pc:sldMk cId="2397749029" sldId="466"/>
        </pc:sldMkLst>
      </pc:sldChg>
      <pc:sldChg chg="modSp add del mod ord">
        <pc:chgData name="Zheng, Binghuan" userId="0c8cd837-2f89-4b12-8657-4317aa4b18aa" providerId="ADAL" clId="{DB00DB67-FA87-4343-A891-4AD2DE0A735E}" dt="2023-05-18T06:38:21.347" v="4338" actId="20577"/>
        <pc:sldMkLst>
          <pc:docMk/>
          <pc:sldMk cId="3136376735" sldId="467"/>
        </pc:sldMkLst>
      </pc:sldChg>
      <pc:sldChg chg="addSp delSp modSp add mod ord">
        <pc:chgData name="Zheng, Binghuan" userId="0c8cd837-2f89-4b12-8657-4317aa4b18aa" providerId="ADAL" clId="{DB00DB67-FA87-4343-A891-4AD2DE0A735E}" dt="2023-05-18T07:52:23.656" v="4553" actId="14734"/>
        <pc:sldMkLst>
          <pc:docMk/>
          <pc:sldMk cId="559823900" sldId="468"/>
        </pc:sldMkLst>
      </pc:sldChg>
      <pc:sldChg chg="modSp add mod">
        <pc:chgData name="Zheng, Binghuan" userId="0c8cd837-2f89-4b12-8657-4317aa4b18aa" providerId="ADAL" clId="{DB00DB67-FA87-4343-A891-4AD2DE0A735E}" dt="2023-05-18T06:38:26.263" v="4340" actId="20577"/>
        <pc:sldMkLst>
          <pc:docMk/>
          <pc:sldMk cId="1148473252" sldId="469"/>
        </pc:sldMkLst>
      </pc:sldChg>
      <pc:sldChg chg="modSp add mod">
        <pc:chgData name="Zheng, Binghuan" userId="0c8cd837-2f89-4b12-8657-4317aa4b18aa" providerId="ADAL" clId="{DB00DB67-FA87-4343-A891-4AD2DE0A735E}" dt="2023-05-18T06:38:29.198" v="4341" actId="20577"/>
        <pc:sldMkLst>
          <pc:docMk/>
          <pc:sldMk cId="141679243" sldId="470"/>
        </pc:sldMkLst>
      </pc:sldChg>
      <pc:sldChg chg="modSp add mod">
        <pc:chgData name="Zheng, Binghuan" userId="0c8cd837-2f89-4b12-8657-4317aa4b18aa" providerId="ADAL" clId="{DB00DB67-FA87-4343-A891-4AD2DE0A735E}" dt="2023-05-18T06:38:31.678" v="4342" actId="20577"/>
        <pc:sldMkLst>
          <pc:docMk/>
          <pc:sldMk cId="2447273490" sldId="471"/>
        </pc:sldMkLst>
      </pc:sldChg>
      <pc:sldChg chg="modSp add mod">
        <pc:chgData name="Zheng, Binghuan" userId="0c8cd837-2f89-4b12-8657-4317aa4b18aa" providerId="ADAL" clId="{DB00DB67-FA87-4343-A891-4AD2DE0A735E}" dt="2023-05-18T06:38:34.228" v="4343" actId="20577"/>
        <pc:sldMkLst>
          <pc:docMk/>
          <pc:sldMk cId="3949367011" sldId="472"/>
        </pc:sldMkLst>
      </pc:sldChg>
      <pc:sldChg chg="modSp add mod">
        <pc:chgData name="Zheng, Binghuan" userId="0c8cd837-2f89-4b12-8657-4317aa4b18aa" providerId="ADAL" clId="{DB00DB67-FA87-4343-A891-4AD2DE0A735E}" dt="2023-05-18T06:38:37.637" v="4344" actId="20577"/>
        <pc:sldMkLst>
          <pc:docMk/>
          <pc:sldMk cId="1608275893" sldId="473"/>
        </pc:sldMkLst>
      </pc:sldChg>
      <pc:sldChg chg="modSp add mod">
        <pc:chgData name="Zheng, Binghuan" userId="0c8cd837-2f89-4b12-8657-4317aa4b18aa" providerId="ADAL" clId="{DB00DB67-FA87-4343-A891-4AD2DE0A735E}" dt="2023-05-18T06:38:55.796" v="4348" actId="20577"/>
        <pc:sldMkLst>
          <pc:docMk/>
          <pc:sldMk cId="3735186540" sldId="474"/>
        </pc:sldMkLst>
      </pc:sldChg>
      <pc:sldChg chg="modSp add mod ord">
        <pc:chgData name="Zheng, Binghuan" userId="0c8cd837-2f89-4b12-8657-4317aa4b18aa" providerId="ADAL" clId="{DB00DB67-FA87-4343-A891-4AD2DE0A735E}" dt="2023-05-18T06:38:48.624" v="4346" actId="20577"/>
        <pc:sldMkLst>
          <pc:docMk/>
          <pc:sldMk cId="1933954306" sldId="475"/>
        </pc:sldMkLst>
      </pc:sldChg>
      <pc:sldChg chg="addSp modSp add mod ord">
        <pc:chgData name="Zheng, Binghuan" userId="0c8cd837-2f89-4b12-8657-4317aa4b18aa" providerId="ADAL" clId="{DB00DB67-FA87-4343-A891-4AD2DE0A735E}" dt="2023-05-18T07:26:52.303" v="4552" actId="1076"/>
        <pc:sldMkLst>
          <pc:docMk/>
          <pc:sldMk cId="3848952280" sldId="476"/>
        </pc:sldMkLst>
      </pc:sldChg>
      <pc:sldChg chg="delSp modSp add del mod ord">
        <pc:chgData name="Zheng, Binghuan" userId="0c8cd837-2f89-4b12-8657-4317aa4b18aa" providerId="ADAL" clId="{DB00DB67-FA87-4343-A891-4AD2DE0A735E}" dt="2023-05-18T08:13:57.423" v="4628" actId="47"/>
        <pc:sldMkLst>
          <pc:docMk/>
          <pc:sldMk cId="2065549270" sldId="477"/>
        </pc:sldMkLst>
      </pc:sldChg>
      <pc:sldChg chg="delSp modSp add mod">
        <pc:chgData name="Zheng, Binghuan" userId="0c8cd837-2f89-4b12-8657-4317aa4b18aa" providerId="ADAL" clId="{DB00DB67-FA87-4343-A891-4AD2DE0A735E}" dt="2023-05-18T08:13:37.002" v="4627" actId="20577"/>
        <pc:sldMkLst>
          <pc:docMk/>
          <pc:sldMk cId="1789271270" sldId="478"/>
        </pc:sldMkLst>
      </pc:sldChg>
      <pc:sldChg chg="addSp delSp modSp add del mod">
        <pc:chgData name="Zheng, Binghuan" userId="0c8cd837-2f89-4b12-8657-4317aa4b18aa" providerId="ADAL" clId="{DB00DB67-FA87-4343-A891-4AD2DE0A735E}" dt="2023-05-18T07:58:18.200" v="4574"/>
        <pc:sldMkLst>
          <pc:docMk/>
          <pc:sldMk cId="4074081102" sldId="478"/>
        </pc:sldMkLst>
      </pc:sldChg>
      <pc:sldChg chg="modSp add mod ord">
        <pc:chgData name="Zheng, Binghuan" userId="0c8cd837-2f89-4b12-8657-4317aa4b18aa" providerId="ADAL" clId="{DB00DB67-FA87-4343-A891-4AD2DE0A735E}" dt="2023-05-18T08:35:06.297" v="4657" actId="14734"/>
        <pc:sldMkLst>
          <pc:docMk/>
          <pc:sldMk cId="4177327766" sldId="479"/>
        </pc:sldMkLst>
      </pc:sldChg>
      <pc:sldChg chg="modSp add mod ord">
        <pc:chgData name="Zheng, Binghuan" userId="0c8cd837-2f89-4b12-8657-4317aa4b18aa" providerId="ADAL" clId="{DB00DB67-FA87-4343-A891-4AD2DE0A735E}" dt="2023-05-18T08:39:43.116" v="4691"/>
        <pc:sldMkLst>
          <pc:docMk/>
          <pc:sldMk cId="536687498" sldId="480"/>
        </pc:sldMkLst>
      </pc:sldChg>
      <pc:sldChg chg="modSp add mod">
        <pc:chgData name="Zheng, Binghuan" userId="0c8cd837-2f89-4b12-8657-4317aa4b18aa" providerId="ADAL" clId="{DB00DB67-FA87-4343-A891-4AD2DE0A735E}" dt="2023-05-18T12:08:27.513" v="5259"/>
        <pc:sldMkLst>
          <pc:docMk/>
          <pc:sldMk cId="788278670" sldId="481"/>
        </pc:sldMkLst>
      </pc:sldChg>
      <pc:sldChg chg="modSp add mod">
        <pc:chgData name="Zheng, Binghuan" userId="0c8cd837-2f89-4b12-8657-4317aa4b18aa" providerId="ADAL" clId="{DB00DB67-FA87-4343-A891-4AD2DE0A735E}" dt="2023-05-18T09:38:24.922" v="5002" actId="20577"/>
        <pc:sldMkLst>
          <pc:docMk/>
          <pc:sldMk cId="345076665" sldId="482"/>
        </pc:sldMkLst>
      </pc:sldChg>
      <pc:sldChg chg="modSp add mod ord">
        <pc:chgData name="Zheng, Binghuan" userId="0c8cd837-2f89-4b12-8657-4317aa4b18aa" providerId="ADAL" clId="{DB00DB67-FA87-4343-A891-4AD2DE0A735E}" dt="2023-05-18T11:57:13.526" v="5149"/>
        <pc:sldMkLst>
          <pc:docMk/>
          <pc:sldMk cId="1916881881" sldId="483"/>
        </pc:sldMkLst>
      </pc:sldChg>
      <pc:sldChg chg="modSp add mod ord">
        <pc:chgData name="Zheng, Binghuan" userId="0c8cd837-2f89-4b12-8657-4317aa4b18aa" providerId="ADAL" clId="{DB00DB67-FA87-4343-A891-4AD2DE0A735E}" dt="2023-05-18T12:07:25.895" v="5252"/>
        <pc:sldMkLst>
          <pc:docMk/>
          <pc:sldMk cId="2882291423" sldId="484"/>
        </pc:sldMkLst>
      </pc:sldChg>
      <pc:sldChg chg="add ord">
        <pc:chgData name="Zheng, Binghuan" userId="0c8cd837-2f89-4b12-8657-4317aa4b18aa" providerId="ADAL" clId="{DB00DB67-FA87-4343-A891-4AD2DE0A735E}" dt="2023-05-18T12:08:28.226" v="5260" actId="20578"/>
        <pc:sldMkLst>
          <pc:docMk/>
          <pc:sldMk cId="837894073" sldId="485"/>
        </pc:sldMkLst>
      </pc:sldChg>
    </pc:docChg>
  </pc:docChgLst>
  <pc:docChgLst>
    <pc:chgData name="Yu, Harry" userId="d07dd713-323b-41c6-b24d-c18be50fb4fc" providerId="ADAL" clId="{F08C8037-C502-4E6D-8951-FBC0DBE5BF1B}"/>
    <pc:docChg chg="undo redo custSel addSld delSld modSld sldOrd">
      <pc:chgData name="Yu, Harry" userId="d07dd713-323b-41c6-b24d-c18be50fb4fc" providerId="ADAL" clId="{F08C8037-C502-4E6D-8951-FBC0DBE5BF1B}" dt="2021-09-16T06:13:24.393" v="4621" actId="20577"/>
      <pc:docMkLst>
        <pc:docMk/>
      </pc:docMkLst>
      <pc:sldChg chg="modSp mod">
        <pc:chgData name="Yu, Harry" userId="d07dd713-323b-41c6-b24d-c18be50fb4fc" providerId="ADAL" clId="{F08C8037-C502-4E6D-8951-FBC0DBE5BF1B}" dt="2021-07-30T06:56:42.379" v="15" actId="20577"/>
        <pc:sldMkLst>
          <pc:docMk/>
          <pc:sldMk cId="2086400740" sldId="256"/>
        </pc:sldMkLst>
      </pc:sldChg>
      <pc:sldChg chg="modSp mod">
        <pc:chgData name="Yu, Harry" userId="d07dd713-323b-41c6-b24d-c18be50fb4fc" providerId="ADAL" clId="{F08C8037-C502-4E6D-8951-FBC0DBE5BF1B}" dt="2021-08-09T02:06:30.873" v="634" actId="20577"/>
        <pc:sldMkLst>
          <pc:docMk/>
          <pc:sldMk cId="1970846983" sldId="346"/>
        </pc:sldMkLst>
      </pc:sldChg>
      <pc:sldChg chg="modSp del mod">
        <pc:chgData name="Yu, Harry" userId="d07dd713-323b-41c6-b24d-c18be50fb4fc" providerId="ADAL" clId="{F08C8037-C502-4E6D-8951-FBC0DBE5BF1B}" dt="2021-07-30T07:29:33.142" v="50" actId="47"/>
        <pc:sldMkLst>
          <pc:docMk/>
          <pc:sldMk cId="1720989735" sldId="347"/>
        </pc:sldMkLst>
      </pc:sldChg>
      <pc:sldChg chg="del">
        <pc:chgData name="Yu, Harry" userId="d07dd713-323b-41c6-b24d-c18be50fb4fc" providerId="ADAL" clId="{F08C8037-C502-4E6D-8951-FBC0DBE5BF1B}" dt="2021-07-30T08:21:06.404" v="154" actId="47"/>
        <pc:sldMkLst>
          <pc:docMk/>
          <pc:sldMk cId="1047594624" sldId="348"/>
        </pc:sldMkLst>
      </pc:sldChg>
      <pc:sldChg chg="del">
        <pc:chgData name="Yu, Harry" userId="d07dd713-323b-41c6-b24d-c18be50fb4fc" providerId="ADAL" clId="{F08C8037-C502-4E6D-8951-FBC0DBE5BF1B}" dt="2021-07-30T08:21:06.404" v="154" actId="47"/>
        <pc:sldMkLst>
          <pc:docMk/>
          <pc:sldMk cId="1430307301" sldId="349"/>
        </pc:sldMkLst>
      </pc:sldChg>
      <pc:sldChg chg="del">
        <pc:chgData name="Yu, Harry" userId="d07dd713-323b-41c6-b24d-c18be50fb4fc" providerId="ADAL" clId="{F08C8037-C502-4E6D-8951-FBC0DBE5BF1B}" dt="2021-07-30T08:21:06.404" v="154" actId="47"/>
        <pc:sldMkLst>
          <pc:docMk/>
          <pc:sldMk cId="2694536849" sldId="350"/>
        </pc:sldMkLst>
      </pc:sldChg>
      <pc:sldChg chg="del">
        <pc:chgData name="Yu, Harry" userId="d07dd713-323b-41c6-b24d-c18be50fb4fc" providerId="ADAL" clId="{F08C8037-C502-4E6D-8951-FBC0DBE5BF1B}" dt="2021-07-30T08:21:06.404" v="154" actId="47"/>
        <pc:sldMkLst>
          <pc:docMk/>
          <pc:sldMk cId="744400410" sldId="351"/>
        </pc:sldMkLst>
      </pc:sldChg>
      <pc:sldChg chg="modSp del">
        <pc:chgData name="Yu, Harry" userId="d07dd713-323b-41c6-b24d-c18be50fb4fc" providerId="ADAL" clId="{F08C8037-C502-4E6D-8951-FBC0DBE5BF1B}" dt="2021-08-06T08:17:04.461" v="496" actId="47"/>
        <pc:sldMkLst>
          <pc:docMk/>
          <pc:sldMk cId="20239079" sldId="352"/>
        </pc:sldMkLst>
      </pc:sldChg>
      <pc:sldChg chg="addSp modSp mod">
        <pc:chgData name="Yu, Harry" userId="d07dd713-323b-41c6-b24d-c18be50fb4fc" providerId="ADAL" clId="{F08C8037-C502-4E6D-8951-FBC0DBE5BF1B}" dt="2021-08-24T00:23:22.995" v="4301" actId="20577"/>
        <pc:sldMkLst>
          <pc:docMk/>
          <pc:sldMk cId="2793958940" sldId="354"/>
        </pc:sldMkLst>
      </pc:sldChg>
      <pc:sldChg chg="del">
        <pc:chgData name="Yu, Harry" userId="d07dd713-323b-41c6-b24d-c18be50fb4fc" providerId="ADAL" clId="{F08C8037-C502-4E6D-8951-FBC0DBE5BF1B}" dt="2021-07-30T08:43:06.423" v="194" actId="2696"/>
        <pc:sldMkLst>
          <pc:docMk/>
          <pc:sldMk cId="1265383617" sldId="356"/>
        </pc:sldMkLst>
      </pc:sldChg>
      <pc:sldChg chg="del">
        <pc:chgData name="Yu, Harry" userId="d07dd713-323b-41c6-b24d-c18be50fb4fc" providerId="ADAL" clId="{F08C8037-C502-4E6D-8951-FBC0DBE5BF1B}" dt="2021-07-30T08:43:06.423" v="194" actId="2696"/>
        <pc:sldMkLst>
          <pc:docMk/>
          <pc:sldMk cId="516112021" sldId="357"/>
        </pc:sldMkLst>
      </pc:sldChg>
      <pc:sldChg chg="del">
        <pc:chgData name="Yu, Harry" userId="d07dd713-323b-41c6-b24d-c18be50fb4fc" providerId="ADAL" clId="{F08C8037-C502-4E6D-8951-FBC0DBE5BF1B}" dt="2021-07-30T08:46:56.506" v="205" actId="47"/>
        <pc:sldMkLst>
          <pc:docMk/>
          <pc:sldMk cId="762571728" sldId="359"/>
        </pc:sldMkLst>
      </pc:sldChg>
      <pc:sldChg chg="del">
        <pc:chgData name="Yu, Harry" userId="d07dd713-323b-41c6-b24d-c18be50fb4fc" providerId="ADAL" clId="{F08C8037-C502-4E6D-8951-FBC0DBE5BF1B}" dt="2021-07-30T08:46:56.506" v="205" actId="47"/>
        <pc:sldMkLst>
          <pc:docMk/>
          <pc:sldMk cId="1738908870" sldId="361"/>
        </pc:sldMkLst>
      </pc:sldChg>
      <pc:sldChg chg="del">
        <pc:chgData name="Yu, Harry" userId="d07dd713-323b-41c6-b24d-c18be50fb4fc" providerId="ADAL" clId="{F08C8037-C502-4E6D-8951-FBC0DBE5BF1B}" dt="2021-07-30T08:46:56.506" v="205" actId="47"/>
        <pc:sldMkLst>
          <pc:docMk/>
          <pc:sldMk cId="1803848135" sldId="362"/>
        </pc:sldMkLst>
      </pc:sldChg>
      <pc:sldChg chg="ord">
        <pc:chgData name="Yu, Harry" userId="d07dd713-323b-41c6-b24d-c18be50fb4fc" providerId="ADAL" clId="{F08C8037-C502-4E6D-8951-FBC0DBE5BF1B}" dt="2021-07-30T08:46:48.605" v="204"/>
        <pc:sldMkLst>
          <pc:docMk/>
          <pc:sldMk cId="830645897" sldId="363"/>
        </pc:sldMkLst>
      </pc:sldChg>
      <pc:sldChg chg="del">
        <pc:chgData name="Yu, Harry" userId="d07dd713-323b-41c6-b24d-c18be50fb4fc" providerId="ADAL" clId="{F08C8037-C502-4E6D-8951-FBC0DBE5BF1B}" dt="2021-07-30T08:46:56.506" v="205" actId="47"/>
        <pc:sldMkLst>
          <pc:docMk/>
          <pc:sldMk cId="2483991268" sldId="364"/>
        </pc:sldMkLst>
      </pc:sldChg>
      <pc:sldChg chg="del">
        <pc:chgData name="Yu, Harry" userId="d07dd713-323b-41c6-b24d-c18be50fb4fc" providerId="ADAL" clId="{F08C8037-C502-4E6D-8951-FBC0DBE5BF1B}" dt="2021-07-30T08:46:56.506" v="205" actId="47"/>
        <pc:sldMkLst>
          <pc:docMk/>
          <pc:sldMk cId="4124176753" sldId="365"/>
        </pc:sldMkLst>
      </pc:sldChg>
      <pc:sldChg chg="del">
        <pc:chgData name="Yu, Harry" userId="d07dd713-323b-41c6-b24d-c18be50fb4fc" providerId="ADAL" clId="{F08C8037-C502-4E6D-8951-FBC0DBE5BF1B}" dt="2021-07-30T08:46:56.506" v="205" actId="47"/>
        <pc:sldMkLst>
          <pc:docMk/>
          <pc:sldMk cId="1291149336" sldId="366"/>
        </pc:sldMkLst>
      </pc:sldChg>
      <pc:sldChg chg="ord">
        <pc:chgData name="Yu, Harry" userId="d07dd713-323b-41c6-b24d-c18be50fb4fc" providerId="ADAL" clId="{F08C8037-C502-4E6D-8951-FBC0DBE5BF1B}" dt="2021-08-04T06:36:21.500" v="276"/>
        <pc:sldMkLst>
          <pc:docMk/>
          <pc:sldMk cId="2886081286" sldId="367"/>
        </pc:sldMkLst>
      </pc:sldChg>
      <pc:sldChg chg="addSp delSp modSp mod">
        <pc:chgData name="Yu, Harry" userId="d07dd713-323b-41c6-b24d-c18be50fb4fc" providerId="ADAL" clId="{F08C8037-C502-4E6D-8951-FBC0DBE5BF1B}" dt="2021-09-09T03:28:56.933" v="4610" actId="207"/>
        <pc:sldMkLst>
          <pc:docMk/>
          <pc:sldMk cId="914646431" sldId="368"/>
        </pc:sldMkLst>
      </pc:sldChg>
      <pc:sldChg chg="modSp del">
        <pc:chgData name="Yu, Harry" userId="d07dd713-323b-41c6-b24d-c18be50fb4fc" providerId="ADAL" clId="{F08C8037-C502-4E6D-8951-FBC0DBE5BF1B}" dt="2021-08-05T09:23:31.821" v="454" actId="47"/>
        <pc:sldMkLst>
          <pc:docMk/>
          <pc:sldMk cId="3718417336" sldId="369"/>
        </pc:sldMkLst>
      </pc:sldChg>
      <pc:sldChg chg="modSp del">
        <pc:chgData name="Yu, Harry" userId="d07dd713-323b-41c6-b24d-c18be50fb4fc" providerId="ADAL" clId="{F08C8037-C502-4E6D-8951-FBC0DBE5BF1B}" dt="2021-08-06T08:16:43.127" v="494" actId="47"/>
        <pc:sldMkLst>
          <pc:docMk/>
          <pc:sldMk cId="332865271" sldId="370"/>
        </pc:sldMkLst>
      </pc:sldChg>
      <pc:sldChg chg="modSp del">
        <pc:chgData name="Yu, Harry" userId="d07dd713-323b-41c6-b24d-c18be50fb4fc" providerId="ADAL" clId="{F08C8037-C502-4E6D-8951-FBC0DBE5BF1B}" dt="2021-08-06T08:16:54.019" v="495" actId="47"/>
        <pc:sldMkLst>
          <pc:docMk/>
          <pc:sldMk cId="1301221291" sldId="371"/>
        </pc:sldMkLst>
      </pc:sldChg>
      <pc:sldChg chg="del">
        <pc:chgData name="Yu, Harry" userId="d07dd713-323b-41c6-b24d-c18be50fb4fc" providerId="ADAL" clId="{F08C8037-C502-4E6D-8951-FBC0DBE5BF1B}" dt="2021-08-06T08:16:54.019" v="495" actId="47"/>
        <pc:sldMkLst>
          <pc:docMk/>
          <pc:sldMk cId="777599342" sldId="372"/>
        </pc:sldMkLst>
      </pc:sldChg>
      <pc:sldChg chg="del">
        <pc:chgData name="Yu, Harry" userId="d07dd713-323b-41c6-b24d-c18be50fb4fc" providerId="ADAL" clId="{F08C8037-C502-4E6D-8951-FBC0DBE5BF1B}" dt="2021-08-06T08:16:54.019" v="495" actId="47"/>
        <pc:sldMkLst>
          <pc:docMk/>
          <pc:sldMk cId="1828527808" sldId="373"/>
        </pc:sldMkLst>
      </pc:sldChg>
      <pc:sldChg chg="del">
        <pc:chgData name="Yu, Harry" userId="d07dd713-323b-41c6-b24d-c18be50fb4fc" providerId="ADAL" clId="{F08C8037-C502-4E6D-8951-FBC0DBE5BF1B}" dt="2021-08-06T08:16:54.019" v="495" actId="47"/>
        <pc:sldMkLst>
          <pc:docMk/>
          <pc:sldMk cId="2145281802" sldId="374"/>
        </pc:sldMkLst>
      </pc:sldChg>
      <pc:sldChg chg="del">
        <pc:chgData name="Yu, Harry" userId="d07dd713-323b-41c6-b24d-c18be50fb4fc" providerId="ADAL" clId="{F08C8037-C502-4E6D-8951-FBC0DBE5BF1B}" dt="2021-08-06T08:17:04.461" v="496" actId="47"/>
        <pc:sldMkLst>
          <pc:docMk/>
          <pc:sldMk cId="4193153865" sldId="375"/>
        </pc:sldMkLst>
      </pc:sldChg>
      <pc:sldChg chg="modSp del">
        <pc:chgData name="Yu, Harry" userId="d07dd713-323b-41c6-b24d-c18be50fb4fc" providerId="ADAL" clId="{F08C8037-C502-4E6D-8951-FBC0DBE5BF1B}" dt="2021-08-06T08:16:54.019" v="495" actId="47"/>
        <pc:sldMkLst>
          <pc:docMk/>
          <pc:sldMk cId="1741195623" sldId="376"/>
        </pc:sldMkLst>
      </pc:sldChg>
      <pc:sldChg chg="modSp del">
        <pc:chgData name="Yu, Harry" userId="d07dd713-323b-41c6-b24d-c18be50fb4fc" providerId="ADAL" clId="{F08C8037-C502-4E6D-8951-FBC0DBE5BF1B}" dt="2021-08-06T08:16:54.019" v="495" actId="47"/>
        <pc:sldMkLst>
          <pc:docMk/>
          <pc:sldMk cId="36743268" sldId="377"/>
        </pc:sldMkLst>
      </pc:sldChg>
      <pc:sldChg chg="modSp del">
        <pc:chgData name="Yu, Harry" userId="d07dd713-323b-41c6-b24d-c18be50fb4fc" providerId="ADAL" clId="{F08C8037-C502-4E6D-8951-FBC0DBE5BF1B}" dt="2021-08-06T08:16:54.019" v="495" actId="47"/>
        <pc:sldMkLst>
          <pc:docMk/>
          <pc:sldMk cId="3668215363" sldId="378"/>
        </pc:sldMkLst>
      </pc:sldChg>
      <pc:sldChg chg="del">
        <pc:chgData name="Yu, Harry" userId="d07dd713-323b-41c6-b24d-c18be50fb4fc" providerId="ADAL" clId="{F08C8037-C502-4E6D-8951-FBC0DBE5BF1B}" dt="2021-08-06T08:16:54.019" v="495" actId="47"/>
        <pc:sldMkLst>
          <pc:docMk/>
          <pc:sldMk cId="400289930" sldId="379"/>
        </pc:sldMkLst>
      </pc:sldChg>
      <pc:sldChg chg="modSp del">
        <pc:chgData name="Yu, Harry" userId="d07dd713-323b-41c6-b24d-c18be50fb4fc" providerId="ADAL" clId="{F08C8037-C502-4E6D-8951-FBC0DBE5BF1B}" dt="2021-08-06T08:16:54.019" v="495" actId="47"/>
        <pc:sldMkLst>
          <pc:docMk/>
          <pc:sldMk cId="1634231022" sldId="380"/>
        </pc:sldMkLst>
      </pc:sldChg>
      <pc:sldChg chg="ord">
        <pc:chgData name="Yu, Harry" userId="d07dd713-323b-41c6-b24d-c18be50fb4fc" providerId="ADAL" clId="{F08C8037-C502-4E6D-8951-FBC0DBE5BF1B}" dt="2021-08-05T07:58:39.026" v="326"/>
        <pc:sldMkLst>
          <pc:docMk/>
          <pc:sldMk cId="224488440" sldId="381"/>
        </pc:sldMkLst>
      </pc:sldChg>
      <pc:sldChg chg="modSp del">
        <pc:chgData name="Yu, Harry" userId="d07dd713-323b-41c6-b24d-c18be50fb4fc" providerId="ADAL" clId="{F08C8037-C502-4E6D-8951-FBC0DBE5BF1B}" dt="2021-08-06T08:16:54.019" v="495" actId="47"/>
        <pc:sldMkLst>
          <pc:docMk/>
          <pc:sldMk cId="3386074264" sldId="382"/>
        </pc:sldMkLst>
      </pc:sldChg>
      <pc:sldChg chg="modSp del">
        <pc:chgData name="Yu, Harry" userId="d07dd713-323b-41c6-b24d-c18be50fb4fc" providerId="ADAL" clId="{F08C8037-C502-4E6D-8951-FBC0DBE5BF1B}" dt="2021-08-06T08:16:54.019" v="495" actId="47"/>
        <pc:sldMkLst>
          <pc:docMk/>
          <pc:sldMk cId="1106017697" sldId="383"/>
        </pc:sldMkLst>
      </pc:sldChg>
      <pc:sldChg chg="ord">
        <pc:chgData name="Yu, Harry" userId="d07dd713-323b-41c6-b24d-c18be50fb4fc" providerId="ADAL" clId="{F08C8037-C502-4E6D-8951-FBC0DBE5BF1B}" dt="2021-08-05T09:05:46.725" v="442"/>
        <pc:sldMkLst>
          <pc:docMk/>
          <pc:sldMk cId="3968152520" sldId="384"/>
        </pc:sldMkLst>
      </pc:sldChg>
      <pc:sldChg chg="modSp del">
        <pc:chgData name="Yu, Harry" userId="d07dd713-323b-41c6-b24d-c18be50fb4fc" providerId="ADAL" clId="{F08C8037-C502-4E6D-8951-FBC0DBE5BF1B}" dt="2021-08-06T08:16:54.019" v="495" actId="47"/>
        <pc:sldMkLst>
          <pc:docMk/>
          <pc:sldMk cId="4141823049" sldId="385"/>
        </pc:sldMkLst>
      </pc:sldChg>
      <pc:sldChg chg="modSp del">
        <pc:chgData name="Yu, Harry" userId="d07dd713-323b-41c6-b24d-c18be50fb4fc" providerId="ADAL" clId="{F08C8037-C502-4E6D-8951-FBC0DBE5BF1B}" dt="2021-08-06T08:16:54.019" v="495" actId="47"/>
        <pc:sldMkLst>
          <pc:docMk/>
          <pc:sldMk cId="4009894245" sldId="386"/>
        </pc:sldMkLst>
      </pc:sldChg>
      <pc:sldChg chg="addSp delSp modSp mod ord">
        <pc:chgData name="Yu, Harry" userId="d07dd713-323b-41c6-b24d-c18be50fb4fc" providerId="ADAL" clId="{F08C8037-C502-4E6D-8951-FBC0DBE5BF1B}" dt="2021-08-24T00:17:09.968" v="4220" actId="1036"/>
        <pc:sldMkLst>
          <pc:docMk/>
          <pc:sldMk cId="3675676484" sldId="387"/>
        </pc:sldMkLst>
      </pc:sldChg>
      <pc:sldChg chg="ord">
        <pc:chgData name="Yu, Harry" userId="d07dd713-323b-41c6-b24d-c18be50fb4fc" providerId="ADAL" clId="{F08C8037-C502-4E6D-8951-FBC0DBE5BF1B}" dt="2021-08-05T09:15:47.720" v="450"/>
        <pc:sldMkLst>
          <pc:docMk/>
          <pc:sldMk cId="3933054710" sldId="388"/>
        </pc:sldMkLst>
      </pc:sldChg>
      <pc:sldChg chg="modSp del">
        <pc:chgData name="Yu, Harry" userId="d07dd713-323b-41c6-b24d-c18be50fb4fc" providerId="ADAL" clId="{F08C8037-C502-4E6D-8951-FBC0DBE5BF1B}" dt="2021-08-06T08:16:54.019" v="495" actId="47"/>
        <pc:sldMkLst>
          <pc:docMk/>
          <pc:sldMk cId="4023221386" sldId="389"/>
        </pc:sldMkLst>
      </pc:sldChg>
      <pc:sldChg chg="modSp del">
        <pc:chgData name="Yu, Harry" userId="d07dd713-323b-41c6-b24d-c18be50fb4fc" providerId="ADAL" clId="{F08C8037-C502-4E6D-8951-FBC0DBE5BF1B}" dt="2021-08-06T08:16:54.019" v="495" actId="47"/>
        <pc:sldMkLst>
          <pc:docMk/>
          <pc:sldMk cId="1891120556" sldId="390"/>
        </pc:sldMkLst>
      </pc:sldChg>
      <pc:sldChg chg="modSp del">
        <pc:chgData name="Yu, Harry" userId="d07dd713-323b-41c6-b24d-c18be50fb4fc" providerId="ADAL" clId="{F08C8037-C502-4E6D-8951-FBC0DBE5BF1B}" dt="2021-08-06T08:16:54.019" v="495" actId="47"/>
        <pc:sldMkLst>
          <pc:docMk/>
          <pc:sldMk cId="1220728675" sldId="391"/>
        </pc:sldMkLst>
      </pc:sldChg>
      <pc:sldChg chg="ord">
        <pc:chgData name="Yu, Harry" userId="d07dd713-323b-41c6-b24d-c18be50fb4fc" providerId="ADAL" clId="{F08C8037-C502-4E6D-8951-FBC0DBE5BF1B}" dt="2021-08-05T03:43:37.931" v="318"/>
        <pc:sldMkLst>
          <pc:docMk/>
          <pc:sldMk cId="3818488837" sldId="392"/>
        </pc:sldMkLst>
      </pc:sldChg>
      <pc:sldChg chg="modSp del">
        <pc:chgData name="Yu, Harry" userId="d07dd713-323b-41c6-b24d-c18be50fb4fc" providerId="ADAL" clId="{F08C8037-C502-4E6D-8951-FBC0DBE5BF1B}" dt="2021-08-06T08:16:54.019" v="495" actId="47"/>
        <pc:sldMkLst>
          <pc:docMk/>
          <pc:sldMk cId="20146493" sldId="393"/>
        </pc:sldMkLst>
      </pc:sldChg>
      <pc:sldChg chg="modSp del">
        <pc:chgData name="Yu, Harry" userId="d07dd713-323b-41c6-b24d-c18be50fb4fc" providerId="ADAL" clId="{F08C8037-C502-4E6D-8951-FBC0DBE5BF1B}" dt="2021-08-06T08:16:54.019" v="495" actId="47"/>
        <pc:sldMkLst>
          <pc:docMk/>
          <pc:sldMk cId="1885818837" sldId="394"/>
        </pc:sldMkLst>
      </pc:sldChg>
      <pc:sldChg chg="modSp del">
        <pc:chgData name="Yu, Harry" userId="d07dd713-323b-41c6-b24d-c18be50fb4fc" providerId="ADAL" clId="{F08C8037-C502-4E6D-8951-FBC0DBE5BF1B}" dt="2021-08-06T08:16:54.019" v="495" actId="47"/>
        <pc:sldMkLst>
          <pc:docMk/>
          <pc:sldMk cId="3029800416" sldId="396"/>
        </pc:sldMkLst>
      </pc:sldChg>
      <pc:sldChg chg="ord">
        <pc:chgData name="Yu, Harry" userId="d07dd713-323b-41c6-b24d-c18be50fb4fc" providerId="ADAL" clId="{F08C8037-C502-4E6D-8951-FBC0DBE5BF1B}" dt="2021-08-05T09:23:26.364" v="453"/>
        <pc:sldMkLst>
          <pc:docMk/>
          <pc:sldMk cId="2484212312" sldId="397"/>
        </pc:sldMkLst>
      </pc:sldChg>
      <pc:sldChg chg="modSp del">
        <pc:chgData name="Yu, Harry" userId="d07dd713-323b-41c6-b24d-c18be50fb4fc" providerId="ADAL" clId="{F08C8037-C502-4E6D-8951-FBC0DBE5BF1B}" dt="2021-08-06T08:16:54.019" v="495" actId="47"/>
        <pc:sldMkLst>
          <pc:docMk/>
          <pc:sldMk cId="4033781814" sldId="398"/>
        </pc:sldMkLst>
      </pc:sldChg>
      <pc:sldChg chg="modSp del">
        <pc:chgData name="Yu, Harry" userId="d07dd713-323b-41c6-b24d-c18be50fb4fc" providerId="ADAL" clId="{F08C8037-C502-4E6D-8951-FBC0DBE5BF1B}" dt="2021-08-06T08:16:54.019" v="495" actId="47"/>
        <pc:sldMkLst>
          <pc:docMk/>
          <pc:sldMk cId="1399147271" sldId="399"/>
        </pc:sldMkLst>
      </pc:sldChg>
      <pc:sldChg chg="modSp del">
        <pc:chgData name="Yu, Harry" userId="d07dd713-323b-41c6-b24d-c18be50fb4fc" providerId="ADAL" clId="{F08C8037-C502-4E6D-8951-FBC0DBE5BF1B}" dt="2021-08-06T08:16:54.019" v="495" actId="47"/>
        <pc:sldMkLst>
          <pc:docMk/>
          <pc:sldMk cId="2963989402" sldId="400"/>
        </pc:sldMkLst>
      </pc:sldChg>
      <pc:sldChg chg="modSp del">
        <pc:chgData name="Yu, Harry" userId="d07dd713-323b-41c6-b24d-c18be50fb4fc" providerId="ADAL" clId="{F08C8037-C502-4E6D-8951-FBC0DBE5BF1B}" dt="2021-08-06T08:16:54.019" v="495" actId="47"/>
        <pc:sldMkLst>
          <pc:docMk/>
          <pc:sldMk cId="4220464762" sldId="401"/>
        </pc:sldMkLst>
      </pc:sldChg>
      <pc:sldChg chg="modSp mod">
        <pc:chgData name="Yu, Harry" userId="d07dd713-323b-41c6-b24d-c18be50fb4fc" providerId="ADAL" clId="{F08C8037-C502-4E6D-8951-FBC0DBE5BF1B}" dt="2021-08-24T02:49:14.317" v="4376" actId="20577"/>
        <pc:sldMkLst>
          <pc:docMk/>
          <pc:sldMk cId="723533408" sldId="402"/>
        </pc:sldMkLst>
      </pc:sldChg>
      <pc:sldChg chg="del">
        <pc:chgData name="Yu, Harry" userId="d07dd713-323b-41c6-b24d-c18be50fb4fc" providerId="ADAL" clId="{F08C8037-C502-4E6D-8951-FBC0DBE5BF1B}" dt="2021-08-06T08:17:04.461" v="496" actId="47"/>
        <pc:sldMkLst>
          <pc:docMk/>
          <pc:sldMk cId="3004043700" sldId="403"/>
        </pc:sldMkLst>
      </pc:sldChg>
      <pc:sldChg chg="delSp modSp mod">
        <pc:chgData name="Yu, Harry" userId="d07dd713-323b-41c6-b24d-c18be50fb4fc" providerId="ADAL" clId="{F08C8037-C502-4E6D-8951-FBC0DBE5BF1B}" dt="2021-08-17T05:58:58.971" v="3361" actId="20577"/>
        <pc:sldMkLst>
          <pc:docMk/>
          <pc:sldMk cId="2144906693" sldId="404"/>
        </pc:sldMkLst>
      </pc:sldChg>
      <pc:sldChg chg="addSp delSp modSp mod modNotesTx">
        <pc:chgData name="Yu, Harry" userId="d07dd713-323b-41c6-b24d-c18be50fb4fc" providerId="ADAL" clId="{F08C8037-C502-4E6D-8951-FBC0DBE5BF1B}" dt="2021-09-16T06:13:24.393" v="4621" actId="20577"/>
        <pc:sldMkLst>
          <pc:docMk/>
          <pc:sldMk cId="3009095594" sldId="405"/>
        </pc:sldMkLst>
      </pc:sldChg>
      <pc:sldChg chg="addSp delSp modSp mod">
        <pc:chgData name="Yu, Harry" userId="d07dd713-323b-41c6-b24d-c18be50fb4fc" providerId="ADAL" clId="{F08C8037-C502-4E6D-8951-FBC0DBE5BF1B}" dt="2021-08-24T00:13:23.712" v="4101" actId="20577"/>
        <pc:sldMkLst>
          <pc:docMk/>
          <pc:sldMk cId="3247937829" sldId="406"/>
        </pc:sldMkLst>
      </pc:sldChg>
      <pc:sldChg chg="addSp delSp modSp mod">
        <pc:chgData name="Yu, Harry" userId="d07dd713-323b-41c6-b24d-c18be50fb4fc" providerId="ADAL" clId="{F08C8037-C502-4E6D-8951-FBC0DBE5BF1B}" dt="2021-08-24T00:19:41.940" v="4266" actId="20577"/>
        <pc:sldMkLst>
          <pc:docMk/>
          <pc:sldMk cId="1787811616" sldId="407"/>
        </pc:sldMkLst>
      </pc:sldChg>
      <pc:sldChg chg="addSp delSp modSp mod">
        <pc:chgData name="Yu, Harry" userId="d07dd713-323b-41c6-b24d-c18be50fb4fc" providerId="ADAL" clId="{F08C8037-C502-4E6D-8951-FBC0DBE5BF1B}" dt="2021-08-17T05:12:42.837" v="2773" actId="20577"/>
        <pc:sldMkLst>
          <pc:docMk/>
          <pc:sldMk cId="702712558" sldId="408"/>
        </pc:sldMkLst>
      </pc:sldChg>
      <pc:sldChg chg="add del">
        <pc:chgData name="Yu, Harry" userId="d07dd713-323b-41c6-b24d-c18be50fb4fc" providerId="ADAL" clId="{F08C8037-C502-4E6D-8951-FBC0DBE5BF1B}" dt="2021-07-30T08:21:06.404" v="154" actId="47"/>
        <pc:sldMkLst>
          <pc:docMk/>
          <pc:sldMk cId="1210686159" sldId="408"/>
        </pc:sldMkLst>
      </pc:sldChg>
      <pc:sldChg chg="add del replId">
        <pc:chgData name="Yu, Harry" userId="d07dd713-323b-41c6-b24d-c18be50fb4fc" providerId="ADAL" clId="{F08C8037-C502-4E6D-8951-FBC0DBE5BF1B}" dt="2021-07-30T08:21:06.404" v="154" actId="47"/>
        <pc:sldMkLst>
          <pc:docMk/>
          <pc:sldMk cId="108597143" sldId="409"/>
        </pc:sldMkLst>
      </pc:sldChg>
      <pc:sldChg chg="addSp delSp modSp mod">
        <pc:chgData name="Yu, Harry" userId="d07dd713-323b-41c6-b24d-c18be50fb4fc" providerId="ADAL" clId="{F08C8037-C502-4E6D-8951-FBC0DBE5BF1B}" dt="2021-08-24T00:24:42.844" v="4312" actId="313"/>
        <pc:sldMkLst>
          <pc:docMk/>
          <pc:sldMk cId="2914717653" sldId="409"/>
        </pc:sldMkLst>
      </pc:sldChg>
      <pc:sldChg chg="add del replId">
        <pc:chgData name="Yu, Harry" userId="d07dd713-323b-41c6-b24d-c18be50fb4fc" providerId="ADAL" clId="{F08C8037-C502-4E6D-8951-FBC0DBE5BF1B}" dt="2021-07-30T08:21:06.404" v="154" actId="47"/>
        <pc:sldMkLst>
          <pc:docMk/>
          <pc:sldMk cId="1967063898" sldId="410"/>
        </pc:sldMkLst>
      </pc:sldChg>
      <pc:sldChg chg="addSp modSp mod">
        <pc:chgData name="Yu, Harry" userId="d07dd713-323b-41c6-b24d-c18be50fb4fc" providerId="ADAL" clId="{F08C8037-C502-4E6D-8951-FBC0DBE5BF1B}" dt="2021-08-17T05:17:49.147" v="2985" actId="404"/>
        <pc:sldMkLst>
          <pc:docMk/>
          <pc:sldMk cId="3552434572" sldId="410"/>
        </pc:sldMkLst>
      </pc:sldChg>
      <pc:sldChg chg="addSp delSp modSp mod">
        <pc:chgData name="Yu, Harry" userId="d07dd713-323b-41c6-b24d-c18be50fb4fc" providerId="ADAL" clId="{F08C8037-C502-4E6D-8951-FBC0DBE5BF1B}" dt="2021-08-24T00:27:50.287" v="4313" actId="20577"/>
        <pc:sldMkLst>
          <pc:docMk/>
          <pc:sldMk cId="510519173" sldId="411"/>
        </pc:sldMkLst>
      </pc:sldChg>
      <pc:sldChg chg="add del replId">
        <pc:chgData name="Yu, Harry" userId="d07dd713-323b-41c6-b24d-c18be50fb4fc" providerId="ADAL" clId="{F08C8037-C502-4E6D-8951-FBC0DBE5BF1B}" dt="2021-07-30T08:21:06.404" v="154" actId="47"/>
        <pc:sldMkLst>
          <pc:docMk/>
          <pc:sldMk cId="2609235885" sldId="411"/>
        </pc:sldMkLst>
      </pc:sldChg>
      <pc:sldChg chg="addSp delSp modSp mod modNotesTx">
        <pc:chgData name="Yu, Harry" userId="d07dd713-323b-41c6-b24d-c18be50fb4fc" providerId="ADAL" clId="{F08C8037-C502-4E6D-8951-FBC0DBE5BF1B}" dt="2021-09-02T00:02:29.487" v="4480" actId="21"/>
        <pc:sldMkLst>
          <pc:docMk/>
          <pc:sldMk cId="722008205" sldId="412"/>
        </pc:sldMkLst>
      </pc:sldChg>
      <pc:sldChg chg="addSp delSp modSp mod">
        <pc:chgData name="Yu, Harry" userId="d07dd713-323b-41c6-b24d-c18be50fb4fc" providerId="ADAL" clId="{F08C8037-C502-4E6D-8951-FBC0DBE5BF1B}" dt="2021-09-08T23:25:54.546" v="4550" actId="478"/>
        <pc:sldMkLst>
          <pc:docMk/>
          <pc:sldMk cId="561797139" sldId="413"/>
        </pc:sldMkLst>
      </pc:sldChg>
      <pc:sldChg chg="modSp del mod">
        <pc:chgData name="Yu, Harry" userId="d07dd713-323b-41c6-b24d-c18be50fb4fc" providerId="ADAL" clId="{F08C8037-C502-4E6D-8951-FBC0DBE5BF1B}" dt="2021-08-04T06:43:23.143" v="289" actId="47"/>
        <pc:sldMkLst>
          <pc:docMk/>
          <pc:sldMk cId="3250821438" sldId="414"/>
        </pc:sldMkLst>
      </pc:sldChg>
      <pc:sldChg chg="addSp delSp modSp mod">
        <pc:chgData name="Yu, Harry" userId="d07dd713-323b-41c6-b24d-c18be50fb4fc" providerId="ADAL" clId="{F08C8037-C502-4E6D-8951-FBC0DBE5BF1B}" dt="2021-08-24T00:36:45.647" v="4322" actId="207"/>
        <pc:sldMkLst>
          <pc:docMk/>
          <pc:sldMk cId="2489166660" sldId="415"/>
        </pc:sldMkLst>
      </pc:sldChg>
      <pc:sldChg chg="addSp delSp modSp mod">
        <pc:chgData name="Yu, Harry" userId="d07dd713-323b-41c6-b24d-c18be50fb4fc" providerId="ADAL" clId="{F08C8037-C502-4E6D-8951-FBC0DBE5BF1B}" dt="2021-08-24T00:34:56.042" v="4320"/>
        <pc:sldMkLst>
          <pc:docMk/>
          <pc:sldMk cId="3585669597" sldId="416"/>
        </pc:sldMkLst>
      </pc:sldChg>
      <pc:sldChg chg="addSp modSp mod">
        <pc:chgData name="Yu, Harry" userId="d07dd713-323b-41c6-b24d-c18be50fb4fc" providerId="ADAL" clId="{F08C8037-C502-4E6D-8951-FBC0DBE5BF1B}" dt="2021-08-24T00:37:12.799" v="4325" actId="20577"/>
        <pc:sldMkLst>
          <pc:docMk/>
          <pc:sldMk cId="1282720685" sldId="417"/>
        </pc:sldMkLst>
      </pc:sldChg>
      <pc:sldChg chg="addSp modSp mod">
        <pc:chgData name="Yu, Harry" userId="d07dd713-323b-41c6-b24d-c18be50fb4fc" providerId="ADAL" clId="{F08C8037-C502-4E6D-8951-FBC0DBE5BF1B}" dt="2021-08-10T04:18:50.594" v="1487" actId="20577"/>
        <pc:sldMkLst>
          <pc:docMk/>
          <pc:sldMk cId="943981249" sldId="418"/>
        </pc:sldMkLst>
      </pc:sldChg>
      <pc:sldChg chg="addSp modSp add del mod">
        <pc:chgData name="Yu, Harry" userId="d07dd713-323b-41c6-b24d-c18be50fb4fc" providerId="ADAL" clId="{F08C8037-C502-4E6D-8951-FBC0DBE5BF1B}" dt="2021-08-24T00:39:59.858" v="4340" actId="20577"/>
        <pc:sldMkLst>
          <pc:docMk/>
          <pc:sldMk cId="2968888852" sldId="419"/>
        </pc:sldMkLst>
      </pc:sldChg>
      <pc:sldChg chg="delSp modSp mod">
        <pc:chgData name="Yu, Harry" userId="d07dd713-323b-41c6-b24d-c18be50fb4fc" providerId="ADAL" clId="{F08C8037-C502-4E6D-8951-FBC0DBE5BF1B}" dt="2021-08-10T05:11:49.582" v="1500" actId="20577"/>
        <pc:sldMkLst>
          <pc:docMk/>
          <pc:sldMk cId="1065416071" sldId="420"/>
        </pc:sldMkLst>
      </pc:sldChg>
      <pc:sldChg chg="delSp modSp mod">
        <pc:chgData name="Yu, Harry" userId="d07dd713-323b-41c6-b24d-c18be50fb4fc" providerId="ADAL" clId="{F08C8037-C502-4E6D-8951-FBC0DBE5BF1B}" dt="2021-08-24T00:42:44.707" v="4341" actId="207"/>
        <pc:sldMkLst>
          <pc:docMk/>
          <pc:sldMk cId="3034569877" sldId="421"/>
        </pc:sldMkLst>
      </pc:sldChg>
      <pc:sldChg chg="addSp modSp mod">
        <pc:chgData name="Yu, Harry" userId="d07dd713-323b-41c6-b24d-c18be50fb4fc" providerId="ADAL" clId="{F08C8037-C502-4E6D-8951-FBC0DBE5BF1B}" dt="2021-08-17T05:39:35.726" v="3320" actId="20577"/>
        <pc:sldMkLst>
          <pc:docMk/>
          <pc:sldMk cId="4238224736" sldId="422"/>
        </pc:sldMkLst>
      </pc:sldChg>
      <pc:sldChg chg="modSp mod">
        <pc:chgData name="Yu, Harry" userId="d07dd713-323b-41c6-b24d-c18be50fb4fc" providerId="ADAL" clId="{F08C8037-C502-4E6D-8951-FBC0DBE5BF1B}" dt="2021-09-08T23:56:50.337" v="4555" actId="20577"/>
        <pc:sldMkLst>
          <pc:docMk/>
          <pc:sldMk cId="1488326449" sldId="423"/>
        </pc:sldMkLst>
      </pc:sldChg>
      <pc:sldChg chg="delSp modSp mod">
        <pc:chgData name="Yu, Harry" userId="d07dd713-323b-41c6-b24d-c18be50fb4fc" providerId="ADAL" clId="{F08C8037-C502-4E6D-8951-FBC0DBE5BF1B}" dt="2021-08-10T05:35:41.084" v="1680" actId="207"/>
        <pc:sldMkLst>
          <pc:docMk/>
          <pc:sldMk cId="574681852" sldId="424"/>
        </pc:sldMkLst>
      </pc:sldChg>
      <pc:sldChg chg="del">
        <pc:chgData name="Yu, Harry" userId="d07dd713-323b-41c6-b24d-c18be50fb4fc" providerId="ADAL" clId="{F08C8037-C502-4E6D-8951-FBC0DBE5BF1B}" dt="2021-08-05T08:50:35.490" v="420" actId="47"/>
        <pc:sldMkLst>
          <pc:docMk/>
          <pc:sldMk cId="3468971131" sldId="424"/>
        </pc:sldMkLst>
      </pc:sldChg>
      <pc:sldChg chg="addSp modSp mod">
        <pc:chgData name="Yu, Harry" userId="d07dd713-323b-41c6-b24d-c18be50fb4fc" providerId="ADAL" clId="{F08C8037-C502-4E6D-8951-FBC0DBE5BF1B}" dt="2021-08-24T00:49:35.340" v="4358" actId="20577"/>
        <pc:sldMkLst>
          <pc:docMk/>
          <pc:sldMk cId="776038252" sldId="425"/>
        </pc:sldMkLst>
      </pc:sldChg>
      <pc:sldChg chg="modSp del">
        <pc:chgData name="Yu, Harry" userId="d07dd713-323b-41c6-b24d-c18be50fb4fc" providerId="ADAL" clId="{F08C8037-C502-4E6D-8951-FBC0DBE5BF1B}" dt="2021-08-05T08:49:40.448" v="418"/>
        <pc:sldMkLst>
          <pc:docMk/>
          <pc:sldMk cId="3686006551" sldId="425"/>
        </pc:sldMkLst>
      </pc:sldChg>
      <pc:sldChg chg="modSp del">
        <pc:chgData name="Yu, Harry" userId="d07dd713-323b-41c6-b24d-c18be50fb4fc" providerId="ADAL" clId="{F08C8037-C502-4E6D-8951-FBC0DBE5BF1B}" dt="2021-08-05T08:47:34.976" v="414" actId="47"/>
        <pc:sldMkLst>
          <pc:docMk/>
          <pc:sldMk cId="4025012511" sldId="425"/>
        </pc:sldMkLst>
      </pc:sldChg>
      <pc:sldChg chg="modSp mod">
        <pc:chgData name="Yu, Harry" userId="d07dd713-323b-41c6-b24d-c18be50fb4fc" providerId="ADAL" clId="{F08C8037-C502-4E6D-8951-FBC0DBE5BF1B}" dt="2021-08-24T00:52:59.157" v="4359" actId="207"/>
        <pc:sldMkLst>
          <pc:docMk/>
          <pc:sldMk cId="2176729132" sldId="426"/>
        </pc:sldMkLst>
      </pc:sldChg>
      <pc:sldChg chg="modSp mod">
        <pc:chgData name="Yu, Harry" userId="d07dd713-323b-41c6-b24d-c18be50fb4fc" providerId="ADAL" clId="{F08C8037-C502-4E6D-8951-FBC0DBE5BF1B}" dt="2021-08-10T06:00:40.138" v="2059" actId="207"/>
        <pc:sldMkLst>
          <pc:docMk/>
          <pc:sldMk cId="1693173128" sldId="427"/>
        </pc:sldMkLst>
      </pc:sldChg>
      <pc:sldChg chg="del">
        <pc:chgData name="Yu, Harry" userId="d07dd713-323b-41c6-b24d-c18be50fb4fc" providerId="ADAL" clId="{F08C8037-C502-4E6D-8951-FBC0DBE5BF1B}" dt="2021-08-05T09:23:10.234" v="451"/>
        <pc:sldMkLst>
          <pc:docMk/>
          <pc:sldMk cId="4148787766" sldId="427"/>
        </pc:sldMkLst>
      </pc:sldChg>
      <pc:sldChg chg="addSp delSp modSp mod">
        <pc:chgData name="Yu, Harry" userId="d07dd713-323b-41c6-b24d-c18be50fb4fc" providerId="ADAL" clId="{F08C8037-C502-4E6D-8951-FBC0DBE5BF1B}" dt="2021-08-17T06:19:47.176" v="3779" actId="1076"/>
        <pc:sldMkLst>
          <pc:docMk/>
          <pc:sldMk cId="1898914133" sldId="428"/>
        </pc:sldMkLst>
      </pc:sldChg>
      <pc:sldChg chg="addSp delSp modSp mod">
        <pc:chgData name="Yu, Harry" userId="d07dd713-323b-41c6-b24d-c18be50fb4fc" providerId="ADAL" clId="{F08C8037-C502-4E6D-8951-FBC0DBE5BF1B}" dt="2021-09-07T05:49:12.731" v="4548" actId="20577"/>
        <pc:sldMkLst>
          <pc:docMk/>
          <pc:sldMk cId="2549360784" sldId="429"/>
        </pc:sldMkLst>
      </pc:sldChg>
      <pc:sldChg chg="delSp modSp mod">
        <pc:chgData name="Yu, Harry" userId="d07dd713-323b-41c6-b24d-c18be50fb4fc" providerId="ADAL" clId="{F08C8037-C502-4E6D-8951-FBC0DBE5BF1B}" dt="2021-08-10T06:11:48.280" v="2074" actId="207"/>
        <pc:sldMkLst>
          <pc:docMk/>
          <pc:sldMk cId="3710500859" sldId="430"/>
        </pc:sldMkLst>
      </pc:sldChg>
      <pc:sldChg chg="addSp modSp mod">
        <pc:chgData name="Yu, Harry" userId="d07dd713-323b-41c6-b24d-c18be50fb4fc" providerId="ADAL" clId="{F08C8037-C502-4E6D-8951-FBC0DBE5BF1B}" dt="2021-08-17T05:57:26.151" v="3350" actId="313"/>
        <pc:sldMkLst>
          <pc:docMk/>
          <pc:sldMk cId="3766124570" sldId="431"/>
        </pc:sldMkLst>
      </pc:sldChg>
      <pc:sldChg chg="delSp modSp mod">
        <pc:chgData name="Yu, Harry" userId="d07dd713-323b-41c6-b24d-c18be50fb4fc" providerId="ADAL" clId="{F08C8037-C502-4E6D-8951-FBC0DBE5BF1B}" dt="2021-08-10T06:15:05.456" v="2296" actId="20577"/>
        <pc:sldMkLst>
          <pc:docMk/>
          <pc:sldMk cId="2231879138" sldId="432"/>
        </pc:sldMkLst>
      </pc:sldChg>
      <pc:sldChg chg="modSp mod">
        <pc:chgData name="Yu, Harry" userId="d07dd713-323b-41c6-b24d-c18be50fb4fc" providerId="ADAL" clId="{F08C8037-C502-4E6D-8951-FBC0DBE5BF1B}" dt="2021-08-17T05:58:08.708" v="3352" actId="20577"/>
        <pc:sldMkLst>
          <pc:docMk/>
          <pc:sldMk cId="2330827398" sldId="433"/>
        </pc:sldMkLst>
      </pc:sldChg>
    </pc:docChg>
  </pc:docChgLst>
  <pc:docChgLst>
    <pc:chgData name="Yu, Harry" userId="d07dd713-323b-41c6-b24d-c18be50fb4fc" providerId="ADAL" clId="{7162C098-2ECC-4132-91F8-E4C4E59DAE32}"/>
    <pc:docChg chg="undo redo custSel addSld delSld modSld">
      <pc:chgData name="Yu, Harry" userId="d07dd713-323b-41c6-b24d-c18be50fb4fc" providerId="ADAL" clId="{7162C098-2ECC-4132-91F8-E4C4E59DAE32}" dt="2025-12-04T07:01:27.799" v="3088" actId="20577"/>
      <pc:docMkLst>
        <pc:docMk/>
      </pc:docMkLst>
      <pc:sldChg chg="modSp mod">
        <pc:chgData name="Yu, Harry" userId="d07dd713-323b-41c6-b24d-c18be50fb4fc" providerId="ADAL" clId="{7162C098-2ECC-4132-91F8-E4C4E59DAE32}" dt="2025-12-01T07:15:14.612" v="60" actId="20577"/>
        <pc:sldMkLst>
          <pc:docMk/>
          <pc:sldMk cId="2086400740" sldId="256"/>
        </pc:sldMkLst>
        <pc:spChg chg="mod">
          <ac:chgData name="Yu, Harry" userId="d07dd713-323b-41c6-b24d-c18be50fb4fc" providerId="ADAL" clId="{7162C098-2ECC-4132-91F8-E4C4E59DAE32}" dt="2025-12-01T07:15:00.487" v="56" actId="20577"/>
          <ac:spMkLst>
            <pc:docMk/>
            <pc:sldMk cId="2086400740" sldId="256"/>
            <ac:spMk id="5" creationId="{679F4BE2-8E4A-4003-B816-9E34781F7E88}"/>
          </ac:spMkLst>
        </pc:spChg>
        <pc:spChg chg="mod">
          <ac:chgData name="Yu, Harry" userId="d07dd713-323b-41c6-b24d-c18be50fb4fc" providerId="ADAL" clId="{7162C098-2ECC-4132-91F8-E4C4E59DAE32}" dt="2025-12-01T07:15:14.612" v="60" actId="20577"/>
          <ac:spMkLst>
            <pc:docMk/>
            <pc:sldMk cId="2086400740" sldId="256"/>
            <ac:spMk id="9" creationId="{ABEAF9F9-E88D-44A4-A1B6-BAA2E532B65E}"/>
          </ac:spMkLst>
        </pc:spChg>
      </pc:sldChg>
      <pc:sldChg chg="addSp delSp modSp del mod">
        <pc:chgData name="Yu, Harry" userId="d07dd713-323b-41c6-b24d-c18be50fb4fc" providerId="ADAL" clId="{7162C098-2ECC-4132-91F8-E4C4E59DAE32}" dt="2025-12-04T06:10:04.812" v="1088" actId="47"/>
        <pc:sldMkLst>
          <pc:docMk/>
          <pc:sldMk cId="1970846983" sldId="346"/>
        </pc:sldMkLst>
        <pc:spChg chg="add del mod">
          <ac:chgData name="Yu, Harry" userId="d07dd713-323b-41c6-b24d-c18be50fb4fc" providerId="ADAL" clId="{7162C098-2ECC-4132-91F8-E4C4E59DAE32}" dt="2025-12-04T06:07:44.686" v="863" actId="478"/>
          <ac:spMkLst>
            <pc:docMk/>
            <pc:sldMk cId="1970846983" sldId="346"/>
            <ac:spMk id="5" creationId="{04B42DCF-E116-3434-B0A6-BA2A676124FE}"/>
          </ac:spMkLst>
        </pc:spChg>
      </pc:sldChg>
      <pc:sldChg chg="addSp delSp modSp mod">
        <pc:chgData name="Yu, Harry" userId="d07dd713-323b-41c6-b24d-c18be50fb4fc" providerId="ADAL" clId="{7162C098-2ECC-4132-91F8-E4C4E59DAE32}" dt="2025-12-04T07:01:27.799" v="3088" actId="20577"/>
        <pc:sldMkLst>
          <pc:docMk/>
          <pc:sldMk cId="723533408" sldId="402"/>
        </pc:sldMkLst>
        <pc:spChg chg="mod">
          <ac:chgData name="Yu, Harry" userId="d07dd713-323b-41c6-b24d-c18be50fb4fc" providerId="ADAL" clId="{7162C098-2ECC-4132-91F8-E4C4E59DAE32}" dt="2025-12-04T06:08:16.296" v="867" actId="207"/>
          <ac:spMkLst>
            <pc:docMk/>
            <pc:sldMk cId="723533408" sldId="402"/>
            <ac:spMk id="2" creationId="{B2DCC6B2-4893-4AFD-A933-7468A12B60AF}"/>
          </ac:spMkLst>
        </pc:spChg>
        <pc:spChg chg="mod">
          <ac:chgData name="Yu, Harry" userId="d07dd713-323b-41c6-b24d-c18be50fb4fc" providerId="ADAL" clId="{7162C098-2ECC-4132-91F8-E4C4E59DAE32}" dt="2025-12-04T07:01:27.799" v="3088" actId="20577"/>
          <ac:spMkLst>
            <pc:docMk/>
            <pc:sldMk cId="723533408" sldId="402"/>
            <ac:spMk id="3" creationId="{96457946-1483-4C9A-8FE4-A2862E3EFF3F}"/>
          </ac:spMkLst>
        </pc:spChg>
        <pc:spChg chg="add del mod">
          <ac:chgData name="Yu, Harry" userId="d07dd713-323b-41c6-b24d-c18be50fb4fc" providerId="ADAL" clId="{7162C098-2ECC-4132-91F8-E4C4E59DAE32}" dt="2025-12-04T06:08:24.559" v="868" actId="478"/>
          <ac:spMkLst>
            <pc:docMk/>
            <pc:sldMk cId="723533408" sldId="402"/>
            <ac:spMk id="4" creationId="{F8863FE9-4292-2559-EA01-8292EB1A0854}"/>
          </ac:spMkLst>
        </pc:spChg>
      </pc:sldChg>
      <pc:sldChg chg="del">
        <pc:chgData name="Yu, Harry" userId="d07dd713-323b-41c6-b24d-c18be50fb4fc" providerId="ADAL" clId="{7162C098-2ECC-4132-91F8-E4C4E59DAE32}" dt="2025-12-02T07:18:13.864" v="198" actId="2696"/>
        <pc:sldMkLst>
          <pc:docMk/>
          <pc:sldMk cId="2059096030" sldId="437"/>
        </pc:sldMkLst>
      </pc:sldChg>
      <pc:sldChg chg="del">
        <pc:chgData name="Yu, Harry" userId="d07dd713-323b-41c6-b24d-c18be50fb4fc" providerId="ADAL" clId="{7162C098-2ECC-4132-91F8-E4C4E59DAE32}" dt="2025-12-02T07:18:27.901" v="199" actId="2696"/>
        <pc:sldMkLst>
          <pc:docMk/>
          <pc:sldMk cId="1495955687" sldId="444"/>
        </pc:sldMkLst>
      </pc:sldChg>
      <pc:sldChg chg="del">
        <pc:chgData name="Yu, Harry" userId="d07dd713-323b-41c6-b24d-c18be50fb4fc" providerId="ADAL" clId="{7162C098-2ECC-4132-91F8-E4C4E59DAE32}" dt="2025-12-02T07:18:27.901" v="199" actId="2696"/>
        <pc:sldMkLst>
          <pc:docMk/>
          <pc:sldMk cId="2988194818" sldId="447"/>
        </pc:sldMkLst>
      </pc:sldChg>
      <pc:sldChg chg="del">
        <pc:chgData name="Yu, Harry" userId="d07dd713-323b-41c6-b24d-c18be50fb4fc" providerId="ADAL" clId="{7162C098-2ECC-4132-91F8-E4C4E59DAE32}" dt="2025-12-02T07:18:27.901" v="199" actId="2696"/>
        <pc:sldMkLst>
          <pc:docMk/>
          <pc:sldMk cId="2209356476" sldId="450"/>
        </pc:sldMkLst>
      </pc:sldChg>
      <pc:sldChg chg="del">
        <pc:chgData name="Yu, Harry" userId="d07dd713-323b-41c6-b24d-c18be50fb4fc" providerId="ADAL" clId="{7162C098-2ECC-4132-91F8-E4C4E59DAE32}" dt="2025-12-01T07:17:52.047" v="87" actId="47"/>
        <pc:sldMkLst>
          <pc:docMk/>
          <pc:sldMk cId="2050256125" sldId="451"/>
        </pc:sldMkLst>
      </pc:sldChg>
      <pc:sldChg chg="del">
        <pc:chgData name="Yu, Harry" userId="d07dd713-323b-41c6-b24d-c18be50fb4fc" providerId="ADAL" clId="{7162C098-2ECC-4132-91F8-E4C4E59DAE32}" dt="2025-12-01T07:17:53.745" v="88" actId="47"/>
        <pc:sldMkLst>
          <pc:docMk/>
          <pc:sldMk cId="1443141661" sldId="486"/>
        </pc:sldMkLst>
      </pc:sldChg>
      <pc:sldChg chg="modSp mod">
        <pc:chgData name="Yu, Harry" userId="d07dd713-323b-41c6-b24d-c18be50fb4fc" providerId="ADAL" clId="{7162C098-2ECC-4132-91F8-E4C4E59DAE32}" dt="2025-12-04T06:25:39.216" v="1807" actId="120"/>
        <pc:sldMkLst>
          <pc:docMk/>
          <pc:sldMk cId="2985871454" sldId="487"/>
        </pc:sldMkLst>
        <pc:spChg chg="mod">
          <ac:chgData name="Yu, Harry" userId="d07dd713-323b-41c6-b24d-c18be50fb4fc" providerId="ADAL" clId="{7162C098-2ECC-4132-91F8-E4C4E59DAE32}" dt="2025-12-04T06:25:39.216" v="1807" actId="120"/>
          <ac:spMkLst>
            <pc:docMk/>
            <pc:sldMk cId="2985871454" sldId="487"/>
            <ac:spMk id="4" creationId="{739ED610-7AC8-45CD-BCC6-B494109E5D9F}"/>
          </ac:spMkLst>
        </pc:spChg>
        <pc:spChg chg="mod">
          <ac:chgData name="Yu, Harry" userId="d07dd713-323b-41c6-b24d-c18be50fb4fc" providerId="ADAL" clId="{7162C098-2ECC-4132-91F8-E4C4E59DAE32}" dt="2025-12-02T07:16:02.403" v="187" actId="20577"/>
          <ac:spMkLst>
            <pc:docMk/>
            <pc:sldMk cId="2985871454" sldId="487"/>
            <ac:spMk id="6" creationId="{0ED065AC-F3EF-42B0-A34B-DF7EED7FF8B9}"/>
          </ac:spMkLst>
        </pc:spChg>
        <pc:graphicFrameChg chg="mod modGraphic">
          <ac:chgData name="Yu, Harry" userId="d07dd713-323b-41c6-b24d-c18be50fb4fc" providerId="ADAL" clId="{7162C098-2ECC-4132-91F8-E4C4E59DAE32}" dt="2025-12-04T06:11:08.844" v="1128" actId="207"/>
          <ac:graphicFrameMkLst>
            <pc:docMk/>
            <pc:sldMk cId="2985871454" sldId="487"/>
            <ac:graphicFrameMk id="3" creationId="{503B5CA7-8C98-49CD-062E-DAB370D359FC}"/>
          </ac:graphicFrameMkLst>
        </pc:graphicFrameChg>
      </pc:sldChg>
      <pc:sldChg chg="del">
        <pc:chgData name="Yu, Harry" userId="d07dd713-323b-41c6-b24d-c18be50fb4fc" providerId="ADAL" clId="{7162C098-2ECC-4132-91F8-E4C4E59DAE32}" dt="2025-12-02T07:18:27.901" v="199" actId="2696"/>
        <pc:sldMkLst>
          <pc:docMk/>
          <pc:sldMk cId="2918012652" sldId="488"/>
        </pc:sldMkLst>
      </pc:sldChg>
      <pc:sldChg chg="del">
        <pc:chgData name="Yu, Harry" userId="d07dd713-323b-41c6-b24d-c18be50fb4fc" providerId="ADAL" clId="{7162C098-2ECC-4132-91F8-E4C4E59DAE32}" dt="2025-12-02T07:18:27.901" v="199" actId="2696"/>
        <pc:sldMkLst>
          <pc:docMk/>
          <pc:sldMk cId="2729596788" sldId="489"/>
        </pc:sldMkLst>
      </pc:sldChg>
      <pc:sldChg chg="del">
        <pc:chgData name="Yu, Harry" userId="d07dd713-323b-41c6-b24d-c18be50fb4fc" providerId="ADAL" clId="{7162C098-2ECC-4132-91F8-E4C4E59DAE32}" dt="2025-12-02T07:18:27.901" v="199" actId="2696"/>
        <pc:sldMkLst>
          <pc:docMk/>
          <pc:sldMk cId="522948719" sldId="490"/>
        </pc:sldMkLst>
      </pc:sldChg>
      <pc:sldChg chg="del">
        <pc:chgData name="Yu, Harry" userId="d07dd713-323b-41c6-b24d-c18be50fb4fc" providerId="ADAL" clId="{7162C098-2ECC-4132-91F8-E4C4E59DAE32}" dt="2025-12-02T07:18:27.901" v="199" actId="2696"/>
        <pc:sldMkLst>
          <pc:docMk/>
          <pc:sldMk cId="1838623475" sldId="491"/>
        </pc:sldMkLst>
      </pc:sldChg>
      <pc:sldChg chg="del">
        <pc:chgData name="Yu, Harry" userId="d07dd713-323b-41c6-b24d-c18be50fb4fc" providerId="ADAL" clId="{7162C098-2ECC-4132-91F8-E4C4E59DAE32}" dt="2025-12-02T07:18:27.901" v="199" actId="2696"/>
        <pc:sldMkLst>
          <pc:docMk/>
          <pc:sldMk cId="3011713260" sldId="492"/>
        </pc:sldMkLst>
      </pc:sldChg>
      <pc:sldChg chg="del">
        <pc:chgData name="Yu, Harry" userId="d07dd713-323b-41c6-b24d-c18be50fb4fc" providerId="ADAL" clId="{7162C098-2ECC-4132-91F8-E4C4E59DAE32}" dt="2025-12-02T07:18:27.901" v="199" actId="2696"/>
        <pc:sldMkLst>
          <pc:docMk/>
          <pc:sldMk cId="1857770909" sldId="493"/>
        </pc:sldMkLst>
      </pc:sldChg>
      <pc:sldChg chg="del">
        <pc:chgData name="Yu, Harry" userId="d07dd713-323b-41c6-b24d-c18be50fb4fc" providerId="ADAL" clId="{7162C098-2ECC-4132-91F8-E4C4E59DAE32}" dt="2025-12-02T07:18:27.901" v="199" actId="2696"/>
        <pc:sldMkLst>
          <pc:docMk/>
          <pc:sldMk cId="638383612" sldId="494"/>
        </pc:sldMkLst>
      </pc:sldChg>
      <pc:sldChg chg="del">
        <pc:chgData name="Yu, Harry" userId="d07dd713-323b-41c6-b24d-c18be50fb4fc" providerId="ADAL" clId="{7162C098-2ECC-4132-91F8-E4C4E59DAE32}" dt="2025-12-02T07:18:27.901" v="199" actId="2696"/>
        <pc:sldMkLst>
          <pc:docMk/>
          <pc:sldMk cId="3986514883" sldId="495"/>
        </pc:sldMkLst>
      </pc:sldChg>
      <pc:sldChg chg="del">
        <pc:chgData name="Yu, Harry" userId="d07dd713-323b-41c6-b24d-c18be50fb4fc" providerId="ADAL" clId="{7162C098-2ECC-4132-91F8-E4C4E59DAE32}" dt="2025-12-02T07:18:27.901" v="199" actId="2696"/>
        <pc:sldMkLst>
          <pc:docMk/>
          <pc:sldMk cId="4127238824" sldId="496"/>
        </pc:sldMkLst>
      </pc:sldChg>
      <pc:sldChg chg="del">
        <pc:chgData name="Yu, Harry" userId="d07dd713-323b-41c6-b24d-c18be50fb4fc" providerId="ADAL" clId="{7162C098-2ECC-4132-91F8-E4C4E59DAE32}" dt="2025-12-02T07:18:27.901" v="199" actId="2696"/>
        <pc:sldMkLst>
          <pc:docMk/>
          <pc:sldMk cId="1975868213" sldId="497"/>
        </pc:sldMkLst>
      </pc:sldChg>
      <pc:sldChg chg="del">
        <pc:chgData name="Yu, Harry" userId="d07dd713-323b-41c6-b24d-c18be50fb4fc" providerId="ADAL" clId="{7162C098-2ECC-4132-91F8-E4C4E59DAE32}" dt="2025-12-02T07:18:27.901" v="199" actId="2696"/>
        <pc:sldMkLst>
          <pc:docMk/>
          <pc:sldMk cId="2815045398" sldId="498"/>
        </pc:sldMkLst>
      </pc:sldChg>
      <pc:sldChg chg="del">
        <pc:chgData name="Yu, Harry" userId="d07dd713-323b-41c6-b24d-c18be50fb4fc" providerId="ADAL" clId="{7162C098-2ECC-4132-91F8-E4C4E59DAE32}" dt="2025-12-02T07:18:27.901" v="199" actId="2696"/>
        <pc:sldMkLst>
          <pc:docMk/>
          <pc:sldMk cId="1560715043" sldId="499"/>
        </pc:sldMkLst>
      </pc:sldChg>
      <pc:sldChg chg="del">
        <pc:chgData name="Yu, Harry" userId="d07dd713-323b-41c6-b24d-c18be50fb4fc" providerId="ADAL" clId="{7162C098-2ECC-4132-91F8-E4C4E59DAE32}" dt="2025-12-02T07:18:27.901" v="199" actId="2696"/>
        <pc:sldMkLst>
          <pc:docMk/>
          <pc:sldMk cId="2993275724" sldId="500"/>
        </pc:sldMkLst>
      </pc:sldChg>
      <pc:sldChg chg="del">
        <pc:chgData name="Yu, Harry" userId="d07dd713-323b-41c6-b24d-c18be50fb4fc" providerId="ADAL" clId="{7162C098-2ECC-4132-91F8-E4C4E59DAE32}" dt="2025-12-02T07:18:27.901" v="199" actId="2696"/>
        <pc:sldMkLst>
          <pc:docMk/>
          <pc:sldMk cId="1264831888" sldId="501"/>
        </pc:sldMkLst>
      </pc:sldChg>
      <pc:sldChg chg="del">
        <pc:chgData name="Yu, Harry" userId="d07dd713-323b-41c6-b24d-c18be50fb4fc" providerId="ADAL" clId="{7162C098-2ECC-4132-91F8-E4C4E59DAE32}" dt="2025-12-02T07:18:27.901" v="199" actId="2696"/>
        <pc:sldMkLst>
          <pc:docMk/>
          <pc:sldMk cId="3370009950" sldId="502"/>
        </pc:sldMkLst>
      </pc:sldChg>
      <pc:sldChg chg="del">
        <pc:chgData name="Yu, Harry" userId="d07dd713-323b-41c6-b24d-c18be50fb4fc" providerId="ADAL" clId="{7162C098-2ECC-4132-91F8-E4C4E59DAE32}" dt="2025-12-02T07:18:27.901" v="199" actId="2696"/>
        <pc:sldMkLst>
          <pc:docMk/>
          <pc:sldMk cId="3481064182" sldId="503"/>
        </pc:sldMkLst>
      </pc:sldChg>
      <pc:sldChg chg="del">
        <pc:chgData name="Yu, Harry" userId="d07dd713-323b-41c6-b24d-c18be50fb4fc" providerId="ADAL" clId="{7162C098-2ECC-4132-91F8-E4C4E59DAE32}" dt="2025-12-02T07:18:27.901" v="199" actId="2696"/>
        <pc:sldMkLst>
          <pc:docMk/>
          <pc:sldMk cId="2294451221" sldId="504"/>
        </pc:sldMkLst>
      </pc:sldChg>
      <pc:sldChg chg="del">
        <pc:chgData name="Yu, Harry" userId="d07dd713-323b-41c6-b24d-c18be50fb4fc" providerId="ADAL" clId="{7162C098-2ECC-4132-91F8-E4C4E59DAE32}" dt="2025-12-02T07:18:27.901" v="199" actId="2696"/>
        <pc:sldMkLst>
          <pc:docMk/>
          <pc:sldMk cId="1237411496" sldId="505"/>
        </pc:sldMkLst>
      </pc:sldChg>
      <pc:sldChg chg="del">
        <pc:chgData name="Yu, Harry" userId="d07dd713-323b-41c6-b24d-c18be50fb4fc" providerId="ADAL" clId="{7162C098-2ECC-4132-91F8-E4C4E59DAE32}" dt="2025-12-02T07:18:27.901" v="199" actId="2696"/>
        <pc:sldMkLst>
          <pc:docMk/>
          <pc:sldMk cId="1691443480" sldId="506"/>
        </pc:sldMkLst>
      </pc:sldChg>
      <pc:sldChg chg="del">
        <pc:chgData name="Yu, Harry" userId="d07dd713-323b-41c6-b24d-c18be50fb4fc" providerId="ADAL" clId="{7162C098-2ECC-4132-91F8-E4C4E59DAE32}" dt="2025-12-02T07:18:27.901" v="199" actId="2696"/>
        <pc:sldMkLst>
          <pc:docMk/>
          <pc:sldMk cId="4001441323" sldId="507"/>
        </pc:sldMkLst>
      </pc:sldChg>
      <pc:sldChg chg="del">
        <pc:chgData name="Yu, Harry" userId="d07dd713-323b-41c6-b24d-c18be50fb4fc" providerId="ADAL" clId="{7162C098-2ECC-4132-91F8-E4C4E59DAE32}" dt="2025-12-02T07:18:27.901" v="199" actId="2696"/>
        <pc:sldMkLst>
          <pc:docMk/>
          <pc:sldMk cId="91791109" sldId="508"/>
        </pc:sldMkLst>
      </pc:sldChg>
      <pc:sldChg chg="del">
        <pc:chgData name="Yu, Harry" userId="d07dd713-323b-41c6-b24d-c18be50fb4fc" providerId="ADAL" clId="{7162C098-2ECC-4132-91F8-E4C4E59DAE32}" dt="2025-12-02T07:18:27.901" v="199" actId="2696"/>
        <pc:sldMkLst>
          <pc:docMk/>
          <pc:sldMk cId="3317381244" sldId="509"/>
        </pc:sldMkLst>
      </pc:sldChg>
      <pc:sldChg chg="del">
        <pc:chgData name="Yu, Harry" userId="d07dd713-323b-41c6-b24d-c18be50fb4fc" providerId="ADAL" clId="{7162C098-2ECC-4132-91F8-E4C4E59DAE32}" dt="2025-12-02T07:18:27.901" v="199" actId="2696"/>
        <pc:sldMkLst>
          <pc:docMk/>
          <pc:sldMk cId="3724086086" sldId="510"/>
        </pc:sldMkLst>
      </pc:sldChg>
      <pc:sldChg chg="del">
        <pc:chgData name="Yu, Harry" userId="d07dd713-323b-41c6-b24d-c18be50fb4fc" providerId="ADAL" clId="{7162C098-2ECC-4132-91F8-E4C4E59DAE32}" dt="2025-12-02T07:18:27.901" v="199" actId="2696"/>
        <pc:sldMkLst>
          <pc:docMk/>
          <pc:sldMk cId="1885676024" sldId="511"/>
        </pc:sldMkLst>
      </pc:sldChg>
      <pc:sldChg chg="del">
        <pc:chgData name="Yu, Harry" userId="d07dd713-323b-41c6-b24d-c18be50fb4fc" providerId="ADAL" clId="{7162C098-2ECC-4132-91F8-E4C4E59DAE32}" dt="2025-12-02T07:18:27.901" v="199" actId="2696"/>
        <pc:sldMkLst>
          <pc:docMk/>
          <pc:sldMk cId="1713096378" sldId="512"/>
        </pc:sldMkLst>
      </pc:sldChg>
      <pc:sldChg chg="del">
        <pc:chgData name="Yu, Harry" userId="d07dd713-323b-41c6-b24d-c18be50fb4fc" providerId="ADAL" clId="{7162C098-2ECC-4132-91F8-E4C4E59DAE32}" dt="2025-12-02T07:18:27.901" v="199" actId="2696"/>
        <pc:sldMkLst>
          <pc:docMk/>
          <pc:sldMk cId="453494785" sldId="513"/>
        </pc:sldMkLst>
      </pc:sldChg>
      <pc:sldChg chg="del">
        <pc:chgData name="Yu, Harry" userId="d07dd713-323b-41c6-b24d-c18be50fb4fc" providerId="ADAL" clId="{7162C098-2ECC-4132-91F8-E4C4E59DAE32}" dt="2025-12-02T07:18:27.901" v="199" actId="2696"/>
        <pc:sldMkLst>
          <pc:docMk/>
          <pc:sldMk cId="486828748" sldId="514"/>
        </pc:sldMkLst>
      </pc:sldChg>
      <pc:sldChg chg="del">
        <pc:chgData name="Yu, Harry" userId="d07dd713-323b-41c6-b24d-c18be50fb4fc" providerId="ADAL" clId="{7162C098-2ECC-4132-91F8-E4C4E59DAE32}" dt="2025-12-02T07:18:27.901" v="199" actId="2696"/>
        <pc:sldMkLst>
          <pc:docMk/>
          <pc:sldMk cId="3115430750" sldId="515"/>
        </pc:sldMkLst>
      </pc:sldChg>
      <pc:sldChg chg="del">
        <pc:chgData name="Yu, Harry" userId="d07dd713-323b-41c6-b24d-c18be50fb4fc" providerId="ADAL" clId="{7162C098-2ECC-4132-91F8-E4C4E59DAE32}" dt="2025-12-02T07:18:27.901" v="199" actId="2696"/>
        <pc:sldMkLst>
          <pc:docMk/>
          <pc:sldMk cId="4027813640" sldId="516"/>
        </pc:sldMkLst>
      </pc:sldChg>
      <pc:sldChg chg="del">
        <pc:chgData name="Yu, Harry" userId="d07dd713-323b-41c6-b24d-c18be50fb4fc" providerId="ADAL" clId="{7162C098-2ECC-4132-91F8-E4C4E59DAE32}" dt="2025-12-02T07:18:27.901" v="199" actId="2696"/>
        <pc:sldMkLst>
          <pc:docMk/>
          <pc:sldMk cId="3543675474" sldId="517"/>
        </pc:sldMkLst>
      </pc:sldChg>
      <pc:sldChg chg="del">
        <pc:chgData name="Yu, Harry" userId="d07dd713-323b-41c6-b24d-c18be50fb4fc" providerId="ADAL" clId="{7162C098-2ECC-4132-91F8-E4C4E59DAE32}" dt="2025-12-02T07:18:27.901" v="199" actId="2696"/>
        <pc:sldMkLst>
          <pc:docMk/>
          <pc:sldMk cId="3494725010" sldId="518"/>
        </pc:sldMkLst>
      </pc:sldChg>
      <pc:sldChg chg="del">
        <pc:chgData name="Yu, Harry" userId="d07dd713-323b-41c6-b24d-c18be50fb4fc" providerId="ADAL" clId="{7162C098-2ECC-4132-91F8-E4C4E59DAE32}" dt="2025-12-02T07:18:27.901" v="199" actId="2696"/>
        <pc:sldMkLst>
          <pc:docMk/>
          <pc:sldMk cId="2344740167" sldId="519"/>
        </pc:sldMkLst>
      </pc:sldChg>
      <pc:sldChg chg="del">
        <pc:chgData name="Yu, Harry" userId="d07dd713-323b-41c6-b24d-c18be50fb4fc" providerId="ADAL" clId="{7162C098-2ECC-4132-91F8-E4C4E59DAE32}" dt="2025-12-02T07:18:27.901" v="199" actId="2696"/>
        <pc:sldMkLst>
          <pc:docMk/>
          <pc:sldMk cId="1303671432" sldId="520"/>
        </pc:sldMkLst>
      </pc:sldChg>
      <pc:sldChg chg="del">
        <pc:chgData name="Yu, Harry" userId="d07dd713-323b-41c6-b24d-c18be50fb4fc" providerId="ADAL" clId="{7162C098-2ECC-4132-91F8-E4C4E59DAE32}" dt="2025-12-02T07:18:27.901" v="199" actId="2696"/>
        <pc:sldMkLst>
          <pc:docMk/>
          <pc:sldMk cId="3240281301" sldId="521"/>
        </pc:sldMkLst>
      </pc:sldChg>
      <pc:sldChg chg="del">
        <pc:chgData name="Yu, Harry" userId="d07dd713-323b-41c6-b24d-c18be50fb4fc" providerId="ADAL" clId="{7162C098-2ECC-4132-91F8-E4C4E59DAE32}" dt="2025-12-02T07:18:27.901" v="199" actId="2696"/>
        <pc:sldMkLst>
          <pc:docMk/>
          <pc:sldMk cId="1631761778" sldId="522"/>
        </pc:sldMkLst>
      </pc:sldChg>
      <pc:sldChg chg="del">
        <pc:chgData name="Yu, Harry" userId="d07dd713-323b-41c6-b24d-c18be50fb4fc" providerId="ADAL" clId="{7162C098-2ECC-4132-91F8-E4C4E59DAE32}" dt="2025-12-02T07:18:27.901" v="199" actId="2696"/>
        <pc:sldMkLst>
          <pc:docMk/>
          <pc:sldMk cId="2707869640" sldId="523"/>
        </pc:sldMkLst>
      </pc:sldChg>
      <pc:sldChg chg="del">
        <pc:chgData name="Yu, Harry" userId="d07dd713-323b-41c6-b24d-c18be50fb4fc" providerId="ADAL" clId="{7162C098-2ECC-4132-91F8-E4C4E59DAE32}" dt="2025-12-02T07:18:27.901" v="199" actId="2696"/>
        <pc:sldMkLst>
          <pc:docMk/>
          <pc:sldMk cId="1122803921" sldId="524"/>
        </pc:sldMkLst>
      </pc:sldChg>
      <pc:sldChg chg="del">
        <pc:chgData name="Yu, Harry" userId="d07dd713-323b-41c6-b24d-c18be50fb4fc" providerId="ADAL" clId="{7162C098-2ECC-4132-91F8-E4C4E59DAE32}" dt="2025-12-01T07:11:12.105" v="0" actId="47"/>
        <pc:sldMkLst>
          <pc:docMk/>
          <pc:sldMk cId="528219773" sldId="525"/>
        </pc:sldMkLst>
      </pc:sldChg>
      <pc:sldChg chg="addSp modSp del">
        <pc:chgData name="Yu, Harry" userId="d07dd713-323b-41c6-b24d-c18be50fb4fc" providerId="ADAL" clId="{7162C098-2ECC-4132-91F8-E4C4E59DAE32}" dt="2025-12-04T06:07:54.155" v="864" actId="47"/>
        <pc:sldMkLst>
          <pc:docMk/>
          <pc:sldMk cId="1563753362" sldId="526"/>
        </pc:sldMkLst>
      </pc:sldChg>
      <pc:sldChg chg="delSp modSp add mod">
        <pc:chgData name="Yu, Harry" userId="d07dd713-323b-41c6-b24d-c18be50fb4fc" providerId="ADAL" clId="{7162C098-2ECC-4132-91F8-E4C4E59DAE32}" dt="2025-12-02T07:26:35.653" v="287" actId="3064"/>
        <pc:sldMkLst>
          <pc:docMk/>
          <pc:sldMk cId="3602542456" sldId="527"/>
        </pc:sldMkLst>
        <pc:spChg chg="mod">
          <ac:chgData name="Yu, Harry" userId="d07dd713-323b-41c6-b24d-c18be50fb4fc" providerId="ADAL" clId="{7162C098-2ECC-4132-91F8-E4C4E59DAE32}" dt="2025-12-02T07:20:10.862" v="252" actId="20577"/>
          <ac:spMkLst>
            <pc:docMk/>
            <pc:sldMk cId="3602542456" sldId="527"/>
            <ac:spMk id="6" creationId="{FC3F17BF-EB15-367A-B686-4A8C5BCFEB72}"/>
          </ac:spMkLst>
        </pc:spChg>
        <pc:graphicFrameChg chg="mod ord modGraphic">
          <ac:chgData name="Yu, Harry" userId="d07dd713-323b-41c6-b24d-c18be50fb4fc" providerId="ADAL" clId="{7162C098-2ECC-4132-91F8-E4C4E59DAE32}" dt="2025-12-02T07:26:35.653" v="287" actId="3064"/>
          <ac:graphicFrameMkLst>
            <pc:docMk/>
            <pc:sldMk cId="3602542456" sldId="527"/>
            <ac:graphicFrameMk id="3" creationId="{351DB00D-02B5-EE24-4923-7CBE09734015}"/>
          </ac:graphicFrameMkLst>
        </pc:graphicFrameChg>
      </pc:sldChg>
      <pc:sldChg chg="del">
        <pc:chgData name="Yu, Harry" userId="d07dd713-323b-41c6-b24d-c18be50fb4fc" providerId="ADAL" clId="{7162C098-2ECC-4132-91F8-E4C4E59DAE32}" dt="2025-12-01T07:11:12.105" v="0" actId="47"/>
        <pc:sldMkLst>
          <pc:docMk/>
          <pc:sldMk cId="4033759234" sldId="527"/>
        </pc:sldMkLst>
      </pc:sldChg>
      <pc:sldChg chg="modSp add mod">
        <pc:chgData name="Yu, Harry" userId="d07dd713-323b-41c6-b24d-c18be50fb4fc" providerId="ADAL" clId="{7162C098-2ECC-4132-91F8-E4C4E59DAE32}" dt="2025-12-04T06:25:47.708" v="1808" actId="120"/>
        <pc:sldMkLst>
          <pc:docMk/>
          <pc:sldMk cId="541890663" sldId="528"/>
        </pc:sldMkLst>
        <pc:spChg chg="mod">
          <ac:chgData name="Yu, Harry" userId="d07dd713-323b-41c6-b24d-c18be50fb4fc" providerId="ADAL" clId="{7162C098-2ECC-4132-91F8-E4C4E59DAE32}" dt="2025-12-04T06:25:47.708" v="1808" actId="120"/>
          <ac:spMkLst>
            <pc:docMk/>
            <pc:sldMk cId="541890663" sldId="528"/>
            <ac:spMk id="4" creationId="{D0233E62-AE42-22C5-599A-B5180A0EA9F5}"/>
          </ac:spMkLst>
        </pc:spChg>
        <pc:spChg chg="mod">
          <ac:chgData name="Yu, Harry" userId="d07dd713-323b-41c6-b24d-c18be50fb4fc" providerId="ADAL" clId="{7162C098-2ECC-4132-91F8-E4C4E59DAE32}" dt="2025-12-02T07:27:47.261" v="289"/>
          <ac:spMkLst>
            <pc:docMk/>
            <pc:sldMk cId="541890663" sldId="528"/>
            <ac:spMk id="6" creationId="{992EE623-CFEE-E9C0-1EC8-D31392AE1B91}"/>
          </ac:spMkLst>
        </pc:spChg>
        <pc:graphicFrameChg chg="mod modGraphic">
          <ac:chgData name="Yu, Harry" userId="d07dd713-323b-41c6-b24d-c18be50fb4fc" providerId="ADAL" clId="{7162C098-2ECC-4132-91F8-E4C4E59DAE32}" dt="2025-12-02T07:31:51.909" v="334" actId="3064"/>
          <ac:graphicFrameMkLst>
            <pc:docMk/>
            <pc:sldMk cId="541890663" sldId="528"/>
            <ac:graphicFrameMk id="3" creationId="{C2857577-AB83-73C4-ECA5-A7FEC2949E01}"/>
          </ac:graphicFrameMkLst>
        </pc:graphicFrameChg>
      </pc:sldChg>
      <pc:sldChg chg="del">
        <pc:chgData name="Yu, Harry" userId="d07dd713-323b-41c6-b24d-c18be50fb4fc" providerId="ADAL" clId="{7162C098-2ECC-4132-91F8-E4C4E59DAE32}" dt="2025-12-02T07:18:27.901" v="199" actId="2696"/>
        <pc:sldMkLst>
          <pc:docMk/>
          <pc:sldMk cId="2826538445" sldId="528"/>
        </pc:sldMkLst>
      </pc:sldChg>
      <pc:sldChg chg="modSp add mod">
        <pc:chgData name="Yu, Harry" userId="d07dd713-323b-41c6-b24d-c18be50fb4fc" providerId="ADAL" clId="{7162C098-2ECC-4132-91F8-E4C4E59DAE32}" dt="2025-12-04T06:16:40.806" v="1561" actId="1037"/>
        <pc:sldMkLst>
          <pc:docMk/>
          <pc:sldMk cId="100932688" sldId="529"/>
        </pc:sldMkLst>
        <pc:spChg chg="mod">
          <ac:chgData name="Yu, Harry" userId="d07dd713-323b-41c6-b24d-c18be50fb4fc" providerId="ADAL" clId="{7162C098-2ECC-4132-91F8-E4C4E59DAE32}" dt="2025-12-04T06:16:40.806" v="1561" actId="1037"/>
          <ac:spMkLst>
            <pc:docMk/>
            <pc:sldMk cId="100932688" sldId="529"/>
            <ac:spMk id="4" creationId="{9C6522E8-D6ED-58AB-BCE1-05757D255579}"/>
          </ac:spMkLst>
        </pc:spChg>
        <pc:spChg chg="mod">
          <ac:chgData name="Yu, Harry" userId="d07dd713-323b-41c6-b24d-c18be50fb4fc" providerId="ADAL" clId="{7162C098-2ECC-4132-91F8-E4C4E59DAE32}" dt="2025-12-02T07:33:02.738" v="365" actId="20577"/>
          <ac:spMkLst>
            <pc:docMk/>
            <pc:sldMk cId="100932688" sldId="529"/>
            <ac:spMk id="6" creationId="{7B77C9C6-8D89-1EFB-AE08-2E73A147FAC5}"/>
          </ac:spMkLst>
        </pc:spChg>
        <pc:graphicFrameChg chg="mod modGraphic">
          <ac:chgData name="Yu, Harry" userId="d07dd713-323b-41c6-b24d-c18be50fb4fc" providerId="ADAL" clId="{7162C098-2ECC-4132-91F8-E4C4E59DAE32}" dt="2025-12-02T07:38:25.084" v="416" actId="20577"/>
          <ac:graphicFrameMkLst>
            <pc:docMk/>
            <pc:sldMk cId="100932688" sldId="529"/>
            <ac:graphicFrameMk id="3" creationId="{D16E7589-BC21-F0B3-A79A-703987C1D023}"/>
          </ac:graphicFrameMkLst>
        </pc:graphicFrameChg>
      </pc:sldChg>
      <pc:sldChg chg="del">
        <pc:chgData name="Yu, Harry" userId="d07dd713-323b-41c6-b24d-c18be50fb4fc" providerId="ADAL" clId="{7162C098-2ECC-4132-91F8-E4C4E59DAE32}" dt="2025-12-01T07:11:12.105" v="0" actId="47"/>
        <pc:sldMkLst>
          <pc:docMk/>
          <pc:sldMk cId="3592081840" sldId="529"/>
        </pc:sldMkLst>
      </pc:sldChg>
      <pc:sldChg chg="modSp add mod">
        <pc:chgData name="Yu, Harry" userId="d07dd713-323b-41c6-b24d-c18be50fb4fc" providerId="ADAL" clId="{7162C098-2ECC-4132-91F8-E4C4E59DAE32}" dt="2025-12-04T06:25:32.165" v="1806" actId="20577"/>
        <pc:sldMkLst>
          <pc:docMk/>
          <pc:sldMk cId="3552669855" sldId="530"/>
        </pc:sldMkLst>
        <pc:spChg chg="mod">
          <ac:chgData name="Yu, Harry" userId="d07dd713-323b-41c6-b24d-c18be50fb4fc" providerId="ADAL" clId="{7162C098-2ECC-4132-91F8-E4C4E59DAE32}" dt="2025-12-04T06:25:32.165" v="1806" actId="20577"/>
          <ac:spMkLst>
            <pc:docMk/>
            <pc:sldMk cId="3552669855" sldId="530"/>
            <ac:spMk id="4" creationId="{E7028F43-6C0F-4064-3E00-6C39B919F97F}"/>
          </ac:spMkLst>
        </pc:spChg>
        <pc:spChg chg="mod">
          <ac:chgData name="Yu, Harry" userId="d07dd713-323b-41c6-b24d-c18be50fb4fc" providerId="ADAL" clId="{7162C098-2ECC-4132-91F8-E4C4E59DAE32}" dt="2025-12-02T07:38:46.183" v="419" actId="20577"/>
          <ac:spMkLst>
            <pc:docMk/>
            <pc:sldMk cId="3552669855" sldId="530"/>
            <ac:spMk id="6" creationId="{2DD2892F-9685-66DE-3B99-59F33826F297}"/>
          </ac:spMkLst>
        </pc:spChg>
        <pc:graphicFrameChg chg="mod modGraphic">
          <ac:chgData name="Yu, Harry" userId="d07dd713-323b-41c6-b24d-c18be50fb4fc" providerId="ADAL" clId="{7162C098-2ECC-4132-91F8-E4C4E59DAE32}" dt="2025-12-02T07:49:41.138" v="445" actId="255"/>
          <ac:graphicFrameMkLst>
            <pc:docMk/>
            <pc:sldMk cId="3552669855" sldId="530"/>
            <ac:graphicFrameMk id="3" creationId="{BE84A90E-2FE1-798B-5938-D6380DDF12AF}"/>
          </ac:graphicFrameMkLst>
        </pc:graphicFrameChg>
      </pc:sldChg>
      <pc:sldChg chg="delSp modSp add mod">
        <pc:chgData name="Yu, Harry" userId="d07dd713-323b-41c6-b24d-c18be50fb4fc" providerId="ADAL" clId="{7162C098-2ECC-4132-91F8-E4C4E59DAE32}" dt="2025-12-04T06:25:59.897" v="1809" actId="478"/>
        <pc:sldMkLst>
          <pc:docMk/>
          <pc:sldMk cId="2527967121" sldId="531"/>
        </pc:sldMkLst>
        <pc:spChg chg="del">
          <ac:chgData name="Yu, Harry" userId="d07dd713-323b-41c6-b24d-c18be50fb4fc" providerId="ADAL" clId="{7162C098-2ECC-4132-91F8-E4C4E59DAE32}" dt="2025-12-04T06:25:59.897" v="1809" actId="478"/>
          <ac:spMkLst>
            <pc:docMk/>
            <pc:sldMk cId="2527967121" sldId="531"/>
            <ac:spMk id="4" creationId="{E313E757-BC20-B1CA-BEC0-65E10B00E6DA}"/>
          </ac:spMkLst>
        </pc:spChg>
        <pc:spChg chg="mod">
          <ac:chgData name="Yu, Harry" userId="d07dd713-323b-41c6-b24d-c18be50fb4fc" providerId="ADAL" clId="{7162C098-2ECC-4132-91F8-E4C4E59DAE32}" dt="2025-12-02T07:54:18.272" v="507" actId="20577"/>
          <ac:spMkLst>
            <pc:docMk/>
            <pc:sldMk cId="2527967121" sldId="531"/>
            <ac:spMk id="6" creationId="{4D7BCD5A-53EE-859D-0095-2135567CA99C}"/>
          </ac:spMkLst>
        </pc:spChg>
        <pc:graphicFrameChg chg="mod modGraphic">
          <ac:chgData name="Yu, Harry" userId="d07dd713-323b-41c6-b24d-c18be50fb4fc" providerId="ADAL" clId="{7162C098-2ECC-4132-91F8-E4C4E59DAE32}" dt="2025-12-02T07:53:02.073" v="468" actId="255"/>
          <ac:graphicFrameMkLst>
            <pc:docMk/>
            <pc:sldMk cId="2527967121" sldId="531"/>
            <ac:graphicFrameMk id="3" creationId="{290422F8-F7DA-0E75-5C38-5CD623D84709}"/>
          </ac:graphicFrameMkLst>
        </pc:graphicFrameChg>
      </pc:sldChg>
      <pc:sldChg chg="addSp delSp modSp add mod">
        <pc:chgData name="Yu, Harry" userId="d07dd713-323b-41c6-b24d-c18be50fb4fc" providerId="ADAL" clId="{7162C098-2ECC-4132-91F8-E4C4E59DAE32}" dt="2025-12-04T06:27:42.216" v="1879" actId="20577"/>
        <pc:sldMkLst>
          <pc:docMk/>
          <pc:sldMk cId="1296496552" sldId="532"/>
        </pc:sldMkLst>
        <pc:spChg chg="add del mod">
          <ac:chgData name="Yu, Harry" userId="d07dd713-323b-41c6-b24d-c18be50fb4fc" providerId="ADAL" clId="{7162C098-2ECC-4132-91F8-E4C4E59DAE32}" dt="2025-12-04T06:27:42.216" v="1879" actId="20577"/>
          <ac:spMkLst>
            <pc:docMk/>
            <pc:sldMk cId="1296496552" sldId="532"/>
            <ac:spMk id="4" creationId="{937E7CED-2EED-264E-E8C7-6EDCC013EDE4}"/>
          </ac:spMkLst>
        </pc:spChg>
        <pc:spChg chg="mod">
          <ac:chgData name="Yu, Harry" userId="d07dd713-323b-41c6-b24d-c18be50fb4fc" providerId="ADAL" clId="{7162C098-2ECC-4132-91F8-E4C4E59DAE32}" dt="2025-12-02T07:54:44.483" v="519" actId="20577"/>
          <ac:spMkLst>
            <pc:docMk/>
            <pc:sldMk cId="1296496552" sldId="532"/>
            <ac:spMk id="6" creationId="{0632D5FE-BDC9-12CA-AE4E-A5AF4ACF38AC}"/>
          </ac:spMkLst>
        </pc:spChg>
        <pc:graphicFrameChg chg="mod modGraphic">
          <ac:chgData name="Yu, Harry" userId="d07dd713-323b-41c6-b24d-c18be50fb4fc" providerId="ADAL" clId="{7162C098-2ECC-4132-91F8-E4C4E59DAE32}" dt="2025-12-04T06:26:27.867" v="1811" actId="207"/>
          <ac:graphicFrameMkLst>
            <pc:docMk/>
            <pc:sldMk cId="1296496552" sldId="532"/>
            <ac:graphicFrameMk id="3" creationId="{60E1CC58-A932-008C-71AA-8DE45BAB06A1}"/>
          </ac:graphicFrameMkLst>
        </pc:graphicFrameChg>
      </pc:sldChg>
      <pc:sldChg chg="delSp modSp add mod">
        <pc:chgData name="Yu, Harry" userId="d07dd713-323b-41c6-b24d-c18be50fb4fc" providerId="ADAL" clId="{7162C098-2ECC-4132-91F8-E4C4E59DAE32}" dt="2025-12-04T06:27:59.073" v="1880" actId="478"/>
        <pc:sldMkLst>
          <pc:docMk/>
          <pc:sldMk cId="14231510" sldId="533"/>
        </pc:sldMkLst>
        <pc:spChg chg="del">
          <ac:chgData name="Yu, Harry" userId="d07dd713-323b-41c6-b24d-c18be50fb4fc" providerId="ADAL" clId="{7162C098-2ECC-4132-91F8-E4C4E59DAE32}" dt="2025-12-04T06:27:59.073" v="1880" actId="478"/>
          <ac:spMkLst>
            <pc:docMk/>
            <pc:sldMk cId="14231510" sldId="533"/>
            <ac:spMk id="4" creationId="{FC8F2318-3C16-4774-0EC4-1020EE0B4500}"/>
          </ac:spMkLst>
        </pc:spChg>
        <pc:spChg chg="mod">
          <ac:chgData name="Yu, Harry" userId="d07dd713-323b-41c6-b24d-c18be50fb4fc" providerId="ADAL" clId="{7162C098-2ECC-4132-91F8-E4C4E59DAE32}" dt="2025-12-02T08:02:52.757" v="567" actId="20577"/>
          <ac:spMkLst>
            <pc:docMk/>
            <pc:sldMk cId="14231510" sldId="533"/>
            <ac:spMk id="6" creationId="{9AB81D21-6444-EE9A-597E-A0DFD1502BC4}"/>
          </ac:spMkLst>
        </pc:spChg>
        <pc:graphicFrameChg chg="mod modGraphic">
          <ac:chgData name="Yu, Harry" userId="d07dd713-323b-41c6-b24d-c18be50fb4fc" providerId="ADAL" clId="{7162C098-2ECC-4132-91F8-E4C4E59DAE32}" dt="2025-12-02T08:06:01.938" v="600" actId="20577"/>
          <ac:graphicFrameMkLst>
            <pc:docMk/>
            <pc:sldMk cId="14231510" sldId="533"/>
            <ac:graphicFrameMk id="3" creationId="{9C2228A0-2075-897D-D43E-1A638A08E4B0}"/>
          </ac:graphicFrameMkLst>
        </pc:graphicFrameChg>
      </pc:sldChg>
      <pc:sldChg chg="modSp add mod">
        <pc:chgData name="Yu, Harry" userId="d07dd713-323b-41c6-b24d-c18be50fb4fc" providerId="ADAL" clId="{7162C098-2ECC-4132-91F8-E4C4E59DAE32}" dt="2025-12-04T06:35:59.684" v="2029" actId="207"/>
        <pc:sldMkLst>
          <pc:docMk/>
          <pc:sldMk cId="702013971" sldId="534"/>
        </pc:sldMkLst>
        <pc:spChg chg="mod">
          <ac:chgData name="Yu, Harry" userId="d07dd713-323b-41c6-b24d-c18be50fb4fc" providerId="ADAL" clId="{7162C098-2ECC-4132-91F8-E4C4E59DAE32}" dt="2025-12-04T06:35:59.684" v="2029" actId="207"/>
          <ac:spMkLst>
            <pc:docMk/>
            <pc:sldMk cId="702013971" sldId="534"/>
            <ac:spMk id="4" creationId="{E8474CC2-5C01-3099-4D3F-FDB61986E8C8}"/>
          </ac:spMkLst>
        </pc:spChg>
        <pc:spChg chg="mod">
          <ac:chgData name="Yu, Harry" userId="d07dd713-323b-41c6-b24d-c18be50fb4fc" providerId="ADAL" clId="{7162C098-2ECC-4132-91F8-E4C4E59DAE32}" dt="2025-12-02T08:06:29.797" v="603" actId="20577"/>
          <ac:spMkLst>
            <pc:docMk/>
            <pc:sldMk cId="702013971" sldId="534"/>
            <ac:spMk id="6" creationId="{A298C8B1-79F6-7BB5-F102-673222D33B1D}"/>
          </ac:spMkLst>
        </pc:spChg>
        <pc:graphicFrameChg chg="mod modGraphic">
          <ac:chgData name="Yu, Harry" userId="d07dd713-323b-41c6-b24d-c18be50fb4fc" providerId="ADAL" clId="{7162C098-2ECC-4132-91F8-E4C4E59DAE32}" dt="2025-12-04T06:33:55.034" v="1881" actId="207"/>
          <ac:graphicFrameMkLst>
            <pc:docMk/>
            <pc:sldMk cId="702013971" sldId="534"/>
            <ac:graphicFrameMk id="3" creationId="{3C624FB5-85D4-1D4A-CBD6-3A3EBFCC4C8C}"/>
          </ac:graphicFrameMkLst>
        </pc:graphicFrameChg>
      </pc:sldChg>
      <pc:sldChg chg="delSp modSp add mod">
        <pc:chgData name="Yu, Harry" userId="d07dd713-323b-41c6-b24d-c18be50fb4fc" providerId="ADAL" clId="{7162C098-2ECC-4132-91F8-E4C4E59DAE32}" dt="2025-12-04T06:36:35.422" v="2031" actId="478"/>
        <pc:sldMkLst>
          <pc:docMk/>
          <pc:sldMk cId="3070273160" sldId="535"/>
        </pc:sldMkLst>
        <pc:spChg chg="del">
          <ac:chgData name="Yu, Harry" userId="d07dd713-323b-41c6-b24d-c18be50fb4fc" providerId="ADAL" clId="{7162C098-2ECC-4132-91F8-E4C4E59DAE32}" dt="2025-12-04T06:36:35.422" v="2031" actId="478"/>
          <ac:spMkLst>
            <pc:docMk/>
            <pc:sldMk cId="3070273160" sldId="535"/>
            <ac:spMk id="4" creationId="{D3BEB01E-7AEE-0F0A-B02E-E37906A22966}"/>
          </ac:spMkLst>
        </pc:spChg>
        <pc:spChg chg="mod">
          <ac:chgData name="Yu, Harry" userId="d07dd713-323b-41c6-b24d-c18be50fb4fc" providerId="ADAL" clId="{7162C098-2ECC-4132-91F8-E4C4E59DAE32}" dt="2025-12-02T08:09:50.338" v="665" actId="20577"/>
          <ac:spMkLst>
            <pc:docMk/>
            <pc:sldMk cId="3070273160" sldId="535"/>
            <ac:spMk id="6" creationId="{17E432CA-C100-BE3F-CE6B-D4ECA57E7708}"/>
          </ac:spMkLst>
        </pc:spChg>
        <pc:graphicFrameChg chg="mod modGraphic">
          <ac:chgData name="Yu, Harry" userId="d07dd713-323b-41c6-b24d-c18be50fb4fc" providerId="ADAL" clId="{7162C098-2ECC-4132-91F8-E4C4E59DAE32}" dt="2025-12-04T06:36:17.973" v="2030" actId="207"/>
          <ac:graphicFrameMkLst>
            <pc:docMk/>
            <pc:sldMk cId="3070273160" sldId="535"/>
            <ac:graphicFrameMk id="3" creationId="{EF89008C-63AD-FF20-8EDA-B6DC9F7B622C}"/>
          </ac:graphicFrameMkLst>
        </pc:graphicFrameChg>
      </pc:sldChg>
      <pc:sldChg chg="delSp modSp add mod">
        <pc:chgData name="Yu, Harry" userId="d07dd713-323b-41c6-b24d-c18be50fb4fc" providerId="ADAL" clId="{7162C098-2ECC-4132-91F8-E4C4E59DAE32}" dt="2025-12-04T06:36:47.311" v="2032" actId="478"/>
        <pc:sldMkLst>
          <pc:docMk/>
          <pc:sldMk cId="3113891111" sldId="536"/>
        </pc:sldMkLst>
        <pc:spChg chg="del">
          <ac:chgData name="Yu, Harry" userId="d07dd713-323b-41c6-b24d-c18be50fb4fc" providerId="ADAL" clId="{7162C098-2ECC-4132-91F8-E4C4E59DAE32}" dt="2025-12-04T06:36:47.311" v="2032" actId="478"/>
          <ac:spMkLst>
            <pc:docMk/>
            <pc:sldMk cId="3113891111" sldId="536"/>
            <ac:spMk id="4" creationId="{BE51CB95-5896-ED37-B34B-49366ED3BB7E}"/>
          </ac:spMkLst>
        </pc:spChg>
        <pc:spChg chg="mod">
          <ac:chgData name="Yu, Harry" userId="d07dd713-323b-41c6-b24d-c18be50fb4fc" providerId="ADAL" clId="{7162C098-2ECC-4132-91F8-E4C4E59DAE32}" dt="2025-12-02T08:30:23.173" v="711" actId="20577"/>
          <ac:spMkLst>
            <pc:docMk/>
            <pc:sldMk cId="3113891111" sldId="536"/>
            <ac:spMk id="6" creationId="{4D2E0AF0-44FD-224B-2BA4-B562914337A9}"/>
          </ac:spMkLst>
        </pc:spChg>
        <pc:graphicFrameChg chg="mod modGraphic">
          <ac:chgData name="Yu, Harry" userId="d07dd713-323b-41c6-b24d-c18be50fb4fc" providerId="ADAL" clId="{7162C098-2ECC-4132-91F8-E4C4E59DAE32}" dt="2025-12-02T08:32:23.007" v="728" actId="122"/>
          <ac:graphicFrameMkLst>
            <pc:docMk/>
            <pc:sldMk cId="3113891111" sldId="536"/>
            <ac:graphicFrameMk id="3" creationId="{1EFEE254-F782-4359-7624-41D5BD56B7D2}"/>
          </ac:graphicFrameMkLst>
        </pc:graphicFrameChg>
      </pc:sldChg>
      <pc:sldChg chg="modSp add mod">
        <pc:chgData name="Yu, Harry" userId="d07dd713-323b-41c6-b24d-c18be50fb4fc" providerId="ADAL" clId="{7162C098-2ECC-4132-91F8-E4C4E59DAE32}" dt="2025-12-04T06:41:49.256" v="2243" actId="20577"/>
        <pc:sldMkLst>
          <pc:docMk/>
          <pc:sldMk cId="2612022342" sldId="537"/>
        </pc:sldMkLst>
        <pc:spChg chg="mod">
          <ac:chgData name="Yu, Harry" userId="d07dd713-323b-41c6-b24d-c18be50fb4fc" providerId="ADAL" clId="{7162C098-2ECC-4132-91F8-E4C4E59DAE32}" dt="2025-12-04T06:41:49.256" v="2243" actId="20577"/>
          <ac:spMkLst>
            <pc:docMk/>
            <pc:sldMk cId="2612022342" sldId="537"/>
            <ac:spMk id="4" creationId="{1B39345C-AA21-E1B6-8731-DFC3417988DA}"/>
          </ac:spMkLst>
        </pc:spChg>
        <pc:spChg chg="mod">
          <ac:chgData name="Yu, Harry" userId="d07dd713-323b-41c6-b24d-c18be50fb4fc" providerId="ADAL" clId="{7162C098-2ECC-4132-91F8-E4C4E59DAE32}" dt="2025-12-02T08:33:02.660" v="739" actId="20577"/>
          <ac:spMkLst>
            <pc:docMk/>
            <pc:sldMk cId="2612022342" sldId="537"/>
            <ac:spMk id="6" creationId="{45BC7481-9C4A-90C5-A2DD-D5A89D029DB3}"/>
          </ac:spMkLst>
        </pc:spChg>
        <pc:graphicFrameChg chg="mod modGraphic">
          <ac:chgData name="Yu, Harry" userId="d07dd713-323b-41c6-b24d-c18be50fb4fc" providerId="ADAL" clId="{7162C098-2ECC-4132-91F8-E4C4E59DAE32}" dt="2025-12-04T06:40:15.722" v="2047" actId="207"/>
          <ac:graphicFrameMkLst>
            <pc:docMk/>
            <pc:sldMk cId="2612022342" sldId="537"/>
            <ac:graphicFrameMk id="3" creationId="{123809FB-EBC8-9B25-A6F1-5B175F26EA24}"/>
          </ac:graphicFrameMkLst>
        </pc:graphicFrameChg>
      </pc:sldChg>
      <pc:sldChg chg="modSp add mod">
        <pc:chgData name="Yu, Harry" userId="d07dd713-323b-41c6-b24d-c18be50fb4fc" providerId="ADAL" clId="{7162C098-2ECC-4132-91F8-E4C4E59DAE32}" dt="2025-12-04T06:42:25.830" v="2319" actId="20577"/>
        <pc:sldMkLst>
          <pc:docMk/>
          <pc:sldMk cId="3184631882" sldId="538"/>
        </pc:sldMkLst>
        <pc:spChg chg="mod">
          <ac:chgData name="Yu, Harry" userId="d07dd713-323b-41c6-b24d-c18be50fb4fc" providerId="ADAL" clId="{7162C098-2ECC-4132-91F8-E4C4E59DAE32}" dt="2025-12-04T06:42:25.830" v="2319" actId="20577"/>
          <ac:spMkLst>
            <pc:docMk/>
            <pc:sldMk cId="3184631882" sldId="538"/>
            <ac:spMk id="4" creationId="{F37A652C-E488-9C0B-9D15-20F5B8458876}"/>
          </ac:spMkLst>
        </pc:spChg>
        <pc:spChg chg="mod">
          <ac:chgData name="Yu, Harry" userId="d07dd713-323b-41c6-b24d-c18be50fb4fc" providerId="ADAL" clId="{7162C098-2ECC-4132-91F8-E4C4E59DAE32}" dt="2025-12-02T08:36:15.546" v="770" actId="20577"/>
          <ac:spMkLst>
            <pc:docMk/>
            <pc:sldMk cId="3184631882" sldId="538"/>
            <ac:spMk id="6" creationId="{565E1BDB-2B61-EC1B-9F36-3E1117045B5C}"/>
          </ac:spMkLst>
        </pc:spChg>
        <pc:graphicFrameChg chg="mod modGraphic">
          <ac:chgData name="Yu, Harry" userId="d07dd713-323b-41c6-b24d-c18be50fb4fc" providerId="ADAL" clId="{7162C098-2ECC-4132-91F8-E4C4E59DAE32}" dt="2025-12-02T08:39:51.780" v="817" actId="113"/>
          <ac:graphicFrameMkLst>
            <pc:docMk/>
            <pc:sldMk cId="3184631882" sldId="538"/>
            <ac:graphicFrameMk id="3" creationId="{E3C29CB9-2B9E-3645-E2C9-5397DAA3EB22}"/>
          </ac:graphicFrameMkLst>
        </pc:graphicFrameChg>
      </pc:sldChg>
      <pc:sldChg chg="modSp add mod">
        <pc:chgData name="Yu, Harry" userId="d07dd713-323b-41c6-b24d-c18be50fb4fc" providerId="ADAL" clId="{7162C098-2ECC-4132-91F8-E4C4E59DAE32}" dt="2025-12-04T06:48:40.734" v="2441" actId="20577"/>
        <pc:sldMkLst>
          <pc:docMk/>
          <pc:sldMk cId="1543365524" sldId="539"/>
        </pc:sldMkLst>
        <pc:spChg chg="mod">
          <ac:chgData name="Yu, Harry" userId="d07dd713-323b-41c6-b24d-c18be50fb4fc" providerId="ADAL" clId="{7162C098-2ECC-4132-91F8-E4C4E59DAE32}" dt="2025-12-04T06:48:40.734" v="2441" actId="20577"/>
          <ac:spMkLst>
            <pc:docMk/>
            <pc:sldMk cId="1543365524" sldId="539"/>
            <ac:spMk id="4" creationId="{4D77755E-60EB-F542-2C51-28338CED4BF5}"/>
          </ac:spMkLst>
        </pc:spChg>
        <pc:spChg chg="mod">
          <ac:chgData name="Yu, Harry" userId="d07dd713-323b-41c6-b24d-c18be50fb4fc" providerId="ADAL" clId="{7162C098-2ECC-4132-91F8-E4C4E59DAE32}" dt="2025-12-02T08:48:09.863" v="839"/>
          <ac:spMkLst>
            <pc:docMk/>
            <pc:sldMk cId="1543365524" sldId="539"/>
            <ac:spMk id="6" creationId="{0AD86C7B-D8F8-E749-E427-4F5654185AE1}"/>
          </ac:spMkLst>
        </pc:spChg>
        <pc:graphicFrameChg chg="mod modGraphic">
          <ac:chgData name="Yu, Harry" userId="d07dd713-323b-41c6-b24d-c18be50fb4fc" providerId="ADAL" clId="{7162C098-2ECC-4132-91F8-E4C4E59DAE32}" dt="2025-12-04T06:43:08.511" v="2321" actId="207"/>
          <ac:graphicFrameMkLst>
            <pc:docMk/>
            <pc:sldMk cId="1543365524" sldId="539"/>
            <ac:graphicFrameMk id="3" creationId="{B6B61495-497D-39CE-592F-AD011C49D685}"/>
          </ac:graphicFrameMkLst>
        </pc:graphicFrameChg>
      </pc:sldChg>
    </pc:docChg>
  </pc:docChgLst>
  <pc:docChgLst>
    <pc:chgData name="Yu, Harry" userId="d07dd713-323b-41c6-b24d-c18be50fb4fc" providerId="ADAL" clId="{196D0870-A10A-40F5-A791-3C67912576F2}"/>
    <pc:docChg chg="undo redo custSel addSld delSld modSld sldOrd modMainMaster">
      <pc:chgData name="Yu, Harry" userId="d07dd713-323b-41c6-b24d-c18be50fb4fc" providerId="ADAL" clId="{196D0870-A10A-40F5-A791-3C67912576F2}" dt="2020-11-11T23:43:08.108" v="12880" actId="165"/>
      <pc:docMkLst>
        <pc:docMk/>
      </pc:docMkLst>
      <pc:sldChg chg="addSp delSp modSp">
        <pc:chgData name="Yu, Harry" userId="d07dd713-323b-41c6-b24d-c18be50fb4fc" providerId="ADAL" clId="{196D0870-A10A-40F5-A791-3C67912576F2}" dt="2020-11-11T09:44:51.761" v="12878" actId="20577"/>
        <pc:sldMkLst>
          <pc:docMk/>
          <pc:sldMk cId="2086400740" sldId="256"/>
        </pc:sldMkLst>
      </pc:sldChg>
      <pc:sldChg chg="del">
        <pc:chgData name="Yu, Harry" userId="d07dd713-323b-41c6-b24d-c18be50fb4fc" providerId="ADAL" clId="{196D0870-A10A-40F5-A791-3C67912576F2}" dt="2020-09-24T04:24:42.663" v="0" actId="2696"/>
        <pc:sldMkLst>
          <pc:docMk/>
          <pc:sldMk cId="2222585258" sldId="259"/>
        </pc:sldMkLst>
      </pc:sldChg>
      <pc:sldChg chg="del">
        <pc:chgData name="Yu, Harry" userId="d07dd713-323b-41c6-b24d-c18be50fb4fc" providerId="ADAL" clId="{196D0870-A10A-40F5-A791-3C67912576F2}" dt="2020-09-24T04:24:42.663" v="1" actId="2696"/>
        <pc:sldMkLst>
          <pc:docMk/>
          <pc:sldMk cId="2301136295" sldId="261"/>
        </pc:sldMkLst>
      </pc:sldChg>
      <pc:sldChg chg="del">
        <pc:chgData name="Yu, Harry" userId="d07dd713-323b-41c6-b24d-c18be50fb4fc" providerId="ADAL" clId="{196D0870-A10A-40F5-A791-3C67912576F2}" dt="2020-09-24T04:24:44.924" v="2" actId="2696"/>
        <pc:sldMkLst>
          <pc:docMk/>
          <pc:sldMk cId="3102934450" sldId="262"/>
        </pc:sldMkLst>
      </pc:sldChg>
      <pc:sldChg chg="del">
        <pc:chgData name="Yu, Harry" userId="d07dd713-323b-41c6-b24d-c18be50fb4fc" providerId="ADAL" clId="{196D0870-A10A-40F5-A791-3C67912576F2}" dt="2020-09-24T04:25:37.180" v="5" actId="2696"/>
        <pc:sldMkLst>
          <pc:docMk/>
          <pc:sldMk cId="1796647801" sldId="264"/>
        </pc:sldMkLst>
      </pc:sldChg>
      <pc:sldChg chg="del">
        <pc:chgData name="Yu, Harry" userId="d07dd713-323b-41c6-b24d-c18be50fb4fc" providerId="ADAL" clId="{196D0870-A10A-40F5-A791-3C67912576F2}" dt="2020-09-24T04:25:40.382" v="6" actId="2696"/>
        <pc:sldMkLst>
          <pc:docMk/>
          <pc:sldMk cId="2462848399" sldId="266"/>
        </pc:sldMkLst>
      </pc:sldChg>
      <pc:sldChg chg="del">
        <pc:chgData name="Yu, Harry" userId="d07dd713-323b-41c6-b24d-c18be50fb4fc" providerId="ADAL" clId="{196D0870-A10A-40F5-A791-3C67912576F2}" dt="2020-09-24T04:25:42.245" v="8" actId="2696"/>
        <pc:sldMkLst>
          <pc:docMk/>
          <pc:sldMk cId="1870387867" sldId="267"/>
        </pc:sldMkLst>
      </pc:sldChg>
      <pc:sldChg chg="del">
        <pc:chgData name="Yu, Harry" userId="d07dd713-323b-41c6-b24d-c18be50fb4fc" providerId="ADAL" clId="{196D0870-A10A-40F5-A791-3C67912576F2}" dt="2020-09-24T04:25:57.230" v="16" actId="2696"/>
        <pc:sldMkLst>
          <pc:docMk/>
          <pc:sldMk cId="3721864086" sldId="268"/>
        </pc:sldMkLst>
      </pc:sldChg>
      <pc:sldChg chg="del">
        <pc:chgData name="Yu, Harry" userId="d07dd713-323b-41c6-b24d-c18be50fb4fc" providerId="ADAL" clId="{196D0870-A10A-40F5-A791-3C67912576F2}" dt="2020-09-24T04:25:57.747" v="17" actId="2696"/>
        <pc:sldMkLst>
          <pc:docMk/>
          <pc:sldMk cId="3146036487" sldId="269"/>
        </pc:sldMkLst>
      </pc:sldChg>
      <pc:sldChg chg="del">
        <pc:chgData name="Yu, Harry" userId="d07dd713-323b-41c6-b24d-c18be50fb4fc" providerId="ADAL" clId="{196D0870-A10A-40F5-A791-3C67912576F2}" dt="2020-09-24T04:25:08.072" v="3" actId="2696"/>
        <pc:sldMkLst>
          <pc:docMk/>
          <pc:sldMk cId="1309855124" sldId="271"/>
        </pc:sldMkLst>
      </pc:sldChg>
      <pc:sldChg chg="addSp delSp modSp">
        <pc:chgData name="Yu, Harry" userId="d07dd713-323b-41c6-b24d-c18be50fb4fc" providerId="ADAL" clId="{196D0870-A10A-40F5-A791-3C67912576F2}" dt="2020-09-24T07:01:23.421" v="756" actId="20577"/>
        <pc:sldMkLst>
          <pc:docMk/>
          <pc:sldMk cId="3615015588" sldId="272"/>
        </pc:sldMkLst>
      </pc:sldChg>
      <pc:sldChg chg="del">
        <pc:chgData name="Yu, Harry" userId="d07dd713-323b-41c6-b24d-c18be50fb4fc" providerId="ADAL" clId="{196D0870-A10A-40F5-A791-3C67912576F2}" dt="2020-09-24T04:25:14.233" v="4" actId="2696"/>
        <pc:sldMkLst>
          <pc:docMk/>
          <pc:sldMk cId="343892357" sldId="273"/>
        </pc:sldMkLst>
      </pc:sldChg>
      <pc:sldChg chg="del">
        <pc:chgData name="Yu, Harry" userId="d07dd713-323b-41c6-b24d-c18be50fb4fc" providerId="ADAL" clId="{196D0870-A10A-40F5-A791-3C67912576F2}" dt="2020-09-24T04:25:41.505" v="7" actId="2696"/>
        <pc:sldMkLst>
          <pc:docMk/>
          <pc:sldMk cId="1629129991" sldId="293"/>
        </pc:sldMkLst>
      </pc:sldChg>
      <pc:sldChg chg="del">
        <pc:chgData name="Yu, Harry" userId="d07dd713-323b-41c6-b24d-c18be50fb4fc" providerId="ADAL" clId="{196D0870-A10A-40F5-A791-3C67912576F2}" dt="2020-09-24T04:25:42.746" v="9" actId="2696"/>
        <pc:sldMkLst>
          <pc:docMk/>
          <pc:sldMk cId="3378688598" sldId="294"/>
        </pc:sldMkLst>
      </pc:sldChg>
      <pc:sldChg chg="del">
        <pc:chgData name="Yu, Harry" userId="d07dd713-323b-41c6-b24d-c18be50fb4fc" providerId="ADAL" clId="{196D0870-A10A-40F5-A791-3C67912576F2}" dt="2020-09-24T04:25:44.212" v="10" actId="2696"/>
        <pc:sldMkLst>
          <pc:docMk/>
          <pc:sldMk cId="2536559925" sldId="310"/>
        </pc:sldMkLst>
      </pc:sldChg>
      <pc:sldChg chg="del">
        <pc:chgData name="Yu, Harry" userId="d07dd713-323b-41c6-b24d-c18be50fb4fc" providerId="ADAL" clId="{196D0870-A10A-40F5-A791-3C67912576F2}" dt="2020-09-24T04:25:49.773" v="12" actId="2696"/>
        <pc:sldMkLst>
          <pc:docMk/>
          <pc:sldMk cId="1203370729" sldId="311"/>
        </pc:sldMkLst>
      </pc:sldChg>
      <pc:sldChg chg="del">
        <pc:chgData name="Yu, Harry" userId="d07dd713-323b-41c6-b24d-c18be50fb4fc" providerId="ADAL" clId="{196D0870-A10A-40F5-A791-3C67912576F2}" dt="2020-09-24T04:25:47.357" v="11" actId="2696"/>
        <pc:sldMkLst>
          <pc:docMk/>
          <pc:sldMk cId="2620751609" sldId="312"/>
        </pc:sldMkLst>
      </pc:sldChg>
      <pc:sldChg chg="del">
        <pc:chgData name="Yu, Harry" userId="d07dd713-323b-41c6-b24d-c18be50fb4fc" providerId="ADAL" clId="{196D0870-A10A-40F5-A791-3C67912576F2}" dt="2020-09-24T04:25:50.630" v="13" actId="2696"/>
        <pc:sldMkLst>
          <pc:docMk/>
          <pc:sldMk cId="3133878703" sldId="313"/>
        </pc:sldMkLst>
      </pc:sldChg>
      <pc:sldChg chg="del">
        <pc:chgData name="Yu, Harry" userId="d07dd713-323b-41c6-b24d-c18be50fb4fc" providerId="ADAL" clId="{196D0870-A10A-40F5-A791-3C67912576F2}" dt="2020-09-24T04:25:51.734" v="14" actId="2696"/>
        <pc:sldMkLst>
          <pc:docMk/>
          <pc:sldMk cId="2881057640" sldId="314"/>
        </pc:sldMkLst>
      </pc:sldChg>
      <pc:sldChg chg="del">
        <pc:chgData name="Yu, Harry" userId="d07dd713-323b-41c6-b24d-c18be50fb4fc" providerId="ADAL" clId="{196D0870-A10A-40F5-A791-3C67912576F2}" dt="2020-09-24T04:25:56.559" v="15" actId="2696"/>
        <pc:sldMkLst>
          <pc:docMk/>
          <pc:sldMk cId="283679209" sldId="315"/>
        </pc:sldMkLst>
      </pc:sldChg>
      <pc:sldChg chg="del">
        <pc:chgData name="Yu, Harry" userId="d07dd713-323b-41c6-b24d-c18be50fb4fc" providerId="ADAL" clId="{196D0870-A10A-40F5-A791-3C67912576F2}" dt="2020-09-24T04:26:16.813" v="18" actId="2696"/>
        <pc:sldMkLst>
          <pc:docMk/>
          <pc:sldMk cId="4168994620" sldId="330"/>
        </pc:sldMkLst>
      </pc:sldChg>
      <pc:sldChg chg="del">
        <pc:chgData name="Yu, Harry" userId="d07dd713-323b-41c6-b24d-c18be50fb4fc" providerId="ADAL" clId="{196D0870-A10A-40F5-A791-3C67912576F2}" dt="2020-09-24T06:45:32.360" v="282" actId="2696"/>
        <pc:sldMkLst>
          <pc:docMk/>
          <pc:sldMk cId="1994892394" sldId="344"/>
        </pc:sldMkLst>
      </pc:sldChg>
      <pc:sldChg chg="addSp delSp modSp add ord">
        <pc:chgData name="Yu, Harry" userId="d07dd713-323b-41c6-b24d-c18be50fb4fc" providerId="ADAL" clId="{196D0870-A10A-40F5-A791-3C67912576F2}" dt="2020-11-11T23:43:08.108" v="12880" actId="165"/>
        <pc:sldMkLst>
          <pc:docMk/>
          <pc:sldMk cId="2393367446" sldId="345"/>
        </pc:sldMkLst>
      </pc:sldChg>
      <pc:sldChg chg="add del">
        <pc:chgData name="Yu, Harry" userId="d07dd713-323b-41c6-b24d-c18be50fb4fc" providerId="ADAL" clId="{196D0870-A10A-40F5-A791-3C67912576F2}" dt="2020-09-24T06:43:16.902" v="268" actId="2696"/>
        <pc:sldMkLst>
          <pc:docMk/>
          <pc:sldMk cId="2841955666" sldId="345"/>
        </pc:sldMkLst>
      </pc:sldChg>
      <pc:sldChg chg="addSp delSp modSp add">
        <pc:chgData name="Yu, Harry" userId="d07dd713-323b-41c6-b24d-c18be50fb4fc" providerId="ADAL" clId="{196D0870-A10A-40F5-A791-3C67912576F2}" dt="2020-10-20T05:50:54.323" v="10857" actId="20577"/>
        <pc:sldMkLst>
          <pc:docMk/>
          <pc:sldMk cId="1970846983" sldId="346"/>
        </pc:sldMkLst>
      </pc:sldChg>
      <pc:sldChg chg="addSp delSp modSp add ord">
        <pc:chgData name="Yu, Harry" userId="d07dd713-323b-41c6-b24d-c18be50fb4fc" providerId="ADAL" clId="{196D0870-A10A-40F5-A791-3C67912576F2}" dt="2020-11-11T09:40:09.733" v="12863" actId="20577"/>
        <pc:sldMkLst>
          <pc:docMk/>
          <pc:sldMk cId="1720989735" sldId="347"/>
        </pc:sldMkLst>
      </pc:sldChg>
      <pc:sldChg chg="addSp delSp modSp">
        <pc:chgData name="Yu, Harry" userId="d07dd713-323b-41c6-b24d-c18be50fb4fc" providerId="ADAL" clId="{196D0870-A10A-40F5-A791-3C67912576F2}" dt="2020-10-20T06:01:40.418" v="10956" actId="108"/>
        <pc:sldMkLst>
          <pc:docMk/>
          <pc:sldMk cId="1047594624" sldId="348"/>
        </pc:sldMkLst>
      </pc:sldChg>
      <pc:sldChg chg="modSp">
        <pc:chgData name="Yu, Harry" userId="d07dd713-323b-41c6-b24d-c18be50fb4fc" providerId="ADAL" clId="{196D0870-A10A-40F5-A791-3C67912576F2}" dt="2020-10-28T23:11:34.048" v="12597" actId="20577"/>
        <pc:sldMkLst>
          <pc:docMk/>
          <pc:sldMk cId="1430307301" sldId="349"/>
        </pc:sldMkLst>
      </pc:sldChg>
      <pc:sldChg chg="addSp modSp">
        <pc:chgData name="Yu, Harry" userId="d07dd713-323b-41c6-b24d-c18be50fb4fc" providerId="ADAL" clId="{196D0870-A10A-40F5-A791-3C67912576F2}" dt="2020-10-19T06:02:00.155" v="10375"/>
        <pc:sldMkLst>
          <pc:docMk/>
          <pc:sldMk cId="2694536849" sldId="350"/>
        </pc:sldMkLst>
      </pc:sldChg>
      <pc:sldChg chg="addSp modSp">
        <pc:chgData name="Yu, Harry" userId="d07dd713-323b-41c6-b24d-c18be50fb4fc" providerId="ADAL" clId="{196D0870-A10A-40F5-A791-3C67912576F2}" dt="2020-10-21T23:32:44.815" v="11002" actId="20577"/>
        <pc:sldMkLst>
          <pc:docMk/>
          <pc:sldMk cId="744400410" sldId="351"/>
        </pc:sldMkLst>
      </pc:sldChg>
      <pc:sldChg chg="addSp delSp modSp add ord">
        <pc:chgData name="Yu, Harry" userId="d07dd713-323b-41c6-b24d-c18be50fb4fc" providerId="ADAL" clId="{196D0870-A10A-40F5-A791-3C67912576F2}" dt="2020-09-27T05:48:14.814" v="2543" actId="11529"/>
        <pc:sldMkLst>
          <pc:docMk/>
          <pc:sldMk cId="20239079" sldId="352"/>
        </pc:sldMkLst>
      </pc:sldChg>
      <pc:sldChg chg="add del">
        <pc:chgData name="Yu, Harry" userId="d07dd713-323b-41c6-b24d-c18be50fb4fc" providerId="ADAL" clId="{196D0870-A10A-40F5-A791-3C67912576F2}" dt="2020-09-27T05:37:33.654" v="2260"/>
        <pc:sldMkLst>
          <pc:docMk/>
          <pc:sldMk cId="1655303575" sldId="352"/>
        </pc:sldMkLst>
      </pc:sldChg>
      <pc:sldChg chg="modSp">
        <pc:chgData name="Yu, Harry" userId="d07dd713-323b-41c6-b24d-c18be50fb4fc" providerId="ADAL" clId="{196D0870-A10A-40F5-A791-3C67912576F2}" dt="2020-09-27T05:49:36.078" v="2567" actId="20577"/>
        <pc:sldMkLst>
          <pc:docMk/>
          <pc:sldMk cId="1807581627" sldId="353"/>
        </pc:sldMkLst>
      </pc:sldChg>
      <pc:sldChg chg="delSp modSp">
        <pc:chgData name="Yu, Harry" userId="d07dd713-323b-41c6-b24d-c18be50fb4fc" providerId="ADAL" clId="{196D0870-A10A-40F5-A791-3C67912576F2}" dt="2020-09-27T07:36:35.156" v="2611" actId="478"/>
        <pc:sldMkLst>
          <pc:docMk/>
          <pc:sldMk cId="2793958940" sldId="354"/>
        </pc:sldMkLst>
      </pc:sldChg>
      <pc:sldChg chg="modSp">
        <pc:chgData name="Yu, Harry" userId="d07dd713-323b-41c6-b24d-c18be50fb4fc" providerId="ADAL" clId="{196D0870-A10A-40F5-A791-3C67912576F2}" dt="2020-09-27T07:38:47.160" v="2612"/>
        <pc:sldMkLst>
          <pc:docMk/>
          <pc:sldMk cId="2684987239" sldId="355"/>
        </pc:sldMkLst>
      </pc:sldChg>
      <pc:sldChg chg="delSp modSp">
        <pc:chgData name="Yu, Harry" userId="d07dd713-323b-41c6-b24d-c18be50fb4fc" providerId="ADAL" clId="{196D0870-A10A-40F5-A791-3C67912576F2}" dt="2020-09-27T08:47:39.356" v="2751" actId="20577"/>
        <pc:sldMkLst>
          <pc:docMk/>
          <pc:sldMk cId="1265383617" sldId="356"/>
        </pc:sldMkLst>
      </pc:sldChg>
      <pc:sldChg chg="addSp delSp modSp">
        <pc:chgData name="Yu, Harry" userId="d07dd713-323b-41c6-b24d-c18be50fb4fc" providerId="ADAL" clId="{196D0870-A10A-40F5-A791-3C67912576F2}" dt="2020-10-10T06:19:53.583" v="6258" actId="313"/>
        <pc:sldMkLst>
          <pc:docMk/>
          <pc:sldMk cId="516112021" sldId="357"/>
        </pc:sldMkLst>
      </pc:sldChg>
      <pc:sldChg chg="add del">
        <pc:chgData name="Yu, Harry" userId="d07dd713-323b-41c6-b24d-c18be50fb4fc" providerId="ADAL" clId="{196D0870-A10A-40F5-A791-3C67912576F2}" dt="2020-09-27T09:04:49.282" v="2879"/>
        <pc:sldMkLst>
          <pc:docMk/>
          <pc:sldMk cId="352703078" sldId="358"/>
        </pc:sldMkLst>
      </pc:sldChg>
      <pc:sldChg chg="modSp">
        <pc:chgData name="Yu, Harry" userId="d07dd713-323b-41c6-b24d-c18be50fb4fc" providerId="ADAL" clId="{196D0870-A10A-40F5-A791-3C67912576F2}" dt="2020-09-27T09:06:26.678" v="2889"/>
        <pc:sldMkLst>
          <pc:docMk/>
          <pc:sldMk cId="2573751591" sldId="358"/>
        </pc:sldMkLst>
      </pc:sldChg>
      <pc:sldChg chg="addSp modSp">
        <pc:chgData name="Yu, Harry" userId="d07dd713-323b-41c6-b24d-c18be50fb4fc" providerId="ADAL" clId="{196D0870-A10A-40F5-A791-3C67912576F2}" dt="2020-10-29T06:26:51.228" v="12624" actId="20577"/>
        <pc:sldMkLst>
          <pc:docMk/>
          <pc:sldMk cId="762571728" sldId="359"/>
        </pc:sldMkLst>
      </pc:sldChg>
      <pc:sldChg chg="addSp modSp del">
        <pc:chgData name="Yu, Harry" userId="d07dd713-323b-41c6-b24d-c18be50fb4fc" providerId="ADAL" clId="{196D0870-A10A-40F5-A791-3C67912576F2}" dt="2020-10-29T06:26:45.551" v="12622" actId="2696"/>
        <pc:sldMkLst>
          <pc:docMk/>
          <pc:sldMk cId="602838902" sldId="360"/>
        </pc:sldMkLst>
      </pc:sldChg>
      <pc:sldChg chg="delSp modSp">
        <pc:chgData name="Yu, Harry" userId="d07dd713-323b-41c6-b24d-c18be50fb4fc" providerId="ADAL" clId="{196D0870-A10A-40F5-A791-3C67912576F2}" dt="2020-10-29T06:26:58.989" v="12628" actId="20577"/>
        <pc:sldMkLst>
          <pc:docMk/>
          <pc:sldMk cId="1738908870" sldId="361"/>
        </pc:sldMkLst>
      </pc:sldChg>
      <pc:sldChg chg="addSp modSp">
        <pc:chgData name="Yu, Harry" userId="d07dd713-323b-41c6-b24d-c18be50fb4fc" providerId="ADAL" clId="{196D0870-A10A-40F5-A791-3C67912576F2}" dt="2020-10-29T06:27:07.267" v="12632" actId="20577"/>
        <pc:sldMkLst>
          <pc:docMk/>
          <pc:sldMk cId="1803848135" sldId="362"/>
        </pc:sldMkLst>
      </pc:sldChg>
      <pc:sldChg chg="del">
        <pc:chgData name="Yu, Harry" userId="d07dd713-323b-41c6-b24d-c18be50fb4fc" providerId="ADAL" clId="{196D0870-A10A-40F5-A791-3C67912576F2}" dt="2020-09-28T01:24:57.391" v="3315" actId="2696"/>
        <pc:sldMkLst>
          <pc:docMk/>
          <pc:sldMk cId="2631405045" sldId="362"/>
        </pc:sldMkLst>
      </pc:sldChg>
      <pc:sldChg chg="modSp">
        <pc:chgData name="Yu, Harry" userId="d07dd713-323b-41c6-b24d-c18be50fb4fc" providerId="ADAL" clId="{196D0870-A10A-40F5-A791-3C67912576F2}" dt="2020-09-28T01:36:19.709" v="3442"/>
        <pc:sldMkLst>
          <pc:docMk/>
          <pc:sldMk cId="830645897" sldId="363"/>
        </pc:sldMkLst>
      </pc:sldChg>
      <pc:sldChg chg="addSp modSp">
        <pc:chgData name="Yu, Harry" userId="d07dd713-323b-41c6-b24d-c18be50fb4fc" providerId="ADAL" clId="{196D0870-A10A-40F5-A791-3C67912576F2}" dt="2020-10-19T06:39:46.194" v="10380"/>
        <pc:sldMkLst>
          <pc:docMk/>
          <pc:sldMk cId="2483991268" sldId="364"/>
        </pc:sldMkLst>
      </pc:sldChg>
      <pc:sldChg chg="addSp modSp">
        <pc:chgData name="Yu, Harry" userId="d07dd713-323b-41c6-b24d-c18be50fb4fc" providerId="ADAL" clId="{196D0870-A10A-40F5-A791-3C67912576F2}" dt="2020-10-22T03:55:14.464" v="11019" actId="1038"/>
        <pc:sldMkLst>
          <pc:docMk/>
          <pc:sldMk cId="4124176753" sldId="365"/>
        </pc:sldMkLst>
      </pc:sldChg>
      <pc:sldChg chg="modSp">
        <pc:chgData name="Yu, Harry" userId="d07dd713-323b-41c6-b24d-c18be50fb4fc" providerId="ADAL" clId="{196D0870-A10A-40F5-A791-3C67912576F2}" dt="2020-09-28T04:17:36.966" v="4126" actId="20577"/>
        <pc:sldMkLst>
          <pc:docMk/>
          <pc:sldMk cId="1291149336" sldId="366"/>
        </pc:sldMkLst>
      </pc:sldChg>
      <pc:sldChg chg="modSp">
        <pc:chgData name="Yu, Harry" userId="d07dd713-323b-41c6-b24d-c18be50fb4fc" providerId="ADAL" clId="{196D0870-A10A-40F5-A791-3C67912576F2}" dt="2020-09-28T04:13:08.590" v="4115"/>
        <pc:sldMkLst>
          <pc:docMk/>
          <pc:sldMk cId="2886081286" sldId="367"/>
        </pc:sldMkLst>
      </pc:sldChg>
      <pc:sldChg chg="modSp">
        <pc:chgData name="Yu, Harry" userId="d07dd713-323b-41c6-b24d-c18be50fb4fc" providerId="ADAL" clId="{196D0870-A10A-40F5-A791-3C67912576F2}" dt="2020-10-10T08:09:16.178" v="6957"/>
        <pc:sldMkLst>
          <pc:docMk/>
          <pc:sldMk cId="914646431" sldId="368"/>
        </pc:sldMkLst>
      </pc:sldChg>
      <pc:sldChg chg="addSp delSp modSp">
        <pc:chgData name="Yu, Harry" userId="d07dd713-323b-41c6-b24d-c18be50fb4fc" providerId="ADAL" clId="{196D0870-A10A-40F5-A791-3C67912576F2}" dt="2020-10-29T09:22:28.340" v="12713" actId="207"/>
        <pc:sldMkLst>
          <pc:docMk/>
          <pc:sldMk cId="3718417336" sldId="369"/>
        </pc:sldMkLst>
      </pc:sldChg>
      <pc:sldChg chg="addSp delSp modSp">
        <pc:chgData name="Yu, Harry" userId="d07dd713-323b-41c6-b24d-c18be50fb4fc" providerId="ADAL" clId="{196D0870-A10A-40F5-A791-3C67912576F2}" dt="2020-10-21T23:53:24.129" v="11008" actId="20577"/>
        <pc:sldMkLst>
          <pc:docMk/>
          <pc:sldMk cId="332865271" sldId="370"/>
        </pc:sldMkLst>
      </pc:sldChg>
      <pc:sldChg chg="delSp modSp">
        <pc:chgData name="Yu, Harry" userId="d07dd713-323b-41c6-b24d-c18be50fb4fc" providerId="ADAL" clId="{196D0870-A10A-40F5-A791-3C67912576F2}" dt="2020-10-10T08:09:31.715" v="6960"/>
        <pc:sldMkLst>
          <pc:docMk/>
          <pc:sldMk cId="1301221291" sldId="371"/>
        </pc:sldMkLst>
      </pc:sldChg>
      <pc:sldChg chg="addSp delSp modSp">
        <pc:chgData name="Yu, Harry" userId="d07dd713-323b-41c6-b24d-c18be50fb4fc" providerId="ADAL" clId="{196D0870-A10A-40F5-A791-3C67912576F2}" dt="2020-10-10T08:09:36.575" v="6961"/>
        <pc:sldMkLst>
          <pc:docMk/>
          <pc:sldMk cId="777599342" sldId="372"/>
        </pc:sldMkLst>
      </pc:sldChg>
      <pc:sldChg chg="modSp">
        <pc:chgData name="Yu, Harry" userId="d07dd713-323b-41c6-b24d-c18be50fb4fc" providerId="ADAL" clId="{196D0870-A10A-40F5-A791-3C67912576F2}" dt="2020-10-10T08:09:46.182" v="6962"/>
        <pc:sldMkLst>
          <pc:docMk/>
          <pc:sldMk cId="1828527808" sldId="373"/>
        </pc:sldMkLst>
      </pc:sldChg>
      <pc:sldChg chg="addSp delSp modSp">
        <pc:chgData name="Yu, Harry" userId="d07dd713-323b-41c6-b24d-c18be50fb4fc" providerId="ADAL" clId="{196D0870-A10A-40F5-A791-3C67912576F2}" dt="2020-10-10T08:09:55.318" v="6963"/>
        <pc:sldMkLst>
          <pc:docMk/>
          <pc:sldMk cId="2145281802" sldId="374"/>
        </pc:sldMkLst>
      </pc:sldChg>
      <pc:sldChg chg="addSp delSp modSp add">
        <pc:chgData name="Yu, Harry" userId="d07dd713-323b-41c6-b24d-c18be50fb4fc" providerId="ADAL" clId="{196D0870-A10A-40F5-A791-3C67912576F2}" dt="2020-10-20T01:41:18.568" v="10533" actId="20577"/>
        <pc:sldMkLst>
          <pc:docMk/>
          <pc:sldMk cId="4193153865" sldId="375"/>
        </pc:sldMkLst>
      </pc:sldChg>
      <pc:sldChg chg="modSp">
        <pc:chgData name="Yu, Harry" userId="d07dd713-323b-41c6-b24d-c18be50fb4fc" providerId="ADAL" clId="{196D0870-A10A-40F5-A791-3C67912576F2}" dt="2020-10-10T08:10:02.652" v="6964"/>
        <pc:sldMkLst>
          <pc:docMk/>
          <pc:sldMk cId="1741195623" sldId="376"/>
        </pc:sldMkLst>
      </pc:sldChg>
      <pc:sldChg chg="modSp">
        <pc:chgData name="Yu, Harry" userId="d07dd713-323b-41c6-b24d-c18be50fb4fc" providerId="ADAL" clId="{196D0870-A10A-40F5-A791-3C67912576F2}" dt="2020-10-10T08:10:08.050" v="6965"/>
        <pc:sldMkLst>
          <pc:docMk/>
          <pc:sldMk cId="36743268" sldId="377"/>
        </pc:sldMkLst>
      </pc:sldChg>
      <pc:sldChg chg="addSp delSp modSp">
        <pc:chgData name="Yu, Harry" userId="d07dd713-323b-41c6-b24d-c18be50fb4fc" providerId="ADAL" clId="{196D0870-A10A-40F5-A791-3C67912576F2}" dt="2020-10-29T06:27:33.608" v="12633" actId="478"/>
        <pc:sldMkLst>
          <pc:docMk/>
          <pc:sldMk cId="3668215363" sldId="378"/>
        </pc:sldMkLst>
      </pc:sldChg>
      <pc:sldChg chg="modSp">
        <pc:chgData name="Yu, Harry" userId="d07dd713-323b-41c6-b24d-c18be50fb4fc" providerId="ADAL" clId="{196D0870-A10A-40F5-A791-3C67912576F2}" dt="2020-10-10T08:10:20.297" v="6967"/>
        <pc:sldMkLst>
          <pc:docMk/>
          <pc:sldMk cId="400289930" sldId="379"/>
        </pc:sldMkLst>
      </pc:sldChg>
      <pc:sldChg chg="addSp modSp">
        <pc:chgData name="Yu, Harry" userId="d07dd713-323b-41c6-b24d-c18be50fb4fc" providerId="ADAL" clId="{196D0870-A10A-40F5-A791-3C67912576F2}" dt="2020-10-19T06:41:39.198" v="10382"/>
        <pc:sldMkLst>
          <pc:docMk/>
          <pc:sldMk cId="1634231022" sldId="380"/>
        </pc:sldMkLst>
      </pc:sldChg>
      <pc:sldChg chg="modSp">
        <pc:chgData name="Yu, Harry" userId="d07dd713-323b-41c6-b24d-c18be50fb4fc" providerId="ADAL" clId="{196D0870-A10A-40F5-A791-3C67912576F2}" dt="2020-10-10T08:11:31.735" v="6973" actId="20577"/>
        <pc:sldMkLst>
          <pc:docMk/>
          <pc:sldMk cId="224488440" sldId="381"/>
        </pc:sldMkLst>
      </pc:sldChg>
      <pc:sldChg chg="modSp del">
        <pc:chgData name="Yu, Harry" userId="d07dd713-323b-41c6-b24d-c18be50fb4fc" providerId="ADAL" clId="{196D0870-A10A-40F5-A791-3C67912576F2}" dt="2020-10-10T08:14:03.102" v="6983" actId="2696"/>
        <pc:sldMkLst>
          <pc:docMk/>
          <pc:sldMk cId="1486447241" sldId="382"/>
        </pc:sldMkLst>
      </pc:sldChg>
      <pc:sldChg chg="addSp modSp">
        <pc:chgData name="Yu, Harry" userId="d07dd713-323b-41c6-b24d-c18be50fb4fc" providerId="ADAL" clId="{196D0870-A10A-40F5-A791-3C67912576F2}" dt="2020-10-19T06:42:58.520" v="10383"/>
        <pc:sldMkLst>
          <pc:docMk/>
          <pc:sldMk cId="3386074264" sldId="382"/>
        </pc:sldMkLst>
      </pc:sldChg>
      <pc:sldChg chg="modSp">
        <pc:chgData name="Yu, Harry" userId="d07dd713-323b-41c6-b24d-c18be50fb4fc" providerId="ADAL" clId="{196D0870-A10A-40F5-A791-3C67912576F2}" dt="2020-10-10T08:27:56.530" v="7349" actId="20577"/>
        <pc:sldMkLst>
          <pc:docMk/>
          <pc:sldMk cId="1106017697" sldId="383"/>
        </pc:sldMkLst>
      </pc:sldChg>
      <pc:sldChg chg="modSp">
        <pc:chgData name="Yu, Harry" userId="d07dd713-323b-41c6-b24d-c18be50fb4fc" providerId="ADAL" clId="{196D0870-A10A-40F5-A791-3C67912576F2}" dt="2020-10-10T08:36:16.261" v="7350"/>
        <pc:sldMkLst>
          <pc:docMk/>
          <pc:sldMk cId="3968152520" sldId="384"/>
        </pc:sldMkLst>
      </pc:sldChg>
      <pc:sldChg chg="addSp delSp modSp">
        <pc:chgData name="Yu, Harry" userId="d07dd713-323b-41c6-b24d-c18be50fb4fc" providerId="ADAL" clId="{196D0870-A10A-40F5-A791-3C67912576F2}" dt="2020-11-11T09:43:58.461" v="12877" actId="20577"/>
        <pc:sldMkLst>
          <pc:docMk/>
          <pc:sldMk cId="4141823049" sldId="385"/>
        </pc:sldMkLst>
      </pc:sldChg>
      <pc:sldChg chg="addSp delSp modSp">
        <pc:chgData name="Yu, Harry" userId="d07dd713-323b-41c6-b24d-c18be50fb4fc" providerId="ADAL" clId="{196D0870-A10A-40F5-A791-3C67912576F2}" dt="2020-10-19T05:49:30.521" v="10125" actId="478"/>
        <pc:sldMkLst>
          <pc:docMk/>
          <pc:sldMk cId="4009894245" sldId="386"/>
        </pc:sldMkLst>
      </pc:sldChg>
      <pc:sldChg chg="addSp delSp modSp">
        <pc:chgData name="Yu, Harry" userId="d07dd713-323b-41c6-b24d-c18be50fb4fc" providerId="ADAL" clId="{196D0870-A10A-40F5-A791-3C67912576F2}" dt="2020-10-19T06:43:46.307" v="10384"/>
        <pc:sldMkLst>
          <pc:docMk/>
          <pc:sldMk cId="3675676484" sldId="387"/>
        </pc:sldMkLst>
      </pc:sldChg>
      <pc:sldChg chg="modSp">
        <pc:chgData name="Yu, Harry" userId="d07dd713-323b-41c6-b24d-c18be50fb4fc" providerId="ADAL" clId="{196D0870-A10A-40F5-A791-3C67912576F2}" dt="2020-10-12T01:37:19.715" v="7805"/>
        <pc:sldMkLst>
          <pc:docMk/>
          <pc:sldMk cId="3933054710" sldId="388"/>
        </pc:sldMkLst>
      </pc:sldChg>
      <pc:sldChg chg="add del">
        <pc:chgData name="Yu, Harry" userId="d07dd713-323b-41c6-b24d-c18be50fb4fc" providerId="ADAL" clId="{196D0870-A10A-40F5-A791-3C67912576F2}" dt="2020-10-12T03:18:01.404" v="7810"/>
        <pc:sldMkLst>
          <pc:docMk/>
          <pc:sldMk cId="250960633" sldId="389"/>
        </pc:sldMkLst>
      </pc:sldChg>
      <pc:sldChg chg="addSp delSp modSp add ord">
        <pc:chgData name="Yu, Harry" userId="d07dd713-323b-41c6-b24d-c18be50fb4fc" providerId="ADAL" clId="{196D0870-A10A-40F5-A791-3C67912576F2}" dt="2020-10-12T05:02:32.027" v="8001"/>
        <pc:sldMkLst>
          <pc:docMk/>
          <pc:sldMk cId="4023221386" sldId="389"/>
        </pc:sldMkLst>
      </pc:sldChg>
      <pc:sldChg chg="modSp ord">
        <pc:chgData name="Yu, Harry" userId="d07dd713-323b-41c6-b24d-c18be50fb4fc" providerId="ADAL" clId="{196D0870-A10A-40F5-A791-3C67912576F2}" dt="2020-11-05T00:21:36.227" v="12720" actId="20577"/>
        <pc:sldMkLst>
          <pc:docMk/>
          <pc:sldMk cId="1891120556" sldId="390"/>
        </pc:sldMkLst>
      </pc:sldChg>
      <pc:sldChg chg="modSp">
        <pc:chgData name="Yu, Harry" userId="d07dd713-323b-41c6-b24d-c18be50fb4fc" providerId="ADAL" clId="{196D0870-A10A-40F5-A791-3C67912576F2}" dt="2020-10-12T05:02:37.550" v="8003"/>
        <pc:sldMkLst>
          <pc:docMk/>
          <pc:sldMk cId="1220728675" sldId="391"/>
        </pc:sldMkLst>
      </pc:sldChg>
      <pc:sldChg chg="modSp">
        <pc:chgData name="Yu, Harry" userId="d07dd713-323b-41c6-b24d-c18be50fb4fc" providerId="ADAL" clId="{196D0870-A10A-40F5-A791-3C67912576F2}" dt="2020-10-12T05:07:22.186" v="8109"/>
        <pc:sldMkLst>
          <pc:docMk/>
          <pc:sldMk cId="3818488837" sldId="392"/>
        </pc:sldMkLst>
      </pc:sldChg>
      <pc:sldChg chg="delSp modSp">
        <pc:chgData name="Yu, Harry" userId="d07dd713-323b-41c6-b24d-c18be50fb4fc" providerId="ADAL" clId="{196D0870-A10A-40F5-A791-3C67912576F2}" dt="2020-10-12T05:58:13.930" v="8226" actId="20577"/>
        <pc:sldMkLst>
          <pc:docMk/>
          <pc:sldMk cId="20146493" sldId="393"/>
        </pc:sldMkLst>
      </pc:sldChg>
      <pc:sldChg chg="modSp">
        <pc:chgData name="Yu, Harry" userId="d07dd713-323b-41c6-b24d-c18be50fb4fc" providerId="ADAL" clId="{196D0870-A10A-40F5-A791-3C67912576F2}" dt="2020-10-12T05:58:18.532" v="8227" actId="20577"/>
        <pc:sldMkLst>
          <pc:docMk/>
          <pc:sldMk cId="1885818837" sldId="394"/>
        </pc:sldMkLst>
      </pc:sldChg>
      <pc:sldChg chg="add del">
        <pc:chgData name="Yu, Harry" userId="d07dd713-323b-41c6-b24d-c18be50fb4fc" providerId="ADAL" clId="{196D0870-A10A-40F5-A791-3C67912576F2}" dt="2020-10-12T05:25:33.616" v="8189" actId="2696"/>
        <pc:sldMkLst>
          <pc:docMk/>
          <pc:sldMk cId="3452057254" sldId="395"/>
        </pc:sldMkLst>
      </pc:sldChg>
      <pc:sldChg chg="modSp">
        <pc:chgData name="Yu, Harry" userId="d07dd713-323b-41c6-b24d-c18be50fb4fc" providerId="ADAL" clId="{196D0870-A10A-40F5-A791-3C67912576F2}" dt="2020-10-12T05:58:23.930" v="8228" actId="20577"/>
        <pc:sldMkLst>
          <pc:docMk/>
          <pc:sldMk cId="3029800416" sldId="396"/>
        </pc:sldMkLst>
      </pc:sldChg>
      <pc:sldChg chg="modSp">
        <pc:chgData name="Yu, Harry" userId="d07dd713-323b-41c6-b24d-c18be50fb4fc" providerId="ADAL" clId="{196D0870-A10A-40F5-A791-3C67912576F2}" dt="2020-10-12T05:59:48.910" v="8245" actId="20577"/>
        <pc:sldMkLst>
          <pc:docMk/>
          <pc:sldMk cId="2484212312" sldId="397"/>
        </pc:sldMkLst>
      </pc:sldChg>
      <pc:sldChg chg="modSp">
        <pc:chgData name="Yu, Harry" userId="d07dd713-323b-41c6-b24d-c18be50fb4fc" providerId="ADAL" clId="{196D0870-A10A-40F5-A791-3C67912576F2}" dt="2020-10-12T06:15:47.545" v="8326" actId="20577"/>
        <pc:sldMkLst>
          <pc:docMk/>
          <pc:sldMk cId="4033781814" sldId="398"/>
        </pc:sldMkLst>
      </pc:sldChg>
      <pc:sldChg chg="modSp">
        <pc:chgData name="Yu, Harry" userId="d07dd713-323b-41c6-b24d-c18be50fb4fc" providerId="ADAL" clId="{196D0870-A10A-40F5-A791-3C67912576F2}" dt="2020-10-12T06:15:52.602" v="8327" actId="20577"/>
        <pc:sldMkLst>
          <pc:docMk/>
          <pc:sldMk cId="1399147271" sldId="399"/>
        </pc:sldMkLst>
      </pc:sldChg>
      <pc:sldChg chg="addSp modSp">
        <pc:chgData name="Yu, Harry" userId="d07dd713-323b-41c6-b24d-c18be50fb4fc" providerId="ADAL" clId="{196D0870-A10A-40F5-A791-3C67912576F2}" dt="2020-10-12T06:29:26.105" v="8781" actId="113"/>
        <pc:sldMkLst>
          <pc:docMk/>
          <pc:sldMk cId="2963989402" sldId="400"/>
        </pc:sldMkLst>
      </pc:sldChg>
      <pc:sldChg chg="modSp">
        <pc:chgData name="Yu, Harry" userId="d07dd713-323b-41c6-b24d-c18be50fb4fc" providerId="ADAL" clId="{196D0870-A10A-40F5-A791-3C67912576F2}" dt="2020-10-12T06:33:44.378" v="8797" actId="207"/>
        <pc:sldMkLst>
          <pc:docMk/>
          <pc:sldMk cId="4220464762" sldId="401"/>
        </pc:sldMkLst>
      </pc:sldChg>
      <pc:sldChg chg="addSp delSp modSp">
        <pc:chgData name="Yu, Harry" userId="d07dd713-323b-41c6-b24d-c18be50fb4fc" providerId="ADAL" clId="{196D0870-A10A-40F5-A791-3C67912576F2}" dt="2020-10-19T06:44:24.783" v="10387" actId="20577"/>
        <pc:sldMkLst>
          <pc:docMk/>
          <pc:sldMk cId="723533408" sldId="402"/>
        </pc:sldMkLst>
      </pc:sldChg>
      <pc:sldChg chg="addSp delSp modSp add">
        <pc:chgData name="Yu, Harry" userId="d07dd713-323b-41c6-b24d-c18be50fb4fc" providerId="ADAL" clId="{196D0870-A10A-40F5-A791-3C67912576F2}" dt="2020-10-22T04:39:39.079" v="12519"/>
        <pc:sldMkLst>
          <pc:docMk/>
          <pc:sldMk cId="3004043700" sldId="403"/>
        </pc:sldMkLst>
      </pc:sldChg>
      <pc:sldMasterChg chg="modSp modSldLayout">
        <pc:chgData name="Yu, Harry" userId="d07dd713-323b-41c6-b24d-c18be50fb4fc" providerId="ADAL" clId="{196D0870-A10A-40F5-A791-3C67912576F2}" dt="2020-09-24T04:30:17.205" v="49"/>
        <pc:sldMasterMkLst>
          <pc:docMk/>
          <pc:sldMasterMk cId="0" sldId="2147483648"/>
        </pc:sldMasterMkLst>
        <pc:sldLayoutChg chg="modSp">
          <pc:chgData name="Yu, Harry" userId="d07dd713-323b-41c6-b24d-c18be50fb4fc" providerId="ADAL" clId="{196D0870-A10A-40F5-A791-3C67912576F2}" dt="2020-09-24T04:29:11.426" v="48"/>
          <pc:sldLayoutMkLst>
            <pc:docMk/>
            <pc:sldMasterMk cId="0" sldId="2147483648"/>
            <pc:sldLayoutMk cId="848009137" sldId="2147483723"/>
          </pc:sldLayoutMkLst>
        </pc:sldLayoutChg>
        <pc:sldLayoutChg chg="modSp">
          <pc:chgData name="Yu, Harry" userId="d07dd713-323b-41c6-b24d-c18be50fb4fc" providerId="ADAL" clId="{196D0870-A10A-40F5-A791-3C67912576F2}" dt="2020-09-24T04:29:11.426" v="48"/>
          <pc:sldLayoutMkLst>
            <pc:docMk/>
            <pc:sldMasterMk cId="0" sldId="2147483648"/>
            <pc:sldLayoutMk cId="3163764267" sldId="2147483744"/>
          </pc:sldLayoutMkLst>
        </pc:sldLayoutChg>
        <pc:sldLayoutChg chg="modSp">
          <pc:chgData name="Yu, Harry" userId="d07dd713-323b-41c6-b24d-c18be50fb4fc" providerId="ADAL" clId="{196D0870-A10A-40F5-A791-3C67912576F2}" dt="2020-09-24T04:29:11.426" v="48"/>
          <pc:sldLayoutMkLst>
            <pc:docMk/>
            <pc:sldMasterMk cId="0" sldId="2147483648"/>
            <pc:sldLayoutMk cId="111115880" sldId="2147483746"/>
          </pc:sldLayoutMkLst>
        </pc:sldLayoutChg>
        <pc:sldLayoutChg chg="modSp">
          <pc:chgData name="Yu, Harry" userId="d07dd713-323b-41c6-b24d-c18be50fb4fc" providerId="ADAL" clId="{196D0870-A10A-40F5-A791-3C67912576F2}" dt="2020-09-24T04:29:11.426" v="48"/>
          <pc:sldLayoutMkLst>
            <pc:docMk/>
            <pc:sldMasterMk cId="0" sldId="2147483648"/>
            <pc:sldLayoutMk cId="1069130286" sldId="2147483747"/>
          </pc:sldLayoutMkLst>
        </pc:sldLayoutChg>
        <pc:sldLayoutChg chg="modSp">
          <pc:chgData name="Yu, Harry" userId="d07dd713-323b-41c6-b24d-c18be50fb4fc" providerId="ADAL" clId="{196D0870-A10A-40F5-A791-3C67912576F2}" dt="2020-09-24T04:29:11.426" v="48"/>
          <pc:sldLayoutMkLst>
            <pc:docMk/>
            <pc:sldMasterMk cId="0" sldId="2147483648"/>
            <pc:sldLayoutMk cId="2659977097" sldId="2147483761"/>
          </pc:sldLayoutMkLst>
        </pc:sldLayoutChg>
        <pc:sldLayoutChg chg="modSp">
          <pc:chgData name="Yu, Harry" userId="d07dd713-323b-41c6-b24d-c18be50fb4fc" providerId="ADAL" clId="{196D0870-A10A-40F5-A791-3C67912576F2}" dt="2020-09-24T04:29:11.426" v="48"/>
          <pc:sldLayoutMkLst>
            <pc:docMk/>
            <pc:sldMasterMk cId="0" sldId="2147483648"/>
            <pc:sldLayoutMk cId="1206316103" sldId="2147483768"/>
          </pc:sldLayoutMkLst>
        </pc:sldLayoutChg>
        <pc:sldLayoutChg chg="modSp">
          <pc:chgData name="Yu, Harry" userId="d07dd713-323b-41c6-b24d-c18be50fb4fc" providerId="ADAL" clId="{196D0870-A10A-40F5-A791-3C67912576F2}" dt="2020-09-24T04:29:11.426" v="48"/>
          <pc:sldLayoutMkLst>
            <pc:docMk/>
            <pc:sldMasterMk cId="0" sldId="2147483648"/>
            <pc:sldLayoutMk cId="2929401118" sldId="2147483769"/>
          </pc:sldLayoutMkLst>
        </pc:sldLayoutChg>
        <pc:sldLayoutChg chg="modSp">
          <pc:chgData name="Yu, Harry" userId="d07dd713-323b-41c6-b24d-c18be50fb4fc" providerId="ADAL" clId="{196D0870-A10A-40F5-A791-3C67912576F2}" dt="2020-09-24T04:29:11.426" v="48"/>
          <pc:sldLayoutMkLst>
            <pc:docMk/>
            <pc:sldMasterMk cId="0" sldId="2147483648"/>
            <pc:sldLayoutMk cId="2721394469" sldId="2147483771"/>
          </pc:sldLayoutMkLst>
        </pc:sldLayoutChg>
        <pc:sldLayoutChg chg="modSp">
          <pc:chgData name="Yu, Harry" userId="d07dd713-323b-41c6-b24d-c18be50fb4fc" providerId="ADAL" clId="{196D0870-A10A-40F5-A791-3C67912576F2}" dt="2020-09-24T04:29:11.426" v="48"/>
          <pc:sldLayoutMkLst>
            <pc:docMk/>
            <pc:sldMasterMk cId="0" sldId="2147483648"/>
            <pc:sldLayoutMk cId="1275472773" sldId="2147483772"/>
          </pc:sldLayoutMkLst>
        </pc:sldLayoutChg>
        <pc:sldLayoutChg chg="modSp">
          <pc:chgData name="Yu, Harry" userId="d07dd713-323b-41c6-b24d-c18be50fb4fc" providerId="ADAL" clId="{196D0870-A10A-40F5-A791-3C67912576F2}" dt="2020-09-24T04:29:11.426" v="48"/>
          <pc:sldLayoutMkLst>
            <pc:docMk/>
            <pc:sldMasterMk cId="0" sldId="2147483648"/>
            <pc:sldLayoutMk cId="4037652969" sldId="2147483780"/>
          </pc:sldLayoutMkLst>
        </pc:sldLayoutChg>
      </pc:sldMasterChg>
    </pc:docChg>
  </pc:docChgLst>
  <pc:docChgLst>
    <pc:chgData name="Zheng, Binghuan" userId="0c8cd837-2f89-4b12-8657-4317aa4b18aa" providerId="ADAL" clId="{B2D9216A-EBD7-46F6-B789-CB55AC09CB26}"/>
    <pc:docChg chg="undo redo custSel addSld delSld modSld sldOrd">
      <pc:chgData name="Zheng, Binghuan" userId="0c8cd837-2f89-4b12-8657-4317aa4b18aa" providerId="ADAL" clId="{B2D9216A-EBD7-46F6-B789-CB55AC09CB26}" dt="2024-08-23T06:13:56.607" v="8460" actId="27636"/>
      <pc:docMkLst>
        <pc:docMk/>
      </pc:docMkLst>
      <pc:sldChg chg="modSp mod">
        <pc:chgData name="Zheng, Binghuan" userId="0c8cd837-2f89-4b12-8657-4317aa4b18aa" providerId="ADAL" clId="{B2D9216A-EBD7-46F6-B789-CB55AC09CB26}" dt="2024-08-13T06:37:46.772" v="28" actId="404"/>
        <pc:sldMkLst>
          <pc:docMk/>
          <pc:sldMk cId="2086400740" sldId="256"/>
        </pc:sldMkLst>
      </pc:sldChg>
      <pc:sldChg chg="add del">
        <pc:chgData name="Zheng, Binghuan" userId="0c8cd837-2f89-4b12-8657-4317aa4b18aa" providerId="ADAL" clId="{B2D9216A-EBD7-46F6-B789-CB55AC09CB26}" dt="2024-08-20T05:25:44.859" v="3702" actId="47"/>
        <pc:sldMkLst>
          <pc:docMk/>
          <pc:sldMk cId="326920052" sldId="292"/>
        </pc:sldMkLst>
      </pc:sldChg>
      <pc:sldChg chg="modSp mod">
        <pc:chgData name="Zheng, Binghuan" userId="0c8cd837-2f89-4b12-8657-4317aa4b18aa" providerId="ADAL" clId="{B2D9216A-EBD7-46F6-B789-CB55AC09CB26}" dt="2024-08-22T08:36:55.586" v="7595" actId="27636"/>
        <pc:sldMkLst>
          <pc:docMk/>
          <pc:sldMk cId="1970846983" sldId="346"/>
        </pc:sldMkLst>
      </pc:sldChg>
      <pc:sldChg chg="modSp mod">
        <pc:chgData name="Zheng, Binghuan" userId="0c8cd837-2f89-4b12-8657-4317aa4b18aa" providerId="ADAL" clId="{B2D9216A-EBD7-46F6-B789-CB55AC09CB26}" dt="2024-08-23T06:13:56.607" v="8460" actId="27636"/>
        <pc:sldMkLst>
          <pc:docMk/>
          <pc:sldMk cId="723533408" sldId="402"/>
        </pc:sldMkLst>
      </pc:sldChg>
      <pc:sldChg chg="modSp mod">
        <pc:chgData name="Zheng, Binghuan" userId="0c8cd837-2f89-4b12-8657-4317aa4b18aa" providerId="ADAL" clId="{B2D9216A-EBD7-46F6-B789-CB55AC09CB26}" dt="2024-08-13T07:30:29.187" v="152"/>
        <pc:sldMkLst>
          <pc:docMk/>
          <pc:sldMk cId="2059096030" sldId="437"/>
        </pc:sldMkLst>
      </pc:sldChg>
      <pc:sldChg chg="del">
        <pc:chgData name="Zheng, Binghuan" userId="0c8cd837-2f89-4b12-8657-4317aa4b18aa" providerId="ADAL" clId="{B2D9216A-EBD7-46F6-B789-CB55AC09CB26}" dt="2024-08-15T09:53:16.648" v="1226" actId="47"/>
        <pc:sldMkLst>
          <pc:docMk/>
          <pc:sldMk cId="652883061" sldId="438"/>
        </pc:sldMkLst>
      </pc:sldChg>
      <pc:sldChg chg="del">
        <pc:chgData name="Zheng, Binghuan" userId="0c8cd837-2f89-4b12-8657-4317aa4b18aa" providerId="ADAL" clId="{B2D9216A-EBD7-46F6-B789-CB55AC09CB26}" dt="2024-08-15T09:53:17.209" v="1227" actId="47"/>
        <pc:sldMkLst>
          <pc:docMk/>
          <pc:sldMk cId="9024894" sldId="439"/>
        </pc:sldMkLst>
      </pc:sldChg>
      <pc:sldChg chg="del">
        <pc:chgData name="Zheng, Binghuan" userId="0c8cd837-2f89-4b12-8657-4317aa4b18aa" providerId="ADAL" clId="{B2D9216A-EBD7-46F6-B789-CB55AC09CB26}" dt="2024-08-15T09:53:17.711" v="1228" actId="47"/>
        <pc:sldMkLst>
          <pc:docMk/>
          <pc:sldMk cId="3674131767" sldId="440"/>
        </pc:sldMkLst>
      </pc:sldChg>
      <pc:sldChg chg="del">
        <pc:chgData name="Zheng, Binghuan" userId="0c8cd837-2f89-4b12-8657-4317aa4b18aa" providerId="ADAL" clId="{B2D9216A-EBD7-46F6-B789-CB55AC09CB26}" dt="2024-08-15T09:53:18.704" v="1229" actId="47"/>
        <pc:sldMkLst>
          <pc:docMk/>
          <pc:sldMk cId="1388188829" sldId="441"/>
        </pc:sldMkLst>
      </pc:sldChg>
      <pc:sldChg chg="del">
        <pc:chgData name="Zheng, Binghuan" userId="0c8cd837-2f89-4b12-8657-4317aa4b18aa" providerId="ADAL" clId="{B2D9216A-EBD7-46F6-B789-CB55AC09CB26}" dt="2024-08-15T09:53:19.188" v="1230" actId="47"/>
        <pc:sldMkLst>
          <pc:docMk/>
          <pc:sldMk cId="1448590864" sldId="442"/>
        </pc:sldMkLst>
      </pc:sldChg>
      <pc:sldChg chg="del">
        <pc:chgData name="Zheng, Binghuan" userId="0c8cd837-2f89-4b12-8657-4317aa4b18aa" providerId="ADAL" clId="{B2D9216A-EBD7-46F6-B789-CB55AC09CB26}" dt="2024-08-15T09:53:19.703" v="1231" actId="47"/>
        <pc:sldMkLst>
          <pc:docMk/>
          <pc:sldMk cId="435700087" sldId="443"/>
        </pc:sldMkLst>
      </pc:sldChg>
      <pc:sldChg chg="modSp mod">
        <pc:chgData name="Zheng, Binghuan" userId="0c8cd837-2f89-4b12-8657-4317aa4b18aa" providerId="ADAL" clId="{B2D9216A-EBD7-46F6-B789-CB55AC09CB26}" dt="2024-08-15T09:53:31.271" v="1251" actId="20577"/>
        <pc:sldMkLst>
          <pc:docMk/>
          <pc:sldMk cId="1495955687" sldId="444"/>
        </pc:sldMkLst>
      </pc:sldChg>
      <pc:sldChg chg="del">
        <pc:chgData name="Zheng, Binghuan" userId="0c8cd837-2f89-4b12-8657-4317aa4b18aa" providerId="ADAL" clId="{B2D9216A-EBD7-46F6-B789-CB55AC09CB26}" dt="2024-08-16T03:34:24.004" v="1910" actId="47"/>
        <pc:sldMkLst>
          <pc:docMk/>
          <pc:sldMk cId="2211459611" sldId="445"/>
        </pc:sldMkLst>
      </pc:sldChg>
      <pc:sldChg chg="del">
        <pc:chgData name="Zheng, Binghuan" userId="0c8cd837-2f89-4b12-8657-4317aa4b18aa" providerId="ADAL" clId="{B2D9216A-EBD7-46F6-B789-CB55AC09CB26}" dt="2024-08-16T03:34:24.676" v="1911" actId="47"/>
        <pc:sldMkLst>
          <pc:docMk/>
          <pc:sldMk cId="3498928025" sldId="446"/>
        </pc:sldMkLst>
      </pc:sldChg>
      <pc:sldChg chg="modSp mod">
        <pc:chgData name="Zheng, Binghuan" userId="0c8cd837-2f89-4b12-8657-4317aa4b18aa" providerId="ADAL" clId="{B2D9216A-EBD7-46F6-B789-CB55AC09CB26}" dt="2024-08-16T03:34:48.998" v="1912"/>
        <pc:sldMkLst>
          <pc:docMk/>
          <pc:sldMk cId="2988194818" sldId="447"/>
        </pc:sldMkLst>
      </pc:sldChg>
      <pc:sldChg chg="del">
        <pc:chgData name="Zheng, Binghuan" userId="0c8cd837-2f89-4b12-8657-4317aa4b18aa" providerId="ADAL" clId="{B2D9216A-EBD7-46F6-B789-CB55AC09CB26}" dt="2024-08-16T06:36:56.699" v="3190" actId="47"/>
        <pc:sldMkLst>
          <pc:docMk/>
          <pc:sldMk cId="732527161" sldId="448"/>
        </pc:sldMkLst>
      </pc:sldChg>
      <pc:sldChg chg="del">
        <pc:chgData name="Zheng, Binghuan" userId="0c8cd837-2f89-4b12-8657-4317aa4b18aa" providerId="ADAL" clId="{B2D9216A-EBD7-46F6-B789-CB55AC09CB26}" dt="2024-08-16T06:36:57.802" v="3191" actId="47"/>
        <pc:sldMkLst>
          <pc:docMk/>
          <pc:sldMk cId="1002335632" sldId="449"/>
        </pc:sldMkLst>
      </pc:sldChg>
      <pc:sldChg chg="modSp add del mod">
        <pc:chgData name="Zheng, Binghuan" userId="0c8cd837-2f89-4b12-8657-4317aa4b18aa" providerId="ADAL" clId="{B2D9216A-EBD7-46F6-B789-CB55AC09CB26}" dt="2024-08-22T08:38:37.131" v="7657" actId="1076"/>
        <pc:sldMkLst>
          <pc:docMk/>
          <pc:sldMk cId="2209356476" sldId="450"/>
        </pc:sldMkLst>
      </pc:sldChg>
      <pc:sldChg chg="modSp mod">
        <pc:chgData name="Zheng, Binghuan" userId="0c8cd837-2f89-4b12-8657-4317aa4b18aa" providerId="ADAL" clId="{B2D9216A-EBD7-46F6-B789-CB55AC09CB26}" dt="2024-08-22T09:00:10.436" v="7713" actId="20577"/>
        <pc:sldMkLst>
          <pc:docMk/>
          <pc:sldMk cId="2050256125" sldId="451"/>
        </pc:sldMkLst>
      </pc:sldChg>
      <pc:sldChg chg="del">
        <pc:chgData name="Zheng, Binghuan" userId="0c8cd837-2f89-4b12-8657-4317aa4b18aa" providerId="ADAL" clId="{B2D9216A-EBD7-46F6-B789-CB55AC09CB26}" dt="2024-08-20T05:25:24.830" v="3664" actId="47"/>
        <pc:sldMkLst>
          <pc:docMk/>
          <pc:sldMk cId="3319544129" sldId="452"/>
        </pc:sldMkLst>
      </pc:sldChg>
      <pc:sldChg chg="del">
        <pc:chgData name="Zheng, Binghuan" userId="0c8cd837-2f89-4b12-8657-4317aa4b18aa" providerId="ADAL" clId="{B2D9216A-EBD7-46F6-B789-CB55AC09CB26}" dt="2024-08-20T05:25:28.975" v="3669" actId="47"/>
        <pc:sldMkLst>
          <pc:docMk/>
          <pc:sldMk cId="2776444572" sldId="453"/>
        </pc:sldMkLst>
      </pc:sldChg>
      <pc:sldChg chg="del">
        <pc:chgData name="Zheng, Binghuan" userId="0c8cd837-2f89-4b12-8657-4317aa4b18aa" providerId="ADAL" clId="{B2D9216A-EBD7-46F6-B789-CB55AC09CB26}" dt="2024-08-20T05:25:30.023" v="3672" actId="47"/>
        <pc:sldMkLst>
          <pc:docMk/>
          <pc:sldMk cId="71352314" sldId="454"/>
        </pc:sldMkLst>
      </pc:sldChg>
      <pc:sldChg chg="del">
        <pc:chgData name="Zheng, Binghuan" userId="0c8cd837-2f89-4b12-8657-4317aa4b18aa" providerId="ADAL" clId="{B2D9216A-EBD7-46F6-B789-CB55AC09CB26}" dt="2024-08-20T05:25:32.584" v="3682" actId="47"/>
        <pc:sldMkLst>
          <pc:docMk/>
          <pc:sldMk cId="1539297286" sldId="455"/>
        </pc:sldMkLst>
      </pc:sldChg>
      <pc:sldChg chg="del">
        <pc:chgData name="Zheng, Binghuan" userId="0c8cd837-2f89-4b12-8657-4317aa4b18aa" providerId="ADAL" clId="{B2D9216A-EBD7-46F6-B789-CB55AC09CB26}" dt="2024-08-20T05:25:19.886" v="3660" actId="47"/>
        <pc:sldMkLst>
          <pc:docMk/>
          <pc:sldMk cId="731146122" sldId="456"/>
        </pc:sldMkLst>
      </pc:sldChg>
      <pc:sldChg chg="del">
        <pc:chgData name="Zheng, Binghuan" userId="0c8cd837-2f89-4b12-8657-4317aa4b18aa" providerId="ADAL" clId="{B2D9216A-EBD7-46F6-B789-CB55AC09CB26}" dt="2024-08-20T05:25:20.375" v="3661" actId="47"/>
        <pc:sldMkLst>
          <pc:docMk/>
          <pc:sldMk cId="1628488132" sldId="457"/>
        </pc:sldMkLst>
      </pc:sldChg>
      <pc:sldChg chg="del">
        <pc:chgData name="Zheng, Binghuan" userId="0c8cd837-2f89-4b12-8657-4317aa4b18aa" providerId="ADAL" clId="{B2D9216A-EBD7-46F6-B789-CB55AC09CB26}" dt="2024-08-16T06:36:54.533" v="3189" actId="47"/>
        <pc:sldMkLst>
          <pc:docMk/>
          <pc:sldMk cId="3275979725" sldId="458"/>
        </pc:sldMkLst>
      </pc:sldChg>
      <pc:sldChg chg="del">
        <pc:chgData name="Zheng, Binghuan" userId="0c8cd837-2f89-4b12-8657-4317aa4b18aa" providerId="ADAL" clId="{B2D9216A-EBD7-46F6-B789-CB55AC09CB26}" dt="2024-08-20T05:25:21.765" v="3663" actId="47"/>
        <pc:sldMkLst>
          <pc:docMk/>
          <pc:sldMk cId="1593563696" sldId="459"/>
        </pc:sldMkLst>
      </pc:sldChg>
      <pc:sldChg chg="del">
        <pc:chgData name="Zheng, Binghuan" userId="0c8cd837-2f89-4b12-8657-4317aa4b18aa" providerId="ADAL" clId="{B2D9216A-EBD7-46F6-B789-CB55AC09CB26}" dt="2024-08-20T05:25:25.783" v="3665" actId="47"/>
        <pc:sldMkLst>
          <pc:docMk/>
          <pc:sldMk cId="3580862102" sldId="460"/>
        </pc:sldMkLst>
      </pc:sldChg>
      <pc:sldChg chg="del">
        <pc:chgData name="Zheng, Binghuan" userId="0c8cd837-2f89-4b12-8657-4317aa4b18aa" providerId="ADAL" clId="{B2D9216A-EBD7-46F6-B789-CB55AC09CB26}" dt="2024-08-20T05:25:26.899" v="3666" actId="47"/>
        <pc:sldMkLst>
          <pc:docMk/>
          <pc:sldMk cId="1419580613" sldId="461"/>
        </pc:sldMkLst>
      </pc:sldChg>
      <pc:sldChg chg="del">
        <pc:chgData name="Zheng, Binghuan" userId="0c8cd837-2f89-4b12-8657-4317aa4b18aa" providerId="ADAL" clId="{B2D9216A-EBD7-46F6-B789-CB55AC09CB26}" dt="2024-08-20T05:25:27.735" v="3667" actId="47"/>
        <pc:sldMkLst>
          <pc:docMk/>
          <pc:sldMk cId="43316218" sldId="462"/>
        </pc:sldMkLst>
      </pc:sldChg>
      <pc:sldChg chg="del">
        <pc:chgData name="Zheng, Binghuan" userId="0c8cd837-2f89-4b12-8657-4317aa4b18aa" providerId="ADAL" clId="{B2D9216A-EBD7-46F6-B789-CB55AC09CB26}" dt="2024-08-20T05:25:28.070" v="3668" actId="47"/>
        <pc:sldMkLst>
          <pc:docMk/>
          <pc:sldMk cId="3731721025" sldId="463"/>
        </pc:sldMkLst>
      </pc:sldChg>
      <pc:sldChg chg="del">
        <pc:chgData name="Zheng, Binghuan" userId="0c8cd837-2f89-4b12-8657-4317aa4b18aa" providerId="ADAL" clId="{B2D9216A-EBD7-46F6-B789-CB55AC09CB26}" dt="2024-08-20T05:25:29.442" v="3670" actId="47"/>
        <pc:sldMkLst>
          <pc:docMk/>
          <pc:sldMk cId="697485291" sldId="464"/>
        </pc:sldMkLst>
      </pc:sldChg>
      <pc:sldChg chg="del">
        <pc:chgData name="Zheng, Binghuan" userId="0c8cd837-2f89-4b12-8657-4317aa4b18aa" providerId="ADAL" clId="{B2D9216A-EBD7-46F6-B789-CB55AC09CB26}" dt="2024-08-20T05:25:29.756" v="3671" actId="47"/>
        <pc:sldMkLst>
          <pc:docMk/>
          <pc:sldMk cId="56375173" sldId="465"/>
        </pc:sldMkLst>
      </pc:sldChg>
      <pc:sldChg chg="del">
        <pc:chgData name="Zheng, Binghuan" userId="0c8cd837-2f89-4b12-8657-4317aa4b18aa" providerId="ADAL" clId="{B2D9216A-EBD7-46F6-B789-CB55AC09CB26}" dt="2024-08-20T05:25:30.329" v="3673" actId="47"/>
        <pc:sldMkLst>
          <pc:docMk/>
          <pc:sldMk cId="3136376735" sldId="467"/>
        </pc:sldMkLst>
      </pc:sldChg>
      <pc:sldChg chg="del">
        <pc:chgData name="Zheng, Binghuan" userId="0c8cd837-2f89-4b12-8657-4317aa4b18aa" providerId="ADAL" clId="{B2D9216A-EBD7-46F6-B789-CB55AC09CB26}" dt="2024-08-20T05:25:30.613" v="3674" actId="47"/>
        <pc:sldMkLst>
          <pc:docMk/>
          <pc:sldMk cId="559823900" sldId="468"/>
        </pc:sldMkLst>
      </pc:sldChg>
      <pc:sldChg chg="del">
        <pc:chgData name="Zheng, Binghuan" userId="0c8cd837-2f89-4b12-8657-4317aa4b18aa" providerId="ADAL" clId="{B2D9216A-EBD7-46F6-B789-CB55AC09CB26}" dt="2024-08-20T05:25:30.816" v="3675" actId="47"/>
        <pc:sldMkLst>
          <pc:docMk/>
          <pc:sldMk cId="1148473252" sldId="469"/>
        </pc:sldMkLst>
      </pc:sldChg>
      <pc:sldChg chg="del">
        <pc:chgData name="Zheng, Binghuan" userId="0c8cd837-2f89-4b12-8657-4317aa4b18aa" providerId="ADAL" clId="{B2D9216A-EBD7-46F6-B789-CB55AC09CB26}" dt="2024-08-20T05:25:30.918" v="3676" actId="47"/>
        <pc:sldMkLst>
          <pc:docMk/>
          <pc:sldMk cId="141679243" sldId="470"/>
        </pc:sldMkLst>
      </pc:sldChg>
      <pc:sldChg chg="del">
        <pc:chgData name="Zheng, Binghuan" userId="0c8cd837-2f89-4b12-8657-4317aa4b18aa" providerId="ADAL" clId="{B2D9216A-EBD7-46F6-B789-CB55AC09CB26}" dt="2024-08-20T05:25:31.105" v="3677" actId="47"/>
        <pc:sldMkLst>
          <pc:docMk/>
          <pc:sldMk cId="2447273490" sldId="471"/>
        </pc:sldMkLst>
      </pc:sldChg>
      <pc:sldChg chg="del">
        <pc:chgData name="Zheng, Binghuan" userId="0c8cd837-2f89-4b12-8657-4317aa4b18aa" providerId="ADAL" clId="{B2D9216A-EBD7-46F6-B789-CB55AC09CB26}" dt="2024-08-20T05:25:31.301" v="3678" actId="47"/>
        <pc:sldMkLst>
          <pc:docMk/>
          <pc:sldMk cId="3949367011" sldId="472"/>
        </pc:sldMkLst>
      </pc:sldChg>
      <pc:sldChg chg="del">
        <pc:chgData name="Zheng, Binghuan" userId="0c8cd837-2f89-4b12-8657-4317aa4b18aa" providerId="ADAL" clId="{B2D9216A-EBD7-46F6-B789-CB55AC09CB26}" dt="2024-08-20T05:25:31.628" v="3679" actId="47"/>
        <pc:sldMkLst>
          <pc:docMk/>
          <pc:sldMk cId="1608275893" sldId="473"/>
        </pc:sldMkLst>
      </pc:sldChg>
      <pc:sldChg chg="del">
        <pc:chgData name="Zheng, Binghuan" userId="0c8cd837-2f89-4b12-8657-4317aa4b18aa" providerId="ADAL" clId="{B2D9216A-EBD7-46F6-B789-CB55AC09CB26}" dt="2024-08-20T05:25:32.364" v="3681" actId="47"/>
        <pc:sldMkLst>
          <pc:docMk/>
          <pc:sldMk cId="3735186540" sldId="474"/>
        </pc:sldMkLst>
      </pc:sldChg>
      <pc:sldChg chg="del">
        <pc:chgData name="Zheng, Binghuan" userId="0c8cd837-2f89-4b12-8657-4317aa4b18aa" providerId="ADAL" clId="{B2D9216A-EBD7-46F6-B789-CB55AC09CB26}" dt="2024-08-20T05:25:32.142" v="3680" actId="47"/>
        <pc:sldMkLst>
          <pc:docMk/>
          <pc:sldMk cId="1933954306" sldId="475"/>
        </pc:sldMkLst>
      </pc:sldChg>
      <pc:sldChg chg="del">
        <pc:chgData name="Zheng, Binghuan" userId="0c8cd837-2f89-4b12-8657-4317aa4b18aa" providerId="ADAL" clId="{B2D9216A-EBD7-46F6-B789-CB55AC09CB26}" dt="2024-08-20T05:25:32.772" v="3683" actId="47"/>
        <pc:sldMkLst>
          <pc:docMk/>
          <pc:sldMk cId="3848952280" sldId="476"/>
        </pc:sldMkLst>
      </pc:sldChg>
      <pc:sldChg chg="del">
        <pc:chgData name="Zheng, Binghuan" userId="0c8cd837-2f89-4b12-8657-4317aa4b18aa" providerId="ADAL" clId="{B2D9216A-EBD7-46F6-B789-CB55AC09CB26}" dt="2024-08-20T05:25:33.053" v="3684" actId="47"/>
        <pc:sldMkLst>
          <pc:docMk/>
          <pc:sldMk cId="1789271270" sldId="478"/>
        </pc:sldMkLst>
      </pc:sldChg>
      <pc:sldChg chg="del">
        <pc:chgData name="Zheng, Binghuan" userId="0c8cd837-2f89-4b12-8657-4317aa4b18aa" providerId="ADAL" clId="{B2D9216A-EBD7-46F6-B789-CB55AC09CB26}" dt="2024-08-20T05:25:33.308" v="3685" actId="47"/>
        <pc:sldMkLst>
          <pc:docMk/>
          <pc:sldMk cId="4177327766" sldId="479"/>
        </pc:sldMkLst>
      </pc:sldChg>
      <pc:sldChg chg="add del">
        <pc:chgData name="Zheng, Binghuan" userId="0c8cd837-2f89-4b12-8657-4317aa4b18aa" providerId="ADAL" clId="{B2D9216A-EBD7-46F6-B789-CB55AC09CB26}" dt="2024-08-20T05:26:15.045" v="3704" actId="47"/>
        <pc:sldMkLst>
          <pc:docMk/>
          <pc:sldMk cId="536687498" sldId="480"/>
        </pc:sldMkLst>
      </pc:sldChg>
      <pc:sldChg chg="addSp delSp del mod">
        <pc:chgData name="Zheng, Binghuan" userId="0c8cd837-2f89-4b12-8657-4317aa4b18aa" providerId="ADAL" clId="{B2D9216A-EBD7-46F6-B789-CB55AC09CB26}" dt="2024-08-20T05:25:18.708" v="3659" actId="47"/>
        <pc:sldMkLst>
          <pc:docMk/>
          <pc:sldMk cId="788278670" sldId="481"/>
        </pc:sldMkLst>
      </pc:sldChg>
      <pc:sldChg chg="del">
        <pc:chgData name="Zheng, Binghuan" userId="0c8cd837-2f89-4b12-8657-4317aa4b18aa" providerId="ADAL" clId="{B2D9216A-EBD7-46F6-B789-CB55AC09CB26}" dt="2024-08-15T09:53:14.331" v="1224" actId="47"/>
        <pc:sldMkLst>
          <pc:docMk/>
          <pc:sldMk cId="345076665" sldId="482"/>
        </pc:sldMkLst>
      </pc:sldChg>
      <pc:sldChg chg="del">
        <pc:chgData name="Zheng, Binghuan" userId="0c8cd837-2f89-4b12-8657-4317aa4b18aa" providerId="ADAL" clId="{B2D9216A-EBD7-46F6-B789-CB55AC09CB26}" dt="2024-08-15T09:53:14.741" v="1225" actId="47"/>
        <pc:sldMkLst>
          <pc:docMk/>
          <pc:sldMk cId="1916881881" sldId="483"/>
        </pc:sldMkLst>
      </pc:sldChg>
      <pc:sldChg chg="del">
        <pc:chgData name="Zheng, Binghuan" userId="0c8cd837-2f89-4b12-8657-4317aa4b18aa" providerId="ADAL" clId="{B2D9216A-EBD7-46F6-B789-CB55AC09CB26}" dt="2024-08-16T03:34:23.290" v="1909" actId="47"/>
        <pc:sldMkLst>
          <pc:docMk/>
          <pc:sldMk cId="2882291423" sldId="484"/>
        </pc:sldMkLst>
      </pc:sldChg>
      <pc:sldChg chg="del">
        <pc:chgData name="Zheng, Binghuan" userId="0c8cd837-2f89-4b12-8657-4317aa4b18aa" providerId="ADAL" clId="{B2D9216A-EBD7-46F6-B789-CB55AC09CB26}" dt="2024-08-20T05:25:20.859" v="3662" actId="47"/>
        <pc:sldMkLst>
          <pc:docMk/>
          <pc:sldMk cId="837894073" sldId="485"/>
        </pc:sldMkLst>
      </pc:sldChg>
      <pc:sldChg chg="modSp add mod">
        <pc:chgData name="Zheng, Binghuan" userId="0c8cd837-2f89-4b12-8657-4317aa4b18aa" providerId="ADAL" clId="{B2D9216A-EBD7-46F6-B789-CB55AC09CB26}" dt="2024-08-22T09:01:03.007" v="7716" actId="20577"/>
        <pc:sldMkLst>
          <pc:docMk/>
          <pc:sldMk cId="1443141661" sldId="486"/>
        </pc:sldMkLst>
      </pc:sldChg>
      <pc:sldChg chg="modSp add del mod">
        <pc:chgData name="Zheng, Binghuan" userId="0c8cd837-2f89-4b12-8657-4317aa4b18aa" providerId="ADAL" clId="{B2D9216A-EBD7-46F6-B789-CB55AC09CB26}" dt="2024-08-15T07:44:29.790" v="952"/>
        <pc:sldMkLst>
          <pc:docMk/>
          <pc:sldMk cId="1825291162" sldId="487"/>
        </pc:sldMkLst>
      </pc:sldChg>
      <pc:sldChg chg="modSp add mod">
        <pc:chgData name="Zheng, Binghuan" userId="0c8cd837-2f89-4b12-8657-4317aa4b18aa" providerId="ADAL" clId="{B2D9216A-EBD7-46F6-B789-CB55AC09CB26}" dt="2024-08-22T09:12:11.602" v="7732" actId="1076"/>
        <pc:sldMkLst>
          <pc:docMk/>
          <pc:sldMk cId="2985871454" sldId="487"/>
        </pc:sldMkLst>
      </pc:sldChg>
      <pc:sldChg chg="delSp modSp add mod">
        <pc:chgData name="Zheng, Binghuan" userId="0c8cd837-2f89-4b12-8657-4317aa4b18aa" providerId="ADAL" clId="{B2D9216A-EBD7-46F6-B789-CB55AC09CB26}" dt="2024-08-22T09:12:34.635" v="7734" actId="478"/>
        <pc:sldMkLst>
          <pc:docMk/>
          <pc:sldMk cId="2918012652" sldId="488"/>
        </pc:sldMkLst>
      </pc:sldChg>
      <pc:sldChg chg="modSp add mod ord">
        <pc:chgData name="Zheng, Binghuan" userId="0c8cd837-2f89-4b12-8657-4317aa4b18aa" providerId="ADAL" clId="{B2D9216A-EBD7-46F6-B789-CB55AC09CB26}" dt="2024-08-22T09:13:50.646" v="7766" actId="14100"/>
        <pc:sldMkLst>
          <pc:docMk/>
          <pc:sldMk cId="2729596788" sldId="489"/>
        </pc:sldMkLst>
      </pc:sldChg>
      <pc:sldChg chg="addSp delSp modSp add mod">
        <pc:chgData name="Zheng, Binghuan" userId="0c8cd837-2f89-4b12-8657-4317aa4b18aa" providerId="ADAL" clId="{B2D9216A-EBD7-46F6-B789-CB55AC09CB26}" dt="2024-08-22T09:41:11.538" v="7872" actId="14100"/>
        <pc:sldMkLst>
          <pc:docMk/>
          <pc:sldMk cId="522948719" sldId="490"/>
        </pc:sldMkLst>
      </pc:sldChg>
      <pc:sldChg chg="delSp modSp add mod">
        <pc:chgData name="Zheng, Binghuan" userId="0c8cd837-2f89-4b12-8657-4317aa4b18aa" providerId="ADAL" clId="{B2D9216A-EBD7-46F6-B789-CB55AC09CB26}" dt="2024-08-22T09:45:28.928" v="7887" actId="20577"/>
        <pc:sldMkLst>
          <pc:docMk/>
          <pc:sldMk cId="1838623475" sldId="491"/>
        </pc:sldMkLst>
      </pc:sldChg>
      <pc:sldChg chg="modSp add mod ord">
        <pc:chgData name="Zheng, Binghuan" userId="0c8cd837-2f89-4b12-8657-4317aa4b18aa" providerId="ADAL" clId="{B2D9216A-EBD7-46F6-B789-CB55AC09CB26}" dt="2024-08-23T06:04:29.250" v="8427" actId="14100"/>
        <pc:sldMkLst>
          <pc:docMk/>
          <pc:sldMk cId="3011713260" sldId="492"/>
        </pc:sldMkLst>
      </pc:sldChg>
      <pc:sldChg chg="modSp add del mod">
        <pc:chgData name="Zheng, Binghuan" userId="0c8cd837-2f89-4b12-8657-4317aa4b18aa" providerId="ADAL" clId="{B2D9216A-EBD7-46F6-B789-CB55AC09CB26}" dt="2024-08-22T09:53:53.370" v="7897" actId="20577"/>
        <pc:sldMkLst>
          <pc:docMk/>
          <pc:sldMk cId="1857770909" sldId="493"/>
        </pc:sldMkLst>
      </pc:sldChg>
      <pc:sldChg chg="addSp delSp modSp add del mod">
        <pc:chgData name="Zheng, Binghuan" userId="0c8cd837-2f89-4b12-8657-4317aa4b18aa" providerId="ADAL" clId="{B2D9216A-EBD7-46F6-B789-CB55AC09CB26}" dt="2024-08-22T09:55:43.970" v="7902" actId="1076"/>
        <pc:sldMkLst>
          <pc:docMk/>
          <pc:sldMk cId="638383612" sldId="494"/>
        </pc:sldMkLst>
      </pc:sldChg>
      <pc:sldChg chg="modSp add del mod">
        <pc:chgData name="Zheng, Binghuan" userId="0c8cd837-2f89-4b12-8657-4317aa4b18aa" providerId="ADAL" clId="{B2D9216A-EBD7-46F6-B789-CB55AC09CB26}" dt="2024-08-22T09:56:42.898" v="7908" actId="20577"/>
        <pc:sldMkLst>
          <pc:docMk/>
          <pc:sldMk cId="3986514883" sldId="495"/>
        </pc:sldMkLst>
      </pc:sldChg>
      <pc:sldChg chg="modSp add del mod ord">
        <pc:chgData name="Zheng, Binghuan" userId="0c8cd837-2f89-4b12-8657-4317aa4b18aa" providerId="ADAL" clId="{B2D9216A-EBD7-46F6-B789-CB55AC09CB26}" dt="2024-08-20T05:25:42.616" v="3698" actId="47"/>
        <pc:sldMkLst>
          <pc:docMk/>
          <pc:sldMk cId="4127238824" sldId="496"/>
        </pc:sldMkLst>
      </pc:sldChg>
      <pc:sldChg chg="addSp delSp modSp add del mod">
        <pc:chgData name="Zheng, Binghuan" userId="0c8cd837-2f89-4b12-8657-4317aa4b18aa" providerId="ADAL" clId="{B2D9216A-EBD7-46F6-B789-CB55AC09CB26}" dt="2024-08-22T09:58:01.972" v="7912" actId="1076"/>
        <pc:sldMkLst>
          <pc:docMk/>
          <pc:sldMk cId="1975868213" sldId="497"/>
        </pc:sldMkLst>
      </pc:sldChg>
      <pc:sldChg chg="delSp modSp add del mod ord">
        <pc:chgData name="Zheng, Binghuan" userId="0c8cd837-2f89-4b12-8657-4317aa4b18aa" providerId="ADAL" clId="{B2D9216A-EBD7-46F6-B789-CB55AC09CB26}" dt="2024-08-23T06:08:02.468" v="8441" actId="1076"/>
        <pc:sldMkLst>
          <pc:docMk/>
          <pc:sldMk cId="2815045398" sldId="498"/>
        </pc:sldMkLst>
      </pc:sldChg>
      <pc:sldChg chg="delSp modSp add mod">
        <pc:chgData name="Zheng, Binghuan" userId="0c8cd837-2f89-4b12-8657-4317aa4b18aa" providerId="ADAL" clId="{B2D9216A-EBD7-46F6-B789-CB55AC09CB26}" dt="2024-08-22T09:59:25.267" v="7916" actId="20577"/>
        <pc:sldMkLst>
          <pc:docMk/>
          <pc:sldMk cId="1560715043" sldId="499"/>
        </pc:sldMkLst>
      </pc:sldChg>
      <pc:sldChg chg="addSp modSp add mod">
        <pc:chgData name="Zheng, Binghuan" userId="0c8cd837-2f89-4b12-8657-4317aa4b18aa" providerId="ADAL" clId="{B2D9216A-EBD7-46F6-B789-CB55AC09CB26}" dt="2024-08-23T05:19:04.776" v="8013" actId="20577"/>
        <pc:sldMkLst>
          <pc:docMk/>
          <pc:sldMk cId="2993275724" sldId="500"/>
        </pc:sldMkLst>
      </pc:sldChg>
      <pc:sldChg chg="modSp add mod">
        <pc:chgData name="Zheng, Binghuan" userId="0c8cd837-2f89-4b12-8657-4317aa4b18aa" providerId="ADAL" clId="{B2D9216A-EBD7-46F6-B789-CB55AC09CB26}" dt="2024-08-22T10:11:37.649" v="7935" actId="20577"/>
        <pc:sldMkLst>
          <pc:docMk/>
          <pc:sldMk cId="1264831888" sldId="501"/>
        </pc:sldMkLst>
      </pc:sldChg>
      <pc:sldChg chg="modSp add mod ord">
        <pc:chgData name="Zheng, Binghuan" userId="0c8cd837-2f89-4b12-8657-4317aa4b18aa" providerId="ADAL" clId="{B2D9216A-EBD7-46F6-B789-CB55AC09CB26}" dt="2024-08-20T05:54:54.161" v="4428"/>
        <pc:sldMkLst>
          <pc:docMk/>
          <pc:sldMk cId="3370009950" sldId="502"/>
        </pc:sldMkLst>
      </pc:sldChg>
      <pc:sldChg chg="modSp add mod ord">
        <pc:chgData name="Zheng, Binghuan" userId="0c8cd837-2f89-4b12-8657-4317aa4b18aa" providerId="ADAL" clId="{B2D9216A-EBD7-46F6-B789-CB55AC09CB26}" dt="2024-08-22T10:14:00.617" v="7939" actId="14100"/>
        <pc:sldMkLst>
          <pc:docMk/>
          <pc:sldMk cId="3481064182" sldId="503"/>
        </pc:sldMkLst>
      </pc:sldChg>
      <pc:sldChg chg="addSp delSp modSp add mod">
        <pc:chgData name="Zheng, Binghuan" userId="0c8cd837-2f89-4b12-8657-4317aa4b18aa" providerId="ADAL" clId="{B2D9216A-EBD7-46F6-B789-CB55AC09CB26}" dt="2024-08-22T10:18:03.474" v="7995" actId="1036"/>
        <pc:sldMkLst>
          <pc:docMk/>
          <pc:sldMk cId="2294451221" sldId="504"/>
        </pc:sldMkLst>
      </pc:sldChg>
      <pc:sldChg chg="addSp delSp modSp add mod">
        <pc:chgData name="Zheng, Binghuan" userId="0c8cd837-2f89-4b12-8657-4317aa4b18aa" providerId="ADAL" clId="{B2D9216A-EBD7-46F6-B789-CB55AC09CB26}" dt="2024-08-22T10:18:31.460" v="7997"/>
        <pc:sldMkLst>
          <pc:docMk/>
          <pc:sldMk cId="1237411496" sldId="505"/>
        </pc:sldMkLst>
      </pc:sldChg>
      <pc:sldChg chg="modSp add del mod">
        <pc:chgData name="Zheng, Binghuan" userId="0c8cd837-2f89-4b12-8657-4317aa4b18aa" providerId="ADAL" clId="{B2D9216A-EBD7-46F6-B789-CB55AC09CB26}" dt="2024-08-20T10:02:53.805" v="5058" actId="47"/>
        <pc:sldMkLst>
          <pc:docMk/>
          <pc:sldMk cId="916157826" sldId="506"/>
        </pc:sldMkLst>
      </pc:sldChg>
      <pc:sldChg chg="modSp add mod">
        <pc:chgData name="Zheng, Binghuan" userId="0c8cd837-2f89-4b12-8657-4317aa4b18aa" providerId="ADAL" clId="{B2D9216A-EBD7-46F6-B789-CB55AC09CB26}" dt="2024-08-22T10:22:44.867" v="8009" actId="20577"/>
        <pc:sldMkLst>
          <pc:docMk/>
          <pc:sldMk cId="1691443480" sldId="506"/>
        </pc:sldMkLst>
      </pc:sldChg>
      <pc:sldChg chg="modSp add mod ord">
        <pc:chgData name="Zheng, Binghuan" userId="0c8cd837-2f89-4b12-8657-4317aa4b18aa" providerId="ADAL" clId="{B2D9216A-EBD7-46F6-B789-CB55AC09CB26}" dt="2024-08-20T10:25:16.193" v="5193" actId="20577"/>
        <pc:sldMkLst>
          <pc:docMk/>
          <pc:sldMk cId="4001441323" sldId="507"/>
        </pc:sldMkLst>
      </pc:sldChg>
      <pc:sldChg chg="addSp delSp modSp add mod ord">
        <pc:chgData name="Zheng, Binghuan" userId="0c8cd837-2f89-4b12-8657-4317aa4b18aa" providerId="ADAL" clId="{B2D9216A-EBD7-46F6-B789-CB55AC09CB26}" dt="2024-08-23T05:25:31.120" v="8039" actId="20577"/>
        <pc:sldMkLst>
          <pc:docMk/>
          <pc:sldMk cId="91791109" sldId="508"/>
        </pc:sldMkLst>
      </pc:sldChg>
      <pc:sldChg chg="addSp delSp modSp add mod">
        <pc:chgData name="Zheng, Binghuan" userId="0c8cd837-2f89-4b12-8657-4317aa4b18aa" providerId="ADAL" clId="{B2D9216A-EBD7-46F6-B789-CB55AC09CB26}" dt="2024-08-23T05:27:09.429" v="8062" actId="20577"/>
        <pc:sldMkLst>
          <pc:docMk/>
          <pc:sldMk cId="3317381244" sldId="509"/>
        </pc:sldMkLst>
      </pc:sldChg>
      <pc:sldChg chg="modSp add mod">
        <pc:chgData name="Zheng, Binghuan" userId="0c8cd837-2f89-4b12-8657-4317aa4b18aa" providerId="ADAL" clId="{B2D9216A-EBD7-46F6-B789-CB55AC09CB26}" dt="2024-08-21T06:34:16.386" v="5741" actId="20577"/>
        <pc:sldMkLst>
          <pc:docMk/>
          <pc:sldMk cId="3724086086" sldId="510"/>
        </pc:sldMkLst>
      </pc:sldChg>
      <pc:sldChg chg="modSp add mod">
        <pc:chgData name="Zheng, Binghuan" userId="0c8cd837-2f89-4b12-8657-4317aa4b18aa" providerId="ADAL" clId="{B2D9216A-EBD7-46F6-B789-CB55AC09CB26}" dt="2024-08-23T05:27:45.854" v="8063" actId="1076"/>
        <pc:sldMkLst>
          <pc:docMk/>
          <pc:sldMk cId="1885676024" sldId="511"/>
        </pc:sldMkLst>
      </pc:sldChg>
      <pc:sldChg chg="modSp add mod ord">
        <pc:chgData name="Zheng, Binghuan" userId="0c8cd837-2f89-4b12-8657-4317aa4b18aa" providerId="ADAL" clId="{B2D9216A-EBD7-46F6-B789-CB55AC09CB26}" dt="2024-08-21T06:49:04.764" v="5929"/>
        <pc:sldMkLst>
          <pc:docMk/>
          <pc:sldMk cId="1713096378" sldId="512"/>
        </pc:sldMkLst>
      </pc:sldChg>
      <pc:sldChg chg="modSp add mod ord">
        <pc:chgData name="Zheng, Binghuan" userId="0c8cd837-2f89-4b12-8657-4317aa4b18aa" providerId="ADAL" clId="{B2D9216A-EBD7-46F6-B789-CB55AC09CB26}" dt="2024-08-23T06:12:10.704" v="8448" actId="1076"/>
        <pc:sldMkLst>
          <pc:docMk/>
          <pc:sldMk cId="453494785" sldId="513"/>
        </pc:sldMkLst>
      </pc:sldChg>
      <pc:sldChg chg="modSp add mod">
        <pc:chgData name="Zheng, Binghuan" userId="0c8cd837-2f89-4b12-8657-4317aa4b18aa" providerId="ADAL" clId="{B2D9216A-EBD7-46F6-B789-CB55AC09CB26}" dt="2024-08-23T05:32:35.129" v="8075" actId="1076"/>
        <pc:sldMkLst>
          <pc:docMk/>
          <pc:sldMk cId="486828748" sldId="514"/>
        </pc:sldMkLst>
      </pc:sldChg>
      <pc:sldChg chg="modSp add mod">
        <pc:chgData name="Zheng, Binghuan" userId="0c8cd837-2f89-4b12-8657-4317aa4b18aa" providerId="ADAL" clId="{B2D9216A-EBD7-46F6-B789-CB55AC09CB26}" dt="2024-08-23T05:47:18.270" v="8096" actId="1076"/>
        <pc:sldMkLst>
          <pc:docMk/>
          <pc:sldMk cId="3115430750" sldId="515"/>
        </pc:sldMkLst>
      </pc:sldChg>
      <pc:sldChg chg="modSp add mod">
        <pc:chgData name="Zheng, Binghuan" userId="0c8cd837-2f89-4b12-8657-4317aa4b18aa" providerId="ADAL" clId="{B2D9216A-EBD7-46F6-B789-CB55AC09CB26}" dt="2024-08-21T10:14:00.356" v="7472"/>
        <pc:sldMkLst>
          <pc:docMk/>
          <pc:sldMk cId="4027813640" sldId="516"/>
        </pc:sldMkLst>
      </pc:sldChg>
      <pc:sldChg chg="modSp add mod">
        <pc:chgData name="Zheng, Binghuan" userId="0c8cd837-2f89-4b12-8657-4317aa4b18aa" providerId="ADAL" clId="{B2D9216A-EBD7-46F6-B789-CB55AC09CB26}" dt="2024-08-23T05:48:28.089" v="8177" actId="20577"/>
        <pc:sldMkLst>
          <pc:docMk/>
          <pc:sldMk cId="3543675474" sldId="517"/>
        </pc:sldMkLst>
      </pc:sldChg>
      <pc:sldChg chg="modSp add mod">
        <pc:chgData name="Zheng, Binghuan" userId="0c8cd837-2f89-4b12-8657-4317aa4b18aa" providerId="ADAL" clId="{B2D9216A-EBD7-46F6-B789-CB55AC09CB26}" dt="2024-08-23T05:49:53.381" v="8182" actId="1076"/>
        <pc:sldMkLst>
          <pc:docMk/>
          <pc:sldMk cId="3494725010" sldId="518"/>
        </pc:sldMkLst>
      </pc:sldChg>
      <pc:sldChg chg="modSp add mod">
        <pc:chgData name="Zheng, Binghuan" userId="0c8cd837-2f89-4b12-8657-4317aa4b18aa" providerId="ADAL" clId="{B2D9216A-EBD7-46F6-B789-CB55AC09CB26}" dt="2024-08-23T05:44:41.698" v="8077" actId="20577"/>
        <pc:sldMkLst>
          <pc:docMk/>
          <pc:sldMk cId="2344740167" sldId="519"/>
        </pc:sldMkLst>
      </pc:sldChg>
      <pc:sldChg chg="modSp add mod">
        <pc:chgData name="Zheng, Binghuan" userId="0c8cd837-2f89-4b12-8657-4317aa4b18aa" providerId="ADAL" clId="{B2D9216A-EBD7-46F6-B789-CB55AC09CB26}" dt="2024-08-23T05:52:43.360" v="8257" actId="20577"/>
        <pc:sldMkLst>
          <pc:docMk/>
          <pc:sldMk cId="1303671432" sldId="520"/>
        </pc:sldMkLst>
      </pc:sldChg>
      <pc:sldChg chg="modSp add mod">
        <pc:chgData name="Zheng, Binghuan" userId="0c8cd837-2f89-4b12-8657-4317aa4b18aa" providerId="ADAL" clId="{B2D9216A-EBD7-46F6-B789-CB55AC09CB26}" dt="2024-08-23T05:53:31.136" v="8271" actId="20577"/>
        <pc:sldMkLst>
          <pc:docMk/>
          <pc:sldMk cId="3240281301" sldId="521"/>
        </pc:sldMkLst>
      </pc:sldChg>
      <pc:sldChg chg="modSp add mod">
        <pc:chgData name="Zheng, Binghuan" userId="0c8cd837-2f89-4b12-8657-4317aa4b18aa" providerId="ADAL" clId="{B2D9216A-EBD7-46F6-B789-CB55AC09CB26}" dt="2024-08-23T05:55:25.920" v="8273" actId="14100"/>
        <pc:sldMkLst>
          <pc:docMk/>
          <pc:sldMk cId="1631761778" sldId="522"/>
        </pc:sldMkLst>
      </pc:sldChg>
      <pc:sldChg chg="modSp add mod ord">
        <pc:chgData name="Zheng, Binghuan" userId="0c8cd837-2f89-4b12-8657-4317aa4b18aa" providerId="ADAL" clId="{B2D9216A-EBD7-46F6-B789-CB55AC09CB26}" dt="2024-08-21T10:14:30.018" v="7479"/>
        <pc:sldMkLst>
          <pc:docMk/>
          <pc:sldMk cId="2707869640" sldId="523"/>
        </pc:sldMkLst>
      </pc:sldChg>
      <pc:sldChg chg="delSp modSp add mod ord">
        <pc:chgData name="Zheng, Binghuan" userId="0c8cd837-2f89-4b12-8657-4317aa4b18aa" providerId="ADAL" clId="{B2D9216A-EBD7-46F6-B789-CB55AC09CB26}" dt="2024-08-23T05:56:30.740" v="8275" actId="403"/>
        <pc:sldMkLst>
          <pc:docMk/>
          <pc:sldMk cId="1122803921" sldId="524"/>
        </pc:sldMkLst>
      </pc:sldChg>
      <pc:sldChg chg="addSp delSp modSp add mod ord">
        <pc:chgData name="Zheng, Binghuan" userId="0c8cd837-2f89-4b12-8657-4317aa4b18aa" providerId="ADAL" clId="{B2D9216A-EBD7-46F6-B789-CB55AC09CB26}" dt="2024-08-23T05:58:28.595" v="8323" actId="20577"/>
        <pc:sldMkLst>
          <pc:docMk/>
          <pc:sldMk cId="528219773" sldId="525"/>
        </pc:sldMkLst>
      </pc:sldChg>
      <pc:sldChg chg="addSp delSp modSp add mod">
        <pc:chgData name="Zheng, Binghuan" userId="0c8cd837-2f89-4b12-8657-4317aa4b18aa" providerId="ADAL" clId="{B2D9216A-EBD7-46F6-B789-CB55AC09CB26}" dt="2024-08-23T06:00:52.017" v="8401" actId="1076"/>
        <pc:sldMkLst>
          <pc:docMk/>
          <pc:sldMk cId="1563753362" sldId="526"/>
        </pc:sldMkLst>
      </pc:sldChg>
      <pc:sldChg chg="addSp delSp modSp add mod">
        <pc:chgData name="Zheng, Binghuan" userId="0c8cd837-2f89-4b12-8657-4317aa4b18aa" providerId="ADAL" clId="{B2D9216A-EBD7-46F6-B789-CB55AC09CB26}" dt="2024-08-23T05:59:29.574" v="8356" actId="20577"/>
        <pc:sldMkLst>
          <pc:docMk/>
          <pc:sldMk cId="4033759234" sldId="527"/>
        </pc:sldMkLst>
      </pc:sldChg>
    </pc:docChg>
  </pc:docChgLst>
  <pc:docChgLst>
    <pc:chgData name="Yu, Harry" userId="d07dd713-323b-41c6-b24d-c18be50fb4fc" providerId="ADAL" clId="{D83F0C2C-D676-425D-B92E-9A88DAD47D68}"/>
    <pc:docChg chg="custSel modSld">
      <pc:chgData name="Yu, Harry" userId="d07dd713-323b-41c6-b24d-c18be50fb4fc" providerId="ADAL" clId="{D83F0C2C-D676-425D-B92E-9A88DAD47D68}" dt="2021-11-01T05:42:06.395" v="282" actId="20577"/>
      <pc:docMkLst>
        <pc:docMk/>
      </pc:docMkLst>
      <pc:sldChg chg="delSp mod">
        <pc:chgData name="Yu, Harry" userId="d07dd713-323b-41c6-b24d-c18be50fb4fc" providerId="ADAL" clId="{D83F0C2C-D676-425D-B92E-9A88DAD47D68}" dt="2021-11-01T05:39:28.097" v="0" actId="478"/>
        <pc:sldMkLst>
          <pc:docMk/>
          <pc:sldMk cId="914646431" sldId="368"/>
        </pc:sldMkLst>
      </pc:sldChg>
      <pc:sldChg chg="modSp mod">
        <pc:chgData name="Yu, Harry" userId="d07dd713-323b-41c6-b24d-c18be50fb4fc" providerId="ADAL" clId="{D83F0C2C-D676-425D-B92E-9A88DAD47D68}" dt="2021-11-01T05:42:06.395" v="282" actId="20577"/>
        <pc:sldMkLst>
          <pc:docMk/>
          <pc:sldMk cId="2549360784" sldId="429"/>
        </pc:sldMkLst>
      </pc:sldChg>
    </pc:docChg>
  </pc:docChgLst>
  <pc:docChgLst>
    <pc:chgData name="Zheng, Binghuan" userId="0c8cd837-2f89-4b12-8657-4317aa4b18aa" providerId="ADAL" clId="{D8289620-1A04-4CBE-8F79-62382FF4C4DB}"/>
    <pc:docChg chg="custSel addSld modSld modShowInfo">
      <pc:chgData name="Zheng, Binghuan" userId="0c8cd837-2f89-4b12-8657-4317aa4b18aa" providerId="ADAL" clId="{D8289620-1A04-4CBE-8F79-62382FF4C4DB}" dt="2024-11-07T02:34:26.903" v="133" actId="20577"/>
      <pc:docMkLst>
        <pc:docMk/>
      </pc:docMkLst>
      <pc:sldChg chg="modTransition">
        <pc:chgData name="Zheng, Binghuan" userId="0c8cd837-2f89-4b12-8657-4317aa4b18aa" providerId="ADAL" clId="{D8289620-1A04-4CBE-8F79-62382FF4C4DB}" dt="2024-11-06T23:49:37.251" v="72"/>
        <pc:sldMkLst>
          <pc:docMk/>
          <pc:sldMk cId="2086400740" sldId="256"/>
        </pc:sldMkLst>
      </pc:sldChg>
      <pc:sldChg chg="modSp mod">
        <pc:chgData name="Zheng, Binghuan" userId="0c8cd837-2f89-4b12-8657-4317aa4b18aa" providerId="ADAL" clId="{D8289620-1A04-4CBE-8F79-62382FF4C4DB}" dt="2024-10-29T08:59:04.142" v="8" actId="13926"/>
        <pc:sldMkLst>
          <pc:docMk/>
          <pc:sldMk cId="2729596788" sldId="489"/>
        </pc:sldMkLst>
      </pc:sldChg>
      <pc:sldChg chg="modSp mod">
        <pc:chgData name="Zheng, Binghuan" userId="0c8cd837-2f89-4b12-8657-4317aa4b18aa" providerId="ADAL" clId="{D8289620-1A04-4CBE-8F79-62382FF4C4DB}" dt="2024-11-07T01:58:29.898" v="95" actId="1076"/>
        <pc:sldMkLst>
          <pc:docMk/>
          <pc:sldMk cId="4127238824" sldId="496"/>
        </pc:sldMkLst>
      </pc:sldChg>
      <pc:sldChg chg="addSp modSp mod">
        <pc:chgData name="Zheng, Binghuan" userId="0c8cd837-2f89-4b12-8657-4317aa4b18aa" providerId="ADAL" clId="{D8289620-1A04-4CBE-8F79-62382FF4C4DB}" dt="2024-11-07T01:59:15.204" v="98" actId="1076"/>
        <pc:sldMkLst>
          <pc:docMk/>
          <pc:sldMk cId="2294451221" sldId="504"/>
        </pc:sldMkLst>
      </pc:sldChg>
      <pc:sldChg chg="addSp modSp mod">
        <pc:chgData name="Zheng, Binghuan" userId="0c8cd837-2f89-4b12-8657-4317aa4b18aa" providerId="ADAL" clId="{D8289620-1A04-4CBE-8F79-62382FF4C4DB}" dt="2024-11-07T02:34:26.903" v="133" actId="20577"/>
        <pc:sldMkLst>
          <pc:docMk/>
          <pc:sldMk cId="4033759234" sldId="527"/>
        </pc:sldMkLst>
      </pc:sldChg>
      <pc:sldChg chg="addSp delSp modSp add mod">
        <pc:chgData name="Zheng, Binghuan" userId="0c8cd837-2f89-4b12-8657-4317aa4b18aa" providerId="ADAL" clId="{D8289620-1A04-4CBE-8F79-62382FF4C4DB}" dt="2024-10-29T09:01:34.536" v="55" actId="1076"/>
        <pc:sldMkLst>
          <pc:docMk/>
          <pc:sldMk cId="3592081840" sldId="529"/>
        </pc:sldMkLst>
      </pc:sldChg>
    </pc:docChg>
  </pc:docChgLst>
  <pc:docChgLst>
    <pc:chgData name="Zheng, Binghuan" userId="0c8cd837-2f89-4b12-8657-4317aa4b18aa" providerId="ADAL" clId="{363AEF24-54E3-445D-86D2-5135E015E662}"/>
    <pc:docChg chg="modSld">
      <pc:chgData name="Zheng, Binghuan" userId="0c8cd837-2f89-4b12-8657-4317aa4b18aa" providerId="ADAL" clId="{363AEF24-54E3-445D-86D2-5135E015E662}" dt="2024-10-17T02:16:11.099" v="8" actId="13926"/>
      <pc:docMkLst>
        <pc:docMk/>
      </pc:docMkLst>
      <pc:sldChg chg="modSp mod">
        <pc:chgData name="Zheng, Binghuan" userId="0c8cd837-2f89-4b12-8657-4317aa4b18aa" providerId="ADAL" clId="{363AEF24-54E3-445D-86D2-5135E015E662}" dt="2024-10-17T02:16:11.099" v="8" actId="13926"/>
        <pc:sldMkLst>
          <pc:docMk/>
          <pc:sldMk cId="2050256125" sldId="451"/>
        </pc:sldMkLst>
      </pc:sldChg>
      <pc:sldChg chg="addSp modSp mod">
        <pc:chgData name="Zheng, Binghuan" userId="0c8cd837-2f89-4b12-8657-4317aa4b18aa" providerId="ADAL" clId="{363AEF24-54E3-445D-86D2-5135E015E662}" dt="2024-10-11T09:35:30.185" v="1" actId="1076"/>
        <pc:sldMkLst>
          <pc:docMk/>
          <pc:sldMk cId="2918012652" sldId="488"/>
        </pc:sldMkLst>
      </pc:sldChg>
      <pc:sldChg chg="addSp modSp">
        <pc:chgData name="Zheng, Binghuan" userId="0c8cd837-2f89-4b12-8657-4317aa4b18aa" providerId="ADAL" clId="{363AEF24-54E3-445D-86D2-5135E015E662}" dt="2024-10-11T09:35:38.861" v="2"/>
        <pc:sldMkLst>
          <pc:docMk/>
          <pc:sldMk cId="1838623475" sldId="491"/>
        </pc:sldMkLst>
      </pc:sldChg>
      <pc:sldChg chg="addSp modSp">
        <pc:chgData name="Zheng, Binghuan" userId="0c8cd837-2f89-4b12-8657-4317aa4b18aa" providerId="ADAL" clId="{363AEF24-54E3-445D-86D2-5135E015E662}" dt="2024-10-11T09:35:42.609" v="3"/>
        <pc:sldMkLst>
          <pc:docMk/>
          <pc:sldMk cId="1975868213" sldId="497"/>
        </pc:sldMkLst>
      </pc:sldChg>
      <pc:sldChg chg="addSp modSp">
        <pc:chgData name="Zheng, Binghuan" userId="0c8cd837-2f89-4b12-8657-4317aa4b18aa" providerId="ADAL" clId="{363AEF24-54E3-445D-86D2-5135E015E662}" dt="2024-10-11T09:35:45.972" v="4"/>
        <pc:sldMkLst>
          <pc:docMk/>
          <pc:sldMk cId="1264831888" sldId="501"/>
        </pc:sldMkLst>
      </pc:sldChg>
      <pc:sldChg chg="addSp modSp">
        <pc:chgData name="Zheng, Binghuan" userId="0c8cd837-2f89-4b12-8657-4317aa4b18aa" providerId="ADAL" clId="{363AEF24-54E3-445D-86D2-5135E015E662}" dt="2024-10-11T09:35:48.982" v="5"/>
        <pc:sldMkLst>
          <pc:docMk/>
          <pc:sldMk cId="1691443480" sldId="506"/>
        </pc:sldMkLst>
      </pc:sldChg>
      <pc:sldChg chg="addSp modSp">
        <pc:chgData name="Zheng, Binghuan" userId="0c8cd837-2f89-4b12-8657-4317aa4b18aa" providerId="ADAL" clId="{363AEF24-54E3-445D-86D2-5135E015E662}" dt="2024-10-11T09:35:52.357" v="6"/>
        <pc:sldMkLst>
          <pc:docMk/>
          <pc:sldMk cId="1885676024" sldId="511"/>
        </pc:sldMkLst>
      </pc:sldChg>
      <pc:sldChg chg="addSp modSp">
        <pc:chgData name="Zheng, Binghuan" userId="0c8cd837-2f89-4b12-8657-4317aa4b18aa" providerId="ADAL" clId="{363AEF24-54E3-445D-86D2-5135E015E662}" dt="2024-10-11T09:35:57.056" v="7"/>
        <pc:sldMkLst>
          <pc:docMk/>
          <pc:sldMk cId="1631761778" sldId="522"/>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A553E8-0470-1349-956C-3CB18694582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A67CBD2-00E1-E94C-B4F0-37C39C209D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B726A-C477-6444-83BF-F1538D69AD12}" type="datetimeFigureOut">
              <a:rPr lang="en-US" smtClean="0"/>
              <a:t>12/4/2025</a:t>
            </a:fld>
            <a:endParaRPr lang="en-US"/>
          </a:p>
        </p:txBody>
      </p:sp>
      <p:sp>
        <p:nvSpPr>
          <p:cNvPr id="4" name="Footer Placeholder 3">
            <a:extLst>
              <a:ext uri="{FF2B5EF4-FFF2-40B4-BE49-F238E27FC236}">
                <a16:creationId xmlns:a16="http://schemas.microsoft.com/office/drawing/2014/main" id="{447C31E5-3BC8-F849-AC60-6FCBD80D55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101290B-DD02-C147-B1CC-37C02F331D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DCDB93-7126-8142-8B95-E87AEC48376D}" type="slidenum">
              <a:rPr lang="en-US" smtClean="0"/>
              <a:t>‹#›</a:t>
            </a:fld>
            <a:endParaRPr lang="en-US"/>
          </a:p>
        </p:txBody>
      </p:sp>
    </p:spTree>
    <p:extLst>
      <p:ext uri="{BB962C8B-B14F-4D97-AF65-F5344CB8AC3E}">
        <p14:creationId xmlns:p14="http://schemas.microsoft.com/office/powerpoint/2010/main" val="205622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55" name="Shape 1055"/>
          <p:cNvSpPr>
            <a:spLocks noGrp="1" noRot="1" noChangeAspect="1"/>
          </p:cNvSpPr>
          <p:nvPr>
            <p:ph type="sldImg"/>
          </p:nvPr>
        </p:nvSpPr>
        <p:spPr>
          <a:xfrm>
            <a:off x="381000" y="685800"/>
            <a:ext cx="6096000" cy="3429000"/>
          </a:xfrm>
          <a:prstGeom prst="rect">
            <a:avLst/>
          </a:prstGeom>
        </p:spPr>
        <p:txBody>
          <a:bodyPr/>
          <a:lstStyle/>
          <a:p>
            <a:endParaRPr/>
          </a:p>
        </p:txBody>
      </p:sp>
      <p:sp>
        <p:nvSpPr>
          <p:cNvPr id="1056" name="Shape 105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600" latinLnBrk="0">
      <a:lnSpc>
        <a:spcPct val="117999"/>
      </a:lnSpc>
      <a:defRPr sz="1100">
        <a:latin typeface="+mn-lt"/>
        <a:ea typeface="+mn-ea"/>
        <a:cs typeface="+mn-cs"/>
        <a:sym typeface="Helvetica Neue"/>
      </a:defRPr>
    </a:lvl1pPr>
    <a:lvl2pPr indent="114300" defTabSz="228600" latinLnBrk="0">
      <a:lnSpc>
        <a:spcPct val="117999"/>
      </a:lnSpc>
      <a:defRPr sz="1100">
        <a:latin typeface="+mn-lt"/>
        <a:ea typeface="+mn-ea"/>
        <a:cs typeface="+mn-cs"/>
        <a:sym typeface="Helvetica Neue"/>
      </a:defRPr>
    </a:lvl2pPr>
    <a:lvl3pPr indent="228600" defTabSz="228600" latinLnBrk="0">
      <a:lnSpc>
        <a:spcPct val="117999"/>
      </a:lnSpc>
      <a:defRPr sz="1100">
        <a:latin typeface="+mn-lt"/>
        <a:ea typeface="+mn-ea"/>
        <a:cs typeface="+mn-cs"/>
        <a:sym typeface="Helvetica Neue"/>
      </a:defRPr>
    </a:lvl3pPr>
    <a:lvl4pPr indent="342900" defTabSz="228600" latinLnBrk="0">
      <a:lnSpc>
        <a:spcPct val="117999"/>
      </a:lnSpc>
      <a:defRPr sz="1100">
        <a:latin typeface="+mn-lt"/>
        <a:ea typeface="+mn-ea"/>
        <a:cs typeface="+mn-cs"/>
        <a:sym typeface="Helvetica Neue"/>
      </a:defRPr>
    </a:lvl4pPr>
    <a:lvl5pPr indent="457200" defTabSz="228600" latinLnBrk="0">
      <a:lnSpc>
        <a:spcPct val="117999"/>
      </a:lnSpc>
      <a:defRPr sz="1100">
        <a:latin typeface="+mn-lt"/>
        <a:ea typeface="+mn-ea"/>
        <a:cs typeface="+mn-cs"/>
        <a:sym typeface="Helvetica Neue"/>
      </a:defRPr>
    </a:lvl5pPr>
    <a:lvl6pPr indent="571500" defTabSz="228600" latinLnBrk="0">
      <a:lnSpc>
        <a:spcPct val="117999"/>
      </a:lnSpc>
      <a:defRPr sz="1100">
        <a:latin typeface="+mn-lt"/>
        <a:ea typeface="+mn-ea"/>
        <a:cs typeface="+mn-cs"/>
        <a:sym typeface="Helvetica Neue"/>
      </a:defRPr>
    </a:lvl6pPr>
    <a:lvl7pPr indent="685800" defTabSz="228600" latinLnBrk="0">
      <a:lnSpc>
        <a:spcPct val="117999"/>
      </a:lnSpc>
      <a:defRPr sz="1100">
        <a:latin typeface="+mn-lt"/>
        <a:ea typeface="+mn-ea"/>
        <a:cs typeface="+mn-cs"/>
        <a:sym typeface="Helvetica Neue"/>
      </a:defRPr>
    </a:lvl7pPr>
    <a:lvl8pPr indent="800100" defTabSz="228600" latinLnBrk="0">
      <a:lnSpc>
        <a:spcPct val="117999"/>
      </a:lnSpc>
      <a:defRPr sz="1100">
        <a:latin typeface="+mn-lt"/>
        <a:ea typeface="+mn-ea"/>
        <a:cs typeface="+mn-cs"/>
        <a:sym typeface="Helvetica Neue"/>
      </a:defRPr>
    </a:lvl8pPr>
    <a:lvl9pPr indent="914400" defTabSz="228600" latinLnBrk="0">
      <a:lnSpc>
        <a:spcPct val="117999"/>
      </a:lnSpc>
      <a:defRPr sz="11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chemeClr val="bg1"/>
                </a:solidFill>
              </a:defRPr>
            </a:lvl1pPr>
          </a:lstStyle>
          <a:p>
            <a:r>
              <a:rPr lang="en-US" dirty="0"/>
              <a:t>75 </a:t>
            </a:r>
            <a:r>
              <a:rPr lang="en-US" dirty="0" err="1"/>
              <a:t>pt</a:t>
            </a:r>
            <a:r>
              <a:rPr lang="en-US" dirty="0"/>
              <a:t> Intel Clear Light</a:t>
            </a:r>
            <a:endParaRPr dirty="0"/>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userDrawn="1"/>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79684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chemeClr val="bg1"/>
                </a:solidFill>
              </a:defRPr>
            </a:lvl1pPr>
          </a:lstStyle>
          <a:p>
            <a:r>
              <a:rPr lang="en-US" dirty="0"/>
              <a:t>75 </a:t>
            </a:r>
            <a:r>
              <a:rPr lang="en-US" dirty="0" err="1"/>
              <a:t>pt</a:t>
            </a:r>
            <a:r>
              <a:rPr lang="en-US" dirty="0"/>
              <a:t> Intel Clear Light</a:t>
            </a:r>
            <a:endParaRPr dirty="0"/>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18pt Intel Clear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85001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sp>
        <p:nvSpPr>
          <p:cNvPr id="137" name="Rectangle"/>
          <p:cNvSpPr/>
          <p:nvPr/>
        </p:nvSpPr>
        <p:spPr>
          <a:xfrm>
            <a:off x="1466513" y="-28456"/>
            <a:ext cx="3430768" cy="5421617"/>
          </a:xfrm>
          <a:prstGeom prst="rect">
            <a:avLst/>
          </a:prstGeom>
          <a:solidFill>
            <a:srgbClr val="E7E7E7">
              <a:alpha val="39000"/>
            </a:srgb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22" name="Title Text">
            <a:extLst>
              <a:ext uri="{FF2B5EF4-FFF2-40B4-BE49-F238E27FC236}">
                <a16:creationId xmlns:a16="http://schemas.microsoft.com/office/drawing/2014/main" id="{82EC668F-6093-6548-B182-47568630A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a:defRPr sz="7500">
                <a:solidFill>
                  <a:srgbClr val="525252"/>
                </a:solidFill>
              </a:defRPr>
            </a:lvl1pPr>
          </a:lstStyle>
          <a:p>
            <a:r>
              <a:rPr lang="en-US" dirty="0"/>
              <a:t>75 </a:t>
            </a:r>
            <a:r>
              <a:rPr lang="en-US" dirty="0" err="1"/>
              <a:t>pt</a:t>
            </a:r>
            <a:r>
              <a:rPr lang="en-US" dirty="0"/>
              <a:t> Intel Clear</a:t>
            </a:r>
            <a:endParaRPr dirty="0"/>
          </a:p>
        </p:txBody>
      </p:sp>
      <p:sp>
        <p:nvSpPr>
          <p:cNvPr id="15" name="Text Placeholder 2">
            <a:extLst>
              <a:ext uri="{FF2B5EF4-FFF2-40B4-BE49-F238E27FC236}">
                <a16:creationId xmlns:a16="http://schemas.microsoft.com/office/drawing/2014/main" id="{F87CC838-4D6E-4C99-A3F1-81F2913C62B3}"/>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chemeClr val="accent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16pt Intel Clear Bold Intro:</a:t>
            </a:r>
          </a:p>
        </p:txBody>
      </p:sp>
      <p:sp>
        <p:nvSpPr>
          <p:cNvPr id="18" name="Text Placeholder 6">
            <a:extLst>
              <a:ext uri="{FF2B5EF4-FFF2-40B4-BE49-F238E27FC236}">
                <a16:creationId xmlns:a16="http://schemas.microsoft.com/office/drawing/2014/main" id="{00C3E650-A810-40D9-81A8-D3E73C9326E4}"/>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2"/>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18pt Intel Clear Subhead, Date, Etc.</a:t>
            </a:r>
          </a:p>
        </p:txBody>
      </p:sp>
      <p:sp>
        <p:nvSpPr>
          <p:cNvPr id="10" name="Square">
            <a:extLst>
              <a:ext uri="{FF2B5EF4-FFF2-40B4-BE49-F238E27FC236}">
                <a16:creationId xmlns:a16="http://schemas.microsoft.com/office/drawing/2014/main" id="{99F366F8-DC49-4E0B-B131-1FB92CC518E3}"/>
              </a:ext>
            </a:extLst>
          </p:cNvPr>
          <p:cNvSpPr/>
          <p:nvPr userDrawn="1"/>
        </p:nvSpPr>
        <p:spPr>
          <a:xfrm>
            <a:off x="861107" y="5390896"/>
            <a:ext cx="607299" cy="607299"/>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10443275-64C7-4249-92B8-990C3BB41279}"/>
              </a:ext>
            </a:extLst>
          </p:cNvPr>
          <p:cNvSpPr/>
          <p:nvPr userDrawn="1"/>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908D9A-1608-44B4-A0A3-FC9E665728CA}"/>
              </a:ext>
            </a:extLst>
          </p:cNvPr>
          <p:cNvSpPr/>
          <p:nvPr userDrawn="1"/>
        </p:nvSpPr>
        <p:spPr>
          <a:xfrm>
            <a:off x="861107" y="4952474"/>
            <a:ext cx="157461" cy="157461"/>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3" name="Graphic 2">
            <a:extLst>
              <a:ext uri="{FF2B5EF4-FFF2-40B4-BE49-F238E27FC236}">
                <a16:creationId xmlns:a16="http://schemas.microsoft.com/office/drawing/2014/main" id="{2952F383-4862-4271-B541-5612120030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6513" y="5992753"/>
            <a:ext cx="1031758" cy="384723"/>
          </a:xfrm>
          <a:prstGeom prst="rect">
            <a:avLst/>
          </a:prstGeom>
        </p:spPr>
      </p:pic>
    </p:spTree>
    <p:extLst>
      <p:ext uri="{BB962C8B-B14F-4D97-AF65-F5344CB8AC3E}">
        <p14:creationId xmlns:p14="http://schemas.microsoft.com/office/powerpoint/2010/main" val="367237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Clear Light Text Goes Here</a:t>
            </a:r>
          </a:p>
        </p:txBody>
      </p:sp>
    </p:spTree>
    <p:extLst>
      <p:ext uri="{BB962C8B-B14F-4D97-AF65-F5344CB8AC3E}">
        <p14:creationId xmlns:p14="http://schemas.microsoft.com/office/powerpoint/2010/main" val="2554795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83255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90699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01191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9323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dirty="0"/>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dirty="0"/>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endParaRPr lang="en-US"/>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endParaRPr lang="en-US"/>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61051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endParaRPr lang="en-US"/>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305787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endParaRPr lang="en-US"/>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tx2"/>
                </a:solidFill>
              </a:defRPr>
            </a:lvl1pPr>
          </a:lstStyle>
          <a:p>
            <a:r>
              <a:rPr lang="en-US" dirty="0"/>
              <a:t>Full page Image, Delete Title if Necessary</a:t>
            </a:r>
          </a:p>
        </p:txBody>
      </p:sp>
    </p:spTree>
    <p:extLst>
      <p:ext uri="{BB962C8B-B14F-4D97-AF65-F5344CB8AC3E}">
        <p14:creationId xmlns:p14="http://schemas.microsoft.com/office/powerpoint/2010/main" val="498565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rgbClr val="525252"/>
                </a:solidFill>
              </a:defRPr>
            </a:lvl1pPr>
          </a:lstStyle>
          <a:p>
            <a:r>
              <a:rPr lang="en-US" dirty="0"/>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accent1"/>
                </a:solidFill>
              </a:defRPr>
            </a:lvl1pPr>
          </a:lstStyle>
          <a:p>
            <a:pPr lvl="0"/>
            <a:endParaRPr lang="en-US" dirty="0"/>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298516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9" name="TextBox 28">
            <a:extLst>
              <a:ext uri="{FF2B5EF4-FFF2-40B4-BE49-F238E27FC236}">
                <a16:creationId xmlns:a16="http://schemas.microsoft.com/office/drawing/2014/main" id="{EFDF4199-9905-E94D-9EEB-E7016E48C0FC}"/>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bg1"/>
                </a:solidFill>
              </a:defRPr>
            </a:lvl1pPr>
          </a:lstStyle>
          <a:p>
            <a:r>
              <a:rPr lang="en-US" dirty="0"/>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bg1"/>
                </a:solidFill>
              </a:defRPr>
            </a:lvl1pPr>
          </a:lstStyle>
          <a:p>
            <a:pPr lvl="0"/>
            <a:endParaRPr lang="en-US" dirty="0"/>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12" name="Rectangle 11">
            <a:extLst>
              <a:ext uri="{FF2B5EF4-FFF2-40B4-BE49-F238E27FC236}">
                <a16:creationId xmlns:a16="http://schemas.microsoft.com/office/drawing/2014/main" id="{EBD06FF7-C66A-4B8C-9693-1423A8337983}"/>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13" name="Rectangle 12">
            <a:extLst>
              <a:ext uri="{FF2B5EF4-FFF2-40B4-BE49-F238E27FC236}">
                <a16:creationId xmlns:a16="http://schemas.microsoft.com/office/drawing/2014/main" id="{485269BB-7AC7-41A6-BC05-71FDAD0FDBA2}"/>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bg1"/>
                </a:solidFill>
                <a:latin typeface="+mn-lt"/>
              </a:defRPr>
            </a:lvl1pPr>
            <a:lvl2pPr marL="228600" indent="0">
              <a:buNone/>
              <a:defRPr/>
            </a:lvl2pPr>
          </a:lstStyle>
          <a:p>
            <a:pPr lvl="0"/>
            <a:r>
              <a:rPr lang="en-US" dirty="0"/>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65997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rgbClr val="525252"/>
                </a:solidFill>
              </a:defRPr>
            </a:lvl1pPr>
          </a:lstStyle>
          <a:p>
            <a:r>
              <a:rPr lang="en-US" dirty="0"/>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6606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Rectangle 12">
            <a:extLst>
              <a:ext uri="{FF2B5EF4-FFF2-40B4-BE49-F238E27FC236}">
                <a16:creationId xmlns:a16="http://schemas.microsoft.com/office/drawing/2014/main" id="{ED4D76E8-466A-4C06-9261-BDE1AA914749}"/>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14" name="Rectangle 13">
            <a:extLst>
              <a:ext uri="{FF2B5EF4-FFF2-40B4-BE49-F238E27FC236}">
                <a16:creationId xmlns:a16="http://schemas.microsoft.com/office/drawing/2014/main" id="{2588B335-02FC-4504-AF46-DF56B2EC52E4}"/>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chemeClr val="bg1"/>
                </a:solidFill>
              </a:defRPr>
            </a:lvl1pPr>
          </a:lstStyle>
          <a:p>
            <a:r>
              <a:rPr lang="en-US" dirty="0"/>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lstStyle>
            <a:lvl1pPr marL="0" indent="0">
              <a:buNone/>
              <a:defRPr>
                <a:solidFill>
                  <a:schemeClr val="bg1"/>
                </a:solidFill>
                <a:latin typeface="+mn-lt"/>
              </a:defRPr>
            </a:lvl1pPr>
            <a:lvl2pPr marL="228600" indent="0">
              <a:buNone/>
              <a:defRPr/>
            </a:lvl2pPr>
          </a:lstStyle>
          <a:p>
            <a:pPr lvl="0"/>
            <a:r>
              <a:rPr lang="en-US" dirty="0"/>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11115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5" name="Rectangle 14">
            <a:extLst>
              <a:ext uri="{FF2B5EF4-FFF2-40B4-BE49-F238E27FC236}">
                <a16:creationId xmlns:a16="http://schemas.microsoft.com/office/drawing/2014/main" id="{68A864FA-3818-4931-B452-798F1E7F5A67}"/>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16" name="Rectangle 15">
            <a:extLst>
              <a:ext uri="{FF2B5EF4-FFF2-40B4-BE49-F238E27FC236}">
                <a16:creationId xmlns:a16="http://schemas.microsoft.com/office/drawing/2014/main" id="{48FC8DFF-85CB-4435-B144-6A1DC4093482}"/>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chemeClr val="bg1"/>
                </a:solidFill>
              </a:defRPr>
            </a:lvl1pPr>
          </a:lstStyle>
          <a:p>
            <a:r>
              <a:rPr lang="en-US" dirty="0"/>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0"/>
            <a:ext cx="11022013" cy="438150"/>
          </a:xfrm>
        </p:spPr>
        <p:txBody>
          <a:bodyPr/>
          <a:lstStyle>
            <a:lvl1pPr marL="0" indent="0">
              <a:buNone/>
              <a:defRPr>
                <a:solidFill>
                  <a:schemeClr val="bg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06913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8" cy="318638"/>
          </a:xfrm>
          <a:prstGeom prst="rect">
            <a:avLst/>
          </a:prstGeom>
          <a:solidFill>
            <a:srgbClr val="00C7FD"/>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2"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4"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8" name="TextBox 17">
            <a:extLst>
              <a:ext uri="{FF2B5EF4-FFF2-40B4-BE49-F238E27FC236}">
                <a16:creationId xmlns:a16="http://schemas.microsoft.com/office/drawing/2014/main" id="{F5846515-4871-AA4D-B71A-1561CC2E370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Rectangle 18">
            <a:extLst>
              <a:ext uri="{FF2B5EF4-FFF2-40B4-BE49-F238E27FC236}">
                <a16:creationId xmlns:a16="http://schemas.microsoft.com/office/drawing/2014/main" id="{D5D8740F-FED9-4D14-9DF3-3BA84ADF820C}"/>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20" name="Rectangle 19">
            <a:extLst>
              <a:ext uri="{FF2B5EF4-FFF2-40B4-BE49-F238E27FC236}">
                <a16:creationId xmlns:a16="http://schemas.microsoft.com/office/drawing/2014/main" id="{1DEF55E0-947C-4281-8A2A-E59398C246AB}"/>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2929401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userDrawn="1"/>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Rectangle 14">
            <a:extLst>
              <a:ext uri="{FF2B5EF4-FFF2-40B4-BE49-F238E27FC236}">
                <a16:creationId xmlns:a16="http://schemas.microsoft.com/office/drawing/2014/main" id="{431659E3-0873-4033-A7E2-31DB4A07B08A}"/>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20" name="Rectangle 19">
            <a:extLst>
              <a:ext uri="{FF2B5EF4-FFF2-40B4-BE49-F238E27FC236}">
                <a16:creationId xmlns:a16="http://schemas.microsoft.com/office/drawing/2014/main" id="{C660C086-3964-411C-85AF-F720D5E83519}"/>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206316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userDrawn="1"/>
        </p:nvSpPr>
        <p:spPr>
          <a:xfrm>
            <a:off x="11741697" y="6405280"/>
            <a:ext cx="450068" cy="450068"/>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userDrawn="1"/>
        </p:nvSpPr>
        <p:spPr>
          <a:xfrm>
            <a:off x="5814183" y="402558"/>
            <a:ext cx="5927511" cy="6003471"/>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1" name="Square">
            <a:extLst>
              <a:ext uri="{FF2B5EF4-FFF2-40B4-BE49-F238E27FC236}">
                <a16:creationId xmlns:a16="http://schemas.microsoft.com/office/drawing/2014/main" id="{C93C8C2E-66DD-E64F-BD60-42EBDC0E958E}"/>
              </a:ext>
            </a:extLst>
          </p:cNvPr>
          <p:cNvSpPr/>
          <p:nvPr userDrawn="1"/>
        </p:nvSpPr>
        <p:spPr>
          <a:xfrm>
            <a:off x="707513" y="2295859"/>
            <a:ext cx="318638" cy="318638"/>
          </a:xfrm>
          <a:prstGeom prst="rect">
            <a:avLst/>
          </a:prstGeom>
          <a:solidFill>
            <a:srgbClr val="004A86"/>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userDrawn="1"/>
        </p:nvSpPr>
        <p:spPr>
          <a:xfrm>
            <a:off x="533946"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userDrawn="1"/>
        </p:nvSpPr>
        <p:spPr>
          <a:xfrm>
            <a:off x="707513"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Rectangle 13">
            <a:extLst>
              <a:ext uri="{FF2B5EF4-FFF2-40B4-BE49-F238E27FC236}">
                <a16:creationId xmlns:a16="http://schemas.microsoft.com/office/drawing/2014/main" id="{5C1E74A4-2107-4448-BA31-9630404A452B}"/>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19" name="Rectangle 18">
            <a:extLst>
              <a:ext uri="{FF2B5EF4-FFF2-40B4-BE49-F238E27FC236}">
                <a16:creationId xmlns:a16="http://schemas.microsoft.com/office/drawing/2014/main" id="{1DABA887-D95E-434F-B1E9-73FC7AE8C2A8}"/>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848009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 Content Gray">
    <p:bg>
      <p:bgPr>
        <a:solidFill>
          <a:schemeClr val="bg1">
            <a:lumMod val="95000"/>
          </a:schemeClr>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userDrawn="1"/>
        </p:nvSpPr>
        <p:spPr>
          <a:xfrm>
            <a:off x="11741697" y="6405280"/>
            <a:ext cx="450068" cy="450068"/>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userDrawn="1"/>
        </p:nvSpPr>
        <p:spPr>
          <a:xfrm>
            <a:off x="5814183" y="402558"/>
            <a:ext cx="5927511" cy="6003471"/>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p:nvSpPr>
        <p:spPr>
          <a:xfrm>
            <a:off x="5815052" y="401865"/>
            <a:ext cx="5927511" cy="6003471"/>
          </a:xfrm>
          <a:prstGeom prst="rect">
            <a:avLst/>
          </a:prstGeom>
          <a:solidFill>
            <a:srgbClr val="FFFF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0" name="Content Placeholder 2">
            <a:extLst>
              <a:ext uri="{FF2B5EF4-FFF2-40B4-BE49-F238E27FC236}">
                <a16:creationId xmlns:a16="http://schemas.microsoft.com/office/drawing/2014/main" id="{D197FC80-1304-44AF-BD9E-CFB8D3B37C99}"/>
              </a:ext>
            </a:extLst>
          </p:cNvPr>
          <p:cNvSpPr>
            <a:spLocks noGrp="1"/>
          </p:cNvSpPr>
          <p:nvPr>
            <p:ph sz="quarter" idx="27"/>
          </p:nvPr>
        </p:nvSpPr>
        <p:spPr>
          <a:xfrm>
            <a:off x="6394450" y="1974850"/>
            <a:ext cx="4852988" cy="3703638"/>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itle Text">
            <a:extLst>
              <a:ext uri="{FF2B5EF4-FFF2-40B4-BE49-F238E27FC236}">
                <a16:creationId xmlns:a16="http://schemas.microsoft.com/office/drawing/2014/main" id="{1B60A262-0CE7-4C6B-B734-0B0EA0F1A4A3}"/>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2"/>
                </a:solidFill>
              </a:defRPr>
            </a:lvl1pPr>
          </a:lstStyle>
          <a:p>
            <a:r>
              <a:rPr lang="en-US" dirty="0"/>
              <a:t>Title Text Goes Here</a:t>
            </a:r>
          </a:p>
        </p:txBody>
      </p:sp>
      <p:sp>
        <p:nvSpPr>
          <p:cNvPr id="11" name="Text Placeholder 3">
            <a:extLst>
              <a:ext uri="{FF2B5EF4-FFF2-40B4-BE49-F238E27FC236}">
                <a16:creationId xmlns:a16="http://schemas.microsoft.com/office/drawing/2014/main" id="{7B80F0DD-816B-4E0B-8C85-8413DB8C70E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2"/>
                </a:solidFill>
                <a:latin typeface="+mn-lt"/>
              </a:defRPr>
            </a:lvl1pPr>
            <a:lvl2pPr marL="228600" indent="0">
              <a:buNone/>
              <a:defRPr/>
            </a:lvl2pPr>
          </a:lstStyle>
          <a:p>
            <a:pPr lvl="0"/>
            <a:r>
              <a:rPr lang="en-US" dirty="0"/>
              <a:t>Click to edit Master text styles</a:t>
            </a:r>
          </a:p>
        </p:txBody>
      </p:sp>
      <p:sp>
        <p:nvSpPr>
          <p:cNvPr id="13" name="TextBox 12">
            <a:extLst>
              <a:ext uri="{FF2B5EF4-FFF2-40B4-BE49-F238E27FC236}">
                <a16:creationId xmlns:a16="http://schemas.microsoft.com/office/drawing/2014/main" id="{4578484E-3DC4-4DF6-819B-FDDDA6F166CB}"/>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dirty="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2949666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0" name="TextBox 19">
            <a:extLst>
              <a:ext uri="{FF2B5EF4-FFF2-40B4-BE49-F238E27FC236}">
                <a16:creationId xmlns:a16="http://schemas.microsoft.com/office/drawing/2014/main" id="{DC922DFF-5663-40DE-9B54-4149EDB7740E}"/>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3" name="Rectangle 22">
            <a:extLst>
              <a:ext uri="{FF2B5EF4-FFF2-40B4-BE49-F238E27FC236}">
                <a16:creationId xmlns:a16="http://schemas.microsoft.com/office/drawing/2014/main" id="{3C3544D4-6B59-4B11-BC0E-2FD48F693641}"/>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24" name="Rectangle 23">
            <a:extLst>
              <a:ext uri="{FF2B5EF4-FFF2-40B4-BE49-F238E27FC236}">
                <a16:creationId xmlns:a16="http://schemas.microsoft.com/office/drawing/2014/main" id="{562FEA03-1122-4C36-ACD1-DA42FB8A03DC}"/>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25" name="Rectangle 24">
            <a:extLst>
              <a:ext uri="{FF2B5EF4-FFF2-40B4-BE49-F238E27FC236}">
                <a16:creationId xmlns:a16="http://schemas.microsoft.com/office/drawing/2014/main" id="{373D4EB9-5CAF-4B81-91EA-AD490D0B13E4}"/>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72139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B30B67E-5DCD-4732-882C-64DE9CC86419}"/>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24" name="Rectangle 23">
            <a:extLst>
              <a:ext uri="{FF2B5EF4-FFF2-40B4-BE49-F238E27FC236}">
                <a16:creationId xmlns:a16="http://schemas.microsoft.com/office/drawing/2014/main" id="{AD4273EB-E90B-42F7-8CE9-6A1713A08CA3}"/>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25" name="Rectangle 24">
            <a:extLst>
              <a:ext uri="{FF2B5EF4-FFF2-40B4-BE49-F238E27FC236}">
                <a16:creationId xmlns:a16="http://schemas.microsoft.com/office/drawing/2014/main" id="{F98FFA5B-1C6A-486A-A0FE-02206FCDC54A}"/>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275472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userDrawn="1">
            <p:extLst>
              <p:ext uri="{D42A27DB-BD31-4B8C-83A1-F6EECF244321}">
                <p14:modId xmlns:p14="http://schemas.microsoft.com/office/powerpoint/2010/main" val="680995965"/>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accent1"/>
                </a:solidFill>
              </a:defRPr>
            </a:lvl1pPr>
          </a:lstStyle>
          <a:p>
            <a:r>
              <a:rPr lang="en-US" dirty="0"/>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userDrawn="1"/>
        </p:nvSpPr>
        <p:spPr>
          <a:xfrm>
            <a:off x="0" y="0"/>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userDrawn="1"/>
        </p:nvSpPr>
        <p:spPr>
          <a:xfrm rot="5400000">
            <a:off x="-2978450"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511187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amp; Sub Blue">
    <p:bg>
      <p:bgPr>
        <a:solidFill>
          <a:schemeClr val="tx2"/>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1"/>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41A778AB-F6EC-4101-87E6-DECF7944E661}"/>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9" name="Rectangle 8">
            <a:extLst>
              <a:ext uri="{FF2B5EF4-FFF2-40B4-BE49-F238E27FC236}">
                <a16:creationId xmlns:a16="http://schemas.microsoft.com/office/drawing/2014/main" id="{F6E1F1A6-2FDF-4676-B713-F9746DD3A821}"/>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bg1"/>
                </a:solidFill>
              </a:defRPr>
            </a:lvl1pPr>
          </a:lstStyle>
          <a:p>
            <a:r>
              <a:rPr lang="en-US" dirty="0"/>
              <a:t>48pt Intel Clear Light Body. For content that is not a section, but has a big idea in text only.</a:t>
            </a:r>
          </a:p>
        </p:txBody>
      </p:sp>
    </p:spTree>
    <p:extLst>
      <p:ext uri="{BB962C8B-B14F-4D97-AF65-F5344CB8AC3E}">
        <p14:creationId xmlns:p14="http://schemas.microsoft.com/office/powerpoint/2010/main" val="40376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2">
              <a:lumMod val="75000"/>
            </a:schemeClr>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52E60B70-5DF3-4398-B558-301661292DFC}"/>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9" name="Rectangle 8">
            <a:extLst>
              <a:ext uri="{FF2B5EF4-FFF2-40B4-BE49-F238E27FC236}">
                <a16:creationId xmlns:a16="http://schemas.microsoft.com/office/drawing/2014/main" id="{EC2CF38D-B95A-4CD5-8F7D-86EA9C709AD4}"/>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bg1"/>
                </a:solidFill>
              </a:defRPr>
            </a:lvl1pPr>
          </a:lstStyle>
          <a:p>
            <a:r>
              <a:rPr lang="en-US" dirty="0"/>
              <a:t>48pt Intel Clear Light Body. For content that is not a section, but has a big idea in text only.</a:t>
            </a:r>
          </a:p>
        </p:txBody>
      </p:sp>
    </p:spTree>
    <p:extLst>
      <p:ext uri="{BB962C8B-B14F-4D97-AF65-F5344CB8AC3E}">
        <p14:creationId xmlns:p14="http://schemas.microsoft.com/office/powerpoint/2010/main" val="3163764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99949"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008318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userDrawn="1"/>
        </p:nvSpPr>
        <p:spPr>
          <a:xfrm>
            <a:off x="-9144" y="6407451"/>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userDrawn="1"/>
        </p:nvSpPr>
        <p:spPr>
          <a:xfrm rot="5400000">
            <a:off x="8758537"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592915" y="1524000"/>
            <a:ext cx="10972801" cy="47244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r>
              <a:rPr lang="en-US" dirty="0"/>
              <a:t>Body copy Intel clear light 28 point</a:t>
            </a:r>
          </a:p>
          <a:p>
            <a:pPr lvl="1"/>
            <a:r>
              <a:rPr lang="en-US" dirty="0"/>
              <a:t>Sub Bullet one 24 point</a:t>
            </a:r>
          </a:p>
          <a:p>
            <a:pPr lvl="2"/>
            <a:r>
              <a:rPr lang="en-US" dirty="0"/>
              <a:t>Sub Bullet two 20 point</a:t>
            </a:r>
          </a:p>
          <a:p>
            <a:pPr lvl="3"/>
            <a:r>
              <a:rPr lang="en-US" dirty="0"/>
              <a:t>Sub Bullet three 18 point</a:t>
            </a:r>
          </a:p>
          <a:p>
            <a:pPr lvl="4"/>
            <a:r>
              <a:rPr lang="en-US" dirty="0"/>
              <a:t>Sub Bullet four 16 point</a:t>
            </a:r>
            <a:br>
              <a:rPr lang="en-US" dirty="0"/>
            </a:br>
            <a:endParaRPr lang="en-US" dirty="0"/>
          </a:p>
          <a:p>
            <a:pPr lvl="2"/>
            <a:endParaRPr dirty="0"/>
          </a:p>
        </p:txBody>
      </p:sp>
      <p:sp>
        <p:nvSpPr>
          <p:cNvPr id="4" name="Title Text"/>
          <p:cNvSpPr txBox="1">
            <a:spLocks noGrp="1"/>
          </p:cNvSpPr>
          <p:nvPr>
            <p:ph type="title"/>
          </p:nvPr>
        </p:nvSpPr>
        <p:spPr>
          <a:xfrm>
            <a:off x="592916" y="571500"/>
            <a:ext cx="10972801" cy="8836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p>
            <a:r>
              <a:rPr lang="en-US" dirty="0"/>
              <a:t>40pt Intel Clear Light Text Goes Here</a:t>
            </a:r>
            <a:endParaRPr dirty="0"/>
          </a:p>
        </p:txBody>
      </p:sp>
      <p:sp>
        <p:nvSpPr>
          <p:cNvPr id="2" name="Rectangle 1">
            <a:extLst>
              <a:ext uri="{FF2B5EF4-FFF2-40B4-BE49-F238E27FC236}">
                <a16:creationId xmlns:a16="http://schemas.microsoft.com/office/drawing/2014/main" id="{6D33D527-2918-4752-A9A7-0BDBA010BB39}"/>
              </a:ext>
            </a:extLst>
          </p:cNvPr>
          <p:cNvSpPr/>
          <p:nvPr userDrawn="1"/>
        </p:nvSpPr>
        <p:spPr>
          <a:xfrm>
            <a:off x="4835881" y="6562504"/>
            <a:ext cx="2520242" cy="231410"/>
          </a:xfrm>
          <a:prstGeom prst="rect">
            <a:avLst/>
          </a:prstGeom>
        </p:spPr>
        <p:txBody>
          <a:bodyPr wrap="none">
            <a:spAutoFit/>
          </a:bodyPr>
          <a:lstStyle/>
          <a:p>
            <a:pPr algn="ctr"/>
            <a:r>
              <a:rPr lang="en-US" sz="1000" dirty="0">
                <a:solidFill>
                  <a:schemeClr val="bg2"/>
                </a:solidFill>
              </a:rPr>
              <a:t>Intel Confidential | For Internal Use Only</a:t>
            </a:r>
          </a:p>
        </p:txBody>
      </p:sp>
      <p:sp>
        <p:nvSpPr>
          <p:cNvPr id="5" name="Rectangle 4">
            <a:extLst>
              <a:ext uri="{FF2B5EF4-FFF2-40B4-BE49-F238E27FC236}">
                <a16:creationId xmlns:a16="http://schemas.microsoft.com/office/drawing/2014/main" id="{7FE2005A-EE28-4562-A018-55A90BB1BA11}"/>
              </a:ext>
            </a:extLst>
          </p:cNvPr>
          <p:cNvSpPr/>
          <p:nvPr userDrawn="1"/>
        </p:nvSpPr>
        <p:spPr>
          <a:xfrm>
            <a:off x="483010" y="6562504"/>
            <a:ext cx="2319866" cy="231410"/>
          </a:xfrm>
          <a:prstGeom prst="rect">
            <a:avLst/>
          </a:prstGeom>
        </p:spPr>
        <p:txBody>
          <a:bodyPr wrap="none">
            <a:spAutoFit/>
          </a:bodyPr>
          <a:lstStyle/>
          <a:p>
            <a:pPr algn="l"/>
            <a:r>
              <a:rPr lang="en-US" sz="1000" b="1" dirty="0">
                <a:solidFill>
                  <a:schemeClr val="bg2"/>
                </a:solidFill>
              </a:rPr>
              <a:t>CQR | </a:t>
            </a:r>
            <a:r>
              <a:rPr lang="en-US" sz="1000" b="0" dirty="0">
                <a:solidFill>
                  <a:schemeClr val="bg2"/>
                </a:solidFill>
              </a:rPr>
              <a:t> Customer Quality &amp; Reliability</a:t>
            </a:r>
            <a:endParaRPr lang="en-US" sz="1000" b="1" dirty="0">
              <a:solidFill>
                <a:schemeClr val="bg2"/>
              </a:solidFill>
            </a:endParaRPr>
          </a:p>
        </p:txBody>
      </p:sp>
      <p:pic>
        <p:nvPicPr>
          <p:cNvPr id="6" name="Graphic 5">
            <a:extLst>
              <a:ext uri="{FF2B5EF4-FFF2-40B4-BE49-F238E27FC236}">
                <a16:creationId xmlns:a16="http://schemas.microsoft.com/office/drawing/2014/main" id="{DCACDBB0-BD96-446C-8F63-C56E4AA10FBD}"/>
              </a:ext>
            </a:extLst>
          </p:cNvPr>
          <p:cNvPicPr>
            <a:picLocks noChangeAspect="1"/>
          </p:cNvPicPr>
          <p:nvPr userDrawn="1"/>
        </p:nvPicPr>
        <p:blipFill>
          <a:blip r:embed="rId28">
            <a:extLst>
              <a:ext uri="{96DAC541-7B7A-43D3-8B79-37D633B846F1}">
                <asvg:svgBlip xmlns:asvg="http://schemas.microsoft.com/office/drawing/2016/SVG/main" r:embed="rId29"/>
              </a:ext>
            </a:extLst>
          </a:blip>
          <a:stretch>
            <a:fillRect/>
          </a:stretch>
        </p:blipFill>
        <p:spPr>
          <a:xfrm>
            <a:off x="11137466" y="6554735"/>
            <a:ext cx="476084" cy="177524"/>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dirty="0" err="1">
              <a:ln>
                <a:noFill/>
              </a:ln>
              <a:solidFill>
                <a:schemeClr val="bg2"/>
              </a:solidFill>
              <a:effectLst/>
              <a:uFillTx/>
              <a:latin typeface="+mn-lt"/>
              <a:ea typeface="+mn-ea"/>
              <a:cs typeface="+mn-cs"/>
              <a:sym typeface="Helvetica Neue"/>
            </a:endParaRPr>
          </a:p>
        </p:txBody>
      </p:sp>
    </p:spTree>
  </p:cSld>
  <p:clrMap bg1="lt1" tx1="dk1" bg2="lt2" tx2="dk2" accent1="accent1" accent2="accent2" accent3="accent3" accent4="accent4" accent5="accent5" accent6="accent6" hlink="hlink" folHlink="folHlink"/>
  <p:sldLayoutIdLst>
    <p:sldLayoutId id="2147483719" r:id="rId1"/>
    <p:sldLayoutId id="2147483767" r:id="rId2"/>
    <p:sldLayoutId id="2147483766" r:id="rId3"/>
    <p:sldLayoutId id="2147483756" r:id="rId4"/>
    <p:sldLayoutId id="2147483759" r:id="rId5"/>
    <p:sldLayoutId id="2147483755" r:id="rId6"/>
    <p:sldLayoutId id="2147483722" r:id="rId7"/>
    <p:sldLayoutId id="2147483778" r:id="rId8"/>
    <p:sldLayoutId id="2147483724" r:id="rId9"/>
    <p:sldLayoutId id="2147483751" r:id="rId10"/>
    <p:sldLayoutId id="2147483730" r:id="rId11"/>
    <p:sldLayoutId id="2147483754" r:id="rId12"/>
    <p:sldLayoutId id="2147483761" r:id="rId13"/>
    <p:sldLayoutId id="2147483749" r:id="rId14"/>
    <p:sldLayoutId id="2147483746" r:id="rId15"/>
    <p:sldLayoutId id="2147483747" r:id="rId16"/>
    <p:sldLayoutId id="2147483769" r:id="rId17"/>
    <p:sldLayoutId id="2147483768" r:id="rId18"/>
    <p:sldLayoutId id="2147483723" r:id="rId19"/>
    <p:sldLayoutId id="2147483770" r:id="rId20"/>
    <p:sldLayoutId id="2147483771" r:id="rId21"/>
    <p:sldLayoutId id="2147483772" r:id="rId22"/>
    <p:sldLayoutId id="2147483745" r:id="rId23"/>
    <p:sldLayoutId id="2147483780" r:id="rId24"/>
    <p:sldLayoutId id="2147483744" r:id="rId25"/>
    <p:sldLayoutId id="2147483750" r:id="rId2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marR="0" indent="0" algn="l" defTabSz="609600" latinLnBrk="0">
        <a:lnSpc>
          <a:spcPct val="90000"/>
        </a:lnSpc>
        <a:spcBef>
          <a:spcPts val="0"/>
        </a:spcBef>
        <a:spcAft>
          <a:spcPts val="0"/>
        </a:spcAft>
        <a:buClrTx/>
        <a:buSzTx/>
        <a:buFontTx/>
        <a:buNone/>
        <a:tabLst/>
        <a:defRPr sz="40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latinLnBrk="0">
        <a:lnSpc>
          <a:spcPct val="100000"/>
        </a:lnSpc>
        <a:spcBef>
          <a:spcPts val="1200"/>
        </a:spcBef>
        <a:spcAft>
          <a:spcPts val="0"/>
        </a:spcAft>
        <a:buClrTx/>
        <a:buSzTx/>
        <a:buFont typeface="Wingdings" pitchFamily="2" charset="2"/>
        <a:buChar char="§"/>
        <a:tabLst/>
        <a:defRPr sz="2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431800" marR="0" indent="-203200" algn="l" defTabSz="609600" latinLnBrk="0">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2pPr>
      <a:lvl3pPr marL="686594" marR="0" indent="-197644"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3pPr>
      <a:lvl4pPr marL="919957" marR="0" indent="-228600"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4pPr>
      <a:lvl5pPr marL="1148557" marR="0" indent="-228600" algn="l" defTabSz="609600" latinLnBrk="0">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5pPr>
      <a:lvl6pPr marL="0" marR="0" indent="5715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9F4BE2-8E4A-4003-B816-9E34781F7E88}"/>
              </a:ext>
            </a:extLst>
          </p:cNvPr>
          <p:cNvSpPr>
            <a:spLocks noGrp="1"/>
          </p:cNvSpPr>
          <p:nvPr>
            <p:ph type="title"/>
          </p:nvPr>
        </p:nvSpPr>
        <p:spPr>
          <a:xfrm>
            <a:off x="627484" y="1555464"/>
            <a:ext cx="10568898" cy="2170334"/>
          </a:xfrm>
        </p:spPr>
        <p:txBody>
          <a:bodyPr anchor="b" anchorCtr="0"/>
          <a:lstStyle/>
          <a:p>
            <a:pPr algn="ctr"/>
            <a:r>
              <a:rPr lang="en-US" sz="6000" dirty="0"/>
              <a:t>2025 Mobile CRD SEA ODM Summary Report</a:t>
            </a:r>
          </a:p>
        </p:txBody>
      </p:sp>
      <p:sp>
        <p:nvSpPr>
          <p:cNvPr id="9" name="Text Placeholder 8">
            <a:extLst>
              <a:ext uri="{FF2B5EF4-FFF2-40B4-BE49-F238E27FC236}">
                <a16:creationId xmlns:a16="http://schemas.microsoft.com/office/drawing/2014/main" id="{ABEAF9F9-E88D-44A4-A1B6-BAA2E532B65E}"/>
              </a:ext>
            </a:extLst>
          </p:cNvPr>
          <p:cNvSpPr>
            <a:spLocks noGrp="1"/>
          </p:cNvSpPr>
          <p:nvPr>
            <p:ph type="body" sz="quarter" idx="27"/>
          </p:nvPr>
        </p:nvSpPr>
        <p:spPr>
          <a:xfrm>
            <a:off x="1908349" y="4778609"/>
            <a:ext cx="9695388" cy="326776"/>
          </a:xfrm>
        </p:spPr>
        <p:txBody>
          <a:bodyPr/>
          <a:lstStyle/>
          <a:p>
            <a:r>
              <a:rPr lang="en-US" dirty="0"/>
              <a:t>Rev1.0, CQ&amp;R CMEE Team, 2025Q4</a:t>
            </a:r>
          </a:p>
        </p:txBody>
      </p:sp>
      <p:sp>
        <p:nvSpPr>
          <p:cNvPr id="8" name="Octagon 7">
            <a:extLst>
              <a:ext uri="{FF2B5EF4-FFF2-40B4-BE49-F238E27FC236}">
                <a16:creationId xmlns:a16="http://schemas.microsoft.com/office/drawing/2014/main" id="{6042841E-0D98-468A-8176-AB4F17BB07E7}"/>
              </a:ext>
            </a:extLst>
          </p:cNvPr>
          <p:cNvSpPr/>
          <p:nvPr/>
        </p:nvSpPr>
        <p:spPr>
          <a:xfrm>
            <a:off x="10330099" y="17705"/>
            <a:ext cx="1861901" cy="2061686"/>
          </a:xfrm>
          <a:prstGeom prst="octagon">
            <a:avLst/>
          </a:prstGeom>
          <a:solidFill>
            <a:srgbClr val="FF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1" i="0" u="none" strike="noStrike" cap="none" spc="0" normalizeH="0" baseline="0" dirty="0">
                <a:ln>
                  <a:noFill/>
                </a:ln>
                <a:solidFill>
                  <a:srgbClr val="FFFFFF"/>
                </a:solidFill>
                <a:effectLst/>
                <a:uFillTx/>
                <a:latin typeface="Intel Clear Light" panose="020B0404020203020204" pitchFamily="34" charset="0"/>
                <a:ea typeface="Intel Clear Light" panose="020B0404020203020204" pitchFamily="34" charset="0"/>
                <a:cs typeface="Intel Clear Light" panose="020B0404020203020204" pitchFamily="34" charset="0"/>
                <a:sym typeface="Helvetica Neue Medium"/>
              </a:rPr>
              <a:t>Stop</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Intel Clear Light" panose="020B0404020203020204" pitchFamily="34" charset="0"/>
                <a:ea typeface="Intel Clear Light" panose="020B0404020203020204" pitchFamily="34" charset="0"/>
                <a:cs typeface="Intel Clear Light" panose="020B0404020203020204" pitchFamily="34" charset="0"/>
                <a:sym typeface="Helvetica Neue Medium"/>
              </a:rPr>
              <a:t>Customers confidential information </a:t>
            </a:r>
            <a:r>
              <a:rPr lang="en-US" sz="1200" u="sng" dirty="0">
                <a:solidFill>
                  <a:srgbClr val="FFFFFF"/>
                </a:solidFill>
                <a:latin typeface="Intel Clear Light" panose="020B0404020203020204" pitchFamily="34" charset="0"/>
                <a:ea typeface="Intel Clear Light" panose="020B0404020203020204" pitchFamily="34" charset="0"/>
                <a:cs typeface="Intel Clear Light" panose="020B0404020203020204" pitchFamily="34" charset="0"/>
                <a:sym typeface="Helvetica Neue Medium"/>
              </a:rPr>
              <a:t>under NDA</a:t>
            </a:r>
            <a:r>
              <a:rPr lang="en-US" sz="1200" dirty="0">
                <a:solidFill>
                  <a:srgbClr val="FFFFFF"/>
                </a:solidFill>
                <a:latin typeface="Intel Clear Light" panose="020B0404020203020204" pitchFamily="34" charset="0"/>
                <a:ea typeface="Intel Clear Light" panose="020B0404020203020204" pitchFamily="34" charset="0"/>
                <a:cs typeface="Intel Clear Light" panose="020B0404020203020204" pitchFamily="34" charset="0"/>
                <a:sym typeface="Helvetica Neue Medium"/>
              </a:rPr>
              <a:t>, Intel internal use only</a:t>
            </a:r>
            <a:endParaRPr kumimoji="0" lang="en-US" sz="1200" b="0" i="0" u="none" strike="noStrike" cap="none" spc="0" normalizeH="0" baseline="0" dirty="0">
              <a:ln>
                <a:noFill/>
              </a:ln>
              <a:solidFill>
                <a:srgbClr val="FFFFFF"/>
              </a:solidFill>
              <a:effectLst/>
              <a:uFillTx/>
              <a:latin typeface="Intel Clear Light" panose="020B0404020203020204" pitchFamily="34" charset="0"/>
              <a:ea typeface="Intel Clear Light" panose="020B0404020203020204" pitchFamily="34" charset="0"/>
              <a:cs typeface="Intel Clear Light" panose="020B0404020203020204" pitchFamily="34" charset="0"/>
              <a:sym typeface="Helvetica Neue Medium"/>
            </a:endParaRPr>
          </a:p>
        </p:txBody>
      </p:sp>
    </p:spTree>
    <p:extLst>
      <p:ext uri="{BB962C8B-B14F-4D97-AF65-F5344CB8AC3E}">
        <p14:creationId xmlns:p14="http://schemas.microsoft.com/office/powerpoint/2010/main" val="2086400740"/>
      </p:ext>
    </p:extLst>
  </p:cSld>
  <p:clrMapOvr>
    <a:masterClrMapping/>
  </p:clrMapOvr>
  <mc:AlternateContent xmlns:mc="http://schemas.openxmlformats.org/markup-compatibility/2006" xmlns:p14="http://schemas.microsoft.com/office/powerpoint/2010/main">
    <mc:Choice Requires="p14">
      <p:transition spd="med" p14:dur="700" advTm="14173">
        <p:fade/>
      </p:transition>
    </mc:Choice>
    <mc:Fallback xmlns="">
      <p:transition spd="med" advTm="14173">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F9035-2E54-4883-B353-04ABA460C743}"/>
              </a:ext>
            </a:extLst>
          </p:cNvPr>
          <p:cNvSpPr>
            <a:spLocks noGrp="1"/>
          </p:cNvSpPr>
          <p:nvPr>
            <p:ph type="title"/>
          </p:nvPr>
        </p:nvSpPr>
        <p:spPr/>
        <p:txBody>
          <a:bodyPr/>
          <a:lstStyle/>
          <a:p>
            <a:r>
              <a:rPr lang="en-US" dirty="0"/>
              <a:t>General SMT Line Layout</a:t>
            </a:r>
          </a:p>
        </p:txBody>
      </p:sp>
      <p:grpSp>
        <p:nvGrpSpPr>
          <p:cNvPr id="15" name="Group 14">
            <a:extLst>
              <a:ext uri="{FF2B5EF4-FFF2-40B4-BE49-F238E27FC236}">
                <a16:creationId xmlns:a16="http://schemas.microsoft.com/office/drawing/2014/main" id="{406266C5-0975-40AE-B7EA-B35AA647EFBD}"/>
              </a:ext>
            </a:extLst>
          </p:cNvPr>
          <p:cNvGrpSpPr/>
          <p:nvPr/>
        </p:nvGrpSpPr>
        <p:grpSpPr>
          <a:xfrm>
            <a:off x="1524000" y="1308555"/>
            <a:ext cx="9144000" cy="5011888"/>
            <a:chOff x="1524000" y="1308555"/>
            <a:chExt cx="9144000" cy="5011888"/>
          </a:xfrm>
        </p:grpSpPr>
        <p:pic>
          <p:nvPicPr>
            <p:cNvPr id="5" name="Picture 4">
              <a:extLst>
                <a:ext uri="{FF2B5EF4-FFF2-40B4-BE49-F238E27FC236}">
                  <a16:creationId xmlns:a16="http://schemas.microsoft.com/office/drawing/2014/main" id="{57F4FA19-8472-4A82-A54B-C1605218127E}"/>
                </a:ext>
              </a:extLst>
            </p:cNvPr>
            <p:cNvPicPr>
              <a:picLocks noChangeAspect="1"/>
            </p:cNvPicPr>
            <p:nvPr/>
          </p:nvPicPr>
          <p:blipFill>
            <a:blip r:embed="rId2"/>
            <a:stretch>
              <a:fillRect/>
            </a:stretch>
          </p:blipFill>
          <p:spPr>
            <a:xfrm>
              <a:off x="1524000" y="1523999"/>
              <a:ext cx="9144000" cy="4796444"/>
            </a:xfrm>
            <a:prstGeom prst="rect">
              <a:avLst/>
            </a:prstGeom>
          </p:spPr>
        </p:pic>
        <p:cxnSp>
          <p:nvCxnSpPr>
            <p:cNvPr id="6" name="Straight Arrow Connector 5">
              <a:extLst>
                <a:ext uri="{FF2B5EF4-FFF2-40B4-BE49-F238E27FC236}">
                  <a16:creationId xmlns:a16="http://schemas.microsoft.com/office/drawing/2014/main" id="{58F69106-D292-407E-A7B9-C515C8437CF0}"/>
                </a:ext>
              </a:extLst>
            </p:cNvPr>
            <p:cNvCxnSpPr/>
            <p:nvPr/>
          </p:nvCxnSpPr>
          <p:spPr bwMode="auto">
            <a:xfrm>
              <a:off x="2307771" y="3992201"/>
              <a:ext cx="503853" cy="447869"/>
            </a:xfrm>
            <a:prstGeom prst="straightConnector1">
              <a:avLst/>
            </a:prstGeom>
            <a:solidFill>
              <a:schemeClr val="accent1"/>
            </a:solidFill>
            <a:ln w="50800" cap="flat" cmpd="sng" algn="ctr">
              <a:solidFill>
                <a:srgbClr val="000000"/>
              </a:solidFill>
              <a:prstDash val="solid"/>
              <a:round/>
              <a:headEnd type="none" w="med" len="med"/>
              <a:tailEnd type="triangle"/>
            </a:ln>
            <a:effectLst/>
          </p:spPr>
        </p:cxnSp>
        <p:sp>
          <p:nvSpPr>
            <p:cNvPr id="7" name="TextBox 6">
              <a:extLst>
                <a:ext uri="{FF2B5EF4-FFF2-40B4-BE49-F238E27FC236}">
                  <a16:creationId xmlns:a16="http://schemas.microsoft.com/office/drawing/2014/main" id="{117AD1CA-9E40-4A83-B158-6161861785B4}"/>
                </a:ext>
              </a:extLst>
            </p:cNvPr>
            <p:cNvSpPr txBox="1"/>
            <p:nvPr/>
          </p:nvSpPr>
          <p:spPr>
            <a:xfrm>
              <a:off x="3637383" y="5102544"/>
              <a:ext cx="1754156" cy="523220"/>
            </a:xfrm>
            <a:prstGeom prst="rect">
              <a:avLst/>
            </a:prstGeom>
            <a:noFill/>
          </p:spPr>
          <p:txBody>
            <a:bodyPr wrap="square" rtlCol="0">
              <a:spAutoFit/>
            </a:bodyPr>
            <a:lstStyle/>
            <a:p>
              <a:r>
                <a:rPr lang="en-MY" sz="1400" dirty="0">
                  <a:solidFill>
                    <a:srgbClr val="000000"/>
                  </a:solidFill>
                </a:rPr>
                <a:t>Solder Paste Inspection (SPI)</a:t>
              </a:r>
              <a:endParaRPr lang="en-US" sz="1400" dirty="0">
                <a:solidFill>
                  <a:srgbClr val="000000"/>
                </a:solidFill>
              </a:endParaRPr>
            </a:p>
          </p:txBody>
        </p:sp>
        <p:cxnSp>
          <p:nvCxnSpPr>
            <p:cNvPr id="8" name="Straight Arrow Connector 7">
              <a:extLst>
                <a:ext uri="{FF2B5EF4-FFF2-40B4-BE49-F238E27FC236}">
                  <a16:creationId xmlns:a16="http://schemas.microsoft.com/office/drawing/2014/main" id="{FB93E878-13D6-4C2A-856E-4E1228840DD8}"/>
                </a:ext>
              </a:extLst>
            </p:cNvPr>
            <p:cNvCxnSpPr/>
            <p:nvPr/>
          </p:nvCxnSpPr>
          <p:spPr bwMode="auto">
            <a:xfrm>
              <a:off x="4276531" y="3329727"/>
              <a:ext cx="27991" cy="419878"/>
            </a:xfrm>
            <a:prstGeom prst="straightConnector1">
              <a:avLst/>
            </a:prstGeom>
            <a:solidFill>
              <a:schemeClr val="accent1"/>
            </a:solidFill>
            <a:ln w="50800" cap="flat" cmpd="sng" algn="ctr">
              <a:solidFill>
                <a:srgbClr val="000000"/>
              </a:solidFill>
              <a:prstDash val="solid"/>
              <a:round/>
              <a:headEnd type="none" w="med" len="med"/>
              <a:tailEnd type="triangle"/>
            </a:ln>
            <a:effectLst/>
          </p:spPr>
        </p:cxnSp>
        <p:cxnSp>
          <p:nvCxnSpPr>
            <p:cNvPr id="9" name="Straight Arrow Connector 8">
              <a:extLst>
                <a:ext uri="{FF2B5EF4-FFF2-40B4-BE49-F238E27FC236}">
                  <a16:creationId xmlns:a16="http://schemas.microsoft.com/office/drawing/2014/main" id="{1CFC6F87-4A16-42AE-B754-83982841936D}"/>
                </a:ext>
              </a:extLst>
            </p:cNvPr>
            <p:cNvCxnSpPr/>
            <p:nvPr/>
          </p:nvCxnSpPr>
          <p:spPr bwMode="auto">
            <a:xfrm>
              <a:off x="4649755" y="3245752"/>
              <a:ext cx="233265" cy="298579"/>
            </a:xfrm>
            <a:prstGeom prst="straightConnector1">
              <a:avLst/>
            </a:prstGeom>
            <a:solidFill>
              <a:schemeClr val="accent1"/>
            </a:solidFill>
            <a:ln w="50800" cap="flat" cmpd="sng" algn="ctr">
              <a:solidFill>
                <a:srgbClr val="000000"/>
              </a:solidFill>
              <a:prstDash val="solid"/>
              <a:round/>
              <a:headEnd type="none" w="med" len="med"/>
              <a:tailEnd type="triangle"/>
            </a:ln>
            <a:effectLst/>
          </p:spPr>
        </p:cxnSp>
        <p:sp>
          <p:nvSpPr>
            <p:cNvPr id="10" name="TextBox 9">
              <a:extLst>
                <a:ext uri="{FF2B5EF4-FFF2-40B4-BE49-F238E27FC236}">
                  <a16:creationId xmlns:a16="http://schemas.microsoft.com/office/drawing/2014/main" id="{2749D29A-B82C-4221-BE39-D0F88411B680}"/>
                </a:ext>
              </a:extLst>
            </p:cNvPr>
            <p:cNvSpPr txBox="1"/>
            <p:nvPr/>
          </p:nvSpPr>
          <p:spPr>
            <a:xfrm>
              <a:off x="4439814" y="2394175"/>
              <a:ext cx="2701213" cy="430887"/>
            </a:xfrm>
            <a:prstGeom prst="rect">
              <a:avLst/>
            </a:prstGeom>
            <a:noFill/>
          </p:spPr>
          <p:txBody>
            <a:bodyPr wrap="square" rtlCol="0">
              <a:spAutoFit/>
            </a:bodyPr>
            <a:lstStyle/>
            <a:p>
              <a:pPr algn="ctr"/>
              <a:r>
                <a:rPr lang="en-MY" sz="1100" dirty="0">
                  <a:solidFill>
                    <a:srgbClr val="000000"/>
                  </a:solidFill>
                </a:rPr>
                <a:t>Pre-Reflow Automated Optical Inspection (AOI) - Optional</a:t>
              </a:r>
              <a:endParaRPr lang="en-US" sz="1100" dirty="0">
                <a:solidFill>
                  <a:srgbClr val="000000"/>
                </a:solidFill>
              </a:endParaRPr>
            </a:p>
          </p:txBody>
        </p:sp>
        <p:cxnSp>
          <p:nvCxnSpPr>
            <p:cNvPr id="11" name="Straight Arrow Connector 10">
              <a:extLst>
                <a:ext uri="{FF2B5EF4-FFF2-40B4-BE49-F238E27FC236}">
                  <a16:creationId xmlns:a16="http://schemas.microsoft.com/office/drawing/2014/main" id="{D6C88DCD-F20E-4AF5-A366-6C8BAAE1E43B}"/>
                </a:ext>
              </a:extLst>
            </p:cNvPr>
            <p:cNvCxnSpPr/>
            <p:nvPr/>
          </p:nvCxnSpPr>
          <p:spPr bwMode="auto">
            <a:xfrm>
              <a:off x="5790420" y="2825062"/>
              <a:ext cx="202943" cy="504665"/>
            </a:xfrm>
            <a:prstGeom prst="straightConnector1">
              <a:avLst/>
            </a:prstGeom>
            <a:solidFill>
              <a:schemeClr val="accent1"/>
            </a:solidFill>
            <a:ln w="50800" cap="flat" cmpd="sng" algn="ctr">
              <a:solidFill>
                <a:srgbClr val="000000"/>
              </a:solidFill>
              <a:prstDash val="solid"/>
              <a:round/>
              <a:headEnd type="none" w="med" len="med"/>
              <a:tailEnd type="triangle"/>
            </a:ln>
            <a:effectLst/>
          </p:spPr>
        </p:cxnSp>
        <p:cxnSp>
          <p:nvCxnSpPr>
            <p:cNvPr id="12" name="Straight Arrow Connector 11">
              <a:extLst>
                <a:ext uri="{FF2B5EF4-FFF2-40B4-BE49-F238E27FC236}">
                  <a16:creationId xmlns:a16="http://schemas.microsoft.com/office/drawing/2014/main" id="{BBF56A05-17CF-4253-B856-E47C94C05471}"/>
                </a:ext>
              </a:extLst>
            </p:cNvPr>
            <p:cNvCxnSpPr/>
            <p:nvPr/>
          </p:nvCxnSpPr>
          <p:spPr bwMode="auto">
            <a:xfrm>
              <a:off x="7346302" y="2394175"/>
              <a:ext cx="457200" cy="683219"/>
            </a:xfrm>
            <a:prstGeom prst="straightConnector1">
              <a:avLst/>
            </a:prstGeom>
            <a:solidFill>
              <a:schemeClr val="accent1"/>
            </a:solidFill>
            <a:ln w="50800" cap="flat" cmpd="sng" algn="ctr">
              <a:solidFill>
                <a:srgbClr val="000000"/>
              </a:solidFill>
              <a:prstDash val="solid"/>
              <a:round/>
              <a:headEnd type="none" w="med" len="med"/>
              <a:tailEnd type="triangle"/>
            </a:ln>
            <a:effectLst/>
          </p:spPr>
        </p:cxnSp>
        <p:cxnSp>
          <p:nvCxnSpPr>
            <p:cNvPr id="13" name="Straight Arrow Connector 12">
              <a:extLst>
                <a:ext uri="{FF2B5EF4-FFF2-40B4-BE49-F238E27FC236}">
                  <a16:creationId xmlns:a16="http://schemas.microsoft.com/office/drawing/2014/main" id="{E780ECD1-3821-42E4-9542-1DF1AE079146}"/>
                </a:ext>
              </a:extLst>
            </p:cNvPr>
            <p:cNvCxnSpPr/>
            <p:nvPr/>
          </p:nvCxnSpPr>
          <p:spPr bwMode="auto">
            <a:xfrm flipH="1" flipV="1">
              <a:off x="9566988" y="2825062"/>
              <a:ext cx="569167" cy="420690"/>
            </a:xfrm>
            <a:prstGeom prst="straightConnector1">
              <a:avLst/>
            </a:prstGeom>
            <a:solidFill>
              <a:schemeClr val="accent1"/>
            </a:solidFill>
            <a:ln w="50800" cap="flat" cmpd="sng" algn="ctr">
              <a:solidFill>
                <a:srgbClr val="000000"/>
              </a:solidFill>
              <a:prstDash val="solid"/>
              <a:round/>
              <a:headEnd type="none" w="med" len="med"/>
              <a:tailEnd type="triangle"/>
            </a:ln>
            <a:effectLst/>
          </p:spPr>
        </p:cxnSp>
        <p:sp>
          <p:nvSpPr>
            <p:cNvPr id="14" name="TextBox 13">
              <a:extLst>
                <a:ext uri="{FF2B5EF4-FFF2-40B4-BE49-F238E27FC236}">
                  <a16:creationId xmlns:a16="http://schemas.microsoft.com/office/drawing/2014/main" id="{06982695-F2F8-46E3-A98A-7B5025ED4C2F}"/>
                </a:ext>
              </a:extLst>
            </p:cNvPr>
            <p:cNvSpPr txBox="1"/>
            <p:nvPr/>
          </p:nvSpPr>
          <p:spPr>
            <a:xfrm>
              <a:off x="8344677" y="1308555"/>
              <a:ext cx="2218353" cy="430887"/>
            </a:xfrm>
            <a:prstGeom prst="rect">
              <a:avLst/>
            </a:prstGeom>
            <a:noFill/>
          </p:spPr>
          <p:txBody>
            <a:bodyPr wrap="square" rtlCol="0">
              <a:spAutoFit/>
            </a:bodyPr>
            <a:lstStyle/>
            <a:p>
              <a:pPr algn="ctr"/>
              <a:r>
                <a:rPr lang="en-MY" sz="1100" dirty="0">
                  <a:solidFill>
                    <a:srgbClr val="000000"/>
                  </a:solidFill>
                </a:rPr>
                <a:t>Post-Reflow Automated Optical Inspection (AOI)</a:t>
              </a:r>
              <a:endParaRPr lang="en-US" sz="1100" dirty="0">
                <a:solidFill>
                  <a:srgbClr val="000000"/>
                </a:solidFill>
              </a:endParaRPr>
            </a:p>
          </p:txBody>
        </p:sp>
      </p:grpSp>
    </p:spTree>
    <p:extLst>
      <p:ext uri="{BB962C8B-B14F-4D97-AF65-F5344CB8AC3E}">
        <p14:creationId xmlns:p14="http://schemas.microsoft.com/office/powerpoint/2010/main" val="2393367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CC6B2-4893-4AFD-A933-7468A12B60AF}"/>
              </a:ext>
            </a:extLst>
          </p:cNvPr>
          <p:cNvSpPr>
            <a:spLocks noGrp="1"/>
          </p:cNvSpPr>
          <p:nvPr>
            <p:ph type="title"/>
          </p:nvPr>
        </p:nvSpPr>
        <p:spPr/>
        <p:txBody>
          <a:bodyPr/>
          <a:lstStyle/>
          <a:p>
            <a:r>
              <a:rPr lang="en-US" sz="3200" dirty="0">
                <a:solidFill>
                  <a:schemeClr val="tx1"/>
                </a:solidFill>
              </a:rPr>
              <a:t>Highlight</a:t>
            </a:r>
            <a:r>
              <a:rPr lang="en-US" altLang="zh-CN" sz="3200" dirty="0">
                <a:solidFill>
                  <a:schemeClr val="tx1"/>
                </a:solidFill>
              </a:rPr>
              <a:t>s</a:t>
            </a:r>
            <a:endParaRPr lang="en-US" sz="3200" dirty="0">
              <a:solidFill>
                <a:schemeClr val="tx1"/>
              </a:solidFill>
            </a:endParaRPr>
          </a:p>
        </p:txBody>
      </p:sp>
      <p:sp>
        <p:nvSpPr>
          <p:cNvPr id="3" name="Content Placeholder 2">
            <a:extLst>
              <a:ext uri="{FF2B5EF4-FFF2-40B4-BE49-F238E27FC236}">
                <a16:creationId xmlns:a16="http://schemas.microsoft.com/office/drawing/2014/main" id="{96457946-1483-4C9A-8FE4-A2862E3EFF3F}"/>
              </a:ext>
            </a:extLst>
          </p:cNvPr>
          <p:cNvSpPr>
            <a:spLocks noGrp="1"/>
          </p:cNvSpPr>
          <p:nvPr>
            <p:ph sz="quarter" idx="28"/>
          </p:nvPr>
        </p:nvSpPr>
        <p:spPr>
          <a:xfrm>
            <a:off x="571286" y="1139465"/>
            <a:ext cx="11010900" cy="5483919"/>
          </a:xfrm>
        </p:spPr>
        <p:txBody>
          <a:bodyPr>
            <a:normAutofit/>
          </a:bodyPr>
          <a:lstStyle/>
          <a:p>
            <a:pPr marL="288925" indent="-288925">
              <a:spcBef>
                <a:spcPts val="600"/>
              </a:spcBef>
            </a:pPr>
            <a:r>
              <a:rPr lang="en-US" sz="1800" dirty="0"/>
              <a:t>We total surveyed 5 SEA customers – Compal VN, LCFC VN, Wistron VN, Quanta TH and Inventec TH, received response from 4 customers, Wistron did not response</a:t>
            </a:r>
          </a:p>
          <a:p>
            <a:pPr marL="288925" indent="-288925">
              <a:spcBef>
                <a:spcPts val="600"/>
              </a:spcBef>
            </a:pPr>
            <a:r>
              <a:rPr lang="en-US" sz="1800" dirty="0"/>
              <a:t>SEA ODMs are copying exactly from their PRC site</a:t>
            </a:r>
          </a:p>
          <a:p>
            <a:pPr marL="288925" indent="-288925">
              <a:spcBef>
                <a:spcPts val="600"/>
              </a:spcBef>
            </a:pPr>
            <a:r>
              <a:rPr lang="en-US" sz="1800" dirty="0"/>
              <a:t>The volumes are ramping up, eventually could &gt; 50% of ODM shipping volume</a:t>
            </a:r>
          </a:p>
          <a:p>
            <a:pPr marL="492125" lvl="1" indent="-288925">
              <a:spcBef>
                <a:spcPts val="600"/>
              </a:spcBef>
            </a:pPr>
            <a:r>
              <a:rPr lang="en-US" sz="1400" dirty="0"/>
              <a:t>Currently the line efficiency still not compare-able to PRC site, it will be improved with the maturity of local site</a:t>
            </a:r>
          </a:p>
          <a:p>
            <a:pPr marL="288925" indent="-288925">
              <a:spcBef>
                <a:spcPts val="600"/>
              </a:spcBef>
            </a:pPr>
            <a:r>
              <a:rPr lang="en-US" sz="1800" dirty="0"/>
              <a:t>At LCFC VN and Inventec TH almost all engineers are still Chinese, didn’t see local engineer</a:t>
            </a:r>
          </a:p>
          <a:p>
            <a:pPr marL="288925" indent="-288925">
              <a:spcBef>
                <a:spcPts val="600"/>
              </a:spcBef>
            </a:pPr>
            <a:r>
              <a:rPr lang="en-US" sz="1800" dirty="0"/>
              <a:t>Compal VN and Quanta TH are better on localization, saw ~50% of the meeting attendees are local engineer</a:t>
            </a:r>
            <a:endParaRPr lang="en-US" sz="1400" dirty="0"/>
          </a:p>
          <a:p>
            <a:pPr marL="288925" indent="-288925" rtl="0">
              <a:spcBef>
                <a:spcPts val="600"/>
              </a:spcBef>
            </a:pPr>
            <a:endParaRPr lang="en-US" sz="1800" dirty="0"/>
          </a:p>
          <a:p>
            <a:pPr marL="288925" indent="-288925" rtl="0">
              <a:spcBef>
                <a:spcPts val="600"/>
              </a:spcBef>
            </a:pPr>
            <a:endParaRPr lang="en-US" sz="1800" dirty="0"/>
          </a:p>
          <a:p>
            <a:pPr marL="288925" indent="-288925">
              <a:spcBef>
                <a:spcPts val="600"/>
              </a:spcBef>
            </a:pPr>
            <a:endParaRPr lang="en-US" altLang="zh-CN" sz="1800" dirty="0">
              <a:sym typeface="Wingdings" panose="05000000000000000000" pitchFamily="2" charset="2"/>
            </a:endParaRPr>
          </a:p>
          <a:p>
            <a:pPr marL="288925" indent="-288925">
              <a:spcBef>
                <a:spcPts val="600"/>
              </a:spcBef>
            </a:pPr>
            <a:endParaRPr lang="en-US" altLang="zh-CN" sz="1800" dirty="0">
              <a:sym typeface="Wingdings" panose="05000000000000000000" pitchFamily="2" charset="2"/>
            </a:endParaRPr>
          </a:p>
          <a:p>
            <a:pPr marL="288925" indent="-288925">
              <a:spcBef>
                <a:spcPts val="600"/>
              </a:spcBef>
            </a:pPr>
            <a:endParaRPr lang="en-US" altLang="zh-CN" sz="1800" dirty="0">
              <a:sym typeface="Wingdings" panose="05000000000000000000" pitchFamily="2" charset="2"/>
            </a:endParaRPr>
          </a:p>
          <a:p>
            <a:pPr marL="288925" indent="-288925">
              <a:spcBef>
                <a:spcPts val="600"/>
              </a:spcBef>
            </a:pPr>
            <a:endParaRPr lang="en-US" sz="1800" dirty="0">
              <a:sym typeface="Wingdings" panose="05000000000000000000" pitchFamily="2" charset="2"/>
            </a:endParaRPr>
          </a:p>
        </p:txBody>
      </p:sp>
    </p:spTree>
    <p:extLst>
      <p:ext uri="{BB962C8B-B14F-4D97-AF65-F5344CB8AC3E}">
        <p14:creationId xmlns:p14="http://schemas.microsoft.com/office/powerpoint/2010/main" val="723533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Factory Set Up</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3" y="5235618"/>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LCFC does not have system assembly at VN yet, other customers can do system assembly at local</a:t>
            </a:r>
            <a:endParaRPr kumimoji="0" lang="en-US" sz="1600" i="0" u="none" strike="noStrike" cap="none" spc="0" normalizeH="0" baseline="0" dirty="0">
              <a:ln>
                <a:noFill/>
              </a:ln>
              <a:solidFill>
                <a:schemeClr val="accent1"/>
              </a:solidFill>
              <a:effectLst/>
              <a:uFillTx/>
              <a:latin typeface="+mn-lt"/>
              <a:ea typeface="+mn-ea"/>
              <a:cs typeface="+mn-cs"/>
              <a:sym typeface="Helvetica Neue"/>
            </a:endParaRP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941974757"/>
              </p:ext>
            </p:extLst>
          </p:nvPr>
        </p:nvGraphicFramePr>
        <p:xfrm>
          <a:off x="210553" y="792371"/>
          <a:ext cx="11343433" cy="2493645"/>
        </p:xfrm>
        <a:graphic>
          <a:graphicData uri="http://schemas.openxmlformats.org/drawingml/2006/table">
            <a:tbl>
              <a:tblPr firstRow="1" bandRow="1">
                <a:tableStyleId>{B301B821-A1FF-4177-AEE7-76D212191A09}</a:tableStyleId>
              </a:tblPr>
              <a:tblGrid>
                <a:gridCol w="1559600">
                  <a:extLst>
                    <a:ext uri="{9D8B030D-6E8A-4147-A177-3AD203B41FA5}">
                      <a16:colId xmlns:a16="http://schemas.microsoft.com/office/drawing/2014/main" val="476935505"/>
                    </a:ext>
                  </a:extLst>
                </a:gridCol>
                <a:gridCol w="2896402">
                  <a:extLst>
                    <a:ext uri="{9D8B030D-6E8A-4147-A177-3AD203B41FA5}">
                      <a16:colId xmlns:a16="http://schemas.microsoft.com/office/drawing/2014/main" val="1213491659"/>
                    </a:ext>
                  </a:extLst>
                </a:gridCol>
                <a:gridCol w="3264507">
                  <a:extLst>
                    <a:ext uri="{9D8B030D-6E8A-4147-A177-3AD203B41FA5}">
                      <a16:colId xmlns:a16="http://schemas.microsoft.com/office/drawing/2014/main" val="1470204383"/>
                    </a:ext>
                  </a:extLst>
                </a:gridCol>
                <a:gridCol w="3622924">
                  <a:extLst>
                    <a:ext uri="{9D8B030D-6E8A-4147-A177-3AD203B41FA5}">
                      <a16:colId xmlns:a16="http://schemas.microsoft.com/office/drawing/2014/main" val="4194567538"/>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How many SMT lines do you have now?</a:t>
                      </a:r>
                    </a:p>
                  </a:txBody>
                  <a:tcPr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Do you perform both motherboard SMT and final System Assembly operations?  Do post-SMT motherboards have to transfer to another factory for final System assembly?</a:t>
                      </a:r>
                    </a:p>
                  </a:txBody>
                  <a:tcPr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is your daily or weekly output capacity?</a:t>
                      </a:r>
                    </a:p>
                  </a:txBody>
                  <a:tcPr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VN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buNone/>
                      </a:pPr>
                      <a:r>
                        <a:rPr lang="en-US" sz="1000" b="0" i="0" u="none" strike="noStrike">
                          <a:effectLst/>
                          <a:latin typeface="Intel Clear Light" panose="020B0404020203020204" pitchFamily="34" charset="0"/>
                        </a:rPr>
                        <a:t>12</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buNone/>
                      </a:pPr>
                      <a:r>
                        <a:rPr lang="en-US" sz="1000" b="0" i="0" u="none" strike="noStrike">
                          <a:effectLst/>
                          <a:latin typeface="Intel Clear Light" panose="020B0404020203020204" pitchFamily="34" charset="0"/>
                        </a:rPr>
                        <a:t>In house system assembly</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buNone/>
                      </a:pPr>
                      <a:r>
                        <a:rPr lang="en-US" sz="1000" b="0" i="0" u="none" strike="noStrike">
                          <a:effectLst/>
                          <a:latin typeface="Intel Clear Light" panose="020B0404020203020204" pitchFamily="34" charset="0"/>
                        </a:rPr>
                        <a:t>120K/week</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LCFC VN</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buNone/>
                      </a:pPr>
                      <a:r>
                        <a:rPr lang="en-US" sz="1000" b="0" i="0" u="none" strike="noStrike">
                          <a:effectLst/>
                          <a:latin typeface="Intel Clear Light" panose="020B0404020203020204" pitchFamily="34" charset="0"/>
                        </a:rPr>
                        <a:t>11</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buNone/>
                      </a:pPr>
                      <a:r>
                        <a:rPr lang="en-US" sz="1000" b="0" i="0" u="none" strike="noStrike" dirty="0">
                          <a:effectLst/>
                          <a:latin typeface="Intel Clear Light" panose="020B0404020203020204" pitchFamily="34" charset="0"/>
                        </a:rPr>
                        <a:t>1. Send MB LCFC HF；</a:t>
                      </a:r>
                      <a:br>
                        <a:rPr lang="en-US" sz="1000" b="0" i="0" u="none" strike="noStrike" dirty="0">
                          <a:effectLst/>
                          <a:latin typeface="Intel Clear Light" panose="020B0404020203020204" pitchFamily="34" charset="0"/>
                        </a:rPr>
                      </a:br>
                      <a:r>
                        <a:rPr lang="en-US" sz="1000" b="0" i="0" u="none" strike="noStrike" dirty="0">
                          <a:effectLst/>
                          <a:latin typeface="Intel Clear Light" panose="020B0404020203020204" pitchFamily="34" charset="0"/>
                        </a:rPr>
                        <a:t>2. Send to </a:t>
                      </a:r>
                      <a:r>
                        <a:rPr lang="en-US" sz="1000" b="0" i="0" u="none" strike="noStrike" dirty="0" err="1">
                          <a:effectLst/>
                          <a:latin typeface="Intel Clear Light" panose="020B0404020203020204" pitchFamily="34" charset="0"/>
                        </a:rPr>
                        <a:t>Luxshare</a:t>
                      </a:r>
                      <a:br>
                        <a:rPr lang="en-US" sz="1000" b="0" i="0" u="none" strike="noStrike" dirty="0">
                          <a:effectLst/>
                          <a:latin typeface="Intel Clear Light" panose="020B0404020203020204" pitchFamily="34" charset="0"/>
                        </a:rPr>
                      </a:br>
                      <a:r>
                        <a:rPr lang="en-US" sz="1000" b="0" i="0" u="none" strike="noStrike" dirty="0">
                          <a:solidFill>
                            <a:srgbClr val="FF0000"/>
                          </a:solidFill>
                          <a:effectLst/>
                          <a:latin typeface="Intel Clear Light" panose="020B0404020203020204" pitchFamily="34" charset="0"/>
                        </a:rPr>
                        <a:t>No local system assembly so far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buNone/>
                      </a:pPr>
                      <a:r>
                        <a:rPr lang="en-US" sz="1000" b="0" i="0" u="none" strike="noStrike">
                          <a:effectLst/>
                          <a:latin typeface="Intel Clear Light" panose="020B0404020203020204" pitchFamily="34" charset="0"/>
                        </a:rPr>
                        <a:t>125K/week</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Inventec TH</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buNone/>
                      </a:pPr>
                      <a:r>
                        <a:rPr lang="en-US" sz="1000" b="0" i="0" u="none" strike="noStrike">
                          <a:effectLst/>
                          <a:latin typeface="Intel Clear Light" panose="020B0404020203020204" pitchFamily="34" charset="0"/>
                        </a:rPr>
                        <a:t>PSG ITH01-SMT MB*2; </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PSG ITH02-SMT MB*5, DB*2</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buNone/>
                      </a:pPr>
                      <a:r>
                        <a:rPr lang="en-US" sz="1000" b="0" i="0" u="none" strike="noStrike" dirty="0">
                          <a:effectLst/>
                          <a:latin typeface="Intel Clear Light" panose="020B0404020203020204" pitchFamily="34" charset="0"/>
                        </a:rPr>
                        <a:t>In house system assembly</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buNone/>
                      </a:pPr>
                      <a:r>
                        <a:rPr lang="en-US" sz="1000" b="0" i="0" u="none" strike="noStrike">
                          <a:effectLst/>
                          <a:latin typeface="Intel Clear Light" panose="020B0404020203020204" pitchFamily="34" charset="0"/>
                        </a:rPr>
                        <a:t>58K/week</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TH</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buNone/>
                      </a:pPr>
                      <a:r>
                        <a:rPr lang="en-US" sz="1000" b="0" i="0" u="none" strike="noStrike" dirty="0">
                          <a:effectLst/>
                          <a:latin typeface="Intel Clear Light" panose="020B0404020203020204" pitchFamily="34" charset="0"/>
                        </a:rPr>
                        <a:t>10</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buNone/>
                      </a:pPr>
                      <a:r>
                        <a:rPr lang="pt-BR" sz="1000" b="0" i="0" u="none" strike="noStrike" dirty="0">
                          <a:effectLst/>
                          <a:latin typeface="Intel Clear Light" panose="020B0404020203020204" pitchFamily="34" charset="0"/>
                        </a:rPr>
                        <a:t>1. Send MB Quanta CQ；</a:t>
                      </a:r>
                      <a:br>
                        <a:rPr lang="pt-BR" sz="1000" b="0" i="0" u="none" strike="noStrike" dirty="0">
                          <a:effectLst/>
                          <a:latin typeface="Intel Clear Light" panose="020B0404020203020204" pitchFamily="34" charset="0"/>
                        </a:rPr>
                      </a:br>
                      <a:r>
                        <a:rPr lang="pt-BR" sz="1000" b="0" i="0" u="none" strike="noStrike" dirty="0">
                          <a:effectLst/>
                          <a:latin typeface="Intel Clear Light" panose="020B0404020203020204" pitchFamily="34" charset="0"/>
                        </a:rPr>
                        <a:t>2. Local assembly</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buNone/>
                      </a:pPr>
                      <a:r>
                        <a:rPr lang="en-US" sz="1000" b="0" i="0" u="none" strike="noStrike" dirty="0">
                          <a:effectLst/>
                          <a:latin typeface="Intel Clear Light" panose="020B0404020203020204" pitchFamily="34" charset="0"/>
                        </a:rPr>
                        <a:t>300K/week</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bl>
          </a:graphicData>
        </a:graphic>
      </p:graphicFrame>
    </p:spTree>
    <p:extLst>
      <p:ext uri="{BB962C8B-B14F-4D97-AF65-F5344CB8AC3E}">
        <p14:creationId xmlns:p14="http://schemas.microsoft.com/office/powerpoint/2010/main" val="2985871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4BECF-0B83-4EAC-1E9B-A83169850419}"/>
            </a:ext>
          </a:extLst>
        </p:cNvPr>
        <p:cNvGrpSpPr/>
        <p:nvPr/>
      </p:nvGrpSpPr>
      <p:grpSpPr>
        <a:xfrm>
          <a:off x="0" y="0"/>
          <a:ext cx="0" cy="0"/>
          <a:chOff x="0" y="0"/>
          <a:chExt cx="0" cy="0"/>
        </a:xfrm>
      </p:grpSpPr>
      <p:graphicFrame>
        <p:nvGraphicFramePr>
          <p:cNvPr id="3" name="Table 9">
            <a:extLst>
              <a:ext uri="{FF2B5EF4-FFF2-40B4-BE49-F238E27FC236}">
                <a16:creationId xmlns:a16="http://schemas.microsoft.com/office/drawing/2014/main" id="{351DB00D-02B5-EE24-4923-7CBE09734015}"/>
              </a:ext>
            </a:extLst>
          </p:cNvPr>
          <p:cNvGraphicFramePr>
            <a:graphicFrameLocks noGrp="1"/>
          </p:cNvGraphicFramePr>
          <p:nvPr>
            <p:extLst>
              <p:ext uri="{D42A27DB-BD31-4B8C-83A1-F6EECF244321}">
                <p14:modId xmlns:p14="http://schemas.microsoft.com/office/powerpoint/2010/main" val="3319785699"/>
              </p:ext>
            </p:extLst>
          </p:nvPr>
        </p:nvGraphicFramePr>
        <p:xfrm>
          <a:off x="210553" y="587354"/>
          <a:ext cx="11343433" cy="5916295"/>
        </p:xfrm>
        <a:graphic>
          <a:graphicData uri="http://schemas.openxmlformats.org/drawingml/2006/table">
            <a:tbl>
              <a:tblPr firstRow="1" bandRow="1">
                <a:tableStyleId>{B301B821-A1FF-4177-AEE7-76D212191A09}</a:tableStyleId>
              </a:tblPr>
              <a:tblGrid>
                <a:gridCol w="1559600">
                  <a:extLst>
                    <a:ext uri="{9D8B030D-6E8A-4147-A177-3AD203B41FA5}">
                      <a16:colId xmlns:a16="http://schemas.microsoft.com/office/drawing/2014/main" val="476935505"/>
                    </a:ext>
                  </a:extLst>
                </a:gridCol>
                <a:gridCol w="2896402">
                  <a:extLst>
                    <a:ext uri="{9D8B030D-6E8A-4147-A177-3AD203B41FA5}">
                      <a16:colId xmlns:a16="http://schemas.microsoft.com/office/drawing/2014/main" val="1213491659"/>
                    </a:ext>
                  </a:extLst>
                </a:gridCol>
                <a:gridCol w="3264507">
                  <a:extLst>
                    <a:ext uri="{9D8B030D-6E8A-4147-A177-3AD203B41FA5}">
                      <a16:colId xmlns:a16="http://schemas.microsoft.com/office/drawing/2014/main" val="1470204383"/>
                    </a:ext>
                  </a:extLst>
                </a:gridCol>
                <a:gridCol w="3622924">
                  <a:extLst>
                    <a:ext uri="{9D8B030D-6E8A-4147-A177-3AD203B41FA5}">
                      <a16:colId xmlns:a16="http://schemas.microsoft.com/office/drawing/2014/main" val="4194567538"/>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buNone/>
                      </a:pPr>
                      <a:r>
                        <a:rPr lang="en-US" sz="1200" b="1" i="0" u="none" strike="noStrike" dirty="0">
                          <a:effectLst/>
                          <a:latin typeface="Intel Clear Light" panose="020B0404020203020204" pitchFamily="34" charset="0"/>
                        </a:rPr>
                        <a:t>Are you aware of, and do you follow Intel's BGA package handling recommendations, as found in the Intel Product Transport and Media Handling MAS (RDC# 619185)?</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buNone/>
                      </a:pPr>
                      <a:r>
                        <a:rPr lang="en-US" sz="1200" b="1" i="0" u="none" strike="noStrike" dirty="0">
                          <a:effectLst/>
                          <a:latin typeface="Intel Clear Light" panose="020B0404020203020204" pitchFamily="34" charset="0"/>
                        </a:rPr>
                        <a:t>Do you have robust factory processes and controls to track and mitigate over-exposure moisture levels, to accommodate Intel's MSL 3 BGA components? (please describe)</a:t>
                      </a:r>
                      <a:endParaRPr lang="zh-CN" altLang="en-US"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buNone/>
                      </a:pPr>
                      <a:r>
                        <a:rPr lang="en-US" sz="1200" b="1" i="0" u="none" strike="noStrike" dirty="0">
                          <a:effectLst/>
                          <a:latin typeface="Intel Clear Light" panose="020B0404020203020204" pitchFamily="34" charset="0"/>
                        </a:rPr>
                        <a:t>Do you have robust factory processes to mitigate ESD/EOS issues with Intel's BGA components? (please describe)</a:t>
                      </a:r>
                      <a:endParaRPr lang="zh-CN" altLang="en-US"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VN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buNone/>
                      </a:pPr>
                      <a:r>
                        <a:rPr lang="en-US" sz="1000" b="0" i="0" u="none" strike="noStrike" dirty="0">
                          <a:effectLst/>
                          <a:latin typeface="Intel Clear Light" panose="020B0404020203020204" pitchFamily="34" charset="0"/>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1. Temperature and humidity control in factory floor</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2.Record MBB back open time, bake the component if expire MSL time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1.Everyday measure ESD shoes, solder irons, electric screwdriver</a:t>
                      </a:r>
                      <a:br>
                        <a:rPr lang="en-US" sz="1000" b="0" i="0" u="none" strike="noStrike" dirty="0">
                          <a:effectLst/>
                          <a:latin typeface="Intel Clear Light" panose="020B0404020203020204" pitchFamily="34" charset="0"/>
                        </a:rPr>
                      </a:br>
                      <a:r>
                        <a:rPr lang="en-US" sz="1000" b="0" i="0" u="none" strike="noStrike" dirty="0">
                          <a:effectLst/>
                          <a:latin typeface="Intel Clear Light" panose="020B0404020203020204" pitchFamily="34" charset="0"/>
                        </a:rPr>
                        <a:t>2. Every week measure working tables/benches,  shelves, ESD bags, equipment</a:t>
                      </a:r>
                      <a:br>
                        <a:rPr lang="en-US" sz="1000" b="0" i="0" u="none" strike="noStrike" dirty="0">
                          <a:effectLst/>
                          <a:latin typeface="Intel Clear Light" panose="020B0404020203020204" pitchFamily="34" charset="0"/>
                        </a:rPr>
                      </a:br>
                      <a:r>
                        <a:rPr lang="en-US" sz="1000" b="0" i="0" u="none" strike="noStrike" dirty="0">
                          <a:effectLst/>
                          <a:latin typeface="Intel Clear Light" panose="020B0404020203020204" pitchFamily="34" charset="0"/>
                        </a:rPr>
                        <a:t>3.Every Quarter measure working floor, Ionizers, conveyors, carts</a:t>
                      </a:r>
                      <a:br>
                        <a:rPr lang="en-US" sz="1000" b="0" i="0" u="none" strike="noStrike" dirty="0">
                          <a:effectLst/>
                          <a:latin typeface="Intel Clear Light" panose="020B0404020203020204" pitchFamily="34" charset="0"/>
                        </a:rPr>
                      </a:br>
                      <a:r>
                        <a:rPr lang="en-US" sz="1000" b="0" i="0" u="none" strike="noStrike" dirty="0">
                          <a:effectLst/>
                          <a:latin typeface="Intel Clear Light" panose="020B0404020203020204" pitchFamily="34" charset="0"/>
                        </a:rPr>
                        <a:t>4. ESD wrist strip real time monitor and alert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LCFC VN</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buNone/>
                      </a:pPr>
                      <a:r>
                        <a:rPr lang="en-US" sz="1000" b="0" i="0" u="none" strike="noStrike" dirty="0">
                          <a:effectLst/>
                          <a:latin typeface="Intel Clear Light" panose="020B0404020203020204" pitchFamily="34" charset="0"/>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1" i="0" u="none" strike="noStrike" dirty="0">
                          <a:effectLst/>
                          <a:latin typeface="Intel Clear Light" panose="020B0404020203020204" pitchFamily="34" charset="0"/>
                        </a:rPr>
                        <a:t>1. Before send into warehouse</a:t>
                      </a:r>
                      <a:br>
                        <a:rPr lang="en-US" sz="1000" b="0" i="0" u="none" strike="noStrike" dirty="0">
                          <a:effectLst/>
                          <a:latin typeface="Intel Clear Light" panose="020B0404020203020204" pitchFamily="34" charset="0"/>
                        </a:rPr>
                      </a:br>
                      <a:r>
                        <a:rPr lang="en-US" sz="1000" b="0" i="0" u="none" strike="noStrike" dirty="0">
                          <a:effectLst/>
                          <a:latin typeface="Intel Clear Light" panose="020B0404020203020204" pitchFamily="34" charset="0"/>
                        </a:rPr>
                        <a:t>a. Check package no damage, confirm MSL level, date code information on package label</a:t>
                      </a:r>
                      <a:br>
                        <a:rPr lang="en-US" sz="1000" b="0" i="0" u="none" strike="noStrike" dirty="0">
                          <a:effectLst/>
                          <a:latin typeface="Intel Clear Light" panose="020B0404020203020204" pitchFamily="34" charset="0"/>
                        </a:rPr>
                      </a:br>
                      <a:r>
                        <a:rPr lang="en-US" sz="1000" b="0" i="0" u="none" strike="noStrike" dirty="0">
                          <a:effectLst/>
                          <a:latin typeface="Intel Clear Light" panose="020B0404020203020204" pitchFamily="34" charset="0"/>
                        </a:rPr>
                        <a:t>b. Store the MBB bag in controlled environment (Temp：18-27°C, Humidity30- 60% RH）</a:t>
                      </a:r>
                      <a:br>
                        <a:rPr lang="en-US" sz="1000" b="0" i="0" u="none" strike="noStrike" dirty="0">
                          <a:effectLst/>
                          <a:latin typeface="Intel Clear Light" panose="020B0404020203020204" pitchFamily="34" charset="0"/>
                        </a:rPr>
                      </a:br>
                      <a:r>
                        <a:rPr lang="en-US" sz="1000" b="1" i="0" u="none" strike="noStrike" dirty="0">
                          <a:effectLst/>
                          <a:latin typeface="Intel Clear Light" panose="020B0404020203020204" pitchFamily="34" charset="0"/>
                        </a:rPr>
                        <a:t>2. After MBB open</a:t>
                      </a:r>
                      <a:br>
                        <a:rPr lang="en-US" sz="1000" b="0" i="0" u="none" strike="noStrike" dirty="0">
                          <a:effectLst/>
                          <a:latin typeface="Intel Clear Light" panose="020B0404020203020204" pitchFamily="34" charset="0"/>
                        </a:rPr>
                      </a:br>
                      <a:r>
                        <a:rPr lang="en-US" sz="1000" b="0" i="0" u="none" strike="noStrike" dirty="0">
                          <a:effectLst/>
                          <a:latin typeface="Intel Clear Light" panose="020B0404020203020204" pitchFamily="34" charset="0"/>
                        </a:rPr>
                        <a:t>a. Check HIC card</a:t>
                      </a:r>
                      <a:br>
                        <a:rPr lang="en-US" sz="1000" b="0" i="0" u="none" strike="noStrike" dirty="0">
                          <a:effectLst/>
                          <a:latin typeface="Intel Clear Light" panose="020B0404020203020204" pitchFamily="34" charset="0"/>
                        </a:rPr>
                      </a:br>
                      <a:r>
                        <a:rPr lang="en-US" sz="1000" b="0" i="0" u="none" strike="noStrike" dirty="0">
                          <a:effectLst/>
                          <a:latin typeface="Intel Clear Light" panose="020B0404020203020204" pitchFamily="34" charset="0"/>
                        </a:rPr>
                        <a:t>b. Record MBB on time at system, print/paste control label on package</a:t>
                      </a:r>
                      <a:br>
                        <a:rPr lang="en-US" sz="1000" b="0" i="0" u="none" strike="noStrike" dirty="0">
                          <a:effectLst/>
                          <a:latin typeface="Intel Clear Light" panose="020B0404020203020204" pitchFamily="34" charset="0"/>
                        </a:rPr>
                      </a:br>
                      <a:r>
                        <a:rPr lang="en-US" sz="1000" b="1" i="0" u="none" strike="noStrike" dirty="0">
                          <a:effectLst/>
                          <a:latin typeface="Intel Clear Light" panose="020B0404020203020204" pitchFamily="34" charset="0"/>
                        </a:rPr>
                        <a:t>3. Tracking system</a:t>
                      </a:r>
                      <a:br>
                        <a:rPr lang="en-US" sz="1000" b="0" i="0" u="none" strike="noStrike" dirty="0">
                          <a:effectLst/>
                          <a:latin typeface="Intel Clear Light" panose="020B0404020203020204" pitchFamily="34" charset="0"/>
                        </a:rPr>
                      </a:br>
                      <a:r>
                        <a:rPr lang="en-US" sz="1000" b="0" i="0" u="none" strike="noStrike" dirty="0">
                          <a:effectLst/>
                          <a:latin typeface="Intel Clear Light" panose="020B0404020203020204" pitchFamily="34" charset="0"/>
                        </a:rPr>
                        <a:t>a. System set up to control moisture and expire time (ex. MSL 3 = expire at 168 </a:t>
                      </a:r>
                      <a:r>
                        <a:rPr lang="en-US" sz="1000" b="0" i="0" u="none" strike="noStrike" dirty="0" err="1">
                          <a:effectLst/>
                          <a:latin typeface="Intel Clear Light" panose="020B0404020203020204" pitchFamily="34" charset="0"/>
                        </a:rPr>
                        <a:t>hrs</a:t>
                      </a:r>
                      <a:r>
                        <a:rPr lang="en-US" sz="1000" b="0" i="0" u="none" strike="noStrike" dirty="0">
                          <a:effectLst/>
                          <a:latin typeface="Intel Clear Light" panose="020B0404020203020204" pitchFamily="34" charset="0"/>
                        </a:rPr>
                        <a:t>)</a:t>
                      </a:r>
                      <a:br>
                        <a:rPr lang="en-US" sz="1000" b="0" i="0" u="none" strike="noStrike" dirty="0">
                          <a:effectLst/>
                          <a:latin typeface="Intel Clear Light" panose="020B0404020203020204" pitchFamily="34" charset="0"/>
                        </a:rPr>
                      </a:br>
                      <a:r>
                        <a:rPr lang="en-US" sz="1000" b="0" i="0" u="none" strike="noStrike" dirty="0">
                          <a:effectLst/>
                          <a:latin typeface="Intel Clear Light" panose="020B0404020203020204" pitchFamily="34" charset="0"/>
                        </a:rPr>
                        <a:t>b. automatic record open time, expire time, status, reminder operator to deal with the about-to-expire parts</a:t>
                      </a:r>
                      <a:br>
                        <a:rPr lang="en-US" sz="1000" b="0" i="0" u="none" strike="noStrike" dirty="0">
                          <a:effectLst/>
                          <a:latin typeface="Intel Clear Light" panose="020B0404020203020204" pitchFamily="34" charset="0"/>
                        </a:rPr>
                      </a:br>
                      <a:r>
                        <a:rPr lang="en-US" sz="1000" b="0" i="0" u="none" strike="noStrike" dirty="0">
                          <a:effectLst/>
                          <a:latin typeface="Intel Clear Light" panose="020B0404020203020204" pitchFamily="34" charset="0"/>
                        </a:rPr>
                        <a:t>c. Barcode system: Every batch is unique barcode to tracking the status and history</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Yes we have comprehensive ESD/EOS control process to control fixtures/equipment/packing material and operators.</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All employees had be trained and will regular retrain and exam</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In production line people must wear ESD Smock, shoes and wrist strap. Regularly test grounding system.</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Key station equipped with ionizers, ESD mat. Material packed with anit-ESD bags and cartons.</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Established EOS protection protocols, control power and signal inputs, regularly calibration</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Inventec TH</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buNone/>
                      </a:pPr>
                      <a:r>
                        <a:rPr lang="en-US" sz="1000" b="0" i="0" u="none" strike="noStrike" dirty="0">
                          <a:effectLst/>
                          <a:latin typeface="Intel Clear Light" panose="020B0404020203020204" pitchFamily="34" charset="0"/>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TH</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buNone/>
                      </a:pPr>
                      <a:r>
                        <a:rPr lang="en-US" sz="1000" b="0" i="0" u="none" strike="noStrike" dirty="0">
                          <a:effectLst/>
                          <a:latin typeface="Intel Clear Light" panose="020B0404020203020204" pitchFamily="34" charset="0"/>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1. BGA issue to production line according to build order, so no extra parts need to return after build.</a:t>
                      </a:r>
                      <a:br>
                        <a:rPr lang="en-US" sz="1000" b="0" i="0" u="none" strike="noStrike" dirty="0">
                          <a:effectLst/>
                          <a:latin typeface="Intel Clear Light" panose="020B0404020203020204" pitchFamily="34" charset="0"/>
                        </a:rPr>
                      </a:br>
                      <a:r>
                        <a:rPr lang="en-US" sz="1000" b="0" i="0" u="none" strike="noStrike" dirty="0">
                          <a:effectLst/>
                          <a:latin typeface="Intel Clear Light" panose="020B0404020203020204" pitchFamily="34" charset="0"/>
                        </a:rPr>
                        <a:t>2. After MBB open BGA will store in dry cabinet</a:t>
                      </a:r>
                      <a:br>
                        <a:rPr lang="en-US" sz="1000" b="0" i="0" u="none" strike="noStrike" dirty="0">
                          <a:effectLst/>
                          <a:latin typeface="Intel Clear Light" panose="020B0404020203020204" pitchFamily="34" charset="0"/>
                        </a:rPr>
                      </a:br>
                      <a:r>
                        <a:rPr lang="en-US" sz="1000" b="0" i="0" u="none" strike="noStrike" dirty="0">
                          <a:effectLst/>
                          <a:latin typeface="Intel Clear Light" panose="020B0404020203020204" pitchFamily="34" charset="0"/>
                        </a:rPr>
                        <a:t>3. Temperature and humidity control on production floor</a:t>
                      </a:r>
                      <a:br>
                        <a:rPr lang="en-US" sz="1000" b="0" i="0" u="none" strike="noStrike" dirty="0">
                          <a:effectLst/>
                          <a:latin typeface="Intel Clear Light" panose="020B0404020203020204" pitchFamily="34" charset="0"/>
                        </a:rPr>
                      </a:br>
                      <a:r>
                        <a:rPr lang="en-US" sz="1000" b="0" i="0" u="none" strike="noStrike" dirty="0">
                          <a:effectLst/>
                          <a:latin typeface="Intel Clear Light" panose="020B0404020203020204" pitchFamily="34" charset="0"/>
                        </a:rPr>
                        <a:t>4. Un-used BGA will be repacked with MBB and desiccant then return to warehouse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Yes</a:t>
                      </a:r>
                      <a:br>
                        <a:rPr lang="en-US" sz="1000" b="0" i="0" u="none" strike="noStrike" dirty="0">
                          <a:effectLst/>
                          <a:latin typeface="Intel Clear Light" panose="020B0404020203020204" pitchFamily="34" charset="0"/>
                        </a:rPr>
                      </a:br>
                      <a:r>
                        <a:rPr lang="en-US" sz="1000" b="0" i="0" u="none" strike="noStrike" dirty="0">
                          <a:effectLst/>
                          <a:latin typeface="Intel Clear Light" panose="020B0404020203020204" pitchFamily="34" charset="0"/>
                        </a:rPr>
                        <a:t>1. All equipment are grounded</a:t>
                      </a:r>
                      <a:br>
                        <a:rPr lang="en-US" sz="1000" b="0" i="0" u="none" strike="noStrike" dirty="0">
                          <a:effectLst/>
                          <a:latin typeface="Intel Clear Light" panose="020B0404020203020204" pitchFamily="34" charset="0"/>
                        </a:rPr>
                      </a:br>
                      <a:r>
                        <a:rPr lang="en-US" sz="1000" b="0" i="0" u="none" strike="noStrike" dirty="0">
                          <a:effectLst/>
                          <a:latin typeface="Intel Clear Light" panose="020B0404020203020204" pitchFamily="34" charset="0"/>
                        </a:rPr>
                        <a:t>2. Test station has ionizers</a:t>
                      </a:r>
                      <a:br>
                        <a:rPr lang="en-US" sz="1000" b="0" i="0" u="none" strike="noStrike" dirty="0">
                          <a:effectLst/>
                          <a:latin typeface="Intel Clear Light" panose="020B0404020203020204" pitchFamily="34" charset="0"/>
                        </a:rPr>
                      </a:br>
                      <a:r>
                        <a:rPr lang="en-US" sz="1000" b="0" i="0" u="none" strike="noStrike" dirty="0">
                          <a:effectLst/>
                          <a:latin typeface="Intel Clear Light" panose="020B0404020203020204" pitchFamily="34" charset="0"/>
                        </a:rPr>
                        <a:t>3. Operator must pass ESD test before can enter production floor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bl>
          </a:graphicData>
        </a:graphic>
      </p:graphicFrame>
      <p:sp>
        <p:nvSpPr>
          <p:cNvPr id="6" name="Title 5">
            <a:extLst>
              <a:ext uri="{FF2B5EF4-FFF2-40B4-BE49-F238E27FC236}">
                <a16:creationId xmlns:a16="http://schemas.microsoft.com/office/drawing/2014/main" id="{FC3F17BF-EB15-367A-B686-4A8C5BCFEB72}"/>
              </a:ext>
            </a:extLst>
          </p:cNvPr>
          <p:cNvSpPr>
            <a:spLocks noGrp="1"/>
          </p:cNvSpPr>
          <p:nvPr>
            <p:ph type="title"/>
          </p:nvPr>
        </p:nvSpPr>
        <p:spPr>
          <a:xfrm>
            <a:off x="210553" y="132550"/>
            <a:ext cx="11010816" cy="952499"/>
          </a:xfrm>
        </p:spPr>
        <p:txBody>
          <a:bodyPr/>
          <a:lstStyle/>
          <a:p>
            <a:r>
              <a:rPr lang="en-US" sz="3200" dirty="0"/>
              <a:t>BGA Handling, Moisture and ESD</a:t>
            </a:r>
          </a:p>
        </p:txBody>
      </p:sp>
    </p:spTree>
    <p:extLst>
      <p:ext uri="{BB962C8B-B14F-4D97-AF65-F5344CB8AC3E}">
        <p14:creationId xmlns:p14="http://schemas.microsoft.com/office/powerpoint/2010/main" val="360254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FCCEA-173F-2996-1202-4A24E7A01CB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92EE623-CFEE-E9C0-1EC8-D31392AE1B91}"/>
              </a:ext>
            </a:extLst>
          </p:cNvPr>
          <p:cNvSpPr>
            <a:spLocks noGrp="1"/>
          </p:cNvSpPr>
          <p:nvPr>
            <p:ph type="title"/>
          </p:nvPr>
        </p:nvSpPr>
        <p:spPr>
          <a:xfrm>
            <a:off x="210553" y="132550"/>
            <a:ext cx="11010816" cy="952499"/>
          </a:xfrm>
        </p:spPr>
        <p:txBody>
          <a:bodyPr/>
          <a:lstStyle/>
          <a:p>
            <a:r>
              <a:rPr lang="en-US" sz="3200" dirty="0"/>
              <a:t>Incoming Motherboard Inspection</a:t>
            </a:r>
          </a:p>
        </p:txBody>
      </p:sp>
      <p:sp>
        <p:nvSpPr>
          <p:cNvPr id="4" name="TextBox 3">
            <a:extLst>
              <a:ext uri="{FF2B5EF4-FFF2-40B4-BE49-F238E27FC236}">
                <a16:creationId xmlns:a16="http://schemas.microsoft.com/office/drawing/2014/main" id="{D0233E62-AE42-22C5-599A-B5180A0EA9F5}"/>
              </a:ext>
            </a:extLst>
          </p:cNvPr>
          <p:cNvSpPr txBox="1"/>
          <p:nvPr/>
        </p:nvSpPr>
        <p:spPr>
          <a:xfrm>
            <a:off x="210553" y="5235618"/>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All customers have certain level of PCB design check to align with Intel Land Pattern recommendation</a:t>
            </a:r>
            <a:endParaRPr kumimoji="0" lang="en-US" sz="1600" i="0" u="none" strike="noStrike" cap="none" spc="0" normalizeH="0" baseline="0" dirty="0">
              <a:ln>
                <a:noFill/>
              </a:ln>
              <a:solidFill>
                <a:schemeClr val="accent1"/>
              </a:solidFill>
              <a:effectLst/>
              <a:uFillTx/>
              <a:latin typeface="+mn-lt"/>
              <a:ea typeface="+mn-ea"/>
              <a:cs typeface="+mn-cs"/>
              <a:sym typeface="Helvetica Neue"/>
            </a:endParaRPr>
          </a:p>
        </p:txBody>
      </p:sp>
      <p:graphicFrame>
        <p:nvGraphicFramePr>
          <p:cNvPr id="3" name="Table 9">
            <a:extLst>
              <a:ext uri="{FF2B5EF4-FFF2-40B4-BE49-F238E27FC236}">
                <a16:creationId xmlns:a16="http://schemas.microsoft.com/office/drawing/2014/main" id="{C2857577-AB83-73C4-ECA5-A7FEC2949E01}"/>
              </a:ext>
            </a:extLst>
          </p:cNvPr>
          <p:cNvGraphicFramePr>
            <a:graphicFrameLocks noGrp="1"/>
          </p:cNvGraphicFramePr>
          <p:nvPr>
            <p:extLst>
              <p:ext uri="{D42A27DB-BD31-4B8C-83A1-F6EECF244321}">
                <p14:modId xmlns:p14="http://schemas.microsoft.com/office/powerpoint/2010/main" val="4058535672"/>
              </p:ext>
            </p:extLst>
          </p:nvPr>
        </p:nvGraphicFramePr>
        <p:xfrm>
          <a:off x="210553" y="792371"/>
          <a:ext cx="11320030" cy="3779520"/>
        </p:xfrm>
        <a:graphic>
          <a:graphicData uri="http://schemas.openxmlformats.org/drawingml/2006/table">
            <a:tbl>
              <a:tblPr firstRow="1" bandRow="1">
                <a:tableStyleId>{B301B821-A1FF-4177-AEE7-76D212191A09}</a:tableStyleId>
              </a:tblPr>
              <a:tblGrid>
                <a:gridCol w="2286730">
                  <a:extLst>
                    <a:ext uri="{9D8B030D-6E8A-4147-A177-3AD203B41FA5}">
                      <a16:colId xmlns:a16="http://schemas.microsoft.com/office/drawing/2014/main" val="476935505"/>
                    </a:ext>
                  </a:extLst>
                </a:gridCol>
                <a:gridCol w="4246787">
                  <a:extLst>
                    <a:ext uri="{9D8B030D-6E8A-4147-A177-3AD203B41FA5}">
                      <a16:colId xmlns:a16="http://schemas.microsoft.com/office/drawing/2014/main" val="1213491659"/>
                    </a:ext>
                  </a:extLst>
                </a:gridCol>
                <a:gridCol w="4786513">
                  <a:extLst>
                    <a:ext uri="{9D8B030D-6E8A-4147-A177-3AD203B41FA5}">
                      <a16:colId xmlns:a16="http://schemas.microsoft.com/office/drawing/2014/main" val="1470204383"/>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ctr">
                        <a:buNone/>
                      </a:pPr>
                      <a:r>
                        <a:rPr lang="en-US" sz="1200" b="1" i="0" u="none" strike="noStrike" dirty="0">
                          <a:effectLst/>
                          <a:latin typeface="Intel Clear Light" panose="020B0404020203020204" pitchFamily="34" charset="0"/>
                        </a:rPr>
                        <a:t>Do you perform factory motherboard quality inspections to check they meet the specific Intel SOC Land Pattern Design Guidance (as shown in the Platform MAS)?</a:t>
                      </a:r>
                      <a:endParaRPr lang="zh-CN" altLang="en-US"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ctr">
                        <a:buNone/>
                      </a:pPr>
                      <a:r>
                        <a:rPr lang="en-US" sz="1200" b="1" i="0" u="none" strike="noStrike" dirty="0">
                          <a:effectLst/>
                          <a:latin typeface="Intel Clear Light" panose="020B0404020203020204" pitchFamily="34" charset="0"/>
                        </a:rPr>
                        <a:t>Do you perform factory motherboard quality inspections, to check that the minimum SRO on MD and spoked pads are followed by the PCB fabricators, to maintain sufficient clearance for solder flow (as shown in the Platform MAS)?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VN</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Yes, we have DFX department to confirm the pad design aligned with Intel recommendations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DFB team will do the verification</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LCFC VN</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We don't have PCB pad inspect equipment in factory. To make sure our pad design align with Intel recommendation, we ask PCB supplier to provide test report for each lot to make sure the key parameters (pad size, pitch, SRO size </a:t>
                      </a:r>
                      <a:r>
                        <a:rPr lang="en-US" sz="1000" b="0" i="0" u="none" strike="noStrike" dirty="0" err="1">
                          <a:effectLst/>
                          <a:latin typeface="Intel Clear Light" panose="020B0404020203020204" pitchFamily="34" charset="0"/>
                        </a:rPr>
                        <a:t>etc</a:t>
                      </a:r>
                      <a:r>
                        <a:rPr lang="en-US" sz="1000" b="0" i="0" u="none" strike="noStrike" dirty="0">
                          <a:effectLst/>
                          <a:latin typeface="Intel Clear Light" panose="020B0404020203020204" pitchFamily="34" charset="0"/>
                        </a:rPr>
                        <a:t>) followed our Gerber design and Intel recommendation</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We don't have PCB pad inspect equipment in factory. To make sure our pad design align with Intel recommendation, we ask PCB supplier to provide test report for each lot to make sure the key parameters (pad size, pitch, SRO size etc.) followed our Gerber design and Intel recommendation</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Inventec TH</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Yes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YES，</a:t>
                      </a:r>
                      <a:br>
                        <a:rPr lang="en-US" sz="1000" b="0" i="0" u="none" strike="noStrike" dirty="0">
                          <a:effectLst/>
                          <a:latin typeface="Intel Clear Light" panose="020B0404020203020204" pitchFamily="34" charset="0"/>
                        </a:rPr>
                      </a:br>
                      <a:r>
                        <a:rPr lang="en-US" sz="1000" b="0" i="0" u="none" strike="noStrike" dirty="0">
                          <a:effectLst/>
                          <a:latin typeface="Intel Clear Light" panose="020B0404020203020204" pitchFamily="34" charset="0"/>
                        </a:rPr>
                        <a:t>1.RD will refer to Intel MAS design</a:t>
                      </a:r>
                      <a:br>
                        <a:rPr lang="en-US" sz="1000" b="0" i="0" u="none" strike="noStrike" dirty="0">
                          <a:effectLst/>
                          <a:latin typeface="Intel Clear Light" panose="020B0404020203020204" pitchFamily="34" charset="0"/>
                        </a:rPr>
                      </a:br>
                      <a:r>
                        <a:rPr lang="en-US" sz="1000" b="0" i="0" u="none" strike="noStrike" dirty="0">
                          <a:effectLst/>
                          <a:latin typeface="Intel Clear Light" panose="020B0404020203020204" pitchFamily="34" charset="0"/>
                        </a:rPr>
                        <a:t>2.During the trial production process, when problems occur, the process engineer will refer to Intel MAS for inspection!</a:t>
                      </a:r>
                      <a:br>
                        <a:rPr lang="en-US" sz="1000" b="0" i="0" u="none" strike="noStrike" dirty="0">
                          <a:effectLst/>
                          <a:latin typeface="Intel Clear Light" panose="020B0404020203020204" pitchFamily="34" charset="0"/>
                        </a:rPr>
                      </a:br>
                      <a:endParaRPr lang="en-US" sz="1000" b="0"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TH</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During NPI build ME will work with RD to make sure BGA pad (ex, SMD, non-SMD, Spoked Pad etc.) followed Intel MAS recommendations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compare with film</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bl>
          </a:graphicData>
        </a:graphic>
      </p:graphicFrame>
    </p:spTree>
    <p:extLst>
      <p:ext uri="{BB962C8B-B14F-4D97-AF65-F5344CB8AC3E}">
        <p14:creationId xmlns:p14="http://schemas.microsoft.com/office/powerpoint/2010/main" val="541890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88584-B176-FC38-284D-FD26F742269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B77C9C6-8D89-1EFB-AE08-2E73A147FAC5}"/>
              </a:ext>
            </a:extLst>
          </p:cNvPr>
          <p:cNvSpPr>
            <a:spLocks noGrp="1"/>
          </p:cNvSpPr>
          <p:nvPr>
            <p:ph type="title"/>
          </p:nvPr>
        </p:nvSpPr>
        <p:spPr>
          <a:xfrm>
            <a:off x="210553" y="132550"/>
            <a:ext cx="11010816" cy="952499"/>
          </a:xfrm>
        </p:spPr>
        <p:txBody>
          <a:bodyPr/>
          <a:lstStyle/>
          <a:p>
            <a:r>
              <a:rPr lang="en-US" sz="3200" dirty="0"/>
              <a:t>Solder Paste (1/2)</a:t>
            </a:r>
          </a:p>
        </p:txBody>
      </p:sp>
      <p:sp>
        <p:nvSpPr>
          <p:cNvPr id="4" name="TextBox 3">
            <a:extLst>
              <a:ext uri="{FF2B5EF4-FFF2-40B4-BE49-F238E27FC236}">
                <a16:creationId xmlns:a16="http://schemas.microsoft.com/office/drawing/2014/main" id="{9C6522E8-D6ED-58AB-BCE1-05757D255579}"/>
              </a:ext>
            </a:extLst>
          </p:cNvPr>
          <p:cNvSpPr txBox="1"/>
          <p:nvPr/>
        </p:nvSpPr>
        <p:spPr>
          <a:xfrm>
            <a:off x="117565" y="5235618"/>
            <a:ext cx="11591406"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SEA ODMs use the same solder paste material and printing machines as their China sites. More ODM start to use GKG machine</a:t>
            </a:r>
            <a:endParaRPr kumimoji="0" lang="en-US" sz="1600" i="0" u="none" strike="noStrike" cap="none" spc="0" normalizeH="0" baseline="0" dirty="0">
              <a:ln>
                <a:noFill/>
              </a:ln>
              <a:solidFill>
                <a:schemeClr val="accent1"/>
              </a:solidFill>
              <a:effectLst/>
              <a:uFillTx/>
              <a:latin typeface="+mn-lt"/>
              <a:ea typeface="+mn-ea"/>
              <a:cs typeface="+mn-cs"/>
              <a:sym typeface="Helvetica Neue"/>
            </a:endParaRPr>
          </a:p>
        </p:txBody>
      </p:sp>
      <p:graphicFrame>
        <p:nvGraphicFramePr>
          <p:cNvPr id="3" name="Table 9">
            <a:extLst>
              <a:ext uri="{FF2B5EF4-FFF2-40B4-BE49-F238E27FC236}">
                <a16:creationId xmlns:a16="http://schemas.microsoft.com/office/drawing/2014/main" id="{D16E7589-BC21-F0B3-A79A-703987C1D023}"/>
              </a:ext>
            </a:extLst>
          </p:cNvPr>
          <p:cNvGraphicFramePr>
            <a:graphicFrameLocks noGrp="1"/>
          </p:cNvGraphicFramePr>
          <p:nvPr>
            <p:extLst>
              <p:ext uri="{D42A27DB-BD31-4B8C-83A1-F6EECF244321}">
                <p14:modId xmlns:p14="http://schemas.microsoft.com/office/powerpoint/2010/main" val="3852076653"/>
              </p:ext>
            </p:extLst>
          </p:nvPr>
        </p:nvGraphicFramePr>
        <p:xfrm>
          <a:off x="210553" y="792371"/>
          <a:ext cx="11320031" cy="4003040"/>
        </p:xfrm>
        <a:graphic>
          <a:graphicData uri="http://schemas.openxmlformats.org/drawingml/2006/table">
            <a:tbl>
              <a:tblPr firstRow="1" bandRow="1">
                <a:tableStyleId>{B301B821-A1FF-4177-AEE7-76D212191A09}</a:tableStyleId>
              </a:tblPr>
              <a:tblGrid>
                <a:gridCol w="1607164">
                  <a:extLst>
                    <a:ext uri="{9D8B030D-6E8A-4147-A177-3AD203B41FA5}">
                      <a16:colId xmlns:a16="http://schemas.microsoft.com/office/drawing/2014/main" val="476935505"/>
                    </a:ext>
                  </a:extLst>
                </a:gridCol>
                <a:gridCol w="2984735">
                  <a:extLst>
                    <a:ext uri="{9D8B030D-6E8A-4147-A177-3AD203B41FA5}">
                      <a16:colId xmlns:a16="http://schemas.microsoft.com/office/drawing/2014/main" val="1213491659"/>
                    </a:ext>
                  </a:extLst>
                </a:gridCol>
                <a:gridCol w="3364066">
                  <a:extLst>
                    <a:ext uri="{9D8B030D-6E8A-4147-A177-3AD203B41FA5}">
                      <a16:colId xmlns:a16="http://schemas.microsoft.com/office/drawing/2014/main" val="2293612076"/>
                    </a:ext>
                  </a:extLst>
                </a:gridCol>
                <a:gridCol w="3364066">
                  <a:extLst>
                    <a:ext uri="{9D8B030D-6E8A-4147-A177-3AD203B41FA5}">
                      <a16:colId xmlns:a16="http://schemas.microsoft.com/office/drawing/2014/main" val="1470204383"/>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200" b="1" i="0" u="none" strike="noStrike" dirty="0">
                          <a:effectLst/>
                          <a:latin typeface="Intel Clear Light" panose="020B0404020203020204" pitchFamily="34" charset="0"/>
                        </a:rPr>
                        <a:t>What is the SAC solder paste you are using now? List all the solder pastes brand and model# you are using</a:t>
                      </a:r>
                      <a:endParaRPr lang="zh-CN" altLang="en-US"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200" b="1" i="0" u="none" strike="noStrike" dirty="0">
                          <a:effectLst/>
                          <a:latin typeface="Intel Clear Light" panose="020B0404020203020204" pitchFamily="34" charset="0"/>
                        </a:rPr>
                        <a:t>When building with Intel BGAs, are you able to use one of the Intel-Evaluated solder pastes in the list (as shown in the Platform MAS), to minimize the amount of SMT defects?</a:t>
                      </a:r>
                      <a:endParaRPr lang="en-US" altLang="zh-CN"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200" b="1" i="0" u="none" strike="noStrike" dirty="0">
                          <a:effectLst/>
                          <a:latin typeface="Intel Clear Light" panose="020B0404020203020204" pitchFamily="34" charset="0"/>
                        </a:rPr>
                        <a:t>What is the paste print machine you are using? List all the print machine brand and model# you are using</a:t>
                      </a:r>
                      <a:endParaRPr lang="zh-CN" altLang="en-US"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VN</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buNone/>
                      </a:pPr>
                      <a:r>
                        <a:rPr lang="en-US" sz="1000" b="0" i="0" u="none" strike="noStrike" dirty="0" err="1">
                          <a:effectLst/>
                          <a:latin typeface="Intel Clear Light" panose="020B0404020203020204" pitchFamily="34" charset="0"/>
                        </a:rPr>
                        <a:t>YunNan</a:t>
                      </a:r>
                      <a:r>
                        <a:rPr lang="en-US" sz="1000" b="0" i="0" u="none" strike="noStrike" dirty="0">
                          <a:effectLst/>
                          <a:latin typeface="Intel Clear Light" panose="020B0404020203020204" pitchFamily="34" charset="0"/>
                        </a:rPr>
                        <a:t> Tin and </a:t>
                      </a:r>
                      <a:r>
                        <a:rPr lang="en-US" sz="1000" b="0" i="0" u="none" strike="noStrike" dirty="0" err="1">
                          <a:effectLst/>
                          <a:latin typeface="Intel Clear Light" panose="020B0404020203020204" pitchFamily="34" charset="0"/>
                        </a:rPr>
                        <a:t>ShenMao</a:t>
                      </a:r>
                      <a:r>
                        <a:rPr lang="en-US" sz="1000" b="0" i="0" u="none" strike="noStrike" dirty="0">
                          <a:effectLst/>
                          <a:latin typeface="Intel Clear Light" panose="020B0404020203020204" pitchFamily="34" charset="0"/>
                        </a:rPr>
                        <a:t> PF606, SAC305</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buNone/>
                      </a:pPr>
                      <a:r>
                        <a:rPr lang="en-US" sz="1000" b="0" i="0" u="none" strike="noStrike" dirty="0">
                          <a:effectLst/>
                          <a:latin typeface="Intel Clear Light" panose="020B0404020203020204" pitchFamily="34" charset="0"/>
                        </a:rPr>
                        <a:t>Yes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buNone/>
                      </a:pPr>
                      <a:r>
                        <a:rPr lang="en-US" sz="1000" b="0" i="0" u="none" strike="noStrike" dirty="0">
                          <a:effectLst/>
                          <a:latin typeface="Intel Clear Light" panose="020B0404020203020204" pitchFamily="34" charset="0"/>
                        </a:rPr>
                        <a:t>GKG G+, G++</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LCFC VN</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buNone/>
                      </a:pPr>
                      <a:r>
                        <a:rPr lang="en-US" sz="1000" b="0" i="0" u="none" strike="noStrike" dirty="0" err="1">
                          <a:effectLst/>
                          <a:latin typeface="Intel Clear Light" panose="020B0404020203020204" pitchFamily="34" charset="0"/>
                        </a:rPr>
                        <a:t>ShenMao</a:t>
                      </a:r>
                      <a:r>
                        <a:rPr lang="en-US" sz="1000" b="0" i="0" u="none" strike="noStrike" dirty="0">
                          <a:effectLst/>
                          <a:latin typeface="Intel Clear Light" panose="020B0404020203020204" pitchFamily="34" charset="0"/>
                        </a:rPr>
                        <a:t> PF606 P（20-38</a:t>
                      </a:r>
                      <a:r>
                        <a:rPr lang="el-GR" sz="1000" b="0" i="0" u="none" strike="noStrike" dirty="0">
                          <a:effectLst/>
                          <a:latin typeface="Intel Clear Light" panose="020B0404020203020204" pitchFamily="34" charset="0"/>
                        </a:rPr>
                        <a:t>μ</a:t>
                      </a:r>
                      <a:r>
                        <a:rPr lang="en-US" sz="1000" b="0" i="0" u="none" strike="noStrike" dirty="0">
                          <a:effectLst/>
                          <a:latin typeface="Intel Clear Light" panose="020B0404020203020204" pitchFamily="34" charset="0"/>
                        </a:rPr>
                        <a:t>m)</a:t>
                      </a:r>
                    </a:p>
                    <a:p>
                      <a:pPr algn="ctr" fontAlgn="b">
                        <a:buNone/>
                      </a:pPr>
                      <a:r>
                        <a:rPr lang="en-US" sz="1000" b="0" i="0" u="none" strike="noStrike" dirty="0" err="1">
                          <a:effectLst/>
                          <a:latin typeface="Intel Clear Light" panose="020B0404020203020204" pitchFamily="34" charset="0"/>
                        </a:rPr>
                        <a:t>ShenMao</a:t>
                      </a:r>
                      <a:r>
                        <a:rPr lang="en-US" sz="1000" b="0" i="0" u="none" strike="noStrike" dirty="0">
                          <a:effectLst/>
                          <a:latin typeface="Intel Clear Light" panose="020B0404020203020204" pitchFamily="34" charset="0"/>
                        </a:rPr>
                        <a:t> PF606 P26（15-25</a:t>
                      </a:r>
                      <a:r>
                        <a:rPr lang="el-GR" sz="1000" b="0" i="0" u="none" strike="noStrike" dirty="0">
                          <a:effectLst/>
                          <a:latin typeface="Intel Clear Light" panose="020B0404020203020204" pitchFamily="34" charset="0"/>
                        </a:rPr>
                        <a:t>μ</a:t>
                      </a:r>
                      <a:r>
                        <a:rPr lang="en-US" sz="1000" b="0" i="0" u="none" strike="noStrike" dirty="0">
                          <a:effectLst/>
                          <a:latin typeface="Intel Clear Light" panose="020B0404020203020204" pitchFamily="34" charset="0"/>
                        </a:rPr>
                        <a:t>m）</a:t>
                      </a:r>
                      <a:br>
                        <a:rPr lang="en-US" sz="1000" b="0" i="0" u="none" strike="noStrike" dirty="0">
                          <a:effectLst/>
                          <a:latin typeface="Intel Clear Light" panose="020B0404020203020204" pitchFamily="34" charset="0"/>
                        </a:rPr>
                      </a:br>
                      <a:r>
                        <a:rPr lang="en-US" sz="1000" b="0" i="0" u="none" strike="noStrike" dirty="0">
                          <a:effectLst/>
                          <a:latin typeface="Intel Clear Light" panose="020B0404020203020204" pitchFamily="34" charset="0"/>
                        </a:rPr>
                        <a:t>Senju M705-S101HF(NL3)-S4</a:t>
                      </a:r>
                      <a:br>
                        <a:rPr lang="en-US" sz="1000" b="0" i="0" u="none" strike="noStrike" dirty="0">
                          <a:effectLst/>
                          <a:latin typeface="Intel Clear Light" panose="020B0404020203020204" pitchFamily="34" charset="0"/>
                        </a:rPr>
                      </a:br>
                      <a:r>
                        <a:rPr lang="en-US" sz="1000" b="0" i="0" u="none" strike="noStrike" dirty="0">
                          <a:effectLst/>
                          <a:latin typeface="Intel Clear Light" panose="020B0404020203020204" pitchFamily="34" charset="0"/>
                        </a:rPr>
                        <a:t>Senju L29-155HF(L)Type4(J51)</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buNone/>
                      </a:pPr>
                      <a:r>
                        <a:rPr lang="en-US" sz="1000" b="0" i="0" u="none" strike="noStrike">
                          <a:effectLst/>
                          <a:latin typeface="Intel Clear Light" panose="020B0404020203020204" pitchFamily="34" charset="0"/>
                        </a:rPr>
                        <a:t>Yes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buNone/>
                      </a:pPr>
                      <a:r>
                        <a:rPr lang="en-US" sz="1000" b="0" i="0" u="none" strike="noStrike">
                          <a:effectLst/>
                          <a:latin typeface="Intel Clear Light" panose="020B0404020203020204" pitchFamily="34" charset="0"/>
                        </a:rPr>
                        <a:t>GKG, GT++</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Inventec TH</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buNone/>
                      </a:pPr>
                      <a:r>
                        <a:rPr lang="en-US" sz="1000" b="0" i="0" u="none" strike="noStrike">
                          <a:effectLst/>
                          <a:latin typeface="Intel Clear Light" panose="020B0404020203020204" pitchFamily="34" charset="0"/>
                        </a:rPr>
                        <a:t>(500g)-Shenmao-PF606-P (SAC305) -Type4</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(500g)-Tamura-TLF-204-93 IVT(SAC305) -Type4</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(500g)-EUNOW-EUP-1000HQR(SAC305) -Type4.5</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(500g)-YUNNAN TIN-YW9-3005-98CY04(SAC305) -Type4</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(50g)--Shenmao-PF606-XP26 (SAC305) -Type6  POP</a:t>
                      </a:r>
                      <a:br>
                        <a:rPr lang="en-US" sz="1000" b="0" i="0" u="none" strike="noStrike">
                          <a:effectLst/>
                          <a:latin typeface="Intel Clear Light" panose="020B0404020203020204" pitchFamily="34" charset="0"/>
                        </a:rPr>
                      </a:br>
                      <a:endParaRPr lang="en-US" sz="1000" b="0" i="0" u="none" strike="noStrike">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buNone/>
                      </a:pPr>
                      <a:r>
                        <a:rPr lang="en-US" sz="1000" b="0" i="0" u="none" strike="noStrike">
                          <a:effectLst/>
                          <a:latin typeface="Intel Clear Light" panose="020B0404020203020204" pitchFamily="34" charset="0"/>
                        </a:rPr>
                        <a:t>(500g)-Shenmao-PF606-P (SAC305) -Type4</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(500g)-EUNOW-EUP-1000HQR(SAC305) -Type4.5</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(500g)-YUNNAN TIN-YW9-3005-98CY04(SAC305) -Type4</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buNone/>
                      </a:pPr>
                      <a:r>
                        <a:rPr lang="en-US" sz="1000" b="0" i="0" u="none" strike="noStrike" dirty="0">
                          <a:effectLst/>
                          <a:latin typeface="Intel Clear Light" panose="020B0404020203020204" pitchFamily="34" charset="0"/>
                        </a:rPr>
                        <a:t>Panasonic NPM-GP-L New line A+B side）</a:t>
                      </a:r>
                      <a:br>
                        <a:rPr lang="en-US" sz="1000" b="0" i="0" u="none" strike="noStrike" dirty="0">
                          <a:effectLst/>
                          <a:latin typeface="Intel Clear Light" panose="020B0404020203020204" pitchFamily="34" charset="0"/>
                        </a:rPr>
                      </a:br>
                      <a:r>
                        <a:rPr lang="en-US" sz="1000" b="0" i="0" u="none" strike="noStrike" dirty="0">
                          <a:effectLst/>
                          <a:latin typeface="Intel Clear Light" panose="020B0404020203020204" pitchFamily="34" charset="0"/>
                        </a:rPr>
                        <a:t>ASMPT DEK </a:t>
                      </a:r>
                      <a:r>
                        <a:rPr lang="en-US" sz="1000" b="0" i="0" u="none" strike="noStrike" dirty="0" err="1">
                          <a:effectLst/>
                          <a:latin typeface="Intel Clear Light" panose="020B0404020203020204" pitchFamily="34" charset="0"/>
                        </a:rPr>
                        <a:t>NeoHorizon</a:t>
                      </a:r>
                      <a:r>
                        <a:rPr lang="en-US" sz="1000" b="0" i="0" u="none" strike="noStrike" dirty="0">
                          <a:effectLst/>
                          <a:latin typeface="Intel Clear Light" panose="020B0404020203020204" pitchFamily="34" charset="0"/>
                        </a:rPr>
                        <a:t> 03iX (B side）</a:t>
                      </a:r>
                      <a:br>
                        <a:rPr lang="en-US" sz="1000" b="0" i="0" u="none" strike="noStrike" dirty="0">
                          <a:effectLst/>
                          <a:latin typeface="Intel Clear Light" panose="020B0404020203020204" pitchFamily="34" charset="0"/>
                        </a:rPr>
                      </a:br>
                      <a:r>
                        <a:rPr lang="en-US" sz="1000" b="0" i="0" u="none" strike="noStrike" dirty="0">
                          <a:effectLst/>
                          <a:latin typeface="Intel Clear Light" panose="020B0404020203020204" pitchFamily="34" charset="0"/>
                        </a:rPr>
                        <a:t>GKG GT++ (A side）</a:t>
                      </a:r>
                      <a:br>
                        <a:rPr lang="en-US" sz="1000" b="0" i="0" u="none" strike="noStrike" dirty="0">
                          <a:effectLst/>
                          <a:latin typeface="Intel Clear Light" panose="020B0404020203020204" pitchFamily="34" charset="0"/>
                        </a:rPr>
                      </a:br>
                      <a:endParaRPr lang="en-US" sz="1000" b="0"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TH</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buNone/>
                      </a:pPr>
                      <a:r>
                        <a:rPr lang="en-US" sz="1000" b="0" i="0" u="none" strike="noStrike" dirty="0" err="1">
                          <a:effectLst/>
                          <a:latin typeface="Intel Clear Light" panose="020B0404020203020204" pitchFamily="34" charset="0"/>
                        </a:rPr>
                        <a:t>ShenMao</a:t>
                      </a:r>
                      <a:r>
                        <a:rPr lang="en-US" sz="1000" b="0" i="0" u="none" strike="noStrike" dirty="0">
                          <a:effectLst/>
                          <a:latin typeface="Intel Clear Light" panose="020B0404020203020204" pitchFamily="34" charset="0"/>
                        </a:rPr>
                        <a:t> PF606</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buNone/>
                      </a:pPr>
                      <a:r>
                        <a:rPr lang="en-US" sz="1000" b="0" i="0" u="none" strike="noStrike" dirty="0">
                          <a:effectLst/>
                          <a:latin typeface="Intel Clear Light" panose="020B0404020203020204" pitchFamily="34" charset="0"/>
                        </a:rPr>
                        <a:t>Yes, </a:t>
                      </a:r>
                      <a:r>
                        <a:rPr lang="en-US" sz="1000" b="0" i="0" u="none" strike="noStrike" dirty="0" err="1">
                          <a:effectLst/>
                          <a:latin typeface="Intel Clear Light" panose="020B0404020203020204" pitchFamily="34" charset="0"/>
                        </a:rPr>
                        <a:t>ShenMao</a:t>
                      </a:r>
                      <a:r>
                        <a:rPr lang="en-US" sz="1000" b="0" i="0" u="none" strike="noStrike" dirty="0">
                          <a:effectLst/>
                          <a:latin typeface="Intel Clear Light" panose="020B0404020203020204" pitchFamily="34" charset="0"/>
                        </a:rPr>
                        <a:t> PF606</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buNone/>
                      </a:pPr>
                      <a:r>
                        <a:rPr lang="en-US" sz="1000" b="0" i="0" u="none" strike="noStrike" dirty="0">
                          <a:effectLst/>
                          <a:latin typeface="Intel Clear Light" panose="020B0404020203020204" pitchFamily="34" charset="0"/>
                        </a:rPr>
                        <a:t>DEK/SPG2</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bl>
          </a:graphicData>
        </a:graphic>
      </p:graphicFrame>
    </p:spTree>
    <p:extLst>
      <p:ext uri="{BB962C8B-B14F-4D97-AF65-F5344CB8AC3E}">
        <p14:creationId xmlns:p14="http://schemas.microsoft.com/office/powerpoint/2010/main" val="100932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93CF1-CC96-7477-06C2-8C132B73C52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DD2892F-9685-66DE-3B99-59F33826F297}"/>
              </a:ext>
            </a:extLst>
          </p:cNvPr>
          <p:cNvSpPr>
            <a:spLocks noGrp="1"/>
          </p:cNvSpPr>
          <p:nvPr>
            <p:ph type="title"/>
          </p:nvPr>
        </p:nvSpPr>
        <p:spPr>
          <a:xfrm>
            <a:off x="210553" y="132550"/>
            <a:ext cx="11010816" cy="952499"/>
          </a:xfrm>
        </p:spPr>
        <p:txBody>
          <a:bodyPr/>
          <a:lstStyle/>
          <a:p>
            <a:r>
              <a:rPr lang="en-US" sz="3200" dirty="0"/>
              <a:t>Solder Paste (2/2)</a:t>
            </a:r>
          </a:p>
        </p:txBody>
      </p:sp>
      <p:sp>
        <p:nvSpPr>
          <p:cNvPr id="4" name="TextBox 3">
            <a:extLst>
              <a:ext uri="{FF2B5EF4-FFF2-40B4-BE49-F238E27FC236}">
                <a16:creationId xmlns:a16="http://schemas.microsoft.com/office/drawing/2014/main" id="{E7028F43-6C0F-4064-3E00-6C39B919F97F}"/>
              </a:ext>
            </a:extLst>
          </p:cNvPr>
          <p:cNvSpPr txBox="1"/>
          <p:nvPr/>
        </p:nvSpPr>
        <p:spPr>
          <a:xfrm>
            <a:off x="210553" y="5235618"/>
            <a:ext cx="10686438"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285750" marR="0" indent="-285750" defTabSz="2438338" rtl="0" fontAlgn="auto" latinLnBrk="0" hangingPunct="0">
              <a:lnSpc>
                <a:spcPct val="100000"/>
              </a:lnSpc>
              <a:spcBef>
                <a:spcPts val="0"/>
              </a:spcBef>
              <a:spcAft>
                <a:spcPts val="0"/>
              </a:spcAft>
              <a:buClrTx/>
              <a:buSzTx/>
              <a:buFont typeface="Arial" panose="020B0604020202020204" pitchFamily="34" charset="0"/>
              <a:buChar char="•"/>
              <a:tabLst/>
            </a:pPr>
            <a:r>
              <a:rPr lang="en-US" sz="1600" dirty="0">
                <a:solidFill>
                  <a:schemeClr val="accent1"/>
                </a:solidFill>
              </a:rPr>
              <a:t>4 mil and 5 mil are still the major stencil thickness customer preferring.</a:t>
            </a:r>
          </a:p>
          <a:p>
            <a:pPr marL="285750" marR="0" indent="-285750" defTabSz="2438338"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600" i="0" u="none" strike="noStrike" cap="none" spc="0" normalizeH="0" baseline="0" dirty="0">
                <a:ln>
                  <a:noFill/>
                </a:ln>
                <a:solidFill>
                  <a:schemeClr val="accent1"/>
                </a:solidFill>
                <a:effectLst/>
                <a:uFillTx/>
                <a:latin typeface="+mn-lt"/>
                <a:ea typeface="+mn-ea"/>
                <a:cs typeface="+mn-cs"/>
                <a:sym typeface="Helvetica Neue"/>
              </a:rPr>
              <a:t>Customer will follow Intel MAS first then do customization based on result</a:t>
            </a:r>
          </a:p>
        </p:txBody>
      </p:sp>
      <p:graphicFrame>
        <p:nvGraphicFramePr>
          <p:cNvPr id="3" name="Table 9">
            <a:extLst>
              <a:ext uri="{FF2B5EF4-FFF2-40B4-BE49-F238E27FC236}">
                <a16:creationId xmlns:a16="http://schemas.microsoft.com/office/drawing/2014/main" id="{BE84A90E-2FE1-798B-5938-D6380DDF12AF}"/>
              </a:ext>
            </a:extLst>
          </p:cNvPr>
          <p:cNvGraphicFramePr>
            <a:graphicFrameLocks noGrp="1"/>
          </p:cNvGraphicFramePr>
          <p:nvPr>
            <p:extLst>
              <p:ext uri="{D42A27DB-BD31-4B8C-83A1-F6EECF244321}">
                <p14:modId xmlns:p14="http://schemas.microsoft.com/office/powerpoint/2010/main" val="2927236671"/>
              </p:ext>
            </p:extLst>
          </p:nvPr>
        </p:nvGraphicFramePr>
        <p:xfrm>
          <a:off x="210553" y="792371"/>
          <a:ext cx="11320031" cy="3205480"/>
        </p:xfrm>
        <a:graphic>
          <a:graphicData uri="http://schemas.openxmlformats.org/drawingml/2006/table">
            <a:tbl>
              <a:tblPr firstRow="1" bandRow="1">
                <a:tableStyleId>{B301B821-A1FF-4177-AEE7-76D212191A09}</a:tableStyleId>
              </a:tblPr>
              <a:tblGrid>
                <a:gridCol w="1607164">
                  <a:extLst>
                    <a:ext uri="{9D8B030D-6E8A-4147-A177-3AD203B41FA5}">
                      <a16:colId xmlns:a16="http://schemas.microsoft.com/office/drawing/2014/main" val="476935505"/>
                    </a:ext>
                  </a:extLst>
                </a:gridCol>
                <a:gridCol w="2984735">
                  <a:extLst>
                    <a:ext uri="{9D8B030D-6E8A-4147-A177-3AD203B41FA5}">
                      <a16:colId xmlns:a16="http://schemas.microsoft.com/office/drawing/2014/main" val="1213491659"/>
                    </a:ext>
                  </a:extLst>
                </a:gridCol>
                <a:gridCol w="3364066">
                  <a:extLst>
                    <a:ext uri="{9D8B030D-6E8A-4147-A177-3AD203B41FA5}">
                      <a16:colId xmlns:a16="http://schemas.microsoft.com/office/drawing/2014/main" val="2293612076"/>
                    </a:ext>
                  </a:extLst>
                </a:gridCol>
                <a:gridCol w="3364066">
                  <a:extLst>
                    <a:ext uri="{9D8B030D-6E8A-4147-A177-3AD203B41FA5}">
                      <a16:colId xmlns:a16="http://schemas.microsoft.com/office/drawing/2014/main" val="1470204383"/>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200" b="1" i="0" u="none" strike="noStrike" dirty="0">
                          <a:effectLst/>
                          <a:latin typeface="Intel Clear Light" panose="020B0404020203020204" pitchFamily="34" charset="0"/>
                        </a:rPr>
                        <a:t>What is your preferred solder stencil thickness, when building with Intel BGAs? (e.g. 3 mil / 4 mil / 5 mil)</a:t>
                      </a:r>
                    </a:p>
                  </a:txBody>
                  <a:tcPr marT="91440" marB="9144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200" b="1" i="0" u="none" strike="noStrike" dirty="0">
                          <a:effectLst/>
                          <a:latin typeface="Intel Clear Light" panose="020B0404020203020204" pitchFamily="34" charset="0"/>
                        </a:rPr>
                        <a:t>Are you able to follow all of Intel's solder stencil design recommendations (as shown in the Platform MAS), to minimize the amount of SMT defects?  If not, please explain why.</a:t>
                      </a:r>
                      <a:endParaRPr lang="zh-CN" altLang="en-US" sz="1200" b="1" i="0" u="none" strike="noStrike" dirty="0">
                        <a:effectLst/>
                        <a:latin typeface="Intel Clear Light" panose="020B0404020203020204" pitchFamily="34" charset="0"/>
                      </a:endParaRPr>
                    </a:p>
                  </a:txBody>
                  <a:tcPr marT="91440" marB="9144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200" b="1" i="0" u="none" strike="noStrike" dirty="0">
                          <a:effectLst/>
                          <a:latin typeface="Intel Clear Light" panose="020B0404020203020204" pitchFamily="34" charset="0"/>
                        </a:rPr>
                        <a:t>Do you see any correlation between any specific solder pastes types/models that you use which cause a greater number of solder joint defects on Intel's BGAs?</a:t>
                      </a:r>
                      <a:endParaRPr lang="zh-CN" altLang="en-US" sz="1200" b="1" i="0" u="none" strike="noStrike" dirty="0">
                        <a:effectLst/>
                        <a:latin typeface="Intel Clear Light" panose="020B0404020203020204" pitchFamily="34" charset="0"/>
                      </a:endParaRPr>
                    </a:p>
                  </a:txBody>
                  <a:tcPr marT="91440" marB="9144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VN</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4mil</a:t>
                      </a:r>
                    </a:p>
                  </a:txBody>
                  <a:tcPr marT="91440" marB="9144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First revision 100% follow Intel MAS</a:t>
                      </a:r>
                    </a:p>
                  </a:txBody>
                  <a:tcPr marT="91440" marB="9144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Lunar Lake  CPU, during NPI we found if use </a:t>
                      </a:r>
                      <a:r>
                        <a:rPr lang="en-US" sz="1000" b="0" i="0" u="none" strike="noStrike" dirty="0" err="1">
                          <a:effectLst/>
                          <a:latin typeface="Intel Clear Light" panose="020B0404020203020204" pitchFamily="34" charset="0"/>
                        </a:rPr>
                        <a:t>YunNan</a:t>
                      </a:r>
                      <a:r>
                        <a:rPr lang="en-US" sz="1000" b="0" i="0" u="none" strike="noStrike" dirty="0">
                          <a:effectLst/>
                          <a:latin typeface="Intel Clear Light" panose="020B0404020203020204" pitchFamily="34" charset="0"/>
                        </a:rPr>
                        <a:t> Tin will have big void, so we only use </a:t>
                      </a:r>
                      <a:r>
                        <a:rPr lang="en-US" sz="1000" b="0" i="0" u="none" strike="noStrike" dirty="0" err="1">
                          <a:effectLst/>
                          <a:latin typeface="Intel Clear Light" panose="020B0404020203020204" pitchFamily="34" charset="0"/>
                        </a:rPr>
                        <a:t>ShenMao</a:t>
                      </a:r>
                      <a:r>
                        <a:rPr lang="en-US" sz="1000" b="0" i="0" u="none" strike="noStrike" dirty="0">
                          <a:effectLst/>
                          <a:latin typeface="Intel Clear Light" panose="020B0404020203020204" pitchFamily="34" charset="0"/>
                        </a:rPr>
                        <a:t> Paste now</a:t>
                      </a:r>
                    </a:p>
                  </a:txBody>
                  <a:tcPr marT="91440" marB="9144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LCFC VN</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4mil, 5mil</a:t>
                      </a:r>
                    </a:p>
                  </a:txBody>
                  <a:tcPr marT="91440" marB="9144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Yes</a:t>
                      </a:r>
                    </a:p>
                  </a:txBody>
                  <a:tcPr marT="91440" marB="9144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No</a:t>
                      </a:r>
                    </a:p>
                  </a:txBody>
                  <a:tcPr marT="91440" marB="9144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Inventec TH</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4 mil （3mil Used under special circumstances）</a:t>
                      </a:r>
                    </a:p>
                  </a:txBody>
                  <a:tcPr marT="91440" marB="9144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The first build must follow Intel MAS,</a:t>
                      </a:r>
                      <a:br>
                        <a:rPr lang="en-US" sz="1000" b="0" i="0" u="none" strike="noStrike" dirty="0">
                          <a:effectLst/>
                          <a:latin typeface="Intel Clear Light" panose="020B0404020203020204" pitchFamily="34" charset="0"/>
                        </a:rPr>
                      </a:br>
                      <a:r>
                        <a:rPr lang="en-US" sz="1000" b="0" i="0" u="none" strike="noStrike" dirty="0">
                          <a:effectLst/>
                          <a:latin typeface="Intel Clear Light" panose="020B0404020203020204" pitchFamily="34" charset="0"/>
                        </a:rPr>
                        <a:t>If abnormalities are found, local corrections will be made based on Intel MAS using Inventec know-how！</a:t>
                      </a:r>
                      <a:br>
                        <a:rPr lang="en-US" sz="1000" b="0" i="0" u="none" strike="noStrike" dirty="0">
                          <a:effectLst/>
                          <a:latin typeface="Intel Clear Light" panose="020B0404020203020204" pitchFamily="34" charset="0"/>
                        </a:rPr>
                      </a:br>
                      <a:r>
                        <a:rPr lang="en-US" sz="1000" b="0" i="0" u="none" strike="noStrike" dirty="0">
                          <a:effectLst/>
                          <a:latin typeface="Intel Clear Light" panose="020B0404020203020204" pitchFamily="34" charset="0"/>
                        </a:rPr>
                        <a:t>Localized concentrated SJR  or  Open , because the Warpage amount is mastered</a:t>
                      </a:r>
                    </a:p>
                  </a:txBody>
                  <a:tcPr marT="91440" marB="9144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YES，</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(500g)-Shenmao-PF606-P (SAC305) -Type4</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(500g)-Tamura-TLF-204-93 IVT(SAC305) -Type4</a:t>
                      </a:r>
                    </a:p>
                  </a:txBody>
                  <a:tcPr marT="91440" marB="9144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TH</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0.08/0.1/0.12 MM (3/4/5mils)</a:t>
                      </a:r>
                    </a:p>
                  </a:txBody>
                  <a:tcPr marT="91440" marB="9144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Not 100%. We will do some modification per the real situation</a:t>
                      </a:r>
                    </a:p>
                  </a:txBody>
                  <a:tcPr marT="91440" marB="9144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No, we only use </a:t>
                      </a:r>
                      <a:r>
                        <a:rPr lang="en-US" sz="1000" b="0" i="0" u="none" strike="noStrike" dirty="0" err="1">
                          <a:effectLst/>
                          <a:latin typeface="Intel Clear Light" panose="020B0404020203020204" pitchFamily="34" charset="0"/>
                        </a:rPr>
                        <a:t>ShenMao</a:t>
                      </a:r>
                      <a:r>
                        <a:rPr lang="en-US" sz="1000" b="0" i="0" u="none" strike="noStrike" dirty="0">
                          <a:effectLst/>
                          <a:latin typeface="Intel Clear Light" panose="020B0404020203020204" pitchFamily="34" charset="0"/>
                        </a:rPr>
                        <a:t> PF606 now</a:t>
                      </a:r>
                    </a:p>
                  </a:txBody>
                  <a:tcPr marT="91440" marB="9144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bl>
          </a:graphicData>
        </a:graphic>
      </p:graphicFrame>
    </p:spTree>
    <p:extLst>
      <p:ext uri="{BB962C8B-B14F-4D97-AF65-F5344CB8AC3E}">
        <p14:creationId xmlns:p14="http://schemas.microsoft.com/office/powerpoint/2010/main" val="3552669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CB56D-FB81-F3B4-7E30-831D41613C4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D7BCD5A-53EE-859D-0095-2135567CA99C}"/>
              </a:ext>
            </a:extLst>
          </p:cNvPr>
          <p:cNvSpPr>
            <a:spLocks noGrp="1"/>
          </p:cNvSpPr>
          <p:nvPr>
            <p:ph type="title"/>
          </p:nvPr>
        </p:nvSpPr>
        <p:spPr>
          <a:xfrm>
            <a:off x="210553" y="132550"/>
            <a:ext cx="11010816" cy="952499"/>
          </a:xfrm>
        </p:spPr>
        <p:txBody>
          <a:bodyPr/>
          <a:lstStyle/>
          <a:p>
            <a:r>
              <a:rPr lang="en-US" sz="3200" dirty="0"/>
              <a:t>Solder Paste Inspection</a:t>
            </a:r>
          </a:p>
        </p:txBody>
      </p:sp>
      <p:graphicFrame>
        <p:nvGraphicFramePr>
          <p:cNvPr id="3" name="Table 9">
            <a:extLst>
              <a:ext uri="{FF2B5EF4-FFF2-40B4-BE49-F238E27FC236}">
                <a16:creationId xmlns:a16="http://schemas.microsoft.com/office/drawing/2014/main" id="{290422F8-F7DA-0E75-5C38-5CD623D84709}"/>
              </a:ext>
            </a:extLst>
          </p:cNvPr>
          <p:cNvGraphicFramePr>
            <a:graphicFrameLocks noGrp="1"/>
          </p:cNvGraphicFramePr>
          <p:nvPr>
            <p:extLst>
              <p:ext uri="{D42A27DB-BD31-4B8C-83A1-F6EECF244321}">
                <p14:modId xmlns:p14="http://schemas.microsoft.com/office/powerpoint/2010/main" val="3779313765"/>
              </p:ext>
            </p:extLst>
          </p:nvPr>
        </p:nvGraphicFramePr>
        <p:xfrm>
          <a:off x="210553" y="792371"/>
          <a:ext cx="11356607" cy="2453640"/>
        </p:xfrm>
        <a:graphic>
          <a:graphicData uri="http://schemas.openxmlformats.org/drawingml/2006/table">
            <a:tbl>
              <a:tblPr firstRow="1" bandRow="1">
                <a:tableStyleId>{B301B821-A1FF-4177-AEE7-76D212191A09}</a:tableStyleId>
              </a:tblPr>
              <a:tblGrid>
                <a:gridCol w="2294119">
                  <a:extLst>
                    <a:ext uri="{9D8B030D-6E8A-4147-A177-3AD203B41FA5}">
                      <a16:colId xmlns:a16="http://schemas.microsoft.com/office/drawing/2014/main" val="476935505"/>
                    </a:ext>
                  </a:extLst>
                </a:gridCol>
                <a:gridCol w="4260509">
                  <a:extLst>
                    <a:ext uri="{9D8B030D-6E8A-4147-A177-3AD203B41FA5}">
                      <a16:colId xmlns:a16="http://schemas.microsoft.com/office/drawing/2014/main" val="1213491659"/>
                    </a:ext>
                  </a:extLst>
                </a:gridCol>
                <a:gridCol w="4801979">
                  <a:extLst>
                    <a:ext uri="{9D8B030D-6E8A-4147-A177-3AD203B41FA5}">
                      <a16:colId xmlns:a16="http://schemas.microsoft.com/office/drawing/2014/main" val="2293612076"/>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200" b="1" i="0" u="none" strike="noStrike" dirty="0">
                          <a:effectLst/>
                          <a:latin typeface="Intel Clear Light" panose="020B0404020203020204" pitchFamily="34" charset="0"/>
                        </a:rPr>
                        <a:t>What is your SPI machine brand and model? List all the SPI machine brand and model# you are using</a:t>
                      </a:r>
                      <a:endParaRPr lang="zh-CN" altLang="en-US"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200" b="1" i="0" u="none" strike="noStrike" dirty="0">
                          <a:effectLst/>
                          <a:latin typeface="Intel Clear Light" panose="020B0404020203020204" pitchFamily="34" charset="0"/>
                        </a:rPr>
                        <a:t>What are your SPI inspections limits (upper volume / lower volume)?</a:t>
                      </a:r>
                      <a:endParaRPr lang="zh-CN" altLang="en-US"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VN</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Holly D686;   JET, JET-600</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60%~150%</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LCFC VN</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Truteck TU521, TU560</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 </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Inventec TH</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SinicTEK  inSPIre-H510 (Single-track)</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SinicTEK  inSPIre-H510B (dual-track)</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TRI 7007 SII</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TRI 7006 </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40%~160%</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TH</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TRI 7007</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70%~150%</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bl>
          </a:graphicData>
        </a:graphic>
      </p:graphicFrame>
    </p:spTree>
    <p:extLst>
      <p:ext uri="{BB962C8B-B14F-4D97-AF65-F5344CB8AC3E}">
        <p14:creationId xmlns:p14="http://schemas.microsoft.com/office/powerpoint/2010/main" val="2527967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708AF-DAE8-8720-8B08-902847897CD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632D5FE-BDC9-12CA-AE4E-A5AF4ACF38AC}"/>
              </a:ext>
            </a:extLst>
          </p:cNvPr>
          <p:cNvSpPr>
            <a:spLocks noGrp="1"/>
          </p:cNvSpPr>
          <p:nvPr>
            <p:ph type="title"/>
          </p:nvPr>
        </p:nvSpPr>
        <p:spPr>
          <a:xfrm>
            <a:off x="210553" y="132550"/>
            <a:ext cx="11010816" cy="952499"/>
          </a:xfrm>
        </p:spPr>
        <p:txBody>
          <a:bodyPr/>
          <a:lstStyle/>
          <a:p>
            <a:r>
              <a:rPr lang="en-US" sz="3200" dirty="0"/>
              <a:t>PnP and </a:t>
            </a:r>
            <a:r>
              <a:rPr lang="en-US" sz="3200" dirty="0" err="1"/>
              <a:t>PoP</a:t>
            </a:r>
            <a:endParaRPr lang="en-US" sz="3200" dirty="0"/>
          </a:p>
        </p:txBody>
      </p:sp>
      <p:sp>
        <p:nvSpPr>
          <p:cNvPr id="4" name="TextBox 3">
            <a:extLst>
              <a:ext uri="{FF2B5EF4-FFF2-40B4-BE49-F238E27FC236}">
                <a16:creationId xmlns:a16="http://schemas.microsoft.com/office/drawing/2014/main" id="{937E7CED-2EED-264E-E8C7-6EDCC013EDE4}"/>
              </a:ext>
            </a:extLst>
          </p:cNvPr>
          <p:cNvSpPr txBox="1"/>
          <p:nvPr/>
        </p:nvSpPr>
        <p:spPr>
          <a:xfrm>
            <a:off x="210553" y="5235618"/>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All 4 ODM’s PnP machine are from Panasonic</a:t>
            </a:r>
            <a:endParaRPr kumimoji="0" lang="en-US" sz="1600" i="0" u="none" strike="noStrike" cap="none" spc="0" normalizeH="0" baseline="0" dirty="0">
              <a:ln>
                <a:noFill/>
              </a:ln>
              <a:solidFill>
                <a:schemeClr val="accent1"/>
              </a:solidFill>
              <a:effectLst/>
              <a:uFillTx/>
              <a:latin typeface="+mn-lt"/>
              <a:ea typeface="+mn-ea"/>
              <a:cs typeface="+mn-cs"/>
              <a:sym typeface="Helvetica Neue"/>
            </a:endParaRPr>
          </a:p>
        </p:txBody>
      </p:sp>
      <p:graphicFrame>
        <p:nvGraphicFramePr>
          <p:cNvPr id="3" name="Table 9">
            <a:extLst>
              <a:ext uri="{FF2B5EF4-FFF2-40B4-BE49-F238E27FC236}">
                <a16:creationId xmlns:a16="http://schemas.microsoft.com/office/drawing/2014/main" id="{60E1CC58-A932-008C-71AA-8DE45BAB06A1}"/>
              </a:ext>
            </a:extLst>
          </p:cNvPr>
          <p:cNvGraphicFramePr>
            <a:graphicFrameLocks noGrp="1"/>
          </p:cNvGraphicFramePr>
          <p:nvPr>
            <p:extLst>
              <p:ext uri="{D42A27DB-BD31-4B8C-83A1-F6EECF244321}">
                <p14:modId xmlns:p14="http://schemas.microsoft.com/office/powerpoint/2010/main" val="2417368205"/>
              </p:ext>
            </p:extLst>
          </p:nvPr>
        </p:nvGraphicFramePr>
        <p:xfrm>
          <a:off x="210553" y="792371"/>
          <a:ext cx="11356608" cy="3662680"/>
        </p:xfrm>
        <a:graphic>
          <a:graphicData uri="http://schemas.openxmlformats.org/drawingml/2006/table">
            <a:tbl>
              <a:tblPr firstRow="1" bandRow="1">
                <a:tableStyleId>{B301B821-A1FF-4177-AEE7-76D212191A09}</a:tableStyleId>
              </a:tblPr>
              <a:tblGrid>
                <a:gridCol w="1242973">
                  <a:extLst>
                    <a:ext uri="{9D8B030D-6E8A-4147-A177-3AD203B41FA5}">
                      <a16:colId xmlns:a16="http://schemas.microsoft.com/office/drawing/2014/main" val="476935505"/>
                    </a:ext>
                  </a:extLst>
                </a:gridCol>
                <a:gridCol w="2308379">
                  <a:extLst>
                    <a:ext uri="{9D8B030D-6E8A-4147-A177-3AD203B41FA5}">
                      <a16:colId xmlns:a16="http://schemas.microsoft.com/office/drawing/2014/main" val="1213491659"/>
                    </a:ext>
                  </a:extLst>
                </a:gridCol>
                <a:gridCol w="2601752">
                  <a:extLst>
                    <a:ext uri="{9D8B030D-6E8A-4147-A177-3AD203B41FA5}">
                      <a16:colId xmlns:a16="http://schemas.microsoft.com/office/drawing/2014/main" val="2293612076"/>
                    </a:ext>
                  </a:extLst>
                </a:gridCol>
                <a:gridCol w="2601752">
                  <a:extLst>
                    <a:ext uri="{9D8B030D-6E8A-4147-A177-3AD203B41FA5}">
                      <a16:colId xmlns:a16="http://schemas.microsoft.com/office/drawing/2014/main" val="2105022665"/>
                    </a:ext>
                  </a:extLst>
                </a:gridCol>
                <a:gridCol w="2601752">
                  <a:extLst>
                    <a:ext uri="{9D8B030D-6E8A-4147-A177-3AD203B41FA5}">
                      <a16:colId xmlns:a16="http://schemas.microsoft.com/office/drawing/2014/main" val="2808565594"/>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buNone/>
                      </a:pPr>
                      <a:r>
                        <a:rPr lang="en-US" sz="1200" b="1" i="0" u="none" strike="noStrike" dirty="0">
                          <a:effectLst/>
                          <a:latin typeface="Intel Clear Light" panose="020B0404020203020204" pitchFamily="34" charset="0"/>
                        </a:rPr>
                        <a:t>What is the pick and place machine you are using? List all the PnP machine brand and model# you are using</a:t>
                      </a:r>
                      <a:endParaRPr lang="zh-CN" altLang="en-US"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buNone/>
                      </a:pPr>
                      <a:r>
                        <a:rPr lang="en-US" sz="1200" b="1" i="0" u="none" strike="noStrike" dirty="0">
                          <a:effectLst/>
                          <a:latin typeface="Intel Clear Light" panose="020B0404020203020204" pitchFamily="34" charset="0"/>
                        </a:rPr>
                        <a:t>Do you use 100% Ball Recognition for BGA placement?</a:t>
                      </a:r>
                      <a:endParaRPr lang="zh-CN" altLang="en-US"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buNone/>
                      </a:pPr>
                      <a:r>
                        <a:rPr lang="en-US" sz="1200" b="1" i="0" u="none" strike="noStrike" dirty="0">
                          <a:effectLst/>
                          <a:latin typeface="Intel Clear Light" panose="020B0404020203020204" pitchFamily="34" charset="0"/>
                        </a:rPr>
                        <a:t>Do you have </a:t>
                      </a:r>
                      <a:r>
                        <a:rPr lang="en-US" sz="1200" b="1" i="0" u="none" strike="noStrike" dirty="0" err="1">
                          <a:effectLst/>
                          <a:latin typeface="Intel Clear Light" panose="020B0404020203020204" pitchFamily="34" charset="0"/>
                        </a:rPr>
                        <a:t>PoP</a:t>
                      </a:r>
                      <a:r>
                        <a:rPr lang="en-US" sz="1200" b="1" i="0" u="none" strike="noStrike" dirty="0">
                          <a:effectLst/>
                          <a:latin typeface="Intel Clear Light" panose="020B0404020203020204" pitchFamily="34" charset="0"/>
                        </a:rPr>
                        <a:t> process capability? If yes, what method is used to check consistent flux heights.</a:t>
                      </a:r>
                      <a:endParaRPr lang="zh-CN" altLang="en-US"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buNone/>
                      </a:pPr>
                      <a:r>
                        <a:rPr lang="en-US" sz="1200" b="1" i="0" u="none" strike="noStrike" dirty="0">
                          <a:effectLst/>
                          <a:latin typeface="Intel Clear Light" panose="020B0404020203020204" pitchFamily="34" charset="0"/>
                        </a:rPr>
                        <a:t>If yes, can you provide the </a:t>
                      </a:r>
                      <a:r>
                        <a:rPr lang="en-US" sz="1200" b="1" i="0" u="none" strike="noStrike" dirty="0" err="1">
                          <a:effectLst/>
                          <a:latin typeface="Intel Clear Light" panose="020B0404020203020204" pitchFamily="34" charset="0"/>
                        </a:rPr>
                        <a:t>PoP</a:t>
                      </a:r>
                      <a:r>
                        <a:rPr lang="en-US" sz="1200" b="1" i="0" u="none" strike="noStrike" dirty="0">
                          <a:effectLst/>
                          <a:latin typeface="Intel Clear Light" panose="020B0404020203020204" pitchFamily="34" charset="0"/>
                        </a:rPr>
                        <a:t> flux or </a:t>
                      </a:r>
                      <a:r>
                        <a:rPr lang="en-US" sz="1200" b="1" i="0" u="none" strike="noStrike" dirty="0" err="1">
                          <a:effectLst/>
                          <a:latin typeface="Intel Clear Light" panose="020B0404020203020204" pitchFamily="34" charset="0"/>
                        </a:rPr>
                        <a:t>PoP</a:t>
                      </a:r>
                      <a:r>
                        <a:rPr lang="en-US" sz="1200" b="1" i="0" u="none" strike="noStrike" dirty="0">
                          <a:effectLst/>
                          <a:latin typeface="Intel Clear Light" panose="020B0404020203020204" pitchFamily="34" charset="0"/>
                        </a:rPr>
                        <a:t> paste brand and model#?</a:t>
                      </a:r>
                      <a:endParaRPr lang="zh-CN" altLang="en-US"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VN</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Panasonic NPM-DX, NPM-TT2, NPM-WX</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Yes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solidFill>
                            <a:srgbClr val="FF0000"/>
                          </a:solidFill>
                          <a:effectLst/>
                          <a:latin typeface="Intel Clear Light" panose="020B0404020203020204" pitchFamily="34" charset="0"/>
                        </a:rPr>
                        <a:t>No </a:t>
                      </a:r>
                      <a:r>
                        <a:rPr lang="en-US" sz="1000" b="0" i="0" u="none" strike="noStrike" dirty="0" err="1">
                          <a:solidFill>
                            <a:srgbClr val="FF0000"/>
                          </a:solidFill>
                          <a:effectLst/>
                          <a:latin typeface="Intel Clear Light" panose="020B0404020203020204" pitchFamily="34" charset="0"/>
                        </a:rPr>
                        <a:t>PoP</a:t>
                      </a:r>
                      <a:r>
                        <a:rPr lang="en-US" sz="1000" b="0" i="0" u="none" strike="noStrike" dirty="0">
                          <a:solidFill>
                            <a:srgbClr val="FF0000"/>
                          </a:solidFill>
                          <a:effectLst/>
                          <a:latin typeface="Intel Clear Light" panose="020B0404020203020204" pitchFamily="34" charset="0"/>
                        </a:rPr>
                        <a:t> capability</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NA</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LCFC VN</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pl-PL" sz="1000" b="0" i="0" u="none" strike="noStrike">
                          <a:effectLst/>
                          <a:latin typeface="Intel Clear Light" panose="020B0404020203020204" pitchFamily="34" charset="0"/>
                        </a:rPr>
                        <a:t>Panasonic NPM-D2, NPM-D3, NPM-D3A, NPM-TT2</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Yes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Yes</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1. Test flux thickness when shift open</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2 Test flux thickness every 0.5hr</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3.PnP camera auto check flux dipping quality</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PoP paste: ShenMao PF606-P26，Type 5</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Inventec TH</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Panasonic NPM-D3A, NPM-TT2</a:t>
                      </a:r>
                      <a:br>
                        <a:rPr lang="en-US" sz="1000" b="0" i="0" u="none" strike="noStrike">
                          <a:effectLst/>
                          <a:latin typeface="Intel Clear Light" panose="020B0404020203020204" pitchFamily="34" charset="0"/>
                        </a:rPr>
                      </a:br>
                      <a:endParaRPr lang="en-US" sz="1000" b="0" i="0" u="none" strike="noStrike">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Yes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Yes</a:t>
                      </a:r>
                      <a:br>
                        <a:rPr lang="en-US" sz="1000" b="0" i="0" u="none" strike="noStrike" dirty="0">
                          <a:effectLst/>
                          <a:latin typeface="Intel Clear Light" panose="020B0404020203020204" pitchFamily="34" charset="0"/>
                        </a:rPr>
                      </a:br>
                      <a:r>
                        <a:rPr lang="en-US" sz="1000" b="0" i="0" u="none" strike="noStrike" dirty="0">
                          <a:effectLst/>
                          <a:latin typeface="Intel Clear Light" panose="020B0404020203020204" pitchFamily="34" charset="0"/>
                        </a:rPr>
                        <a:t>1.Thickness gauge detection of FLUX thickness on POP dip plate</a:t>
                      </a:r>
                      <a:br>
                        <a:rPr lang="en-US" sz="1000" b="0" i="0" u="none" strike="noStrike" dirty="0">
                          <a:effectLst/>
                          <a:latin typeface="Intel Clear Light" panose="020B0404020203020204" pitchFamily="34" charset="0"/>
                        </a:rPr>
                      </a:br>
                      <a:r>
                        <a:rPr lang="en-US" sz="1000" b="0" i="0" u="none" strike="noStrike" dirty="0">
                          <a:effectLst/>
                          <a:latin typeface="Intel Clear Light" panose="020B0404020203020204" pitchFamily="34" charset="0"/>
                        </a:rPr>
                        <a:t>2.Spot check the height of flux under the magnifying glass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(50g)--Shenmao-PF606-XP26 (SAC305) -Type6  POP</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TH</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Panasonic NPM</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Yes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solidFill>
                            <a:srgbClr val="FF0000"/>
                          </a:solidFill>
                          <a:effectLst/>
                          <a:latin typeface="Intel Clear Light" panose="020B0404020203020204" pitchFamily="34" charset="0"/>
                        </a:rPr>
                        <a:t>No </a:t>
                      </a:r>
                      <a:r>
                        <a:rPr lang="en-US" sz="1000" b="0" i="0" u="none" strike="noStrike" dirty="0" err="1">
                          <a:solidFill>
                            <a:srgbClr val="FF0000"/>
                          </a:solidFill>
                          <a:effectLst/>
                          <a:latin typeface="Intel Clear Light" panose="020B0404020203020204" pitchFamily="34" charset="0"/>
                        </a:rPr>
                        <a:t>PoP</a:t>
                      </a:r>
                      <a:r>
                        <a:rPr lang="en-US" sz="1000" b="0" i="0" u="none" strike="noStrike" dirty="0">
                          <a:solidFill>
                            <a:srgbClr val="FF0000"/>
                          </a:solidFill>
                          <a:effectLst/>
                          <a:latin typeface="Intel Clear Light" panose="020B0404020203020204" pitchFamily="34" charset="0"/>
                        </a:rPr>
                        <a:t> process now</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N/A</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bl>
          </a:graphicData>
        </a:graphic>
      </p:graphicFrame>
    </p:spTree>
    <p:extLst>
      <p:ext uri="{BB962C8B-B14F-4D97-AF65-F5344CB8AC3E}">
        <p14:creationId xmlns:p14="http://schemas.microsoft.com/office/powerpoint/2010/main" val="1296496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0B39A-4698-86C3-756D-A18049EBF1A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AB81D21-6444-EE9A-597E-A0DFD1502BC4}"/>
              </a:ext>
            </a:extLst>
          </p:cNvPr>
          <p:cNvSpPr>
            <a:spLocks noGrp="1"/>
          </p:cNvSpPr>
          <p:nvPr>
            <p:ph type="title"/>
          </p:nvPr>
        </p:nvSpPr>
        <p:spPr>
          <a:xfrm>
            <a:off x="210553" y="132550"/>
            <a:ext cx="11010816" cy="952499"/>
          </a:xfrm>
        </p:spPr>
        <p:txBody>
          <a:bodyPr/>
          <a:lstStyle/>
          <a:p>
            <a:r>
              <a:rPr lang="en-US" sz="3200" dirty="0"/>
              <a:t>Reflow (1/2)</a:t>
            </a:r>
          </a:p>
        </p:txBody>
      </p:sp>
      <p:graphicFrame>
        <p:nvGraphicFramePr>
          <p:cNvPr id="3" name="Table 9">
            <a:extLst>
              <a:ext uri="{FF2B5EF4-FFF2-40B4-BE49-F238E27FC236}">
                <a16:creationId xmlns:a16="http://schemas.microsoft.com/office/drawing/2014/main" id="{9C2228A0-2075-897D-D43E-1A638A08E4B0}"/>
              </a:ext>
            </a:extLst>
          </p:cNvPr>
          <p:cNvGraphicFramePr>
            <a:graphicFrameLocks noGrp="1"/>
          </p:cNvGraphicFramePr>
          <p:nvPr>
            <p:extLst>
              <p:ext uri="{D42A27DB-BD31-4B8C-83A1-F6EECF244321}">
                <p14:modId xmlns:p14="http://schemas.microsoft.com/office/powerpoint/2010/main" val="2387511828"/>
              </p:ext>
            </p:extLst>
          </p:nvPr>
        </p:nvGraphicFramePr>
        <p:xfrm>
          <a:off x="210553" y="792371"/>
          <a:ext cx="11320031" cy="2900680"/>
        </p:xfrm>
        <a:graphic>
          <a:graphicData uri="http://schemas.openxmlformats.org/drawingml/2006/table">
            <a:tbl>
              <a:tblPr firstRow="1" bandRow="1">
                <a:tableStyleId>{B301B821-A1FF-4177-AEE7-76D212191A09}</a:tableStyleId>
              </a:tblPr>
              <a:tblGrid>
                <a:gridCol w="1607164">
                  <a:extLst>
                    <a:ext uri="{9D8B030D-6E8A-4147-A177-3AD203B41FA5}">
                      <a16:colId xmlns:a16="http://schemas.microsoft.com/office/drawing/2014/main" val="476935505"/>
                    </a:ext>
                  </a:extLst>
                </a:gridCol>
                <a:gridCol w="2984735">
                  <a:extLst>
                    <a:ext uri="{9D8B030D-6E8A-4147-A177-3AD203B41FA5}">
                      <a16:colId xmlns:a16="http://schemas.microsoft.com/office/drawing/2014/main" val="1213491659"/>
                    </a:ext>
                  </a:extLst>
                </a:gridCol>
                <a:gridCol w="3364066">
                  <a:extLst>
                    <a:ext uri="{9D8B030D-6E8A-4147-A177-3AD203B41FA5}">
                      <a16:colId xmlns:a16="http://schemas.microsoft.com/office/drawing/2014/main" val="2293612076"/>
                    </a:ext>
                  </a:extLst>
                </a:gridCol>
                <a:gridCol w="3364066">
                  <a:extLst>
                    <a:ext uri="{9D8B030D-6E8A-4147-A177-3AD203B41FA5}">
                      <a16:colId xmlns:a16="http://schemas.microsoft.com/office/drawing/2014/main" val="1470204383"/>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200" b="1" i="0" u="none" strike="noStrike" dirty="0">
                          <a:effectLst/>
                          <a:latin typeface="Intel Clear Light" panose="020B0404020203020204" pitchFamily="34" charset="0"/>
                        </a:rPr>
                        <a:t>What is the pre-reflow AOI machine you are using? List all the pre-reflow AOI machine brand and model# you are using</a:t>
                      </a:r>
                      <a:endParaRPr lang="zh-CN" altLang="en-US"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ctr">
                        <a:buNone/>
                      </a:pPr>
                      <a:r>
                        <a:rPr lang="en-US" sz="1200" b="1" i="0" u="none" strike="noStrike" dirty="0">
                          <a:effectLst/>
                          <a:latin typeface="Intel Clear Light" panose="020B0404020203020204" pitchFamily="34" charset="0"/>
                        </a:rPr>
                        <a:t>What reflow oven you are using? List all the reflow oven  brand and model# you are using</a:t>
                      </a:r>
                      <a:endParaRPr lang="zh-CN" altLang="en-US"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ctr">
                        <a:buNone/>
                      </a:pPr>
                      <a:r>
                        <a:rPr lang="en-US" sz="1200" b="1" i="0" u="none" strike="noStrike" dirty="0">
                          <a:effectLst/>
                          <a:latin typeface="Intel Clear Light" panose="020B0404020203020204" pitchFamily="34" charset="0"/>
                        </a:rPr>
                        <a:t>What is the max and min zones your reflow oven has?</a:t>
                      </a:r>
                      <a:endParaRPr lang="zh-CN" altLang="en-US"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VN</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Holly LX640</a:t>
                      </a:r>
                    </a:p>
                    <a:p>
                      <a:pPr algn="l" fontAlgn="b">
                        <a:buNone/>
                      </a:pPr>
                      <a:r>
                        <a:rPr lang="en-US" sz="1000" b="0" i="0" u="none" strike="noStrike" dirty="0">
                          <a:effectLst/>
                          <a:latin typeface="Intel Clear Light" panose="020B0404020203020204" pitchFamily="34" charset="0"/>
                        </a:rPr>
                        <a:t>JET JET-7300DM</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HELLER 2943MK5</a:t>
                      </a:r>
                      <a:br>
                        <a:rPr lang="en-US" sz="1000" b="0" i="0" u="none" strike="noStrike" dirty="0">
                          <a:effectLst/>
                          <a:latin typeface="Intel Clear Light" panose="020B0404020203020204" pitchFamily="34" charset="0"/>
                        </a:rPr>
                      </a:br>
                      <a:r>
                        <a:rPr lang="en-US" sz="1000" b="0" i="0" u="none" strike="noStrike" dirty="0">
                          <a:effectLst/>
                          <a:latin typeface="Intel Clear Light" panose="020B0404020203020204" pitchFamily="34" charset="0"/>
                        </a:rPr>
                        <a:t>ERSA 3/26XL</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13 Zones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LCFC VN</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sv-SE" sz="1000" b="0" i="0" u="none" strike="noStrike" dirty="0">
                          <a:effectLst/>
                          <a:latin typeface="Intel Clear Light" panose="020B0404020203020204" pitchFamily="34" charset="0"/>
                        </a:rPr>
                        <a:t>Vitrox, V510i</a:t>
                      </a:r>
                    </a:p>
                    <a:p>
                      <a:pPr algn="l" fontAlgn="b">
                        <a:buNone/>
                      </a:pPr>
                      <a:r>
                        <a:rPr lang="sv-SE" sz="1000" b="0" i="0" u="none" strike="noStrike" dirty="0">
                          <a:effectLst/>
                          <a:latin typeface="Intel Clear Light" panose="020B0404020203020204" pitchFamily="34" charset="0"/>
                        </a:rPr>
                        <a:t>Juzte Storm II</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Heller 2043MK, 2049MK</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13 Zones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Inventec TH</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Holly LX520iL （TOP camera）</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VCTA-S820L</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TRI 7500   (DB Line)</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RHEM VXP/VXS  13 zone （MB Line）</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RHEM VXP 835 11 zone （DB Line）</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Max 13 zone , Min 11 zone</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TH</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TRI7700</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ERSA</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13 Zones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bl>
          </a:graphicData>
        </a:graphic>
      </p:graphicFrame>
    </p:spTree>
    <p:extLst>
      <p:ext uri="{BB962C8B-B14F-4D97-AF65-F5344CB8AC3E}">
        <p14:creationId xmlns:p14="http://schemas.microsoft.com/office/powerpoint/2010/main" val="14231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06A31-9ADA-2742-0D20-668CD0BBACA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298C8B1-79F6-7BB5-F102-673222D33B1D}"/>
              </a:ext>
            </a:extLst>
          </p:cNvPr>
          <p:cNvSpPr>
            <a:spLocks noGrp="1"/>
          </p:cNvSpPr>
          <p:nvPr>
            <p:ph type="title"/>
          </p:nvPr>
        </p:nvSpPr>
        <p:spPr>
          <a:xfrm>
            <a:off x="210553" y="132550"/>
            <a:ext cx="11010816" cy="952499"/>
          </a:xfrm>
        </p:spPr>
        <p:txBody>
          <a:bodyPr/>
          <a:lstStyle/>
          <a:p>
            <a:r>
              <a:rPr lang="en-US" sz="3200" dirty="0"/>
              <a:t>Reflow (2/2)</a:t>
            </a:r>
          </a:p>
        </p:txBody>
      </p:sp>
      <p:sp>
        <p:nvSpPr>
          <p:cNvPr id="4" name="TextBox 3">
            <a:extLst>
              <a:ext uri="{FF2B5EF4-FFF2-40B4-BE49-F238E27FC236}">
                <a16:creationId xmlns:a16="http://schemas.microsoft.com/office/drawing/2014/main" id="{E8474CC2-5C01-3099-4D3F-FDB61986E8C8}"/>
              </a:ext>
            </a:extLst>
          </p:cNvPr>
          <p:cNvSpPr txBox="1"/>
          <p:nvPr/>
        </p:nvSpPr>
        <p:spPr>
          <a:xfrm>
            <a:off x="210553" y="5235618"/>
            <a:ext cx="10686438"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rgbClr val="C00000"/>
                </a:solidFill>
              </a:rPr>
              <a:t>Customer complain Intel recommend too many TC heads on BGA, they want Intel to soften the recommendation in MAS</a:t>
            </a:r>
            <a:endParaRPr kumimoji="0" lang="en-US" sz="1600" i="0" u="none" strike="noStrike" cap="none" spc="0" normalizeH="0" baseline="0" dirty="0">
              <a:ln>
                <a:noFill/>
              </a:ln>
              <a:solidFill>
                <a:srgbClr val="C00000"/>
              </a:solidFill>
              <a:effectLst/>
              <a:uFillTx/>
              <a:latin typeface="+mn-lt"/>
              <a:ea typeface="+mn-ea"/>
              <a:cs typeface="+mn-cs"/>
              <a:sym typeface="Helvetica Neue"/>
            </a:endParaRPr>
          </a:p>
        </p:txBody>
      </p:sp>
      <p:graphicFrame>
        <p:nvGraphicFramePr>
          <p:cNvPr id="3" name="Table 9">
            <a:extLst>
              <a:ext uri="{FF2B5EF4-FFF2-40B4-BE49-F238E27FC236}">
                <a16:creationId xmlns:a16="http://schemas.microsoft.com/office/drawing/2014/main" id="{3C624FB5-85D4-1D4A-CBD6-3A3EBFCC4C8C}"/>
              </a:ext>
            </a:extLst>
          </p:cNvPr>
          <p:cNvGraphicFramePr>
            <a:graphicFrameLocks noGrp="1"/>
          </p:cNvGraphicFramePr>
          <p:nvPr>
            <p:extLst>
              <p:ext uri="{D42A27DB-BD31-4B8C-83A1-F6EECF244321}">
                <p14:modId xmlns:p14="http://schemas.microsoft.com/office/powerpoint/2010/main" val="59191239"/>
              </p:ext>
            </p:extLst>
          </p:nvPr>
        </p:nvGraphicFramePr>
        <p:xfrm>
          <a:off x="210553" y="792371"/>
          <a:ext cx="11320031" cy="3114040"/>
        </p:xfrm>
        <a:graphic>
          <a:graphicData uri="http://schemas.openxmlformats.org/drawingml/2006/table">
            <a:tbl>
              <a:tblPr firstRow="1" bandRow="1">
                <a:tableStyleId>{B301B821-A1FF-4177-AEE7-76D212191A09}</a:tableStyleId>
              </a:tblPr>
              <a:tblGrid>
                <a:gridCol w="1607164">
                  <a:extLst>
                    <a:ext uri="{9D8B030D-6E8A-4147-A177-3AD203B41FA5}">
                      <a16:colId xmlns:a16="http://schemas.microsoft.com/office/drawing/2014/main" val="476935505"/>
                    </a:ext>
                  </a:extLst>
                </a:gridCol>
                <a:gridCol w="2984735">
                  <a:extLst>
                    <a:ext uri="{9D8B030D-6E8A-4147-A177-3AD203B41FA5}">
                      <a16:colId xmlns:a16="http://schemas.microsoft.com/office/drawing/2014/main" val="1213491659"/>
                    </a:ext>
                  </a:extLst>
                </a:gridCol>
                <a:gridCol w="3364066">
                  <a:extLst>
                    <a:ext uri="{9D8B030D-6E8A-4147-A177-3AD203B41FA5}">
                      <a16:colId xmlns:a16="http://schemas.microsoft.com/office/drawing/2014/main" val="2293612076"/>
                    </a:ext>
                  </a:extLst>
                </a:gridCol>
                <a:gridCol w="3364066">
                  <a:extLst>
                    <a:ext uri="{9D8B030D-6E8A-4147-A177-3AD203B41FA5}">
                      <a16:colId xmlns:a16="http://schemas.microsoft.com/office/drawing/2014/main" val="1470204383"/>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t">
                        <a:buNone/>
                      </a:pPr>
                      <a:r>
                        <a:rPr lang="en-US" sz="1200" b="1" i="0" u="none" strike="noStrike" dirty="0">
                          <a:effectLst/>
                          <a:latin typeface="Intel Clear Light" panose="020B0404020203020204" pitchFamily="34" charset="0"/>
                        </a:rPr>
                        <a:t>Do you use N2 reflow? If yes, what is the O2 PPM?</a:t>
                      </a:r>
                      <a:endParaRPr lang="zh-CN" altLang="en-US"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t">
                        <a:buNone/>
                      </a:pPr>
                      <a:r>
                        <a:rPr lang="en-US" sz="1200" b="1" i="0" u="none" strike="noStrike" dirty="0">
                          <a:effectLst/>
                          <a:latin typeface="Intel Clear Light" panose="020B0404020203020204" pitchFamily="34" charset="0"/>
                        </a:rPr>
                        <a:t>Do you use a reflow pallet for all products?  If Yes, what material is used (e.g. Aluminum, </a:t>
                      </a:r>
                      <a:r>
                        <a:rPr lang="en-US" sz="1200" b="1" i="0" u="none" strike="noStrike" dirty="0" err="1">
                          <a:effectLst/>
                          <a:latin typeface="Intel Clear Light" panose="020B0404020203020204" pitchFamily="34" charset="0"/>
                        </a:rPr>
                        <a:t>Durastone</a:t>
                      </a:r>
                      <a:r>
                        <a:rPr lang="en-US" sz="1200" b="1" i="0" u="none" strike="noStrike" dirty="0">
                          <a:effectLst/>
                          <a:latin typeface="Intel Clear Light" panose="020B0404020203020204" pitchFamily="34" charset="0"/>
                        </a:rPr>
                        <a:t>, </a:t>
                      </a:r>
                      <a:r>
                        <a:rPr lang="en-US" sz="1200" b="1" i="0" u="none" strike="noStrike" dirty="0" err="1">
                          <a:effectLst/>
                          <a:latin typeface="Intel Clear Light" panose="020B0404020203020204" pitchFamily="34" charset="0"/>
                        </a:rPr>
                        <a:t>etc</a:t>
                      </a:r>
                      <a:r>
                        <a:rPr lang="en-US" sz="1200" b="1" i="0" u="none" strike="noStrike" dirty="0">
                          <a:effectLst/>
                          <a:latin typeface="Intel Clear Light" panose="020B0404020203020204" pitchFamily="34" charset="0"/>
                        </a:rPr>
                        <a:t>…)?</a:t>
                      </a:r>
                      <a:endParaRPr lang="zh-CN" altLang="en-US"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t">
                        <a:buNone/>
                      </a:pPr>
                      <a:r>
                        <a:rPr lang="en-US" sz="1200" b="1" i="0" u="none" strike="noStrike" dirty="0">
                          <a:effectLst/>
                          <a:latin typeface="Intel Clear Light" panose="020B0404020203020204" pitchFamily="34" charset="0"/>
                        </a:rPr>
                        <a:t>Do you create the reflow profile by drilling holes through the motherboard &amp; installing them directly into the BGA balls (one at the BGA center, and one in each of 2 corners, as shown in the Platform MAS)? If not, what process is followed?</a:t>
                      </a:r>
                      <a:endParaRPr lang="en-US" altLang="zh-CN"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VN</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Yes, O2 &lt; 3000 PPM</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All product reflow will use Aluminum pallet</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Follow MAS recommendation</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LCFC VN</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Yes, O2 &lt; 1000 PPM</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All CPU side reflow will use Aluminum pallet</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Follow MAS recommendation, 1 TC head at center of BGA, 2 heads at 2 BGA corners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Inventec TH</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Yes, O2＜1000ppm</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Use a reflow pallet</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Aluminum</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Follow MAS recommendation</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TH</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Yes, O2 &lt; 2000 PPM</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PCB thickness &gt; 1.6mm, no pallet. &lt;1.6mm, use Aluminum pallet </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Follow MAS recommendation, 1 TC head at center of BGA, </a:t>
                      </a:r>
                      <a:r>
                        <a:rPr lang="en-US" sz="1000" b="0" i="0" u="none" strike="noStrike" dirty="0">
                          <a:solidFill>
                            <a:srgbClr val="FF0000"/>
                          </a:solidFill>
                          <a:effectLst/>
                          <a:latin typeface="Intel Clear Light" panose="020B0404020203020204" pitchFamily="34" charset="0"/>
                        </a:rPr>
                        <a:t>We do not put TC head at BGA corners and edges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bl>
          </a:graphicData>
        </a:graphic>
      </p:graphicFrame>
    </p:spTree>
    <p:extLst>
      <p:ext uri="{BB962C8B-B14F-4D97-AF65-F5344CB8AC3E}">
        <p14:creationId xmlns:p14="http://schemas.microsoft.com/office/powerpoint/2010/main" val="702013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5E8AA-8F62-E55D-09ED-8F780461373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7E432CA-C100-BE3F-CE6B-D4ECA57E7708}"/>
              </a:ext>
            </a:extLst>
          </p:cNvPr>
          <p:cNvSpPr>
            <a:spLocks noGrp="1"/>
          </p:cNvSpPr>
          <p:nvPr>
            <p:ph type="title"/>
          </p:nvPr>
        </p:nvSpPr>
        <p:spPr>
          <a:xfrm>
            <a:off x="210553" y="132550"/>
            <a:ext cx="11010816" cy="952499"/>
          </a:xfrm>
        </p:spPr>
        <p:txBody>
          <a:bodyPr/>
          <a:lstStyle/>
          <a:p>
            <a:r>
              <a:rPr lang="en-US" sz="3200" dirty="0"/>
              <a:t>Post Reflow Inspection</a:t>
            </a:r>
          </a:p>
        </p:txBody>
      </p:sp>
      <p:graphicFrame>
        <p:nvGraphicFramePr>
          <p:cNvPr id="3" name="Table 9">
            <a:extLst>
              <a:ext uri="{FF2B5EF4-FFF2-40B4-BE49-F238E27FC236}">
                <a16:creationId xmlns:a16="http://schemas.microsoft.com/office/drawing/2014/main" id="{EF89008C-63AD-FF20-8EDA-B6DC9F7B622C}"/>
              </a:ext>
            </a:extLst>
          </p:cNvPr>
          <p:cNvGraphicFramePr>
            <a:graphicFrameLocks noGrp="1"/>
          </p:cNvGraphicFramePr>
          <p:nvPr>
            <p:extLst>
              <p:ext uri="{D42A27DB-BD31-4B8C-83A1-F6EECF244321}">
                <p14:modId xmlns:p14="http://schemas.microsoft.com/office/powerpoint/2010/main" val="3940056462"/>
              </p:ext>
            </p:extLst>
          </p:nvPr>
        </p:nvGraphicFramePr>
        <p:xfrm>
          <a:off x="210553" y="792371"/>
          <a:ext cx="11356610" cy="3418840"/>
        </p:xfrm>
        <a:graphic>
          <a:graphicData uri="http://schemas.openxmlformats.org/drawingml/2006/table">
            <a:tbl>
              <a:tblPr firstRow="1" bandRow="1">
                <a:tableStyleId>{B301B821-A1FF-4177-AEE7-76D212191A09}</a:tableStyleId>
              </a:tblPr>
              <a:tblGrid>
                <a:gridCol w="1011291">
                  <a:extLst>
                    <a:ext uri="{9D8B030D-6E8A-4147-A177-3AD203B41FA5}">
                      <a16:colId xmlns:a16="http://schemas.microsoft.com/office/drawing/2014/main" val="476935505"/>
                    </a:ext>
                  </a:extLst>
                </a:gridCol>
                <a:gridCol w="1878111">
                  <a:extLst>
                    <a:ext uri="{9D8B030D-6E8A-4147-A177-3AD203B41FA5}">
                      <a16:colId xmlns:a16="http://schemas.microsoft.com/office/drawing/2014/main" val="1213491659"/>
                    </a:ext>
                  </a:extLst>
                </a:gridCol>
                <a:gridCol w="2116802">
                  <a:extLst>
                    <a:ext uri="{9D8B030D-6E8A-4147-A177-3AD203B41FA5}">
                      <a16:colId xmlns:a16="http://schemas.microsoft.com/office/drawing/2014/main" val="2293612076"/>
                    </a:ext>
                  </a:extLst>
                </a:gridCol>
                <a:gridCol w="2116802">
                  <a:extLst>
                    <a:ext uri="{9D8B030D-6E8A-4147-A177-3AD203B41FA5}">
                      <a16:colId xmlns:a16="http://schemas.microsoft.com/office/drawing/2014/main" val="2105022665"/>
                    </a:ext>
                  </a:extLst>
                </a:gridCol>
                <a:gridCol w="2116802">
                  <a:extLst>
                    <a:ext uri="{9D8B030D-6E8A-4147-A177-3AD203B41FA5}">
                      <a16:colId xmlns:a16="http://schemas.microsoft.com/office/drawing/2014/main" val="643005981"/>
                    </a:ext>
                  </a:extLst>
                </a:gridCol>
                <a:gridCol w="2116802">
                  <a:extLst>
                    <a:ext uri="{9D8B030D-6E8A-4147-A177-3AD203B41FA5}">
                      <a16:colId xmlns:a16="http://schemas.microsoft.com/office/drawing/2014/main" val="2808565594"/>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200" b="1" i="0" u="none" strike="noStrike" dirty="0">
                          <a:effectLst/>
                          <a:latin typeface="Intel Clear Light" panose="020B0404020203020204" pitchFamily="34" charset="0"/>
                        </a:rPr>
                        <a:t>What is the post-reflow AOI machine you are using? List all the post-reflow AOI machine brand and model# you are using</a:t>
                      </a:r>
                      <a:endParaRPr lang="zh-CN" altLang="en-US"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200" b="1" i="0" u="none" strike="noStrike" dirty="0">
                          <a:effectLst/>
                          <a:latin typeface="Intel Clear Light" panose="020B0404020203020204" pitchFamily="34" charset="0"/>
                        </a:rPr>
                        <a:t>Are you familiar with the purpose of Cu Core standoffs and are they excluded from your x-ray inspections (not considered solder joint defects)?</a:t>
                      </a:r>
                      <a:endParaRPr lang="zh-CN" altLang="en-US"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ctr">
                        <a:buNone/>
                      </a:pPr>
                      <a:r>
                        <a:rPr lang="en-US" sz="1200" b="1" i="0" u="none" strike="noStrike" dirty="0">
                          <a:effectLst/>
                          <a:latin typeface="Intel Clear Light" panose="020B0404020203020204" pitchFamily="34" charset="0"/>
                        </a:rPr>
                        <a:t>What is your x-ray machine brand and model#?</a:t>
                      </a:r>
                      <a:endParaRPr lang="zh-CN" altLang="en-US"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ctr">
                        <a:buNone/>
                      </a:pPr>
                      <a:r>
                        <a:rPr lang="en-US" sz="1200" b="1" i="0" u="none" strike="noStrike" dirty="0">
                          <a:effectLst/>
                          <a:latin typeface="Intel Clear Light" panose="020B0404020203020204" pitchFamily="34" charset="0"/>
                        </a:rPr>
                        <a:t>Are you able to identify the most common types of solder joint defects, such as Non-Wet Open (NWO), Head On Pillow (</a:t>
                      </a:r>
                      <a:r>
                        <a:rPr lang="en-US" sz="1200" b="1" i="0" u="none" strike="noStrike" dirty="0" err="1">
                          <a:effectLst/>
                          <a:latin typeface="Intel Clear Light" panose="020B0404020203020204" pitchFamily="34" charset="0"/>
                        </a:rPr>
                        <a:t>HoP</a:t>
                      </a:r>
                      <a:r>
                        <a:rPr lang="en-US" sz="1200" b="1" i="0" u="none" strike="noStrike" dirty="0">
                          <a:effectLst/>
                          <a:latin typeface="Intel Clear Light" panose="020B0404020203020204" pitchFamily="34" charset="0"/>
                        </a:rPr>
                        <a:t>), Solder Ball Bridging (SBB)?</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ctr">
                        <a:buNone/>
                      </a:pPr>
                      <a:r>
                        <a:rPr lang="en-US" sz="1200" b="1" i="0" u="none" strike="noStrike" dirty="0">
                          <a:effectLst/>
                          <a:latin typeface="Intel Clear Light" panose="020B0404020203020204" pitchFamily="34" charset="0"/>
                        </a:rPr>
                        <a:t>What is the most common solder joint defects that you observe on Intel's BGAs? (e.g. NWO, </a:t>
                      </a:r>
                      <a:r>
                        <a:rPr lang="en-US" sz="1200" b="1" i="0" u="none" strike="noStrike" dirty="0" err="1">
                          <a:effectLst/>
                          <a:latin typeface="Intel Clear Light" panose="020B0404020203020204" pitchFamily="34" charset="0"/>
                        </a:rPr>
                        <a:t>HoP</a:t>
                      </a:r>
                      <a:r>
                        <a:rPr lang="en-US" sz="1200" b="1" i="0" u="none" strike="noStrike" dirty="0">
                          <a:effectLst/>
                          <a:latin typeface="Intel Clear Light" panose="020B0404020203020204" pitchFamily="34" charset="0"/>
                        </a:rPr>
                        <a:t>, SBB) (please explain)</a:t>
                      </a:r>
                      <a:endParaRPr lang="zh-CN" altLang="en-US"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VN</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Holly LX640</a:t>
                      </a:r>
                    </a:p>
                    <a:p>
                      <a:pPr algn="l" fontAlgn="b">
                        <a:buNone/>
                      </a:pPr>
                      <a:r>
                        <a:rPr lang="en-US" sz="1000" b="0" i="0" u="none" strike="noStrike" dirty="0">
                          <a:effectLst/>
                          <a:latin typeface="Intel Clear Light" panose="020B0404020203020204" pitchFamily="34" charset="0"/>
                        </a:rPr>
                        <a:t>JET JET-7300DM</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Yes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DAGE, XD7500</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Yes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Solder Bridge</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LCFC VN</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sv-SE" sz="1000" b="0" i="0" u="none" strike="noStrike" dirty="0">
                          <a:effectLst/>
                          <a:latin typeface="Intel Clear Light" panose="020B0404020203020204" pitchFamily="34" charset="0"/>
                        </a:rPr>
                        <a:t>Vitrox, V510i</a:t>
                      </a:r>
                    </a:p>
                    <a:p>
                      <a:pPr algn="l" fontAlgn="b">
                        <a:buNone/>
                      </a:pPr>
                      <a:r>
                        <a:rPr lang="sv-SE" sz="1000" b="0" i="0" u="none" strike="noStrike" dirty="0">
                          <a:effectLst/>
                          <a:latin typeface="Intel Clear Light" panose="020B0404020203020204" pitchFamily="34" charset="0"/>
                        </a:rPr>
                        <a:t>Juzte Storm II</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Yes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Nordson (DAGE) XD7500VR JADE PLUS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Yes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Non Wet Open</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Inventec TH</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Holly LX520iL (TOP camera)</a:t>
                      </a:r>
                      <a:br>
                        <a:rPr lang="en-US" sz="1000" b="0" i="0" u="none" strike="noStrike" dirty="0">
                          <a:effectLst/>
                          <a:latin typeface="Intel Clear Light" panose="020B0404020203020204" pitchFamily="34" charset="0"/>
                        </a:rPr>
                      </a:br>
                      <a:r>
                        <a:rPr lang="en-US" sz="1000" b="0" i="0" u="none" strike="noStrike" dirty="0">
                          <a:effectLst/>
                          <a:latin typeface="Intel Clear Light" panose="020B0404020203020204" pitchFamily="34" charset="0"/>
                        </a:rPr>
                        <a:t>Holly LX520iL-D (TOP and BOT camera)</a:t>
                      </a:r>
                      <a:br>
                        <a:rPr lang="en-US" sz="1000" b="0" i="0" u="none" strike="noStrike" dirty="0">
                          <a:effectLst/>
                          <a:latin typeface="Intel Clear Light" panose="020B0404020203020204" pitchFamily="34" charset="0"/>
                        </a:rPr>
                      </a:br>
                      <a:r>
                        <a:rPr lang="en-US" sz="1000" b="0" i="0" u="none" strike="noStrike" dirty="0">
                          <a:effectLst/>
                          <a:latin typeface="Intel Clear Light" panose="020B0404020203020204" pitchFamily="34" charset="0"/>
                        </a:rPr>
                        <a:t>VCTA-S820L</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YES,</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Refer to Intel MAS for judgment</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ITH01 X-eye SF160</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ITH02 Nordson DAGE Quadra 5 pro</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Yes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Head on Pillow, Non Wet Open (a small amount)</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TH</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solidFill>
                            <a:srgbClr val="FF0000"/>
                          </a:solidFill>
                          <a:effectLst/>
                          <a:latin typeface="Intel Clear Light" panose="020B0404020203020204" pitchFamily="34" charset="0"/>
                        </a:rPr>
                        <a:t>No post-reflow AOI</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Yes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Dage Q5</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Yes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Solder Open</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bl>
          </a:graphicData>
        </a:graphic>
      </p:graphicFrame>
    </p:spTree>
    <p:extLst>
      <p:ext uri="{BB962C8B-B14F-4D97-AF65-F5344CB8AC3E}">
        <p14:creationId xmlns:p14="http://schemas.microsoft.com/office/powerpoint/2010/main" val="3070273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06400-30D5-BB62-9DA0-7F3BCDE981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D2E0AF0-44FD-224B-2BA4-B562914337A9}"/>
              </a:ext>
            </a:extLst>
          </p:cNvPr>
          <p:cNvSpPr>
            <a:spLocks noGrp="1"/>
          </p:cNvSpPr>
          <p:nvPr>
            <p:ph type="title"/>
          </p:nvPr>
        </p:nvSpPr>
        <p:spPr>
          <a:xfrm>
            <a:off x="210553" y="132550"/>
            <a:ext cx="11010816" cy="952499"/>
          </a:xfrm>
        </p:spPr>
        <p:txBody>
          <a:bodyPr/>
          <a:lstStyle/>
          <a:p>
            <a:r>
              <a:rPr lang="en-US" sz="3200" dirty="0"/>
              <a:t>Test</a:t>
            </a:r>
          </a:p>
        </p:txBody>
      </p:sp>
      <p:graphicFrame>
        <p:nvGraphicFramePr>
          <p:cNvPr id="3" name="Table 9">
            <a:extLst>
              <a:ext uri="{FF2B5EF4-FFF2-40B4-BE49-F238E27FC236}">
                <a16:creationId xmlns:a16="http://schemas.microsoft.com/office/drawing/2014/main" id="{1EFEE254-F782-4359-7624-41D5BD56B7D2}"/>
              </a:ext>
            </a:extLst>
          </p:cNvPr>
          <p:cNvGraphicFramePr>
            <a:graphicFrameLocks noGrp="1"/>
          </p:cNvGraphicFramePr>
          <p:nvPr>
            <p:extLst>
              <p:ext uri="{D42A27DB-BD31-4B8C-83A1-F6EECF244321}">
                <p14:modId xmlns:p14="http://schemas.microsoft.com/office/powerpoint/2010/main" val="894719673"/>
              </p:ext>
            </p:extLst>
          </p:nvPr>
        </p:nvGraphicFramePr>
        <p:xfrm>
          <a:off x="210552" y="792371"/>
          <a:ext cx="11310887" cy="2453640"/>
        </p:xfrm>
        <a:graphic>
          <a:graphicData uri="http://schemas.openxmlformats.org/drawingml/2006/table">
            <a:tbl>
              <a:tblPr firstRow="1" bandRow="1">
                <a:tableStyleId>{B301B821-A1FF-4177-AEE7-76D212191A09}</a:tableStyleId>
              </a:tblPr>
              <a:tblGrid>
                <a:gridCol w="3958809">
                  <a:extLst>
                    <a:ext uri="{9D8B030D-6E8A-4147-A177-3AD203B41FA5}">
                      <a16:colId xmlns:a16="http://schemas.microsoft.com/office/drawing/2014/main" val="476935505"/>
                    </a:ext>
                  </a:extLst>
                </a:gridCol>
                <a:gridCol w="7352078">
                  <a:extLst>
                    <a:ext uri="{9D8B030D-6E8A-4147-A177-3AD203B41FA5}">
                      <a16:colId xmlns:a16="http://schemas.microsoft.com/office/drawing/2014/main" val="1213491659"/>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ctr">
                        <a:buNone/>
                      </a:pPr>
                      <a:r>
                        <a:rPr lang="en-US" sz="1200" b="1" i="0" u="none" strike="noStrike" dirty="0">
                          <a:effectLst/>
                          <a:latin typeface="Intel Clear Light" panose="020B0404020203020204" pitchFamily="34" charset="0"/>
                        </a:rPr>
                        <a:t>Do you do ICT or ATE test after reflow? If yes, list the machine brand and model# of the test machine you are using</a:t>
                      </a:r>
                      <a:endParaRPr lang="zh-CN" altLang="en-US"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VN</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buNone/>
                      </a:pPr>
                      <a:r>
                        <a:rPr lang="en-US" sz="1000" b="0" i="0" u="none" strike="noStrike" dirty="0">
                          <a:effectLst/>
                          <a:latin typeface="Intel Clear Light" panose="020B0404020203020204" pitchFamily="34" charset="0"/>
                        </a:rPr>
                        <a:t>TERADYNE: TSHL52</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LCFC VN</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buNone/>
                      </a:pPr>
                      <a:r>
                        <a:rPr lang="en-US" sz="1000" b="0" i="0" u="none" strike="noStrike">
                          <a:effectLst/>
                          <a:latin typeface="Intel Clear Light" panose="020B0404020203020204" pitchFamily="34" charset="0"/>
                        </a:rPr>
                        <a:t>TERADYNE: TSH52</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Inventec TH</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buNone/>
                      </a:pPr>
                      <a:r>
                        <a:rPr lang="en-US" sz="1000" b="0" i="0" u="none" strike="noStrike">
                          <a:effectLst/>
                          <a:latin typeface="Intel Clear Light" panose="020B0404020203020204" pitchFamily="34" charset="0"/>
                        </a:rPr>
                        <a:t>ICT, </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TRI 8100LV </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TRI 8001 </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Max support 128*28=3,584 point </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TH</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buNone/>
                      </a:pPr>
                      <a:r>
                        <a:rPr lang="en-US" sz="1000" b="0" i="0" u="none" strike="noStrike" dirty="0">
                          <a:effectLst/>
                          <a:latin typeface="Intel Clear Light" panose="020B0404020203020204" pitchFamily="34" charset="0"/>
                        </a:rPr>
                        <a:t>TRI</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bl>
          </a:graphicData>
        </a:graphic>
      </p:graphicFrame>
    </p:spTree>
    <p:extLst>
      <p:ext uri="{BB962C8B-B14F-4D97-AF65-F5344CB8AC3E}">
        <p14:creationId xmlns:p14="http://schemas.microsoft.com/office/powerpoint/2010/main" val="3113891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5BBD2-FDB5-AF4B-62F0-4590FB8CB87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5BC7481-9C4A-90C5-A2DD-D5A89D029DB3}"/>
              </a:ext>
            </a:extLst>
          </p:cNvPr>
          <p:cNvSpPr>
            <a:spLocks noGrp="1"/>
          </p:cNvSpPr>
          <p:nvPr>
            <p:ph type="title"/>
          </p:nvPr>
        </p:nvSpPr>
        <p:spPr>
          <a:xfrm>
            <a:off x="210553" y="132550"/>
            <a:ext cx="11010816" cy="952499"/>
          </a:xfrm>
        </p:spPr>
        <p:txBody>
          <a:bodyPr/>
          <a:lstStyle/>
          <a:p>
            <a:r>
              <a:rPr lang="en-US" sz="3200" dirty="0"/>
              <a:t>Adhesive</a:t>
            </a:r>
          </a:p>
        </p:txBody>
      </p:sp>
      <p:sp>
        <p:nvSpPr>
          <p:cNvPr id="4" name="TextBox 3">
            <a:extLst>
              <a:ext uri="{FF2B5EF4-FFF2-40B4-BE49-F238E27FC236}">
                <a16:creationId xmlns:a16="http://schemas.microsoft.com/office/drawing/2014/main" id="{1B39345C-AA21-E1B6-8731-DFC3417988DA}"/>
              </a:ext>
            </a:extLst>
          </p:cNvPr>
          <p:cNvSpPr txBox="1"/>
          <p:nvPr/>
        </p:nvSpPr>
        <p:spPr>
          <a:xfrm>
            <a:off x="210553" y="5514586"/>
            <a:ext cx="10686438"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kumimoji="0" lang="en-US" sz="1600" i="0" u="none" strike="noStrike" cap="none" spc="0" normalizeH="0" baseline="0" dirty="0">
                <a:ln>
                  <a:noFill/>
                </a:ln>
                <a:solidFill>
                  <a:schemeClr val="accent1"/>
                </a:solidFill>
                <a:effectLst/>
                <a:uFillTx/>
                <a:latin typeface="+mn-lt"/>
                <a:ea typeface="+mn-ea"/>
                <a:cs typeface="+mn-cs"/>
                <a:sym typeface="Helvetica Neue"/>
              </a:rPr>
              <a:t>SEA ODMs use the same adhesive and dispense machine as their China site, most of them use </a:t>
            </a:r>
            <a:r>
              <a:rPr kumimoji="0" lang="en-US" sz="1600" i="0" u="none" strike="noStrike" cap="none" spc="0" normalizeH="0" baseline="0" dirty="0" err="1">
                <a:ln>
                  <a:noFill/>
                </a:ln>
                <a:solidFill>
                  <a:schemeClr val="accent1"/>
                </a:solidFill>
                <a:effectLst/>
                <a:uFillTx/>
                <a:latin typeface="+mn-lt"/>
                <a:ea typeface="+mn-ea"/>
                <a:cs typeface="+mn-cs"/>
                <a:sym typeface="Helvetica Neue"/>
              </a:rPr>
              <a:t>Zymet</a:t>
            </a:r>
            <a:r>
              <a:rPr kumimoji="0" lang="en-US" sz="1600" i="0" u="none" strike="noStrike" cap="none" spc="0" normalizeH="0" baseline="0" dirty="0">
                <a:ln>
                  <a:noFill/>
                </a:ln>
                <a:solidFill>
                  <a:schemeClr val="accent1"/>
                </a:solidFill>
                <a:effectLst/>
                <a:uFillTx/>
                <a:latin typeface="+mn-lt"/>
                <a:ea typeface="+mn-ea"/>
                <a:cs typeface="+mn-cs"/>
                <a:sym typeface="Helvetica Neue"/>
              </a:rPr>
              <a:t> 2625B because of Lunar Lake project</a:t>
            </a:r>
          </a:p>
        </p:txBody>
      </p:sp>
      <p:graphicFrame>
        <p:nvGraphicFramePr>
          <p:cNvPr id="3" name="Table 9">
            <a:extLst>
              <a:ext uri="{FF2B5EF4-FFF2-40B4-BE49-F238E27FC236}">
                <a16:creationId xmlns:a16="http://schemas.microsoft.com/office/drawing/2014/main" id="{123809FB-EBC8-9B25-A6F1-5B175F26EA24}"/>
              </a:ext>
            </a:extLst>
          </p:cNvPr>
          <p:cNvGraphicFramePr>
            <a:graphicFrameLocks noGrp="1"/>
          </p:cNvGraphicFramePr>
          <p:nvPr>
            <p:extLst>
              <p:ext uri="{D42A27DB-BD31-4B8C-83A1-F6EECF244321}">
                <p14:modId xmlns:p14="http://schemas.microsoft.com/office/powerpoint/2010/main" val="3049805370"/>
              </p:ext>
            </p:extLst>
          </p:nvPr>
        </p:nvGraphicFramePr>
        <p:xfrm>
          <a:off x="210553" y="792371"/>
          <a:ext cx="11356610" cy="4389120"/>
        </p:xfrm>
        <a:graphic>
          <a:graphicData uri="http://schemas.openxmlformats.org/drawingml/2006/table">
            <a:tbl>
              <a:tblPr firstRow="1" bandRow="1">
                <a:tableStyleId>{B301B821-A1FF-4177-AEE7-76D212191A09}</a:tableStyleId>
              </a:tblPr>
              <a:tblGrid>
                <a:gridCol w="1011291">
                  <a:extLst>
                    <a:ext uri="{9D8B030D-6E8A-4147-A177-3AD203B41FA5}">
                      <a16:colId xmlns:a16="http://schemas.microsoft.com/office/drawing/2014/main" val="476935505"/>
                    </a:ext>
                  </a:extLst>
                </a:gridCol>
                <a:gridCol w="1878111">
                  <a:extLst>
                    <a:ext uri="{9D8B030D-6E8A-4147-A177-3AD203B41FA5}">
                      <a16:colId xmlns:a16="http://schemas.microsoft.com/office/drawing/2014/main" val="1213491659"/>
                    </a:ext>
                  </a:extLst>
                </a:gridCol>
                <a:gridCol w="2116802">
                  <a:extLst>
                    <a:ext uri="{9D8B030D-6E8A-4147-A177-3AD203B41FA5}">
                      <a16:colId xmlns:a16="http://schemas.microsoft.com/office/drawing/2014/main" val="2293612076"/>
                    </a:ext>
                  </a:extLst>
                </a:gridCol>
                <a:gridCol w="2116802">
                  <a:extLst>
                    <a:ext uri="{9D8B030D-6E8A-4147-A177-3AD203B41FA5}">
                      <a16:colId xmlns:a16="http://schemas.microsoft.com/office/drawing/2014/main" val="2105022665"/>
                    </a:ext>
                  </a:extLst>
                </a:gridCol>
                <a:gridCol w="2116802">
                  <a:extLst>
                    <a:ext uri="{9D8B030D-6E8A-4147-A177-3AD203B41FA5}">
                      <a16:colId xmlns:a16="http://schemas.microsoft.com/office/drawing/2014/main" val="643005981"/>
                    </a:ext>
                  </a:extLst>
                </a:gridCol>
                <a:gridCol w="2116802">
                  <a:extLst>
                    <a:ext uri="{9D8B030D-6E8A-4147-A177-3AD203B41FA5}">
                      <a16:colId xmlns:a16="http://schemas.microsoft.com/office/drawing/2014/main" val="2808565594"/>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buNone/>
                      </a:pPr>
                      <a:r>
                        <a:rPr lang="en-US" sz="1200" b="1" i="0" u="none" strike="noStrike" dirty="0">
                          <a:effectLst/>
                          <a:latin typeface="Intel Clear Light" panose="020B0404020203020204" pitchFamily="34" charset="0"/>
                        </a:rPr>
                        <a:t>Do you apply adhesive on BGA components? If yes, please list the adhesive brand and model you are using</a:t>
                      </a:r>
                      <a:endParaRPr lang="zh-CN" altLang="en-US"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buNone/>
                      </a:pPr>
                      <a:r>
                        <a:rPr lang="en-US" sz="1200" b="1" i="0" u="none" strike="noStrike" dirty="0">
                          <a:effectLst/>
                          <a:latin typeface="Intel Clear Light" panose="020B0404020203020204" pitchFamily="34" charset="0"/>
                        </a:rPr>
                        <a:t>Please list you adhesive dispense machine brand and model</a:t>
                      </a:r>
                      <a:endParaRPr lang="zh-CN" altLang="en-US"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buNone/>
                      </a:pPr>
                      <a:r>
                        <a:rPr lang="en-US" sz="1200" b="1" i="0" u="none" strike="noStrike" dirty="0">
                          <a:effectLst/>
                          <a:latin typeface="Intel Clear Light" panose="020B0404020203020204" pitchFamily="34" charset="0"/>
                        </a:rPr>
                        <a:t>Are you able to remove/rework the adhesive that is applied to Intel BGAs? If yes, please explain your process.</a:t>
                      </a:r>
                      <a:endParaRPr lang="zh-CN" altLang="en-US"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buNone/>
                      </a:pPr>
                      <a:r>
                        <a:rPr lang="en-US" sz="1200" b="1" i="0" u="none" strike="noStrike" dirty="0">
                          <a:effectLst/>
                          <a:latin typeface="Intel Clear Light" panose="020B0404020203020204" pitchFamily="34" charset="0"/>
                        </a:rPr>
                        <a:t>Are you familiar with, and do you use, the </a:t>
                      </a:r>
                      <a:r>
                        <a:rPr lang="en-US" sz="1200" b="1" i="0" u="none" strike="noStrike" dirty="0" err="1">
                          <a:effectLst/>
                          <a:latin typeface="Intel Clear Light" panose="020B0404020203020204" pitchFamily="34" charset="0"/>
                        </a:rPr>
                        <a:t>Torlon</a:t>
                      </a:r>
                      <a:r>
                        <a:rPr lang="en-US" sz="1200" b="1" i="0" u="none" strike="noStrike" dirty="0">
                          <a:effectLst/>
                          <a:latin typeface="Intel Clear Light" panose="020B0404020203020204" pitchFamily="34" charset="0"/>
                        </a:rPr>
                        <a:t> material scraper tool to help with the removal of reworkable adhesive material without causing damage to the motherboard </a:t>
                      </a:r>
                      <a:r>
                        <a:rPr lang="en-US" sz="1200" b="1" i="0" u="none" strike="noStrike" dirty="0" err="1">
                          <a:effectLst/>
                          <a:latin typeface="Intel Clear Light" panose="020B0404020203020204" pitchFamily="34" charset="0"/>
                        </a:rPr>
                        <a:t>soldermask</a:t>
                      </a:r>
                      <a:r>
                        <a:rPr lang="en-US" sz="1200" b="1" i="0" u="none" strike="noStrike" dirty="0">
                          <a:effectLst/>
                          <a:latin typeface="Intel Clear Light" panose="020B0404020203020204" pitchFamily="34" charset="0"/>
                        </a:rPr>
                        <a:t> (as shown in the Platform MAS)?</a:t>
                      </a:r>
                      <a:endParaRPr lang="zh-CN" altLang="en-US"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buNone/>
                      </a:pPr>
                      <a:r>
                        <a:rPr lang="en-US" sz="1200" b="1" i="0" u="none" strike="noStrike" dirty="0">
                          <a:effectLst/>
                          <a:latin typeface="Intel Clear Light" panose="020B0404020203020204" pitchFamily="34" charset="0"/>
                        </a:rPr>
                        <a:t>What is the smallest KOZ you are able to dispense adhesive onto a BGA/CSP? (e.g. 0.7mm, 1mm, 2mm)</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VN</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Somida: SMD3805; </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ZYMET: UA-2625-B</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GKG: DH350-P</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Heat to low temperature then use special tool to remove adhesive</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Yes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2*5.4mm</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LCFC VN</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ASEC: AS-391003 (corner fill)</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AXXON: Ai100</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Not easy to remove, need use special tools: Use hot air gun to heat the corner fill location until solder melt, then use blade shove off</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solidFill>
                            <a:srgbClr val="FF0000"/>
                          </a:solidFill>
                          <a:effectLst/>
                          <a:latin typeface="Intel Clear Light" panose="020B0404020203020204" pitchFamily="34" charset="0"/>
                        </a:rPr>
                        <a:t>No</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2mm</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Inventec TH</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LOCTITE: 3619</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Zymet: UA-2625-B </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HTD-420-C</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SDEC-400DL</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Heat to around 130 degrees Celsius and remove with tweezers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solidFill>
                            <a:srgbClr val="FF0000"/>
                          </a:solidFill>
                          <a:effectLst/>
                          <a:latin typeface="Intel Clear Light" panose="020B0404020203020204" pitchFamily="34" charset="0"/>
                        </a:rPr>
                        <a:t>Evaluating</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2mm</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TH</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LOCTITE : 3705(UV), 3619 (Thermal)</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ZYMET: 2625</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AXXON: MT60</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Easy to remove, Hot air gun setting at 170</a:t>
                      </a:r>
                      <a:r>
                        <a:rPr lang="en-US" sz="1000" b="0" i="0" u="none" strike="noStrike" baseline="30000">
                          <a:effectLst/>
                          <a:latin typeface="Intel Clear Light" panose="020B0404020203020204" pitchFamily="34" charset="0"/>
                        </a:rPr>
                        <a:t>0</a:t>
                      </a:r>
                      <a:r>
                        <a:rPr lang="en-US" sz="1000" b="0" i="0" u="none" strike="noStrike">
                          <a:effectLst/>
                          <a:latin typeface="Intel Clear Light" panose="020B0404020203020204" pitchFamily="34" charset="0"/>
                        </a:rPr>
                        <a:t>C to heat up then remove glue</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solidFill>
                            <a:srgbClr val="FF0000"/>
                          </a:solidFill>
                          <a:effectLst/>
                          <a:latin typeface="Intel Clear Light" panose="020B0404020203020204" pitchFamily="34" charset="0"/>
                        </a:rPr>
                        <a:t>No</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3mm</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bl>
          </a:graphicData>
        </a:graphic>
      </p:graphicFrame>
    </p:spTree>
    <p:extLst>
      <p:ext uri="{BB962C8B-B14F-4D97-AF65-F5344CB8AC3E}">
        <p14:creationId xmlns:p14="http://schemas.microsoft.com/office/powerpoint/2010/main" val="2612022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7A953-9E49-1968-1BE5-4BA5BC98003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65E1BDB-2B61-EC1B-9F36-3E1117045B5C}"/>
              </a:ext>
            </a:extLst>
          </p:cNvPr>
          <p:cNvSpPr>
            <a:spLocks noGrp="1"/>
          </p:cNvSpPr>
          <p:nvPr>
            <p:ph type="title"/>
          </p:nvPr>
        </p:nvSpPr>
        <p:spPr>
          <a:xfrm>
            <a:off x="210553" y="132550"/>
            <a:ext cx="11010816" cy="952499"/>
          </a:xfrm>
        </p:spPr>
        <p:txBody>
          <a:bodyPr/>
          <a:lstStyle/>
          <a:p>
            <a:r>
              <a:rPr lang="en-US" sz="3200" dirty="0"/>
              <a:t>Rework</a:t>
            </a:r>
          </a:p>
        </p:txBody>
      </p:sp>
      <p:sp>
        <p:nvSpPr>
          <p:cNvPr id="4" name="TextBox 3">
            <a:extLst>
              <a:ext uri="{FF2B5EF4-FFF2-40B4-BE49-F238E27FC236}">
                <a16:creationId xmlns:a16="http://schemas.microsoft.com/office/drawing/2014/main" id="{F37A652C-E488-9C0B-9D15-20F5B8458876}"/>
              </a:ext>
            </a:extLst>
          </p:cNvPr>
          <p:cNvSpPr txBox="1"/>
          <p:nvPr/>
        </p:nvSpPr>
        <p:spPr>
          <a:xfrm>
            <a:off x="210553" y="5235618"/>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Same rework machine as we saw in ODM China site</a:t>
            </a:r>
            <a:endParaRPr kumimoji="0" lang="en-US" sz="1600" i="0" u="none" strike="noStrike" cap="none" spc="0" normalizeH="0" baseline="0" dirty="0">
              <a:ln>
                <a:noFill/>
              </a:ln>
              <a:solidFill>
                <a:schemeClr val="accent1"/>
              </a:solidFill>
              <a:effectLst/>
              <a:uFillTx/>
              <a:latin typeface="+mn-lt"/>
              <a:ea typeface="+mn-ea"/>
              <a:cs typeface="+mn-cs"/>
              <a:sym typeface="Helvetica Neue"/>
            </a:endParaRPr>
          </a:p>
        </p:txBody>
      </p:sp>
      <p:graphicFrame>
        <p:nvGraphicFramePr>
          <p:cNvPr id="3" name="Table 9">
            <a:extLst>
              <a:ext uri="{FF2B5EF4-FFF2-40B4-BE49-F238E27FC236}">
                <a16:creationId xmlns:a16="http://schemas.microsoft.com/office/drawing/2014/main" id="{E3C29CB9-2B9E-3645-E2C9-5397DAA3EB22}"/>
              </a:ext>
            </a:extLst>
          </p:cNvPr>
          <p:cNvGraphicFramePr>
            <a:graphicFrameLocks noGrp="1"/>
          </p:cNvGraphicFramePr>
          <p:nvPr>
            <p:extLst>
              <p:ext uri="{D42A27DB-BD31-4B8C-83A1-F6EECF244321}">
                <p14:modId xmlns:p14="http://schemas.microsoft.com/office/powerpoint/2010/main" val="3024465544"/>
              </p:ext>
            </p:extLst>
          </p:nvPr>
        </p:nvGraphicFramePr>
        <p:xfrm>
          <a:off x="210553" y="792371"/>
          <a:ext cx="11320031" cy="2214880"/>
        </p:xfrm>
        <a:graphic>
          <a:graphicData uri="http://schemas.openxmlformats.org/drawingml/2006/table">
            <a:tbl>
              <a:tblPr firstRow="1" bandRow="1">
                <a:tableStyleId>{B301B821-A1FF-4177-AEE7-76D212191A09}</a:tableStyleId>
              </a:tblPr>
              <a:tblGrid>
                <a:gridCol w="1607164">
                  <a:extLst>
                    <a:ext uri="{9D8B030D-6E8A-4147-A177-3AD203B41FA5}">
                      <a16:colId xmlns:a16="http://schemas.microsoft.com/office/drawing/2014/main" val="476935505"/>
                    </a:ext>
                  </a:extLst>
                </a:gridCol>
                <a:gridCol w="2984735">
                  <a:extLst>
                    <a:ext uri="{9D8B030D-6E8A-4147-A177-3AD203B41FA5}">
                      <a16:colId xmlns:a16="http://schemas.microsoft.com/office/drawing/2014/main" val="1213491659"/>
                    </a:ext>
                  </a:extLst>
                </a:gridCol>
                <a:gridCol w="3364066">
                  <a:extLst>
                    <a:ext uri="{9D8B030D-6E8A-4147-A177-3AD203B41FA5}">
                      <a16:colId xmlns:a16="http://schemas.microsoft.com/office/drawing/2014/main" val="2293612076"/>
                    </a:ext>
                  </a:extLst>
                </a:gridCol>
                <a:gridCol w="3364066">
                  <a:extLst>
                    <a:ext uri="{9D8B030D-6E8A-4147-A177-3AD203B41FA5}">
                      <a16:colId xmlns:a16="http://schemas.microsoft.com/office/drawing/2014/main" val="1470204383"/>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ctr">
                        <a:buNone/>
                      </a:pPr>
                      <a:r>
                        <a:rPr lang="en-US" sz="1200" b="1" i="0" u="none" strike="noStrike" dirty="0">
                          <a:effectLst/>
                          <a:latin typeface="Intel Clear Light" panose="020B0404020203020204" pitchFamily="34" charset="0"/>
                        </a:rPr>
                        <a:t>What is your BGA rework machine brand and model?</a:t>
                      </a:r>
                      <a:endParaRPr lang="zh-CN" altLang="en-US"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ctr">
                        <a:buNone/>
                      </a:pPr>
                      <a:r>
                        <a:rPr lang="en-US" sz="1200" b="1" i="0" u="none" strike="noStrike" dirty="0">
                          <a:effectLst/>
                          <a:latin typeface="Intel Clear Light" panose="020B0404020203020204" pitchFamily="34" charset="0"/>
                        </a:rPr>
                        <a:t>Does your BGA rework station have N2 protection capability?</a:t>
                      </a:r>
                      <a:endParaRPr lang="zh-CN" altLang="en-US"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ctr">
                        <a:buNone/>
                      </a:pPr>
                      <a:r>
                        <a:rPr lang="en-US" sz="1200" b="1" i="0" u="none" strike="noStrike" dirty="0">
                          <a:effectLst/>
                          <a:latin typeface="Intel Clear Light" panose="020B0404020203020204" pitchFamily="34" charset="0"/>
                        </a:rPr>
                        <a:t>For BGA rework, do you prefer a flux-only process or solder paste application process? (please explain the reason)</a:t>
                      </a:r>
                      <a:endParaRPr lang="zh-CN" altLang="en-US"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VN</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QUICK: EA-H15</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Yes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Pitch&lt;0.4mm, use flux; Pitch &gt;0.4mm, use solder paste</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LCFC VN</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DEN-ON: RD-500V</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Yes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Solder paste, because have higher yield</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Inventec TH</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zh-CN" altLang="en-US" sz="1000" b="0" i="0" u="none" strike="noStrike">
                          <a:effectLst/>
                          <a:latin typeface="Intel Clear Light" panose="020B0404020203020204" pitchFamily="34" charset="0"/>
                        </a:rPr>
                        <a:t>重庆业欧电子 </a:t>
                      </a:r>
                      <a:r>
                        <a:rPr lang="en-US" altLang="zh-CN" sz="1000" b="0" i="0" u="none" strike="noStrike">
                          <a:effectLst/>
                          <a:latin typeface="Intel Clear Light" panose="020B0404020203020204" pitchFamily="34" charset="0"/>
                        </a:rPr>
                        <a:t>BFT-2000</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No</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solder paste (Substrate Warpage)</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TH</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QUICK H15</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No</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Solder paste</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bl>
          </a:graphicData>
        </a:graphic>
      </p:graphicFrame>
    </p:spTree>
    <p:extLst>
      <p:ext uri="{BB962C8B-B14F-4D97-AF65-F5344CB8AC3E}">
        <p14:creationId xmlns:p14="http://schemas.microsoft.com/office/powerpoint/2010/main" val="3184631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434E-F39A-1C96-78F1-94DE3297DA0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AD86C7B-D8F8-E749-E427-4F5654185AE1}"/>
              </a:ext>
            </a:extLst>
          </p:cNvPr>
          <p:cNvSpPr>
            <a:spLocks noGrp="1"/>
          </p:cNvSpPr>
          <p:nvPr>
            <p:ph type="title"/>
          </p:nvPr>
        </p:nvSpPr>
        <p:spPr>
          <a:xfrm>
            <a:off x="210553" y="132550"/>
            <a:ext cx="11010816" cy="952499"/>
          </a:xfrm>
        </p:spPr>
        <p:txBody>
          <a:bodyPr/>
          <a:lstStyle/>
          <a:p>
            <a:r>
              <a:rPr lang="en-US" dirty="0"/>
              <a:t>Miscellaneous</a:t>
            </a:r>
            <a:r>
              <a:rPr lang="en-US" sz="3200" dirty="0"/>
              <a:t> </a:t>
            </a:r>
          </a:p>
        </p:txBody>
      </p:sp>
      <p:sp>
        <p:nvSpPr>
          <p:cNvPr id="4" name="TextBox 3">
            <a:extLst>
              <a:ext uri="{FF2B5EF4-FFF2-40B4-BE49-F238E27FC236}">
                <a16:creationId xmlns:a16="http://schemas.microsoft.com/office/drawing/2014/main" id="{4D77755E-60EB-F542-2C51-28338CED4BF5}"/>
              </a:ext>
            </a:extLst>
          </p:cNvPr>
          <p:cNvSpPr txBox="1"/>
          <p:nvPr/>
        </p:nvSpPr>
        <p:spPr>
          <a:xfrm>
            <a:off x="210553" y="5235618"/>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kumimoji="0" lang="en-US" sz="1600" i="0" u="none" strike="noStrike" cap="none" spc="0" normalizeH="0" baseline="0" dirty="0">
                <a:ln>
                  <a:noFill/>
                </a:ln>
                <a:solidFill>
                  <a:schemeClr val="accent1"/>
                </a:solidFill>
                <a:effectLst/>
                <a:uFillTx/>
                <a:latin typeface="+mn-lt"/>
                <a:ea typeface="+mn-ea"/>
                <a:cs typeface="+mn-cs"/>
                <a:sym typeface="Helvetica Neue"/>
              </a:rPr>
              <a:t>Except Inventec TH, all other customer ha</a:t>
            </a:r>
            <a:r>
              <a:rPr lang="en-US" sz="1600" dirty="0">
                <a:solidFill>
                  <a:schemeClr val="accent1"/>
                </a:solidFill>
              </a:rPr>
              <a:t>s in house SJ FA capability</a:t>
            </a:r>
            <a:endParaRPr kumimoji="0" lang="en-US" sz="1600" i="0" u="none" strike="noStrike" cap="none" spc="0" normalizeH="0" baseline="0" dirty="0">
              <a:ln>
                <a:noFill/>
              </a:ln>
              <a:solidFill>
                <a:schemeClr val="accent1"/>
              </a:solidFill>
              <a:effectLst/>
              <a:uFillTx/>
              <a:latin typeface="+mn-lt"/>
              <a:ea typeface="+mn-ea"/>
              <a:cs typeface="+mn-cs"/>
              <a:sym typeface="Helvetica Neue"/>
            </a:endParaRPr>
          </a:p>
        </p:txBody>
      </p:sp>
      <p:graphicFrame>
        <p:nvGraphicFramePr>
          <p:cNvPr id="3" name="Table 9">
            <a:extLst>
              <a:ext uri="{FF2B5EF4-FFF2-40B4-BE49-F238E27FC236}">
                <a16:creationId xmlns:a16="http://schemas.microsoft.com/office/drawing/2014/main" id="{B6B61495-497D-39CE-592F-AD011C49D685}"/>
              </a:ext>
            </a:extLst>
          </p:cNvPr>
          <p:cNvGraphicFramePr>
            <a:graphicFrameLocks noGrp="1"/>
          </p:cNvGraphicFramePr>
          <p:nvPr>
            <p:extLst>
              <p:ext uri="{D42A27DB-BD31-4B8C-83A1-F6EECF244321}">
                <p14:modId xmlns:p14="http://schemas.microsoft.com/office/powerpoint/2010/main" val="2874873039"/>
              </p:ext>
            </p:extLst>
          </p:nvPr>
        </p:nvGraphicFramePr>
        <p:xfrm>
          <a:off x="210553" y="792371"/>
          <a:ext cx="11356610" cy="3332480"/>
        </p:xfrm>
        <a:graphic>
          <a:graphicData uri="http://schemas.openxmlformats.org/drawingml/2006/table">
            <a:tbl>
              <a:tblPr firstRow="1" bandRow="1">
                <a:tableStyleId>{B301B821-A1FF-4177-AEE7-76D212191A09}</a:tableStyleId>
              </a:tblPr>
              <a:tblGrid>
                <a:gridCol w="1011291">
                  <a:extLst>
                    <a:ext uri="{9D8B030D-6E8A-4147-A177-3AD203B41FA5}">
                      <a16:colId xmlns:a16="http://schemas.microsoft.com/office/drawing/2014/main" val="476935505"/>
                    </a:ext>
                  </a:extLst>
                </a:gridCol>
                <a:gridCol w="1878111">
                  <a:extLst>
                    <a:ext uri="{9D8B030D-6E8A-4147-A177-3AD203B41FA5}">
                      <a16:colId xmlns:a16="http://schemas.microsoft.com/office/drawing/2014/main" val="1213491659"/>
                    </a:ext>
                  </a:extLst>
                </a:gridCol>
                <a:gridCol w="2116802">
                  <a:extLst>
                    <a:ext uri="{9D8B030D-6E8A-4147-A177-3AD203B41FA5}">
                      <a16:colId xmlns:a16="http://schemas.microsoft.com/office/drawing/2014/main" val="2293612076"/>
                    </a:ext>
                  </a:extLst>
                </a:gridCol>
                <a:gridCol w="2116802">
                  <a:extLst>
                    <a:ext uri="{9D8B030D-6E8A-4147-A177-3AD203B41FA5}">
                      <a16:colId xmlns:a16="http://schemas.microsoft.com/office/drawing/2014/main" val="2105022665"/>
                    </a:ext>
                  </a:extLst>
                </a:gridCol>
                <a:gridCol w="2116802">
                  <a:extLst>
                    <a:ext uri="{9D8B030D-6E8A-4147-A177-3AD203B41FA5}">
                      <a16:colId xmlns:a16="http://schemas.microsoft.com/office/drawing/2014/main" val="643005981"/>
                    </a:ext>
                  </a:extLst>
                </a:gridCol>
                <a:gridCol w="2116802">
                  <a:extLst>
                    <a:ext uri="{9D8B030D-6E8A-4147-A177-3AD203B41FA5}">
                      <a16:colId xmlns:a16="http://schemas.microsoft.com/office/drawing/2014/main" val="2808565594"/>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t">
                        <a:buNone/>
                      </a:pPr>
                      <a:r>
                        <a:rPr lang="en-US" sz="1200" b="1" i="0" u="none" strike="noStrike" dirty="0">
                          <a:effectLst/>
                          <a:latin typeface="Intel Clear Light" panose="020B0404020203020204" pitchFamily="34" charset="0"/>
                        </a:rPr>
                        <a:t>Do you have LTS process capability?</a:t>
                      </a:r>
                      <a:endParaRPr lang="zh-CN" altLang="en-US"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t">
                        <a:buNone/>
                      </a:pPr>
                      <a:r>
                        <a:rPr lang="en-US" sz="1200" b="1" i="0" u="none" strike="noStrike" dirty="0">
                          <a:effectLst/>
                          <a:latin typeface="Intel Clear Light" panose="020B0404020203020204" pitchFamily="34" charset="0"/>
                        </a:rPr>
                        <a:t>If yes, list all the LTS paste brand and model# you are using</a:t>
                      </a:r>
                      <a:endParaRPr lang="zh-CN" altLang="en-US"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t">
                        <a:buNone/>
                      </a:pPr>
                      <a:r>
                        <a:rPr lang="en-US" sz="1200" b="1" i="0" u="none" strike="noStrike" dirty="0">
                          <a:effectLst/>
                          <a:latin typeface="Intel Clear Light" panose="020B0404020203020204" pitchFamily="34" charset="0"/>
                        </a:rPr>
                        <a:t>Do you have in-house solder joint x-section and </a:t>
                      </a:r>
                      <a:r>
                        <a:rPr lang="en-US" sz="1200" b="1" i="0" u="none" strike="noStrike" dirty="0" err="1">
                          <a:effectLst/>
                          <a:latin typeface="Intel Clear Light" panose="020B0404020203020204" pitchFamily="34" charset="0"/>
                        </a:rPr>
                        <a:t>DnP</a:t>
                      </a:r>
                      <a:r>
                        <a:rPr lang="en-US" sz="1200" b="1" i="0" u="none" strike="noStrike" dirty="0">
                          <a:effectLst/>
                          <a:latin typeface="Intel Clear Light" panose="020B0404020203020204" pitchFamily="34" charset="0"/>
                        </a:rPr>
                        <a:t> capability?</a:t>
                      </a:r>
                      <a:endParaRPr lang="zh-CN" altLang="en-US"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200" b="1" i="0" u="none" strike="noStrike" dirty="0">
                          <a:effectLst/>
                          <a:latin typeface="Intel Clear Light" panose="020B0404020203020204" pitchFamily="34" charset="0"/>
                        </a:rPr>
                        <a:t>Do you perform strain gauge measurement in your factory, to identify any factory operations which might be high risk to cause BGA </a:t>
                      </a:r>
                      <a:r>
                        <a:rPr lang="en-US" sz="1200" b="1" i="0" u="none" strike="noStrike" dirty="0" err="1">
                          <a:effectLst/>
                          <a:latin typeface="Intel Clear Light" panose="020B0404020203020204" pitchFamily="34" charset="0"/>
                        </a:rPr>
                        <a:t>solderjoint</a:t>
                      </a:r>
                      <a:r>
                        <a:rPr lang="en-US" sz="1200" b="1" i="0" u="none" strike="noStrike" dirty="0">
                          <a:effectLst/>
                          <a:latin typeface="Intel Clear Light" panose="020B0404020203020204" pitchFamily="34" charset="0"/>
                        </a:rPr>
                        <a:t> cracking?</a:t>
                      </a:r>
                      <a:endParaRPr lang="zh-CN" altLang="en-US"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ctr">
                        <a:buNone/>
                      </a:pPr>
                      <a:r>
                        <a:rPr lang="en-US" sz="1200" b="1" i="0" u="none" strike="noStrike" dirty="0">
                          <a:effectLst/>
                          <a:latin typeface="Intel Clear Light" panose="020B0404020203020204" pitchFamily="34" charset="0"/>
                        </a:rPr>
                        <a:t>Do you take specific steps to minimize die damage risk on Intel's bare die BGAs (from thermal solution assembly / disassembly / repair / rework processes?) If yes, please explain.</a:t>
                      </a:r>
                      <a:endParaRPr lang="zh-CN" altLang="en-US" sz="1200" b="1" i="0" u="none" strike="noStrike" dirty="0">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VN</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solidFill>
                            <a:srgbClr val="00B050"/>
                          </a:solidFill>
                          <a:effectLst/>
                          <a:latin typeface="Intel Clear Light" panose="020B0404020203020204" pitchFamily="34" charset="0"/>
                        </a:rPr>
                        <a:t>Yes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Nihon: LTS B37 P611 D6 F21 15G</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t">
                        <a:buNone/>
                      </a:pPr>
                      <a:r>
                        <a:rPr lang="en-US" sz="1000" b="0" i="0" u="none" strike="noStrike">
                          <a:effectLst/>
                          <a:latin typeface="Intel Clear Light" panose="020B0404020203020204" pitchFamily="34" charset="0"/>
                        </a:rPr>
                        <a:t>Yes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Yes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Use tool to handle the whole process, no manual handling</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LCFC VN</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solidFill>
                            <a:srgbClr val="00B050"/>
                          </a:solidFill>
                          <a:effectLst/>
                          <a:latin typeface="Intel Clear Light" panose="020B0404020203020204" pitchFamily="34" charset="0"/>
                        </a:rPr>
                        <a:t>Yes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Senju: L29-155HF(L)-Type4</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t">
                        <a:buNone/>
                      </a:pPr>
                      <a:r>
                        <a:rPr lang="en-US" sz="1000" b="0" i="0" u="none" strike="noStrike">
                          <a:effectLst/>
                          <a:latin typeface="Intel Clear Light" panose="020B0404020203020204" pitchFamily="34" charset="0"/>
                        </a:rPr>
                        <a:t>Yes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Yes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NA</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Inventec TH</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solidFill>
                            <a:srgbClr val="00B050"/>
                          </a:solidFill>
                          <a:effectLst/>
                          <a:latin typeface="Intel Clear Light" panose="020B0404020203020204" pitchFamily="34" charset="0"/>
                        </a:rPr>
                        <a:t>Yes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No mass production</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t">
                        <a:buNone/>
                      </a:pPr>
                      <a:r>
                        <a:rPr lang="en-US" sz="1000" b="0" i="0" u="none" strike="noStrike" dirty="0">
                          <a:solidFill>
                            <a:srgbClr val="FF0000"/>
                          </a:solidFill>
                          <a:effectLst/>
                          <a:latin typeface="Intel Clear Light" panose="020B0404020203020204" pitchFamily="34" charset="0"/>
                        </a:rPr>
                        <a:t>ITH still setting up, estimate capability available at Mar'26</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Yes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1.Place the side with CPU facing upwards</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2.Limit tray (EVA)</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TH</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No</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No</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t">
                        <a:buNone/>
                      </a:pPr>
                      <a:r>
                        <a:rPr lang="en-US" sz="1000" b="0" i="0" u="none" strike="noStrike" dirty="0">
                          <a:effectLst/>
                          <a:latin typeface="Intel Clear Light" panose="020B0404020203020204" pitchFamily="34" charset="0"/>
                        </a:rPr>
                        <a:t>Yes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a:effectLst/>
                          <a:latin typeface="Intel Clear Light" panose="020B0404020203020204" pitchFamily="34" charset="0"/>
                        </a:rPr>
                        <a:t>Yes</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buNone/>
                      </a:pPr>
                      <a:r>
                        <a:rPr lang="en-US" sz="1000" b="0" i="0" u="none" strike="noStrike" dirty="0">
                          <a:effectLst/>
                          <a:latin typeface="Intel Clear Light" panose="020B0404020203020204" pitchFamily="34" charset="0"/>
                        </a:rPr>
                        <a:t>No answer</a:t>
                      </a: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bl>
          </a:graphicData>
        </a:graphic>
      </p:graphicFrame>
    </p:spTree>
    <p:extLst>
      <p:ext uri="{BB962C8B-B14F-4D97-AF65-F5344CB8AC3E}">
        <p14:creationId xmlns:p14="http://schemas.microsoft.com/office/powerpoint/2010/main" val="1543365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920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21_BasicWhite">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0a3e817-7ff1-4682-9cdc-9e68f1944ac6">
      <Terms xmlns="http://schemas.microsoft.com/office/infopath/2007/PartnerControls"/>
    </lcf76f155ced4ddcb4097134ff3c332f>
    <TaxCatchAll xmlns="a7bc6c04-a6f3-4b85-abcc-278c78dc556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25921F9D4874B40A69C72F5C132575A" ma:contentTypeVersion="19" ma:contentTypeDescription="Create a new document." ma:contentTypeScope="" ma:versionID="772cae2c305b4f62e85a22adf2aa3c79">
  <xsd:schema xmlns:xsd="http://www.w3.org/2001/XMLSchema" xmlns:xs="http://www.w3.org/2001/XMLSchema" xmlns:p="http://schemas.microsoft.com/office/2006/metadata/properties" xmlns:ns2="b0a3e817-7ff1-4682-9cdc-9e68f1944ac6" xmlns:ns3="5e37b643-6edd-4e99-882c-9f9c6c52fc16" xmlns:ns4="a7bc6c04-a6f3-4b85-abcc-278c78dc556b" targetNamespace="http://schemas.microsoft.com/office/2006/metadata/properties" ma:root="true" ma:fieldsID="28598a7512f346c30fccd3bc93b29e17" ns2:_="" ns3:_="" ns4:_="">
    <xsd:import namespace="b0a3e817-7ff1-4682-9cdc-9e68f1944ac6"/>
    <xsd:import namespace="5e37b643-6edd-4e99-882c-9f9c6c52fc16"/>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a3e817-7ff1-4682-9cdc-9e68f1944a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37b643-6edd-4e99-882c-9f9c6c52fc1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42eb0fb-64ce-47fa-b4a9-0e6c067efc72}" ma:internalName="TaxCatchAll" ma:showField="CatchAllData" ma:web="5e37b643-6edd-4e99-882c-9f9c6c52fc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24B8A99-8161-4D52-8DFD-478F5C1B3170}">
  <ds:schemaRefs>
    <ds:schemaRef ds:uri="b0a3e817-7ff1-4682-9cdc-9e68f1944ac6"/>
    <ds:schemaRef ds:uri="http://purl.org/dc/elements/1.1/"/>
    <ds:schemaRef ds:uri="http://schemas.microsoft.com/office/infopath/2007/PartnerControls"/>
    <ds:schemaRef ds:uri="a7bc6c04-a6f3-4b85-abcc-278c78dc556b"/>
    <ds:schemaRef ds:uri="http://schemas.microsoft.com/office/2006/documentManagement/types"/>
    <ds:schemaRef ds:uri="http://www.w3.org/XML/1998/namespace"/>
    <ds:schemaRef ds:uri="http://purl.org/dc/dcmitype/"/>
    <ds:schemaRef ds:uri="http://schemas.openxmlformats.org/package/2006/metadata/core-properties"/>
    <ds:schemaRef ds:uri="5e37b643-6edd-4e99-882c-9f9c6c52fc16"/>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201C66F3-FBD8-4B0F-98D9-445FE3649D01}">
  <ds:schemaRefs>
    <ds:schemaRef ds:uri="http://schemas.microsoft.com/sharepoint/v3/contenttype/forms"/>
  </ds:schemaRefs>
</ds:datastoreItem>
</file>

<file path=customXml/itemProps3.xml><?xml version="1.0" encoding="utf-8"?>
<ds:datastoreItem xmlns:ds="http://schemas.openxmlformats.org/officeDocument/2006/customXml" ds:itemID="{FD1F9B60-CB05-4064-82A3-E9AB42AB02AB}"/>
</file>

<file path=docMetadata/LabelInfo.xml><?xml version="1.0" encoding="utf-8"?>
<clbl:labelList xmlns:clbl="http://schemas.microsoft.com/office/2020/mipLabelMetadata">
  <clbl:label id="{46c98d88-e344-4ed4-8496-4ed7712e255d}" enabled="0" method="" siteId="{46c98d88-e344-4ed4-8496-4ed7712e255d}" removed="1"/>
</clbl:labelList>
</file>

<file path=docProps/app.xml><?xml version="1.0" encoding="utf-8"?>
<Properties xmlns="http://schemas.openxmlformats.org/officeDocument/2006/extended-properties" xmlns:vt="http://schemas.openxmlformats.org/officeDocument/2006/docPropsVTypes">
  <Template/>
  <TotalTime>31646</TotalTime>
  <Words>3147</Words>
  <Application>Microsoft Office PowerPoint</Application>
  <PresentationFormat>Widescreen</PresentationFormat>
  <Paragraphs>329</Paragraphs>
  <Slides>18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Helvetica Neue</vt:lpstr>
      <vt:lpstr>Helvetica Neue Medium</vt:lpstr>
      <vt:lpstr>Arial</vt:lpstr>
      <vt:lpstr>Calibri</vt:lpstr>
      <vt:lpstr>Helvetica</vt:lpstr>
      <vt:lpstr>Intel Clear</vt:lpstr>
      <vt:lpstr>Intel Clear Light</vt:lpstr>
      <vt:lpstr>Wingdings</vt:lpstr>
      <vt:lpstr>21_BasicWhite</vt:lpstr>
      <vt:lpstr>2025 Mobile CRD SEA ODM Summary Report</vt:lpstr>
      <vt:lpstr>General SMT Line Layout</vt:lpstr>
      <vt:lpstr>Highlights</vt:lpstr>
      <vt:lpstr>Factory Set Up</vt:lpstr>
      <vt:lpstr>BGA Handling, Moisture and ESD</vt:lpstr>
      <vt:lpstr>Incoming Motherboard Inspection</vt:lpstr>
      <vt:lpstr>Solder Paste (1/2)</vt:lpstr>
      <vt:lpstr>Solder Paste (2/2)</vt:lpstr>
      <vt:lpstr>Solder Paste Inspection</vt:lpstr>
      <vt:lpstr>PnP and PoP</vt:lpstr>
      <vt:lpstr>Reflow (1/2)</vt:lpstr>
      <vt:lpstr>Reflow (2/2)</vt:lpstr>
      <vt:lpstr>Post Reflow Inspection</vt:lpstr>
      <vt:lpstr>Test</vt:lpstr>
      <vt:lpstr>Adhesive</vt:lpstr>
      <vt:lpstr>Rework</vt:lpstr>
      <vt:lpstr>Miscellaneous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Killeen, Kristine</dc:creator>
  <cp:keywords>CTPClassification=CTP_NT</cp:keywords>
  <cp:lastModifiedBy>Yu, Harry</cp:lastModifiedBy>
  <cp:revision>187</cp:revision>
  <dcterms:modified xsi:type="dcterms:W3CDTF">2025-12-04T07:01:36Z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77294acb-f791-4422-865e-0b7527e37b89</vt:lpwstr>
  </property>
  <property fmtid="{D5CDD505-2E9C-101B-9397-08002B2CF9AE}" pid="3" name="CTP_TimeStamp">
    <vt:lpwstr>2020-08-21 21:49:33Z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y fmtid="{D5CDD505-2E9C-101B-9397-08002B2CF9AE}" pid="8" name="ContentTypeId">
    <vt:lpwstr>0x010100C25921F9D4874B40A69C72F5C132575A</vt:lpwstr>
  </property>
  <property fmtid="{D5CDD505-2E9C-101B-9397-08002B2CF9AE}" pid="9" name="MediaServiceImageTags">
    <vt:lpwstr/>
  </property>
</Properties>
</file>