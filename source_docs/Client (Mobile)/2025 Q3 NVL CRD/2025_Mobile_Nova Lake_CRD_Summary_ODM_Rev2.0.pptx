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8"/>
  </p:notesMasterIdLst>
  <p:handoutMasterIdLst>
    <p:handoutMasterId r:id="rId49"/>
  </p:handoutMasterIdLst>
  <p:sldIdLst>
    <p:sldId id="256" r:id="rId5"/>
    <p:sldId id="345" r:id="rId6"/>
    <p:sldId id="346" r:id="rId7"/>
    <p:sldId id="526" r:id="rId8"/>
    <p:sldId id="402" r:id="rId9"/>
    <p:sldId id="437" r:id="rId10"/>
    <p:sldId id="451" r:id="rId11"/>
    <p:sldId id="486" r:id="rId12"/>
    <p:sldId id="444" r:id="rId13"/>
    <p:sldId id="489" r:id="rId14"/>
    <p:sldId id="490" r:id="rId15"/>
    <p:sldId id="491" r:id="rId16"/>
    <p:sldId id="532" r:id="rId17"/>
    <p:sldId id="533" r:id="rId18"/>
    <p:sldId id="447" r:id="rId19"/>
    <p:sldId id="492" r:id="rId20"/>
    <p:sldId id="493" r:id="rId21"/>
    <p:sldId id="534" r:id="rId22"/>
    <p:sldId id="494" r:id="rId23"/>
    <p:sldId id="535" r:id="rId24"/>
    <p:sldId id="450" r:id="rId25"/>
    <p:sldId id="498" r:id="rId26"/>
    <p:sldId id="536" r:id="rId27"/>
    <p:sldId id="537" r:id="rId28"/>
    <p:sldId id="502" r:id="rId29"/>
    <p:sldId id="503" r:id="rId30"/>
    <p:sldId id="507" r:id="rId31"/>
    <p:sldId id="508" r:id="rId32"/>
    <p:sldId id="512" r:id="rId33"/>
    <p:sldId id="513" r:id="rId34"/>
    <p:sldId id="538" r:id="rId35"/>
    <p:sldId id="539" r:id="rId36"/>
    <p:sldId id="540" r:id="rId37"/>
    <p:sldId id="529" r:id="rId38"/>
    <p:sldId id="541" r:id="rId39"/>
    <p:sldId id="542" r:id="rId40"/>
    <p:sldId id="523" r:id="rId41"/>
    <p:sldId id="543" r:id="rId42"/>
    <p:sldId id="544" r:id="rId43"/>
    <p:sldId id="545" r:id="rId44"/>
    <p:sldId id="530" r:id="rId45"/>
    <p:sldId id="546" r:id="rId46"/>
    <p:sldId id="292" r:id="rId47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FC6467"/>
    <a:srgbClr val="0068B5"/>
    <a:srgbClr val="E7EBF3"/>
    <a:srgbClr val="2872C5"/>
    <a:srgbClr val="525252"/>
    <a:srgbClr val="FFFFFF"/>
    <a:srgbClr val="00C7FD"/>
    <a:srgbClr val="004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7423" autoAdjust="0"/>
  </p:normalViewPr>
  <p:slideViewPr>
    <p:cSldViewPr snapToGrid="0" snapToObjects="1">
      <p:cViewPr varScale="1">
        <p:scale>
          <a:sx n="159" d="100"/>
          <a:sy n="159" d="100"/>
        </p:scale>
        <p:origin x="996" y="138"/>
      </p:cViewPr>
      <p:guideLst>
        <p:guide orient="horz" pos="4032"/>
        <p:guide pos="73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045"/>
    </p:cViewPr>
  </p:sorterViewPr>
  <p:notesViewPr>
    <p:cSldViewPr snapToGrid="0" snapToObjects="1">
      <p:cViewPr varScale="1">
        <p:scale>
          <a:sx n="59" d="100"/>
          <a:sy n="59" d="100"/>
        </p:scale>
        <p:origin x="1603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, Harry" userId="d07dd713-323b-41c6-b24d-c18be50fb4fc" providerId="ADAL" clId="{196D0870-A10A-40F5-A791-3C67912576F2}"/>
    <pc:docChg chg="undo redo custSel addSld delSld modSld sldOrd modMainMaster">
      <pc:chgData name="Yu, Harry" userId="d07dd713-323b-41c6-b24d-c18be50fb4fc" providerId="ADAL" clId="{196D0870-A10A-40F5-A791-3C67912576F2}" dt="2020-11-11T23:43:08.108" v="12880" actId="165"/>
      <pc:docMkLst>
        <pc:docMk/>
      </pc:docMkLst>
      <pc:sldChg chg="addSp delSp modSp">
        <pc:chgData name="Yu, Harry" userId="d07dd713-323b-41c6-b24d-c18be50fb4fc" providerId="ADAL" clId="{196D0870-A10A-40F5-A791-3C67912576F2}" dt="2020-11-11T09:44:51.761" v="12878" actId="20577"/>
        <pc:sldMkLst>
          <pc:docMk/>
          <pc:sldMk cId="2086400740" sldId="256"/>
        </pc:sldMkLst>
      </pc:sldChg>
      <pc:sldChg chg="del">
        <pc:chgData name="Yu, Harry" userId="d07dd713-323b-41c6-b24d-c18be50fb4fc" providerId="ADAL" clId="{196D0870-A10A-40F5-A791-3C67912576F2}" dt="2020-09-24T04:24:42.663" v="0" actId="2696"/>
        <pc:sldMkLst>
          <pc:docMk/>
          <pc:sldMk cId="2222585258" sldId="259"/>
        </pc:sldMkLst>
      </pc:sldChg>
      <pc:sldChg chg="del">
        <pc:chgData name="Yu, Harry" userId="d07dd713-323b-41c6-b24d-c18be50fb4fc" providerId="ADAL" clId="{196D0870-A10A-40F5-A791-3C67912576F2}" dt="2020-09-24T04:24:42.663" v="1" actId="2696"/>
        <pc:sldMkLst>
          <pc:docMk/>
          <pc:sldMk cId="2301136295" sldId="261"/>
        </pc:sldMkLst>
      </pc:sldChg>
      <pc:sldChg chg="del">
        <pc:chgData name="Yu, Harry" userId="d07dd713-323b-41c6-b24d-c18be50fb4fc" providerId="ADAL" clId="{196D0870-A10A-40F5-A791-3C67912576F2}" dt="2020-09-24T04:24:44.924" v="2" actId="2696"/>
        <pc:sldMkLst>
          <pc:docMk/>
          <pc:sldMk cId="3102934450" sldId="262"/>
        </pc:sldMkLst>
      </pc:sldChg>
      <pc:sldChg chg="del">
        <pc:chgData name="Yu, Harry" userId="d07dd713-323b-41c6-b24d-c18be50fb4fc" providerId="ADAL" clId="{196D0870-A10A-40F5-A791-3C67912576F2}" dt="2020-09-24T04:25:37.180" v="5" actId="2696"/>
        <pc:sldMkLst>
          <pc:docMk/>
          <pc:sldMk cId="1796647801" sldId="264"/>
        </pc:sldMkLst>
      </pc:sldChg>
      <pc:sldChg chg="del">
        <pc:chgData name="Yu, Harry" userId="d07dd713-323b-41c6-b24d-c18be50fb4fc" providerId="ADAL" clId="{196D0870-A10A-40F5-A791-3C67912576F2}" dt="2020-09-24T04:25:40.382" v="6" actId="2696"/>
        <pc:sldMkLst>
          <pc:docMk/>
          <pc:sldMk cId="2462848399" sldId="266"/>
        </pc:sldMkLst>
      </pc:sldChg>
      <pc:sldChg chg="del">
        <pc:chgData name="Yu, Harry" userId="d07dd713-323b-41c6-b24d-c18be50fb4fc" providerId="ADAL" clId="{196D0870-A10A-40F5-A791-3C67912576F2}" dt="2020-09-24T04:25:42.245" v="8" actId="2696"/>
        <pc:sldMkLst>
          <pc:docMk/>
          <pc:sldMk cId="1870387867" sldId="267"/>
        </pc:sldMkLst>
      </pc:sldChg>
      <pc:sldChg chg="del">
        <pc:chgData name="Yu, Harry" userId="d07dd713-323b-41c6-b24d-c18be50fb4fc" providerId="ADAL" clId="{196D0870-A10A-40F5-A791-3C67912576F2}" dt="2020-09-24T04:25:57.230" v="16" actId="2696"/>
        <pc:sldMkLst>
          <pc:docMk/>
          <pc:sldMk cId="3721864086" sldId="268"/>
        </pc:sldMkLst>
      </pc:sldChg>
      <pc:sldChg chg="del">
        <pc:chgData name="Yu, Harry" userId="d07dd713-323b-41c6-b24d-c18be50fb4fc" providerId="ADAL" clId="{196D0870-A10A-40F5-A791-3C67912576F2}" dt="2020-09-24T04:25:57.747" v="17" actId="2696"/>
        <pc:sldMkLst>
          <pc:docMk/>
          <pc:sldMk cId="3146036487" sldId="269"/>
        </pc:sldMkLst>
      </pc:sldChg>
      <pc:sldChg chg="del">
        <pc:chgData name="Yu, Harry" userId="d07dd713-323b-41c6-b24d-c18be50fb4fc" providerId="ADAL" clId="{196D0870-A10A-40F5-A791-3C67912576F2}" dt="2020-09-24T04:25:08.072" v="3" actId="2696"/>
        <pc:sldMkLst>
          <pc:docMk/>
          <pc:sldMk cId="1309855124" sldId="271"/>
        </pc:sldMkLst>
      </pc:sldChg>
      <pc:sldChg chg="addSp delSp modSp">
        <pc:chgData name="Yu, Harry" userId="d07dd713-323b-41c6-b24d-c18be50fb4fc" providerId="ADAL" clId="{196D0870-A10A-40F5-A791-3C67912576F2}" dt="2020-09-24T07:01:23.421" v="756" actId="20577"/>
        <pc:sldMkLst>
          <pc:docMk/>
          <pc:sldMk cId="3615015588" sldId="272"/>
        </pc:sldMkLst>
      </pc:sldChg>
      <pc:sldChg chg="del">
        <pc:chgData name="Yu, Harry" userId="d07dd713-323b-41c6-b24d-c18be50fb4fc" providerId="ADAL" clId="{196D0870-A10A-40F5-A791-3C67912576F2}" dt="2020-09-24T04:25:14.233" v="4" actId="2696"/>
        <pc:sldMkLst>
          <pc:docMk/>
          <pc:sldMk cId="343892357" sldId="273"/>
        </pc:sldMkLst>
      </pc:sldChg>
      <pc:sldChg chg="del">
        <pc:chgData name="Yu, Harry" userId="d07dd713-323b-41c6-b24d-c18be50fb4fc" providerId="ADAL" clId="{196D0870-A10A-40F5-A791-3C67912576F2}" dt="2020-09-24T04:25:41.505" v="7" actId="2696"/>
        <pc:sldMkLst>
          <pc:docMk/>
          <pc:sldMk cId="1629129991" sldId="293"/>
        </pc:sldMkLst>
      </pc:sldChg>
      <pc:sldChg chg="del">
        <pc:chgData name="Yu, Harry" userId="d07dd713-323b-41c6-b24d-c18be50fb4fc" providerId="ADAL" clId="{196D0870-A10A-40F5-A791-3C67912576F2}" dt="2020-09-24T04:25:42.746" v="9" actId="2696"/>
        <pc:sldMkLst>
          <pc:docMk/>
          <pc:sldMk cId="3378688598" sldId="294"/>
        </pc:sldMkLst>
      </pc:sldChg>
      <pc:sldChg chg="del">
        <pc:chgData name="Yu, Harry" userId="d07dd713-323b-41c6-b24d-c18be50fb4fc" providerId="ADAL" clId="{196D0870-A10A-40F5-A791-3C67912576F2}" dt="2020-09-24T04:25:44.212" v="10" actId="2696"/>
        <pc:sldMkLst>
          <pc:docMk/>
          <pc:sldMk cId="2536559925" sldId="310"/>
        </pc:sldMkLst>
      </pc:sldChg>
      <pc:sldChg chg="del">
        <pc:chgData name="Yu, Harry" userId="d07dd713-323b-41c6-b24d-c18be50fb4fc" providerId="ADAL" clId="{196D0870-A10A-40F5-A791-3C67912576F2}" dt="2020-09-24T04:25:49.773" v="12" actId="2696"/>
        <pc:sldMkLst>
          <pc:docMk/>
          <pc:sldMk cId="1203370729" sldId="311"/>
        </pc:sldMkLst>
      </pc:sldChg>
      <pc:sldChg chg="del">
        <pc:chgData name="Yu, Harry" userId="d07dd713-323b-41c6-b24d-c18be50fb4fc" providerId="ADAL" clId="{196D0870-A10A-40F5-A791-3C67912576F2}" dt="2020-09-24T04:25:47.357" v="11" actId="2696"/>
        <pc:sldMkLst>
          <pc:docMk/>
          <pc:sldMk cId="2620751609" sldId="312"/>
        </pc:sldMkLst>
      </pc:sldChg>
      <pc:sldChg chg="del">
        <pc:chgData name="Yu, Harry" userId="d07dd713-323b-41c6-b24d-c18be50fb4fc" providerId="ADAL" clId="{196D0870-A10A-40F5-A791-3C67912576F2}" dt="2020-09-24T04:25:50.630" v="13" actId="2696"/>
        <pc:sldMkLst>
          <pc:docMk/>
          <pc:sldMk cId="3133878703" sldId="313"/>
        </pc:sldMkLst>
      </pc:sldChg>
      <pc:sldChg chg="del">
        <pc:chgData name="Yu, Harry" userId="d07dd713-323b-41c6-b24d-c18be50fb4fc" providerId="ADAL" clId="{196D0870-A10A-40F5-A791-3C67912576F2}" dt="2020-09-24T04:25:51.734" v="14" actId="2696"/>
        <pc:sldMkLst>
          <pc:docMk/>
          <pc:sldMk cId="2881057640" sldId="314"/>
        </pc:sldMkLst>
      </pc:sldChg>
      <pc:sldChg chg="del">
        <pc:chgData name="Yu, Harry" userId="d07dd713-323b-41c6-b24d-c18be50fb4fc" providerId="ADAL" clId="{196D0870-A10A-40F5-A791-3C67912576F2}" dt="2020-09-24T04:25:56.559" v="15" actId="2696"/>
        <pc:sldMkLst>
          <pc:docMk/>
          <pc:sldMk cId="283679209" sldId="315"/>
        </pc:sldMkLst>
      </pc:sldChg>
      <pc:sldChg chg="del">
        <pc:chgData name="Yu, Harry" userId="d07dd713-323b-41c6-b24d-c18be50fb4fc" providerId="ADAL" clId="{196D0870-A10A-40F5-A791-3C67912576F2}" dt="2020-09-24T04:26:16.813" v="18" actId="2696"/>
        <pc:sldMkLst>
          <pc:docMk/>
          <pc:sldMk cId="4168994620" sldId="330"/>
        </pc:sldMkLst>
      </pc:sldChg>
      <pc:sldChg chg="del">
        <pc:chgData name="Yu, Harry" userId="d07dd713-323b-41c6-b24d-c18be50fb4fc" providerId="ADAL" clId="{196D0870-A10A-40F5-A791-3C67912576F2}" dt="2020-09-24T06:45:32.360" v="282" actId="2696"/>
        <pc:sldMkLst>
          <pc:docMk/>
          <pc:sldMk cId="1994892394" sldId="344"/>
        </pc:sldMkLst>
      </pc:sldChg>
      <pc:sldChg chg="addSp delSp modSp add ord">
        <pc:chgData name="Yu, Harry" userId="d07dd713-323b-41c6-b24d-c18be50fb4fc" providerId="ADAL" clId="{196D0870-A10A-40F5-A791-3C67912576F2}" dt="2020-11-11T23:43:08.108" v="12880" actId="165"/>
        <pc:sldMkLst>
          <pc:docMk/>
          <pc:sldMk cId="2393367446" sldId="345"/>
        </pc:sldMkLst>
      </pc:sldChg>
      <pc:sldChg chg="add del">
        <pc:chgData name="Yu, Harry" userId="d07dd713-323b-41c6-b24d-c18be50fb4fc" providerId="ADAL" clId="{196D0870-A10A-40F5-A791-3C67912576F2}" dt="2020-09-24T06:43:16.902" v="268" actId="2696"/>
        <pc:sldMkLst>
          <pc:docMk/>
          <pc:sldMk cId="2841955666" sldId="345"/>
        </pc:sldMkLst>
      </pc:sldChg>
      <pc:sldChg chg="addSp delSp modSp add">
        <pc:chgData name="Yu, Harry" userId="d07dd713-323b-41c6-b24d-c18be50fb4fc" providerId="ADAL" clId="{196D0870-A10A-40F5-A791-3C67912576F2}" dt="2020-10-20T05:50:54.323" v="10857" actId="20577"/>
        <pc:sldMkLst>
          <pc:docMk/>
          <pc:sldMk cId="1970846983" sldId="346"/>
        </pc:sldMkLst>
      </pc:sldChg>
      <pc:sldChg chg="addSp delSp modSp add ord">
        <pc:chgData name="Yu, Harry" userId="d07dd713-323b-41c6-b24d-c18be50fb4fc" providerId="ADAL" clId="{196D0870-A10A-40F5-A791-3C67912576F2}" dt="2020-11-11T09:40:09.733" v="12863" actId="20577"/>
        <pc:sldMkLst>
          <pc:docMk/>
          <pc:sldMk cId="1720989735" sldId="347"/>
        </pc:sldMkLst>
      </pc:sldChg>
      <pc:sldChg chg="addSp delSp modSp">
        <pc:chgData name="Yu, Harry" userId="d07dd713-323b-41c6-b24d-c18be50fb4fc" providerId="ADAL" clId="{196D0870-A10A-40F5-A791-3C67912576F2}" dt="2020-10-20T06:01:40.418" v="10956" actId="108"/>
        <pc:sldMkLst>
          <pc:docMk/>
          <pc:sldMk cId="1047594624" sldId="348"/>
        </pc:sldMkLst>
      </pc:sldChg>
      <pc:sldChg chg="modSp">
        <pc:chgData name="Yu, Harry" userId="d07dd713-323b-41c6-b24d-c18be50fb4fc" providerId="ADAL" clId="{196D0870-A10A-40F5-A791-3C67912576F2}" dt="2020-10-28T23:11:34.048" v="12597" actId="20577"/>
        <pc:sldMkLst>
          <pc:docMk/>
          <pc:sldMk cId="1430307301" sldId="349"/>
        </pc:sldMkLst>
      </pc:sldChg>
      <pc:sldChg chg="addSp modSp">
        <pc:chgData name="Yu, Harry" userId="d07dd713-323b-41c6-b24d-c18be50fb4fc" providerId="ADAL" clId="{196D0870-A10A-40F5-A791-3C67912576F2}" dt="2020-10-19T06:02:00.155" v="10375"/>
        <pc:sldMkLst>
          <pc:docMk/>
          <pc:sldMk cId="2694536849" sldId="350"/>
        </pc:sldMkLst>
      </pc:sldChg>
      <pc:sldChg chg="addSp modSp">
        <pc:chgData name="Yu, Harry" userId="d07dd713-323b-41c6-b24d-c18be50fb4fc" providerId="ADAL" clId="{196D0870-A10A-40F5-A791-3C67912576F2}" dt="2020-10-21T23:32:44.815" v="11002" actId="20577"/>
        <pc:sldMkLst>
          <pc:docMk/>
          <pc:sldMk cId="744400410" sldId="351"/>
        </pc:sldMkLst>
      </pc:sldChg>
      <pc:sldChg chg="addSp delSp modSp add ord">
        <pc:chgData name="Yu, Harry" userId="d07dd713-323b-41c6-b24d-c18be50fb4fc" providerId="ADAL" clId="{196D0870-A10A-40F5-A791-3C67912576F2}" dt="2020-09-27T05:48:14.814" v="2543" actId="11529"/>
        <pc:sldMkLst>
          <pc:docMk/>
          <pc:sldMk cId="20239079" sldId="352"/>
        </pc:sldMkLst>
      </pc:sldChg>
      <pc:sldChg chg="add del">
        <pc:chgData name="Yu, Harry" userId="d07dd713-323b-41c6-b24d-c18be50fb4fc" providerId="ADAL" clId="{196D0870-A10A-40F5-A791-3C67912576F2}" dt="2020-09-27T05:37:33.654" v="2260"/>
        <pc:sldMkLst>
          <pc:docMk/>
          <pc:sldMk cId="1655303575" sldId="352"/>
        </pc:sldMkLst>
      </pc:sldChg>
      <pc:sldChg chg="modSp">
        <pc:chgData name="Yu, Harry" userId="d07dd713-323b-41c6-b24d-c18be50fb4fc" providerId="ADAL" clId="{196D0870-A10A-40F5-A791-3C67912576F2}" dt="2020-09-27T05:49:36.078" v="2567" actId="20577"/>
        <pc:sldMkLst>
          <pc:docMk/>
          <pc:sldMk cId="1807581627" sldId="353"/>
        </pc:sldMkLst>
      </pc:sldChg>
      <pc:sldChg chg="delSp modSp">
        <pc:chgData name="Yu, Harry" userId="d07dd713-323b-41c6-b24d-c18be50fb4fc" providerId="ADAL" clId="{196D0870-A10A-40F5-A791-3C67912576F2}" dt="2020-09-27T07:36:35.156" v="2611" actId="478"/>
        <pc:sldMkLst>
          <pc:docMk/>
          <pc:sldMk cId="2793958940" sldId="354"/>
        </pc:sldMkLst>
      </pc:sldChg>
      <pc:sldChg chg="modSp">
        <pc:chgData name="Yu, Harry" userId="d07dd713-323b-41c6-b24d-c18be50fb4fc" providerId="ADAL" clId="{196D0870-A10A-40F5-A791-3C67912576F2}" dt="2020-09-27T07:38:47.160" v="2612"/>
        <pc:sldMkLst>
          <pc:docMk/>
          <pc:sldMk cId="2684987239" sldId="355"/>
        </pc:sldMkLst>
      </pc:sldChg>
      <pc:sldChg chg="delSp modSp">
        <pc:chgData name="Yu, Harry" userId="d07dd713-323b-41c6-b24d-c18be50fb4fc" providerId="ADAL" clId="{196D0870-A10A-40F5-A791-3C67912576F2}" dt="2020-09-27T08:47:39.356" v="2751" actId="20577"/>
        <pc:sldMkLst>
          <pc:docMk/>
          <pc:sldMk cId="1265383617" sldId="356"/>
        </pc:sldMkLst>
      </pc:sldChg>
      <pc:sldChg chg="addSp delSp modSp">
        <pc:chgData name="Yu, Harry" userId="d07dd713-323b-41c6-b24d-c18be50fb4fc" providerId="ADAL" clId="{196D0870-A10A-40F5-A791-3C67912576F2}" dt="2020-10-10T06:19:53.583" v="6258" actId="313"/>
        <pc:sldMkLst>
          <pc:docMk/>
          <pc:sldMk cId="516112021" sldId="357"/>
        </pc:sldMkLst>
      </pc:sldChg>
      <pc:sldChg chg="add del">
        <pc:chgData name="Yu, Harry" userId="d07dd713-323b-41c6-b24d-c18be50fb4fc" providerId="ADAL" clId="{196D0870-A10A-40F5-A791-3C67912576F2}" dt="2020-09-27T09:04:49.282" v="2879"/>
        <pc:sldMkLst>
          <pc:docMk/>
          <pc:sldMk cId="352703078" sldId="358"/>
        </pc:sldMkLst>
      </pc:sldChg>
      <pc:sldChg chg="modSp">
        <pc:chgData name="Yu, Harry" userId="d07dd713-323b-41c6-b24d-c18be50fb4fc" providerId="ADAL" clId="{196D0870-A10A-40F5-A791-3C67912576F2}" dt="2020-09-27T09:06:26.678" v="2889"/>
        <pc:sldMkLst>
          <pc:docMk/>
          <pc:sldMk cId="2573751591" sldId="358"/>
        </pc:sldMkLst>
      </pc:sldChg>
      <pc:sldChg chg="addSp modSp">
        <pc:chgData name="Yu, Harry" userId="d07dd713-323b-41c6-b24d-c18be50fb4fc" providerId="ADAL" clId="{196D0870-A10A-40F5-A791-3C67912576F2}" dt="2020-10-29T06:26:51.228" v="12624" actId="20577"/>
        <pc:sldMkLst>
          <pc:docMk/>
          <pc:sldMk cId="762571728" sldId="359"/>
        </pc:sldMkLst>
      </pc:sldChg>
      <pc:sldChg chg="addSp modSp del">
        <pc:chgData name="Yu, Harry" userId="d07dd713-323b-41c6-b24d-c18be50fb4fc" providerId="ADAL" clId="{196D0870-A10A-40F5-A791-3C67912576F2}" dt="2020-10-29T06:26:45.551" v="12622" actId="2696"/>
        <pc:sldMkLst>
          <pc:docMk/>
          <pc:sldMk cId="602838902" sldId="360"/>
        </pc:sldMkLst>
      </pc:sldChg>
      <pc:sldChg chg="delSp modSp">
        <pc:chgData name="Yu, Harry" userId="d07dd713-323b-41c6-b24d-c18be50fb4fc" providerId="ADAL" clId="{196D0870-A10A-40F5-A791-3C67912576F2}" dt="2020-10-29T06:26:58.989" v="12628" actId="20577"/>
        <pc:sldMkLst>
          <pc:docMk/>
          <pc:sldMk cId="1738908870" sldId="361"/>
        </pc:sldMkLst>
      </pc:sldChg>
      <pc:sldChg chg="addSp modSp">
        <pc:chgData name="Yu, Harry" userId="d07dd713-323b-41c6-b24d-c18be50fb4fc" providerId="ADAL" clId="{196D0870-A10A-40F5-A791-3C67912576F2}" dt="2020-10-29T06:27:07.267" v="12632" actId="20577"/>
        <pc:sldMkLst>
          <pc:docMk/>
          <pc:sldMk cId="1803848135" sldId="362"/>
        </pc:sldMkLst>
      </pc:sldChg>
      <pc:sldChg chg="del">
        <pc:chgData name="Yu, Harry" userId="d07dd713-323b-41c6-b24d-c18be50fb4fc" providerId="ADAL" clId="{196D0870-A10A-40F5-A791-3C67912576F2}" dt="2020-09-28T01:24:57.391" v="3315" actId="2696"/>
        <pc:sldMkLst>
          <pc:docMk/>
          <pc:sldMk cId="2631405045" sldId="362"/>
        </pc:sldMkLst>
      </pc:sldChg>
      <pc:sldChg chg="modSp">
        <pc:chgData name="Yu, Harry" userId="d07dd713-323b-41c6-b24d-c18be50fb4fc" providerId="ADAL" clId="{196D0870-A10A-40F5-A791-3C67912576F2}" dt="2020-09-28T01:36:19.709" v="3442"/>
        <pc:sldMkLst>
          <pc:docMk/>
          <pc:sldMk cId="830645897" sldId="363"/>
        </pc:sldMkLst>
      </pc:sldChg>
      <pc:sldChg chg="addSp modSp">
        <pc:chgData name="Yu, Harry" userId="d07dd713-323b-41c6-b24d-c18be50fb4fc" providerId="ADAL" clId="{196D0870-A10A-40F5-A791-3C67912576F2}" dt="2020-10-19T06:39:46.194" v="10380"/>
        <pc:sldMkLst>
          <pc:docMk/>
          <pc:sldMk cId="2483991268" sldId="364"/>
        </pc:sldMkLst>
      </pc:sldChg>
      <pc:sldChg chg="addSp modSp">
        <pc:chgData name="Yu, Harry" userId="d07dd713-323b-41c6-b24d-c18be50fb4fc" providerId="ADAL" clId="{196D0870-A10A-40F5-A791-3C67912576F2}" dt="2020-10-22T03:55:14.464" v="11019" actId="1038"/>
        <pc:sldMkLst>
          <pc:docMk/>
          <pc:sldMk cId="4124176753" sldId="365"/>
        </pc:sldMkLst>
      </pc:sldChg>
      <pc:sldChg chg="modSp">
        <pc:chgData name="Yu, Harry" userId="d07dd713-323b-41c6-b24d-c18be50fb4fc" providerId="ADAL" clId="{196D0870-A10A-40F5-A791-3C67912576F2}" dt="2020-09-28T04:17:36.966" v="4126" actId="20577"/>
        <pc:sldMkLst>
          <pc:docMk/>
          <pc:sldMk cId="1291149336" sldId="366"/>
        </pc:sldMkLst>
      </pc:sldChg>
      <pc:sldChg chg="modSp">
        <pc:chgData name="Yu, Harry" userId="d07dd713-323b-41c6-b24d-c18be50fb4fc" providerId="ADAL" clId="{196D0870-A10A-40F5-A791-3C67912576F2}" dt="2020-09-28T04:13:08.590" v="4115"/>
        <pc:sldMkLst>
          <pc:docMk/>
          <pc:sldMk cId="2886081286" sldId="367"/>
        </pc:sldMkLst>
      </pc:sldChg>
      <pc:sldChg chg="modSp">
        <pc:chgData name="Yu, Harry" userId="d07dd713-323b-41c6-b24d-c18be50fb4fc" providerId="ADAL" clId="{196D0870-A10A-40F5-A791-3C67912576F2}" dt="2020-10-10T08:09:16.178" v="6957"/>
        <pc:sldMkLst>
          <pc:docMk/>
          <pc:sldMk cId="914646431" sldId="368"/>
        </pc:sldMkLst>
      </pc:sldChg>
      <pc:sldChg chg="addSp delSp modSp">
        <pc:chgData name="Yu, Harry" userId="d07dd713-323b-41c6-b24d-c18be50fb4fc" providerId="ADAL" clId="{196D0870-A10A-40F5-A791-3C67912576F2}" dt="2020-10-29T09:22:28.340" v="12713" actId="207"/>
        <pc:sldMkLst>
          <pc:docMk/>
          <pc:sldMk cId="3718417336" sldId="369"/>
        </pc:sldMkLst>
      </pc:sldChg>
      <pc:sldChg chg="addSp delSp modSp">
        <pc:chgData name="Yu, Harry" userId="d07dd713-323b-41c6-b24d-c18be50fb4fc" providerId="ADAL" clId="{196D0870-A10A-40F5-A791-3C67912576F2}" dt="2020-10-21T23:53:24.129" v="11008" actId="20577"/>
        <pc:sldMkLst>
          <pc:docMk/>
          <pc:sldMk cId="332865271" sldId="370"/>
        </pc:sldMkLst>
      </pc:sldChg>
      <pc:sldChg chg="delSp modSp">
        <pc:chgData name="Yu, Harry" userId="d07dd713-323b-41c6-b24d-c18be50fb4fc" providerId="ADAL" clId="{196D0870-A10A-40F5-A791-3C67912576F2}" dt="2020-10-10T08:09:31.715" v="6960"/>
        <pc:sldMkLst>
          <pc:docMk/>
          <pc:sldMk cId="1301221291" sldId="371"/>
        </pc:sldMkLst>
      </pc:sldChg>
      <pc:sldChg chg="addSp delSp modSp">
        <pc:chgData name="Yu, Harry" userId="d07dd713-323b-41c6-b24d-c18be50fb4fc" providerId="ADAL" clId="{196D0870-A10A-40F5-A791-3C67912576F2}" dt="2020-10-10T08:09:36.575" v="6961"/>
        <pc:sldMkLst>
          <pc:docMk/>
          <pc:sldMk cId="777599342" sldId="372"/>
        </pc:sldMkLst>
      </pc:sldChg>
      <pc:sldChg chg="modSp">
        <pc:chgData name="Yu, Harry" userId="d07dd713-323b-41c6-b24d-c18be50fb4fc" providerId="ADAL" clId="{196D0870-A10A-40F5-A791-3C67912576F2}" dt="2020-10-10T08:09:46.182" v="6962"/>
        <pc:sldMkLst>
          <pc:docMk/>
          <pc:sldMk cId="1828527808" sldId="373"/>
        </pc:sldMkLst>
      </pc:sldChg>
      <pc:sldChg chg="addSp delSp modSp">
        <pc:chgData name="Yu, Harry" userId="d07dd713-323b-41c6-b24d-c18be50fb4fc" providerId="ADAL" clId="{196D0870-A10A-40F5-A791-3C67912576F2}" dt="2020-10-10T08:09:55.318" v="6963"/>
        <pc:sldMkLst>
          <pc:docMk/>
          <pc:sldMk cId="2145281802" sldId="374"/>
        </pc:sldMkLst>
      </pc:sldChg>
      <pc:sldChg chg="addSp delSp modSp add">
        <pc:chgData name="Yu, Harry" userId="d07dd713-323b-41c6-b24d-c18be50fb4fc" providerId="ADAL" clId="{196D0870-A10A-40F5-A791-3C67912576F2}" dt="2020-10-20T01:41:18.568" v="10533" actId="20577"/>
        <pc:sldMkLst>
          <pc:docMk/>
          <pc:sldMk cId="4193153865" sldId="375"/>
        </pc:sldMkLst>
      </pc:sldChg>
      <pc:sldChg chg="modSp">
        <pc:chgData name="Yu, Harry" userId="d07dd713-323b-41c6-b24d-c18be50fb4fc" providerId="ADAL" clId="{196D0870-A10A-40F5-A791-3C67912576F2}" dt="2020-10-10T08:10:02.652" v="6964"/>
        <pc:sldMkLst>
          <pc:docMk/>
          <pc:sldMk cId="1741195623" sldId="376"/>
        </pc:sldMkLst>
      </pc:sldChg>
      <pc:sldChg chg="modSp">
        <pc:chgData name="Yu, Harry" userId="d07dd713-323b-41c6-b24d-c18be50fb4fc" providerId="ADAL" clId="{196D0870-A10A-40F5-A791-3C67912576F2}" dt="2020-10-10T08:10:08.050" v="6965"/>
        <pc:sldMkLst>
          <pc:docMk/>
          <pc:sldMk cId="36743268" sldId="377"/>
        </pc:sldMkLst>
      </pc:sldChg>
      <pc:sldChg chg="addSp delSp modSp">
        <pc:chgData name="Yu, Harry" userId="d07dd713-323b-41c6-b24d-c18be50fb4fc" providerId="ADAL" clId="{196D0870-A10A-40F5-A791-3C67912576F2}" dt="2020-10-29T06:27:33.608" v="12633" actId="478"/>
        <pc:sldMkLst>
          <pc:docMk/>
          <pc:sldMk cId="3668215363" sldId="378"/>
        </pc:sldMkLst>
      </pc:sldChg>
      <pc:sldChg chg="modSp">
        <pc:chgData name="Yu, Harry" userId="d07dd713-323b-41c6-b24d-c18be50fb4fc" providerId="ADAL" clId="{196D0870-A10A-40F5-A791-3C67912576F2}" dt="2020-10-10T08:10:20.297" v="6967"/>
        <pc:sldMkLst>
          <pc:docMk/>
          <pc:sldMk cId="400289930" sldId="379"/>
        </pc:sldMkLst>
      </pc:sldChg>
      <pc:sldChg chg="addSp modSp">
        <pc:chgData name="Yu, Harry" userId="d07dd713-323b-41c6-b24d-c18be50fb4fc" providerId="ADAL" clId="{196D0870-A10A-40F5-A791-3C67912576F2}" dt="2020-10-19T06:41:39.198" v="10382"/>
        <pc:sldMkLst>
          <pc:docMk/>
          <pc:sldMk cId="1634231022" sldId="380"/>
        </pc:sldMkLst>
      </pc:sldChg>
      <pc:sldChg chg="modSp">
        <pc:chgData name="Yu, Harry" userId="d07dd713-323b-41c6-b24d-c18be50fb4fc" providerId="ADAL" clId="{196D0870-A10A-40F5-A791-3C67912576F2}" dt="2020-10-10T08:11:31.735" v="6973" actId="20577"/>
        <pc:sldMkLst>
          <pc:docMk/>
          <pc:sldMk cId="224488440" sldId="381"/>
        </pc:sldMkLst>
      </pc:sldChg>
      <pc:sldChg chg="modSp del">
        <pc:chgData name="Yu, Harry" userId="d07dd713-323b-41c6-b24d-c18be50fb4fc" providerId="ADAL" clId="{196D0870-A10A-40F5-A791-3C67912576F2}" dt="2020-10-10T08:14:03.102" v="6983" actId="2696"/>
        <pc:sldMkLst>
          <pc:docMk/>
          <pc:sldMk cId="1486447241" sldId="382"/>
        </pc:sldMkLst>
      </pc:sldChg>
      <pc:sldChg chg="addSp modSp">
        <pc:chgData name="Yu, Harry" userId="d07dd713-323b-41c6-b24d-c18be50fb4fc" providerId="ADAL" clId="{196D0870-A10A-40F5-A791-3C67912576F2}" dt="2020-10-19T06:42:58.520" v="10383"/>
        <pc:sldMkLst>
          <pc:docMk/>
          <pc:sldMk cId="3386074264" sldId="382"/>
        </pc:sldMkLst>
      </pc:sldChg>
      <pc:sldChg chg="modSp">
        <pc:chgData name="Yu, Harry" userId="d07dd713-323b-41c6-b24d-c18be50fb4fc" providerId="ADAL" clId="{196D0870-A10A-40F5-A791-3C67912576F2}" dt="2020-10-10T08:27:56.530" v="7349" actId="20577"/>
        <pc:sldMkLst>
          <pc:docMk/>
          <pc:sldMk cId="1106017697" sldId="383"/>
        </pc:sldMkLst>
      </pc:sldChg>
      <pc:sldChg chg="modSp">
        <pc:chgData name="Yu, Harry" userId="d07dd713-323b-41c6-b24d-c18be50fb4fc" providerId="ADAL" clId="{196D0870-A10A-40F5-A791-3C67912576F2}" dt="2020-10-10T08:36:16.261" v="7350"/>
        <pc:sldMkLst>
          <pc:docMk/>
          <pc:sldMk cId="3968152520" sldId="384"/>
        </pc:sldMkLst>
      </pc:sldChg>
      <pc:sldChg chg="addSp delSp modSp">
        <pc:chgData name="Yu, Harry" userId="d07dd713-323b-41c6-b24d-c18be50fb4fc" providerId="ADAL" clId="{196D0870-A10A-40F5-A791-3C67912576F2}" dt="2020-11-11T09:43:58.461" v="12877" actId="20577"/>
        <pc:sldMkLst>
          <pc:docMk/>
          <pc:sldMk cId="4141823049" sldId="385"/>
        </pc:sldMkLst>
      </pc:sldChg>
      <pc:sldChg chg="addSp delSp modSp">
        <pc:chgData name="Yu, Harry" userId="d07dd713-323b-41c6-b24d-c18be50fb4fc" providerId="ADAL" clId="{196D0870-A10A-40F5-A791-3C67912576F2}" dt="2020-10-19T05:49:30.521" v="10125" actId="478"/>
        <pc:sldMkLst>
          <pc:docMk/>
          <pc:sldMk cId="4009894245" sldId="386"/>
        </pc:sldMkLst>
      </pc:sldChg>
      <pc:sldChg chg="addSp delSp modSp">
        <pc:chgData name="Yu, Harry" userId="d07dd713-323b-41c6-b24d-c18be50fb4fc" providerId="ADAL" clId="{196D0870-A10A-40F5-A791-3C67912576F2}" dt="2020-10-19T06:43:46.307" v="10384"/>
        <pc:sldMkLst>
          <pc:docMk/>
          <pc:sldMk cId="3675676484" sldId="387"/>
        </pc:sldMkLst>
      </pc:sldChg>
      <pc:sldChg chg="modSp">
        <pc:chgData name="Yu, Harry" userId="d07dd713-323b-41c6-b24d-c18be50fb4fc" providerId="ADAL" clId="{196D0870-A10A-40F5-A791-3C67912576F2}" dt="2020-10-12T01:37:19.715" v="7805"/>
        <pc:sldMkLst>
          <pc:docMk/>
          <pc:sldMk cId="3933054710" sldId="388"/>
        </pc:sldMkLst>
      </pc:sldChg>
      <pc:sldChg chg="add del">
        <pc:chgData name="Yu, Harry" userId="d07dd713-323b-41c6-b24d-c18be50fb4fc" providerId="ADAL" clId="{196D0870-A10A-40F5-A791-3C67912576F2}" dt="2020-10-12T03:18:01.404" v="7810"/>
        <pc:sldMkLst>
          <pc:docMk/>
          <pc:sldMk cId="250960633" sldId="389"/>
        </pc:sldMkLst>
      </pc:sldChg>
      <pc:sldChg chg="addSp delSp modSp add ord">
        <pc:chgData name="Yu, Harry" userId="d07dd713-323b-41c6-b24d-c18be50fb4fc" providerId="ADAL" clId="{196D0870-A10A-40F5-A791-3C67912576F2}" dt="2020-10-12T05:02:32.027" v="8001"/>
        <pc:sldMkLst>
          <pc:docMk/>
          <pc:sldMk cId="4023221386" sldId="389"/>
        </pc:sldMkLst>
      </pc:sldChg>
      <pc:sldChg chg="modSp ord">
        <pc:chgData name="Yu, Harry" userId="d07dd713-323b-41c6-b24d-c18be50fb4fc" providerId="ADAL" clId="{196D0870-A10A-40F5-A791-3C67912576F2}" dt="2020-11-05T00:21:36.227" v="12720" actId="20577"/>
        <pc:sldMkLst>
          <pc:docMk/>
          <pc:sldMk cId="1891120556" sldId="390"/>
        </pc:sldMkLst>
      </pc:sldChg>
      <pc:sldChg chg="modSp">
        <pc:chgData name="Yu, Harry" userId="d07dd713-323b-41c6-b24d-c18be50fb4fc" providerId="ADAL" clId="{196D0870-A10A-40F5-A791-3C67912576F2}" dt="2020-10-12T05:02:37.550" v="8003"/>
        <pc:sldMkLst>
          <pc:docMk/>
          <pc:sldMk cId="1220728675" sldId="391"/>
        </pc:sldMkLst>
      </pc:sldChg>
      <pc:sldChg chg="modSp">
        <pc:chgData name="Yu, Harry" userId="d07dd713-323b-41c6-b24d-c18be50fb4fc" providerId="ADAL" clId="{196D0870-A10A-40F5-A791-3C67912576F2}" dt="2020-10-12T05:07:22.186" v="8109"/>
        <pc:sldMkLst>
          <pc:docMk/>
          <pc:sldMk cId="3818488837" sldId="392"/>
        </pc:sldMkLst>
      </pc:sldChg>
      <pc:sldChg chg="delSp modSp">
        <pc:chgData name="Yu, Harry" userId="d07dd713-323b-41c6-b24d-c18be50fb4fc" providerId="ADAL" clId="{196D0870-A10A-40F5-A791-3C67912576F2}" dt="2020-10-12T05:58:13.930" v="8226" actId="20577"/>
        <pc:sldMkLst>
          <pc:docMk/>
          <pc:sldMk cId="20146493" sldId="393"/>
        </pc:sldMkLst>
      </pc:sldChg>
      <pc:sldChg chg="modSp">
        <pc:chgData name="Yu, Harry" userId="d07dd713-323b-41c6-b24d-c18be50fb4fc" providerId="ADAL" clId="{196D0870-A10A-40F5-A791-3C67912576F2}" dt="2020-10-12T05:58:18.532" v="8227" actId="20577"/>
        <pc:sldMkLst>
          <pc:docMk/>
          <pc:sldMk cId="1885818837" sldId="394"/>
        </pc:sldMkLst>
      </pc:sldChg>
      <pc:sldChg chg="add del">
        <pc:chgData name="Yu, Harry" userId="d07dd713-323b-41c6-b24d-c18be50fb4fc" providerId="ADAL" clId="{196D0870-A10A-40F5-A791-3C67912576F2}" dt="2020-10-12T05:25:33.616" v="8189" actId="2696"/>
        <pc:sldMkLst>
          <pc:docMk/>
          <pc:sldMk cId="3452057254" sldId="395"/>
        </pc:sldMkLst>
      </pc:sldChg>
      <pc:sldChg chg="modSp">
        <pc:chgData name="Yu, Harry" userId="d07dd713-323b-41c6-b24d-c18be50fb4fc" providerId="ADAL" clId="{196D0870-A10A-40F5-A791-3C67912576F2}" dt="2020-10-12T05:58:23.930" v="8228" actId="20577"/>
        <pc:sldMkLst>
          <pc:docMk/>
          <pc:sldMk cId="3029800416" sldId="396"/>
        </pc:sldMkLst>
      </pc:sldChg>
      <pc:sldChg chg="modSp">
        <pc:chgData name="Yu, Harry" userId="d07dd713-323b-41c6-b24d-c18be50fb4fc" providerId="ADAL" clId="{196D0870-A10A-40F5-A791-3C67912576F2}" dt="2020-10-12T05:59:48.910" v="8245" actId="20577"/>
        <pc:sldMkLst>
          <pc:docMk/>
          <pc:sldMk cId="2484212312" sldId="397"/>
        </pc:sldMkLst>
      </pc:sldChg>
      <pc:sldChg chg="modSp">
        <pc:chgData name="Yu, Harry" userId="d07dd713-323b-41c6-b24d-c18be50fb4fc" providerId="ADAL" clId="{196D0870-A10A-40F5-A791-3C67912576F2}" dt="2020-10-12T06:15:47.545" v="8326" actId="20577"/>
        <pc:sldMkLst>
          <pc:docMk/>
          <pc:sldMk cId="4033781814" sldId="398"/>
        </pc:sldMkLst>
      </pc:sldChg>
      <pc:sldChg chg="modSp">
        <pc:chgData name="Yu, Harry" userId="d07dd713-323b-41c6-b24d-c18be50fb4fc" providerId="ADAL" clId="{196D0870-A10A-40F5-A791-3C67912576F2}" dt="2020-10-12T06:15:52.602" v="8327" actId="20577"/>
        <pc:sldMkLst>
          <pc:docMk/>
          <pc:sldMk cId="1399147271" sldId="399"/>
        </pc:sldMkLst>
      </pc:sldChg>
      <pc:sldChg chg="addSp modSp">
        <pc:chgData name="Yu, Harry" userId="d07dd713-323b-41c6-b24d-c18be50fb4fc" providerId="ADAL" clId="{196D0870-A10A-40F5-A791-3C67912576F2}" dt="2020-10-12T06:29:26.105" v="8781" actId="113"/>
        <pc:sldMkLst>
          <pc:docMk/>
          <pc:sldMk cId="2963989402" sldId="400"/>
        </pc:sldMkLst>
      </pc:sldChg>
      <pc:sldChg chg="modSp">
        <pc:chgData name="Yu, Harry" userId="d07dd713-323b-41c6-b24d-c18be50fb4fc" providerId="ADAL" clId="{196D0870-A10A-40F5-A791-3C67912576F2}" dt="2020-10-12T06:33:44.378" v="8797" actId="207"/>
        <pc:sldMkLst>
          <pc:docMk/>
          <pc:sldMk cId="4220464762" sldId="401"/>
        </pc:sldMkLst>
      </pc:sldChg>
      <pc:sldChg chg="addSp delSp modSp">
        <pc:chgData name="Yu, Harry" userId="d07dd713-323b-41c6-b24d-c18be50fb4fc" providerId="ADAL" clId="{196D0870-A10A-40F5-A791-3C67912576F2}" dt="2020-10-19T06:44:24.783" v="10387" actId="20577"/>
        <pc:sldMkLst>
          <pc:docMk/>
          <pc:sldMk cId="723533408" sldId="402"/>
        </pc:sldMkLst>
      </pc:sldChg>
      <pc:sldChg chg="addSp delSp modSp add">
        <pc:chgData name="Yu, Harry" userId="d07dd713-323b-41c6-b24d-c18be50fb4fc" providerId="ADAL" clId="{196D0870-A10A-40F5-A791-3C67912576F2}" dt="2020-10-22T04:39:39.079" v="12519"/>
        <pc:sldMkLst>
          <pc:docMk/>
          <pc:sldMk cId="3004043700" sldId="403"/>
        </pc:sldMkLst>
      </pc:sldChg>
      <pc:sldMasterChg chg="modSp modSldLayout">
        <pc:chgData name="Yu, Harry" userId="d07dd713-323b-41c6-b24d-c18be50fb4fc" providerId="ADAL" clId="{196D0870-A10A-40F5-A791-3C67912576F2}" dt="2020-09-24T04:30:17.205" v="49"/>
        <pc:sldMasterMkLst>
          <pc:docMk/>
          <pc:sldMasterMk cId="0" sldId="2147483648"/>
        </pc:sldMasterMkLst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848009137" sldId="2147483723"/>
          </pc:sldLayoutMkLst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3163764267" sldId="2147483744"/>
          </pc:sldLayoutMkLst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11115880" sldId="2147483746"/>
          </pc:sldLayoutMkLst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069130286" sldId="2147483747"/>
          </pc:sldLayoutMkLst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659977097" sldId="2147483761"/>
          </pc:sldLayoutMkLst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206316103" sldId="2147483768"/>
          </pc:sldLayoutMkLst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929401118" sldId="2147483769"/>
          </pc:sldLayoutMkLst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721394469" sldId="2147483771"/>
          </pc:sldLayoutMkLst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275472773" sldId="2147483772"/>
          </pc:sldLayoutMkLst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4037652969" sldId="2147483780"/>
          </pc:sldLayoutMkLst>
        </pc:sldLayoutChg>
      </pc:sldMasterChg>
    </pc:docChg>
  </pc:docChgLst>
  <pc:docChgLst>
    <pc:chgData name="Yu, Harry" userId="d07dd713-323b-41c6-b24d-c18be50fb4fc" providerId="ADAL" clId="{D83F0C2C-D676-425D-B92E-9A88DAD47D68}"/>
    <pc:docChg chg="custSel modSld">
      <pc:chgData name="Yu, Harry" userId="d07dd713-323b-41c6-b24d-c18be50fb4fc" providerId="ADAL" clId="{D83F0C2C-D676-425D-B92E-9A88DAD47D68}" dt="2021-11-01T05:42:06.395" v="282" actId="20577"/>
      <pc:docMkLst>
        <pc:docMk/>
      </pc:docMkLst>
      <pc:sldChg chg="delSp mod">
        <pc:chgData name="Yu, Harry" userId="d07dd713-323b-41c6-b24d-c18be50fb4fc" providerId="ADAL" clId="{D83F0C2C-D676-425D-B92E-9A88DAD47D68}" dt="2021-11-01T05:39:28.097" v="0" actId="478"/>
        <pc:sldMkLst>
          <pc:docMk/>
          <pc:sldMk cId="914646431" sldId="368"/>
        </pc:sldMkLst>
      </pc:sldChg>
      <pc:sldChg chg="modSp mod">
        <pc:chgData name="Yu, Harry" userId="d07dd713-323b-41c6-b24d-c18be50fb4fc" providerId="ADAL" clId="{D83F0C2C-D676-425D-B92E-9A88DAD47D68}" dt="2021-11-01T05:42:06.395" v="282" actId="20577"/>
        <pc:sldMkLst>
          <pc:docMk/>
          <pc:sldMk cId="2549360784" sldId="429"/>
        </pc:sldMkLst>
      </pc:sldChg>
    </pc:docChg>
  </pc:docChgLst>
  <pc:docChgLst>
    <pc:chgData name="Zheng, Binghuan" userId="0c8cd837-2f89-4b12-8657-4317aa4b18aa" providerId="ADAL" clId="{E707B9D4-0FB7-4146-A421-BB49266FBC62}"/>
    <pc:docChg chg="undo redo custSel addSld delSld modSld sldOrd">
      <pc:chgData name="Zheng, Binghuan" userId="0c8cd837-2f89-4b12-8657-4317aa4b18aa" providerId="ADAL" clId="{E707B9D4-0FB7-4146-A421-BB49266FBC62}" dt="2025-10-08T23:51:09.578" v="3927" actId="13926"/>
      <pc:docMkLst>
        <pc:docMk/>
      </pc:docMkLst>
      <pc:sldChg chg="modSp mod">
        <pc:chgData name="Zheng, Binghuan" userId="0c8cd837-2f89-4b12-8657-4317aa4b18aa" providerId="ADAL" clId="{E707B9D4-0FB7-4146-A421-BB49266FBC62}" dt="2025-09-28T05:40:59.804" v="376" actId="20577"/>
        <pc:sldMkLst>
          <pc:docMk/>
          <pc:sldMk cId="2086400740" sldId="256"/>
        </pc:sldMkLst>
        <pc:spChg chg="mod">
          <ac:chgData name="Zheng, Binghuan" userId="0c8cd837-2f89-4b12-8657-4317aa4b18aa" providerId="ADAL" clId="{E707B9D4-0FB7-4146-A421-BB49266FBC62}" dt="2025-09-28T05:40:52.974" v="375" actId="20577"/>
          <ac:spMkLst>
            <pc:docMk/>
            <pc:sldMk cId="2086400740" sldId="256"/>
            <ac:spMk id="5" creationId="{679F4BE2-8E4A-4003-B816-9E34781F7E88}"/>
          </ac:spMkLst>
        </pc:spChg>
        <pc:spChg chg="mod">
          <ac:chgData name="Zheng, Binghuan" userId="0c8cd837-2f89-4b12-8657-4317aa4b18aa" providerId="ADAL" clId="{E707B9D4-0FB7-4146-A421-BB49266FBC62}" dt="2025-09-28T05:40:59.804" v="376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modSp mod">
        <pc:chgData name="Zheng, Binghuan" userId="0c8cd837-2f89-4b12-8657-4317aa4b18aa" providerId="ADAL" clId="{E707B9D4-0FB7-4146-A421-BB49266FBC62}" dt="2025-10-08T23:51:09.578" v="3927" actId="13926"/>
        <pc:sldMkLst>
          <pc:docMk/>
          <pc:sldMk cId="1970846983" sldId="346"/>
        </pc:sldMkLst>
        <pc:spChg chg="mod">
          <ac:chgData name="Zheng, Binghuan" userId="0c8cd837-2f89-4b12-8657-4317aa4b18aa" providerId="ADAL" clId="{E707B9D4-0FB7-4146-A421-BB49266FBC62}" dt="2025-10-08T23:51:09.578" v="3927" actId="13926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Zheng, Binghuan" userId="0c8cd837-2f89-4b12-8657-4317aa4b18aa" providerId="ADAL" clId="{E707B9D4-0FB7-4146-A421-BB49266FBC62}" dt="2025-09-29T03:15:14.021" v="3335" actId="14100"/>
          <ac:spMkLst>
            <pc:docMk/>
            <pc:sldMk cId="1970846983" sldId="346"/>
            <ac:spMk id="4" creationId="{F40B3903-56DF-4903-AAAF-FFE7DC00ED5A}"/>
          </ac:spMkLst>
        </pc:spChg>
      </pc:sldChg>
      <pc:sldChg chg="modSp mod">
        <pc:chgData name="Zheng, Binghuan" userId="0c8cd837-2f89-4b12-8657-4317aa4b18aa" providerId="ADAL" clId="{E707B9D4-0FB7-4146-A421-BB49266FBC62}" dt="2025-09-29T06:56:25.394" v="3926" actId="108"/>
        <pc:sldMkLst>
          <pc:docMk/>
          <pc:sldMk cId="723533408" sldId="402"/>
        </pc:sldMkLst>
        <pc:spChg chg="mod">
          <ac:chgData name="Zheng, Binghuan" userId="0c8cd837-2f89-4b12-8657-4317aa4b18aa" providerId="ADAL" clId="{E707B9D4-0FB7-4146-A421-BB49266FBC62}" dt="2025-09-29T06:56:25.394" v="3926" actId="108"/>
          <ac:spMkLst>
            <pc:docMk/>
            <pc:sldMk cId="723533408" sldId="402"/>
            <ac:spMk id="3" creationId="{96457946-1483-4C9A-8FE4-A2862E3EFF3F}"/>
          </ac:spMkLst>
        </pc:spChg>
      </pc:sldChg>
      <pc:sldChg chg="modSp mod">
        <pc:chgData name="Zheng, Binghuan" userId="0c8cd837-2f89-4b12-8657-4317aa4b18aa" providerId="ADAL" clId="{E707B9D4-0FB7-4146-A421-BB49266FBC62}" dt="2025-09-23T08:23:06.319" v="10"/>
        <pc:sldMkLst>
          <pc:docMk/>
          <pc:sldMk cId="2059096030" sldId="437"/>
        </pc:sldMkLst>
      </pc:sldChg>
      <pc:sldChg chg="modSp">
        <pc:chgData name="Zheng, Binghuan" userId="0c8cd837-2f89-4b12-8657-4317aa4b18aa" providerId="ADAL" clId="{E707B9D4-0FB7-4146-A421-BB49266FBC62}" dt="2025-09-23T08:23:19.988" v="11"/>
        <pc:sldMkLst>
          <pc:docMk/>
          <pc:sldMk cId="1495955687" sldId="444"/>
        </pc:sldMkLst>
      </pc:sldChg>
      <pc:sldChg chg="modSp">
        <pc:chgData name="Zheng, Binghuan" userId="0c8cd837-2f89-4b12-8657-4317aa4b18aa" providerId="ADAL" clId="{E707B9D4-0FB7-4146-A421-BB49266FBC62}" dt="2025-09-23T08:23:30.947" v="12"/>
        <pc:sldMkLst>
          <pc:docMk/>
          <pc:sldMk cId="2988194818" sldId="447"/>
        </pc:sldMkLst>
      </pc:sldChg>
      <pc:sldChg chg="modSp">
        <pc:chgData name="Zheng, Binghuan" userId="0c8cd837-2f89-4b12-8657-4317aa4b18aa" providerId="ADAL" clId="{E707B9D4-0FB7-4146-A421-BB49266FBC62}" dt="2025-09-23T08:23:49.308" v="13"/>
        <pc:sldMkLst>
          <pc:docMk/>
          <pc:sldMk cId="2209356476" sldId="450"/>
        </pc:sldMkLst>
      </pc:sldChg>
      <pc:sldChg chg="modSp mod">
        <pc:chgData name="Zheng, Binghuan" userId="0c8cd837-2f89-4b12-8657-4317aa4b18aa" providerId="ADAL" clId="{E707B9D4-0FB7-4146-A421-BB49266FBC62}" dt="2025-09-29T06:03:35.281" v="3392" actId="20577"/>
        <pc:sldMkLst>
          <pc:docMk/>
          <pc:sldMk cId="2050256125" sldId="451"/>
        </pc:sldMkLst>
        <pc:spChg chg="mod">
          <ac:chgData name="Zheng, Binghuan" userId="0c8cd837-2f89-4b12-8657-4317aa4b18aa" providerId="ADAL" clId="{E707B9D4-0FB7-4146-A421-BB49266FBC62}" dt="2025-09-29T06:03:35.281" v="3392" actId="20577"/>
          <ac:spMkLst>
            <pc:docMk/>
            <pc:sldMk cId="2050256125" sldId="451"/>
            <ac:spMk id="4" creationId="{739ED610-7AC8-45CD-BCC6-B494109E5D9F}"/>
          </ac:spMkLst>
        </pc:spChg>
        <pc:spChg chg="mod">
          <ac:chgData name="Zheng, Binghuan" userId="0c8cd837-2f89-4b12-8657-4317aa4b18aa" providerId="ADAL" clId="{E707B9D4-0FB7-4146-A421-BB49266FBC62}" dt="2025-09-28T06:30:52.772" v="543" actId="20577"/>
          <ac:spMkLst>
            <pc:docMk/>
            <pc:sldMk cId="2050256125" sldId="451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E707B9D4-0FB7-4146-A421-BB49266FBC62}" dt="2025-09-29T06:02:51.529" v="3372" actId="1076"/>
          <ac:graphicFrameMkLst>
            <pc:docMk/>
            <pc:sldMk cId="2050256125" sldId="451"/>
            <ac:graphicFrameMk id="3" creationId="{503B5CA7-8C98-49CD-062E-DAB370D359FC}"/>
          </ac:graphicFrameMkLst>
        </pc:graphicFrameChg>
      </pc:sldChg>
      <pc:sldChg chg="addSp modSp mod">
        <pc:chgData name="Zheng, Binghuan" userId="0c8cd837-2f89-4b12-8657-4317aa4b18aa" providerId="ADAL" clId="{E707B9D4-0FB7-4146-A421-BB49266FBC62}" dt="2025-09-29T06:04:44.790" v="3396" actId="20577"/>
        <pc:sldMkLst>
          <pc:docMk/>
          <pc:sldMk cId="1443141661" sldId="486"/>
        </pc:sldMkLst>
        <pc:spChg chg="add mod">
          <ac:chgData name="Zheng, Binghuan" userId="0c8cd837-2f89-4b12-8657-4317aa4b18aa" providerId="ADAL" clId="{E707B9D4-0FB7-4146-A421-BB49266FBC62}" dt="2025-09-29T05:22:00.751" v="3351" actId="1076"/>
          <ac:spMkLst>
            <pc:docMk/>
            <pc:sldMk cId="1443141661" sldId="486"/>
            <ac:spMk id="2" creationId="{ED016A50-719E-A564-1B42-4669828F8D85}"/>
          </ac:spMkLst>
        </pc:spChg>
        <pc:spChg chg="mod">
          <ac:chgData name="Zheng, Binghuan" userId="0c8cd837-2f89-4b12-8657-4317aa4b18aa" providerId="ADAL" clId="{E707B9D4-0FB7-4146-A421-BB49266FBC62}" dt="2025-09-29T06:04:44.790" v="3396" actId="20577"/>
          <ac:spMkLst>
            <pc:docMk/>
            <pc:sldMk cId="1443141661" sldId="486"/>
            <ac:spMk id="4" creationId="{739ED610-7AC8-45CD-BCC6-B494109E5D9F}"/>
          </ac:spMkLst>
        </pc:spChg>
        <pc:spChg chg="mod">
          <ac:chgData name="Zheng, Binghuan" userId="0c8cd837-2f89-4b12-8657-4317aa4b18aa" providerId="ADAL" clId="{E707B9D4-0FB7-4146-A421-BB49266FBC62}" dt="2025-09-28T06:30:56.236" v="544" actId="20577"/>
          <ac:spMkLst>
            <pc:docMk/>
            <pc:sldMk cId="1443141661" sldId="486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E707B9D4-0FB7-4146-A421-BB49266FBC62}" dt="2025-09-28T06:30:46.702" v="542" actId="20577"/>
          <ac:graphicFrameMkLst>
            <pc:docMk/>
            <pc:sldMk cId="1443141661" sldId="486"/>
            <ac:graphicFrameMk id="3" creationId="{503B5CA7-8C98-49CD-062E-DAB370D359FC}"/>
          </ac:graphicFrameMkLst>
        </pc:graphicFrameChg>
      </pc:sldChg>
      <pc:sldChg chg="del">
        <pc:chgData name="Zheng, Binghuan" userId="0c8cd837-2f89-4b12-8657-4317aa4b18aa" providerId="ADAL" clId="{E707B9D4-0FB7-4146-A421-BB49266FBC62}" dt="2025-09-26T11:49:59.087" v="51" actId="47"/>
        <pc:sldMkLst>
          <pc:docMk/>
          <pc:sldMk cId="2985871454" sldId="487"/>
        </pc:sldMkLst>
      </pc:sldChg>
      <pc:sldChg chg="del">
        <pc:chgData name="Zheng, Binghuan" userId="0c8cd837-2f89-4b12-8657-4317aa4b18aa" providerId="ADAL" clId="{E707B9D4-0FB7-4146-A421-BB49266FBC62}" dt="2025-09-26T11:49:59.673" v="52" actId="47"/>
        <pc:sldMkLst>
          <pc:docMk/>
          <pc:sldMk cId="2918012652" sldId="488"/>
        </pc:sldMkLst>
      </pc:sldChg>
      <pc:sldChg chg="modSp mod">
        <pc:chgData name="Zheng, Binghuan" userId="0c8cd837-2f89-4b12-8657-4317aa4b18aa" providerId="ADAL" clId="{E707B9D4-0FB7-4146-A421-BB49266FBC62}" dt="2025-09-29T06:07:28.512" v="3410" actId="13926"/>
        <pc:sldMkLst>
          <pc:docMk/>
          <pc:sldMk cId="2729596788" sldId="489"/>
        </pc:sldMkLst>
        <pc:spChg chg="mod">
          <ac:chgData name="Zheng, Binghuan" userId="0c8cd837-2f89-4b12-8657-4317aa4b18aa" providerId="ADAL" clId="{E707B9D4-0FB7-4146-A421-BB49266FBC62}" dt="2025-09-28T12:21:38.398" v="1644" actId="1076"/>
          <ac:spMkLst>
            <pc:docMk/>
            <pc:sldMk cId="2729596788" sldId="489"/>
            <ac:spMk id="4" creationId="{739ED610-7AC8-45CD-BCC6-B494109E5D9F}"/>
          </ac:spMkLst>
        </pc:spChg>
        <pc:spChg chg="mod">
          <ac:chgData name="Zheng, Binghuan" userId="0c8cd837-2f89-4b12-8657-4317aa4b18aa" providerId="ADAL" clId="{E707B9D4-0FB7-4146-A421-BB49266FBC62}" dt="2025-09-29T01:15:35.136" v="1810" actId="20577"/>
          <ac:spMkLst>
            <pc:docMk/>
            <pc:sldMk cId="2729596788" sldId="489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E707B9D4-0FB7-4146-A421-BB49266FBC62}" dt="2025-09-29T06:07:28.512" v="3410" actId="13926"/>
          <ac:graphicFrameMkLst>
            <pc:docMk/>
            <pc:sldMk cId="2729596788" sldId="489"/>
            <ac:graphicFrameMk id="3" creationId="{503B5CA7-8C98-49CD-062E-DAB370D359FC}"/>
          </ac:graphicFrameMkLst>
        </pc:graphicFrameChg>
      </pc:sldChg>
      <pc:sldChg chg="delSp modSp mod">
        <pc:chgData name="Zheng, Binghuan" userId="0c8cd837-2f89-4b12-8657-4317aa4b18aa" providerId="ADAL" clId="{E707B9D4-0FB7-4146-A421-BB49266FBC62}" dt="2025-09-29T06:10:14.118" v="3413" actId="20577"/>
        <pc:sldMkLst>
          <pc:docMk/>
          <pc:sldMk cId="522948719" sldId="490"/>
        </pc:sldMkLst>
        <pc:spChg chg="mod">
          <ac:chgData name="Zheng, Binghuan" userId="0c8cd837-2f89-4b12-8657-4317aa4b18aa" providerId="ADAL" clId="{E707B9D4-0FB7-4146-A421-BB49266FBC62}" dt="2025-09-29T01:15:37.889" v="1811" actId="20577"/>
          <ac:spMkLst>
            <pc:docMk/>
            <pc:sldMk cId="522948719" sldId="490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E707B9D4-0FB7-4146-A421-BB49266FBC62}" dt="2025-09-29T06:10:14.118" v="3413" actId="20577"/>
          <ac:graphicFrameMkLst>
            <pc:docMk/>
            <pc:sldMk cId="522948719" sldId="490"/>
            <ac:graphicFrameMk id="3" creationId="{503B5CA7-8C98-49CD-062E-DAB370D359FC}"/>
          </ac:graphicFrameMkLst>
        </pc:graphicFrameChg>
      </pc:sldChg>
      <pc:sldChg chg="delSp modSp mod">
        <pc:chgData name="Zheng, Binghuan" userId="0c8cd837-2f89-4b12-8657-4317aa4b18aa" providerId="ADAL" clId="{E707B9D4-0FB7-4146-A421-BB49266FBC62}" dt="2025-09-29T05:22:10.549" v="3352" actId="478"/>
        <pc:sldMkLst>
          <pc:docMk/>
          <pc:sldMk cId="1838623475" sldId="491"/>
        </pc:sldMkLst>
        <pc:spChg chg="mod">
          <ac:chgData name="Zheng, Binghuan" userId="0c8cd837-2f89-4b12-8657-4317aa4b18aa" providerId="ADAL" clId="{E707B9D4-0FB7-4146-A421-BB49266FBC62}" dt="2025-09-28T12:22:52.048" v="1711" actId="20577"/>
          <ac:spMkLst>
            <pc:docMk/>
            <pc:sldMk cId="1838623475" sldId="491"/>
            <ac:spMk id="4" creationId="{739ED610-7AC8-45CD-BCC6-B494109E5D9F}"/>
          </ac:spMkLst>
        </pc:spChg>
        <pc:spChg chg="mod">
          <ac:chgData name="Zheng, Binghuan" userId="0c8cd837-2f89-4b12-8657-4317aa4b18aa" providerId="ADAL" clId="{E707B9D4-0FB7-4146-A421-BB49266FBC62}" dt="2025-09-29T01:15:39.624" v="1812" actId="20577"/>
          <ac:spMkLst>
            <pc:docMk/>
            <pc:sldMk cId="1838623475" sldId="491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E707B9D4-0FB7-4146-A421-BB49266FBC62}" dt="2025-09-28T06:52:52.616" v="690" actId="20577"/>
          <ac:graphicFrameMkLst>
            <pc:docMk/>
            <pc:sldMk cId="1838623475" sldId="491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E707B9D4-0FB7-4146-A421-BB49266FBC62}" dt="2025-09-29T06:16:54.179" v="3589" actId="20577"/>
        <pc:sldMkLst>
          <pc:docMk/>
          <pc:sldMk cId="3011713260" sldId="492"/>
        </pc:sldMkLst>
        <pc:spChg chg="mod">
          <ac:chgData name="Zheng, Binghuan" userId="0c8cd837-2f89-4b12-8657-4317aa4b18aa" providerId="ADAL" clId="{E707B9D4-0FB7-4146-A421-BB49266FBC62}" dt="2025-09-29T06:16:54.179" v="3589" actId="20577"/>
          <ac:spMkLst>
            <pc:docMk/>
            <pc:sldMk cId="3011713260" sldId="492"/>
            <ac:spMk id="4" creationId="{739ED610-7AC8-45CD-BCC6-B494109E5D9F}"/>
          </ac:spMkLst>
        </pc:spChg>
        <pc:spChg chg="mod">
          <ac:chgData name="Zheng, Binghuan" userId="0c8cd837-2f89-4b12-8657-4317aa4b18aa" providerId="ADAL" clId="{E707B9D4-0FB7-4146-A421-BB49266FBC62}" dt="2025-09-29T01:21:06.554" v="2064" actId="20577"/>
          <ac:spMkLst>
            <pc:docMk/>
            <pc:sldMk cId="3011713260" sldId="492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E707B9D4-0FB7-4146-A421-BB49266FBC62}" dt="2025-09-29T06:14:28.773" v="3523" actId="13926"/>
          <ac:graphicFrameMkLst>
            <pc:docMk/>
            <pc:sldMk cId="3011713260" sldId="492"/>
            <ac:graphicFrameMk id="3" creationId="{503B5CA7-8C98-49CD-062E-DAB370D359FC}"/>
          </ac:graphicFrameMkLst>
        </pc:graphicFrameChg>
      </pc:sldChg>
      <pc:sldChg chg="addSp delSp modSp mod">
        <pc:chgData name="Zheng, Binghuan" userId="0c8cd837-2f89-4b12-8657-4317aa4b18aa" providerId="ADAL" clId="{E707B9D4-0FB7-4146-A421-BB49266FBC62}" dt="2025-09-29T06:18:17.312" v="3664" actId="20577"/>
        <pc:sldMkLst>
          <pc:docMk/>
          <pc:sldMk cId="1857770909" sldId="493"/>
        </pc:sldMkLst>
        <pc:spChg chg="add mod">
          <ac:chgData name="Zheng, Binghuan" userId="0c8cd837-2f89-4b12-8657-4317aa4b18aa" providerId="ADAL" clId="{E707B9D4-0FB7-4146-A421-BB49266FBC62}" dt="2025-09-29T06:18:17.312" v="3664" actId="20577"/>
          <ac:spMkLst>
            <pc:docMk/>
            <pc:sldMk cId="1857770909" sldId="493"/>
            <ac:spMk id="2" creationId="{17A924FF-5E59-8BEE-040E-9CFA1A7AE3F3}"/>
          </ac:spMkLst>
        </pc:spChg>
        <pc:spChg chg="mod">
          <ac:chgData name="Zheng, Binghuan" userId="0c8cd837-2f89-4b12-8657-4317aa4b18aa" providerId="ADAL" clId="{E707B9D4-0FB7-4146-A421-BB49266FBC62}" dt="2025-09-29T01:21:08.129" v="2065" actId="20577"/>
          <ac:spMkLst>
            <pc:docMk/>
            <pc:sldMk cId="1857770909" sldId="493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E707B9D4-0FB7-4146-A421-BB49266FBC62}" dt="2025-09-28T07:40:31.048" v="811"/>
          <ac:graphicFrameMkLst>
            <pc:docMk/>
            <pc:sldMk cId="1857770909" sldId="493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E707B9D4-0FB7-4146-A421-BB49266FBC62}" dt="2025-09-29T01:23:27.178" v="2152" actId="20577"/>
        <pc:sldMkLst>
          <pc:docMk/>
          <pc:sldMk cId="638383612" sldId="494"/>
        </pc:sldMkLst>
        <pc:spChg chg="mod">
          <ac:chgData name="Zheng, Binghuan" userId="0c8cd837-2f89-4b12-8657-4317aa4b18aa" providerId="ADAL" clId="{E707B9D4-0FB7-4146-A421-BB49266FBC62}" dt="2025-09-29T01:23:24.082" v="2151" actId="1076"/>
          <ac:spMkLst>
            <pc:docMk/>
            <pc:sldMk cId="638383612" sldId="494"/>
            <ac:spMk id="4" creationId="{739ED610-7AC8-45CD-BCC6-B494109E5D9F}"/>
          </ac:spMkLst>
        </pc:spChg>
        <pc:spChg chg="mod">
          <ac:chgData name="Zheng, Binghuan" userId="0c8cd837-2f89-4b12-8657-4317aa4b18aa" providerId="ADAL" clId="{E707B9D4-0FB7-4146-A421-BB49266FBC62}" dt="2025-09-29T01:21:30.966" v="2073" actId="20577"/>
          <ac:spMkLst>
            <pc:docMk/>
            <pc:sldMk cId="638383612" sldId="494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E707B9D4-0FB7-4146-A421-BB49266FBC62}" dt="2025-09-29T01:23:27.178" v="2152" actId="20577"/>
          <ac:graphicFrameMkLst>
            <pc:docMk/>
            <pc:sldMk cId="638383612" sldId="494"/>
            <ac:graphicFrameMk id="3" creationId="{503B5CA7-8C98-49CD-062E-DAB370D359FC}"/>
          </ac:graphicFrameMkLst>
        </pc:graphicFrameChg>
      </pc:sldChg>
      <pc:sldChg chg="del">
        <pc:chgData name="Zheng, Binghuan" userId="0c8cd837-2f89-4b12-8657-4317aa4b18aa" providerId="ADAL" clId="{E707B9D4-0FB7-4146-A421-BB49266FBC62}" dt="2025-09-28T03:17:21.573" v="183" actId="47"/>
        <pc:sldMkLst>
          <pc:docMk/>
          <pc:sldMk cId="3986514883" sldId="495"/>
        </pc:sldMkLst>
      </pc:sldChg>
      <pc:sldChg chg="del">
        <pc:chgData name="Zheng, Binghuan" userId="0c8cd837-2f89-4b12-8657-4317aa4b18aa" providerId="ADAL" clId="{E707B9D4-0FB7-4146-A421-BB49266FBC62}" dt="2025-09-28T03:17:23.846" v="184" actId="47"/>
        <pc:sldMkLst>
          <pc:docMk/>
          <pc:sldMk cId="4127238824" sldId="496"/>
        </pc:sldMkLst>
      </pc:sldChg>
      <pc:sldChg chg="del">
        <pc:chgData name="Zheng, Binghuan" userId="0c8cd837-2f89-4b12-8657-4317aa4b18aa" providerId="ADAL" clId="{E707B9D4-0FB7-4146-A421-BB49266FBC62}" dt="2025-09-28T03:17:25.535" v="185" actId="47"/>
        <pc:sldMkLst>
          <pc:docMk/>
          <pc:sldMk cId="1975868213" sldId="497"/>
        </pc:sldMkLst>
      </pc:sldChg>
      <pc:sldChg chg="modSp mod">
        <pc:chgData name="Zheng, Binghuan" userId="0c8cd837-2f89-4b12-8657-4317aa4b18aa" providerId="ADAL" clId="{E707B9D4-0FB7-4146-A421-BB49266FBC62}" dt="2025-09-29T06:21:51.888" v="3671" actId="20577"/>
        <pc:sldMkLst>
          <pc:docMk/>
          <pc:sldMk cId="2815045398" sldId="498"/>
        </pc:sldMkLst>
        <pc:spChg chg="mod">
          <ac:chgData name="Zheng, Binghuan" userId="0c8cd837-2f89-4b12-8657-4317aa4b18aa" providerId="ADAL" clId="{E707B9D4-0FB7-4146-A421-BB49266FBC62}" dt="2025-09-29T01:26:23.980" v="2261" actId="1076"/>
          <ac:spMkLst>
            <pc:docMk/>
            <pc:sldMk cId="2815045398" sldId="498"/>
            <ac:spMk id="2" creationId="{BF5712C1-0BCA-00E4-A3B2-03DF90AB06E2}"/>
          </ac:spMkLst>
        </pc:spChg>
        <pc:spChg chg="mod">
          <ac:chgData name="Zheng, Binghuan" userId="0c8cd837-2f89-4b12-8657-4317aa4b18aa" providerId="ADAL" clId="{E707B9D4-0FB7-4146-A421-BB49266FBC62}" dt="2025-09-29T01:24:07.538" v="2154" actId="20577"/>
          <ac:spMkLst>
            <pc:docMk/>
            <pc:sldMk cId="2815045398" sldId="49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E707B9D4-0FB7-4146-A421-BB49266FBC62}" dt="2025-09-29T06:21:51.888" v="3671" actId="20577"/>
          <ac:graphicFrameMkLst>
            <pc:docMk/>
            <pc:sldMk cId="2815045398" sldId="498"/>
            <ac:graphicFrameMk id="3" creationId="{503B5CA7-8C98-49CD-062E-DAB370D359FC}"/>
          </ac:graphicFrameMkLst>
        </pc:graphicFrameChg>
      </pc:sldChg>
      <pc:sldChg chg="del">
        <pc:chgData name="Zheng, Binghuan" userId="0c8cd837-2f89-4b12-8657-4317aa4b18aa" providerId="ADAL" clId="{E707B9D4-0FB7-4146-A421-BB49266FBC62}" dt="2025-09-28T03:18:55.619" v="198" actId="47"/>
        <pc:sldMkLst>
          <pc:docMk/>
          <pc:sldMk cId="1560715043" sldId="499"/>
        </pc:sldMkLst>
      </pc:sldChg>
      <pc:sldChg chg="del">
        <pc:chgData name="Zheng, Binghuan" userId="0c8cd837-2f89-4b12-8657-4317aa4b18aa" providerId="ADAL" clId="{E707B9D4-0FB7-4146-A421-BB49266FBC62}" dt="2025-09-28T03:19:00.625" v="199" actId="47"/>
        <pc:sldMkLst>
          <pc:docMk/>
          <pc:sldMk cId="2993275724" sldId="500"/>
        </pc:sldMkLst>
      </pc:sldChg>
      <pc:sldChg chg="del">
        <pc:chgData name="Zheng, Binghuan" userId="0c8cd837-2f89-4b12-8657-4317aa4b18aa" providerId="ADAL" clId="{E707B9D4-0FB7-4146-A421-BB49266FBC62}" dt="2025-09-28T03:19:01.474" v="200" actId="47"/>
        <pc:sldMkLst>
          <pc:docMk/>
          <pc:sldMk cId="1264831888" sldId="501"/>
        </pc:sldMkLst>
      </pc:sldChg>
      <pc:sldChg chg="modSp mod">
        <pc:chgData name="Zheng, Binghuan" userId="0c8cd837-2f89-4b12-8657-4317aa4b18aa" providerId="ADAL" clId="{E707B9D4-0FB7-4146-A421-BB49266FBC62}" dt="2025-09-28T03:25:34.391" v="226" actId="20577"/>
        <pc:sldMkLst>
          <pc:docMk/>
          <pc:sldMk cId="3370009950" sldId="502"/>
        </pc:sldMkLst>
        <pc:spChg chg="mod">
          <ac:chgData name="Zheng, Binghuan" userId="0c8cd837-2f89-4b12-8657-4317aa4b18aa" providerId="ADAL" clId="{E707B9D4-0FB7-4146-A421-BB49266FBC62}" dt="2025-09-28T03:25:34.391" v="226" actId="20577"/>
          <ac:spMkLst>
            <pc:docMk/>
            <pc:sldMk cId="3370009950" sldId="502"/>
            <ac:spMk id="4" creationId="{1567C550-8534-4752-A750-4145E9563059}"/>
          </ac:spMkLst>
        </pc:spChg>
      </pc:sldChg>
      <pc:sldChg chg="addSp modSp mod">
        <pc:chgData name="Zheng, Binghuan" userId="0c8cd837-2f89-4b12-8657-4317aa4b18aa" providerId="ADAL" clId="{E707B9D4-0FB7-4146-A421-BB49266FBC62}" dt="2025-09-29T06:27:24.207" v="3673" actId="13926"/>
        <pc:sldMkLst>
          <pc:docMk/>
          <pc:sldMk cId="3481064182" sldId="503"/>
        </pc:sldMkLst>
        <pc:spChg chg="mod">
          <ac:chgData name="Zheng, Binghuan" userId="0c8cd837-2f89-4b12-8657-4317aa4b18aa" providerId="ADAL" clId="{E707B9D4-0FB7-4146-A421-BB49266FBC62}" dt="2025-09-29T01:41:56.071" v="2400" actId="20577"/>
          <ac:spMkLst>
            <pc:docMk/>
            <pc:sldMk cId="3481064182" sldId="503"/>
            <ac:spMk id="2" creationId="{BF5712C1-0BCA-00E4-A3B2-03DF90AB06E2}"/>
          </ac:spMkLst>
        </pc:spChg>
        <pc:spChg chg="add mod">
          <ac:chgData name="Zheng, Binghuan" userId="0c8cd837-2f89-4b12-8657-4317aa4b18aa" providerId="ADAL" clId="{E707B9D4-0FB7-4146-A421-BB49266FBC62}" dt="2025-09-29T05:23:18.295" v="3356" actId="1076"/>
          <ac:spMkLst>
            <pc:docMk/>
            <pc:sldMk cId="3481064182" sldId="503"/>
            <ac:spMk id="4" creationId="{575351A1-4DC7-E408-73EE-3D9511D91579}"/>
          </ac:spMkLst>
        </pc:spChg>
        <pc:spChg chg="mod">
          <ac:chgData name="Zheng, Binghuan" userId="0c8cd837-2f89-4b12-8657-4317aa4b18aa" providerId="ADAL" clId="{E707B9D4-0FB7-4146-A421-BB49266FBC62}" dt="2025-09-28T03:25:43.788" v="227"/>
          <ac:spMkLst>
            <pc:docMk/>
            <pc:sldMk cId="3481064182" sldId="503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E707B9D4-0FB7-4146-A421-BB49266FBC62}" dt="2025-09-29T06:27:24.207" v="3673" actId="13926"/>
          <ac:graphicFrameMkLst>
            <pc:docMk/>
            <pc:sldMk cId="3481064182" sldId="503"/>
            <ac:graphicFrameMk id="3" creationId="{503B5CA7-8C98-49CD-062E-DAB370D359FC}"/>
          </ac:graphicFrameMkLst>
        </pc:graphicFrameChg>
      </pc:sldChg>
      <pc:sldChg chg="del">
        <pc:chgData name="Zheng, Binghuan" userId="0c8cd837-2f89-4b12-8657-4317aa4b18aa" providerId="ADAL" clId="{E707B9D4-0FB7-4146-A421-BB49266FBC62}" dt="2025-09-28T03:25:18.731" v="222" actId="47"/>
        <pc:sldMkLst>
          <pc:docMk/>
          <pc:sldMk cId="2294451221" sldId="504"/>
        </pc:sldMkLst>
      </pc:sldChg>
      <pc:sldChg chg="del">
        <pc:chgData name="Zheng, Binghuan" userId="0c8cd837-2f89-4b12-8657-4317aa4b18aa" providerId="ADAL" clId="{E707B9D4-0FB7-4146-A421-BB49266FBC62}" dt="2025-09-28T03:25:19.310" v="223" actId="47"/>
        <pc:sldMkLst>
          <pc:docMk/>
          <pc:sldMk cId="1237411496" sldId="505"/>
        </pc:sldMkLst>
      </pc:sldChg>
      <pc:sldChg chg="del">
        <pc:chgData name="Zheng, Binghuan" userId="0c8cd837-2f89-4b12-8657-4317aa4b18aa" providerId="ADAL" clId="{E707B9D4-0FB7-4146-A421-BB49266FBC62}" dt="2025-09-28T03:25:20.177" v="224" actId="47"/>
        <pc:sldMkLst>
          <pc:docMk/>
          <pc:sldMk cId="1691443480" sldId="506"/>
        </pc:sldMkLst>
      </pc:sldChg>
      <pc:sldChg chg="modSp mod">
        <pc:chgData name="Zheng, Binghuan" userId="0c8cd837-2f89-4b12-8657-4317aa4b18aa" providerId="ADAL" clId="{E707B9D4-0FB7-4146-A421-BB49266FBC62}" dt="2025-09-23T08:24:17.817" v="17" actId="20577"/>
        <pc:sldMkLst>
          <pc:docMk/>
          <pc:sldMk cId="4001441323" sldId="507"/>
        </pc:sldMkLst>
      </pc:sldChg>
      <pc:sldChg chg="addSp modSp mod">
        <pc:chgData name="Zheng, Binghuan" userId="0c8cd837-2f89-4b12-8657-4317aa4b18aa" providerId="ADAL" clId="{E707B9D4-0FB7-4146-A421-BB49266FBC62}" dt="2025-09-29T06:28:23.783" v="3677" actId="13926"/>
        <pc:sldMkLst>
          <pc:docMk/>
          <pc:sldMk cId="91791109" sldId="508"/>
        </pc:sldMkLst>
        <pc:spChg chg="mod">
          <ac:chgData name="Zheng, Binghuan" userId="0c8cd837-2f89-4b12-8657-4317aa4b18aa" providerId="ADAL" clId="{E707B9D4-0FB7-4146-A421-BB49266FBC62}" dt="2025-09-29T01:43:47.094" v="2525" actId="14100"/>
          <ac:spMkLst>
            <pc:docMk/>
            <pc:sldMk cId="91791109" sldId="508"/>
            <ac:spMk id="2" creationId="{BF5712C1-0BCA-00E4-A3B2-03DF90AB06E2}"/>
          </ac:spMkLst>
        </pc:spChg>
        <pc:spChg chg="add mod">
          <ac:chgData name="Zheng, Binghuan" userId="0c8cd837-2f89-4b12-8657-4317aa4b18aa" providerId="ADAL" clId="{E707B9D4-0FB7-4146-A421-BB49266FBC62}" dt="2025-09-29T05:23:32.977" v="3357" actId="1076"/>
          <ac:spMkLst>
            <pc:docMk/>
            <pc:sldMk cId="91791109" sldId="508"/>
            <ac:spMk id="4" creationId="{F38E947A-44FD-64A5-2875-560905F65296}"/>
          </ac:spMkLst>
        </pc:spChg>
        <pc:spChg chg="mod">
          <ac:chgData name="Zheng, Binghuan" userId="0c8cd837-2f89-4b12-8657-4317aa4b18aa" providerId="ADAL" clId="{E707B9D4-0FB7-4146-A421-BB49266FBC62}" dt="2025-09-28T03:26:30.745" v="234"/>
          <ac:spMkLst>
            <pc:docMk/>
            <pc:sldMk cId="91791109" sldId="50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E707B9D4-0FB7-4146-A421-BB49266FBC62}" dt="2025-09-29T06:28:23.783" v="3677" actId="13926"/>
          <ac:graphicFrameMkLst>
            <pc:docMk/>
            <pc:sldMk cId="91791109" sldId="508"/>
            <ac:graphicFrameMk id="3" creationId="{503B5CA7-8C98-49CD-062E-DAB370D359FC}"/>
          </ac:graphicFrameMkLst>
        </pc:graphicFrameChg>
      </pc:sldChg>
      <pc:sldChg chg="del">
        <pc:chgData name="Zheng, Binghuan" userId="0c8cd837-2f89-4b12-8657-4317aa4b18aa" providerId="ADAL" clId="{E707B9D4-0FB7-4146-A421-BB49266FBC62}" dt="2025-09-28T03:27:13.657" v="240" actId="47"/>
        <pc:sldMkLst>
          <pc:docMk/>
          <pc:sldMk cId="3317381244" sldId="509"/>
        </pc:sldMkLst>
      </pc:sldChg>
      <pc:sldChg chg="del">
        <pc:chgData name="Zheng, Binghuan" userId="0c8cd837-2f89-4b12-8657-4317aa4b18aa" providerId="ADAL" clId="{E707B9D4-0FB7-4146-A421-BB49266FBC62}" dt="2025-09-28T03:27:14.475" v="241" actId="47"/>
        <pc:sldMkLst>
          <pc:docMk/>
          <pc:sldMk cId="3724086086" sldId="510"/>
        </pc:sldMkLst>
      </pc:sldChg>
      <pc:sldChg chg="del">
        <pc:chgData name="Zheng, Binghuan" userId="0c8cd837-2f89-4b12-8657-4317aa4b18aa" providerId="ADAL" clId="{E707B9D4-0FB7-4146-A421-BB49266FBC62}" dt="2025-09-28T03:27:15.078" v="242" actId="47"/>
        <pc:sldMkLst>
          <pc:docMk/>
          <pc:sldMk cId="1885676024" sldId="511"/>
        </pc:sldMkLst>
      </pc:sldChg>
      <pc:sldChg chg="modSp">
        <pc:chgData name="Zheng, Binghuan" userId="0c8cd837-2f89-4b12-8657-4317aa4b18aa" providerId="ADAL" clId="{E707B9D4-0FB7-4146-A421-BB49266FBC62}" dt="2025-09-23T08:24:34.930" v="18"/>
        <pc:sldMkLst>
          <pc:docMk/>
          <pc:sldMk cId="1713096378" sldId="512"/>
        </pc:sldMkLst>
      </pc:sldChg>
      <pc:sldChg chg="modSp mod">
        <pc:chgData name="Zheng, Binghuan" userId="0c8cd837-2f89-4b12-8657-4317aa4b18aa" providerId="ADAL" clId="{E707B9D4-0FB7-4146-A421-BB49266FBC62}" dt="2025-09-29T06:30:16.224" v="3698"/>
        <pc:sldMkLst>
          <pc:docMk/>
          <pc:sldMk cId="453494785" sldId="513"/>
        </pc:sldMkLst>
        <pc:spChg chg="mod">
          <ac:chgData name="Zheng, Binghuan" userId="0c8cd837-2f89-4b12-8657-4317aa4b18aa" providerId="ADAL" clId="{E707B9D4-0FB7-4146-A421-BB49266FBC62}" dt="2025-09-29T01:48:04.703" v="2613" actId="1076"/>
          <ac:spMkLst>
            <pc:docMk/>
            <pc:sldMk cId="453494785" sldId="513"/>
            <ac:spMk id="2" creationId="{BF5712C1-0BCA-00E4-A3B2-03DF90AB06E2}"/>
          </ac:spMkLst>
        </pc:spChg>
        <pc:spChg chg="mod">
          <ac:chgData name="Zheng, Binghuan" userId="0c8cd837-2f89-4b12-8657-4317aa4b18aa" providerId="ADAL" clId="{E707B9D4-0FB7-4146-A421-BB49266FBC62}" dt="2025-09-28T05:11:31.881" v="258" actId="20577"/>
          <ac:spMkLst>
            <pc:docMk/>
            <pc:sldMk cId="453494785" sldId="513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E707B9D4-0FB7-4146-A421-BB49266FBC62}" dt="2025-09-29T06:30:16.224" v="3698"/>
          <ac:graphicFrameMkLst>
            <pc:docMk/>
            <pc:sldMk cId="453494785" sldId="513"/>
            <ac:graphicFrameMk id="3" creationId="{503B5CA7-8C98-49CD-062E-DAB370D359FC}"/>
          </ac:graphicFrameMkLst>
        </pc:graphicFrameChg>
      </pc:sldChg>
      <pc:sldChg chg="del">
        <pc:chgData name="Zheng, Binghuan" userId="0c8cd837-2f89-4b12-8657-4317aa4b18aa" providerId="ADAL" clId="{E707B9D4-0FB7-4146-A421-BB49266FBC62}" dt="2025-09-28T05:09:54.137" v="246" actId="47"/>
        <pc:sldMkLst>
          <pc:docMk/>
          <pc:sldMk cId="486828748" sldId="514"/>
        </pc:sldMkLst>
      </pc:sldChg>
      <pc:sldChg chg="del">
        <pc:chgData name="Zheng, Binghuan" userId="0c8cd837-2f89-4b12-8657-4317aa4b18aa" providerId="ADAL" clId="{E707B9D4-0FB7-4146-A421-BB49266FBC62}" dt="2025-09-28T05:09:55.068" v="247" actId="47"/>
        <pc:sldMkLst>
          <pc:docMk/>
          <pc:sldMk cId="3115430750" sldId="515"/>
        </pc:sldMkLst>
      </pc:sldChg>
      <pc:sldChg chg="del">
        <pc:chgData name="Zheng, Binghuan" userId="0c8cd837-2f89-4b12-8657-4317aa4b18aa" providerId="ADAL" clId="{E707B9D4-0FB7-4146-A421-BB49266FBC62}" dt="2025-09-28T05:09:56.071" v="248" actId="47"/>
        <pc:sldMkLst>
          <pc:docMk/>
          <pc:sldMk cId="4027813640" sldId="516"/>
        </pc:sldMkLst>
      </pc:sldChg>
      <pc:sldChg chg="del">
        <pc:chgData name="Zheng, Binghuan" userId="0c8cd837-2f89-4b12-8657-4317aa4b18aa" providerId="ADAL" clId="{E707B9D4-0FB7-4146-A421-BB49266FBC62}" dt="2025-09-28T05:09:57.727" v="249" actId="47"/>
        <pc:sldMkLst>
          <pc:docMk/>
          <pc:sldMk cId="3543675474" sldId="517"/>
        </pc:sldMkLst>
      </pc:sldChg>
      <pc:sldChg chg="del">
        <pc:chgData name="Zheng, Binghuan" userId="0c8cd837-2f89-4b12-8657-4317aa4b18aa" providerId="ADAL" clId="{E707B9D4-0FB7-4146-A421-BB49266FBC62}" dt="2025-09-28T05:09:58.617" v="250" actId="47"/>
        <pc:sldMkLst>
          <pc:docMk/>
          <pc:sldMk cId="3494725010" sldId="518"/>
        </pc:sldMkLst>
      </pc:sldChg>
      <pc:sldChg chg="del">
        <pc:chgData name="Zheng, Binghuan" userId="0c8cd837-2f89-4b12-8657-4317aa4b18aa" providerId="ADAL" clId="{E707B9D4-0FB7-4146-A421-BB49266FBC62}" dt="2025-09-28T05:09:59.430" v="251" actId="47"/>
        <pc:sldMkLst>
          <pc:docMk/>
          <pc:sldMk cId="2344740167" sldId="519"/>
        </pc:sldMkLst>
      </pc:sldChg>
      <pc:sldChg chg="del">
        <pc:chgData name="Zheng, Binghuan" userId="0c8cd837-2f89-4b12-8657-4317aa4b18aa" providerId="ADAL" clId="{E707B9D4-0FB7-4146-A421-BB49266FBC62}" dt="2025-09-28T05:10:00.709" v="252" actId="47"/>
        <pc:sldMkLst>
          <pc:docMk/>
          <pc:sldMk cId="1303671432" sldId="520"/>
        </pc:sldMkLst>
      </pc:sldChg>
      <pc:sldChg chg="del">
        <pc:chgData name="Zheng, Binghuan" userId="0c8cd837-2f89-4b12-8657-4317aa4b18aa" providerId="ADAL" clId="{E707B9D4-0FB7-4146-A421-BB49266FBC62}" dt="2025-09-28T05:10:01.636" v="253" actId="47"/>
        <pc:sldMkLst>
          <pc:docMk/>
          <pc:sldMk cId="3240281301" sldId="521"/>
        </pc:sldMkLst>
      </pc:sldChg>
      <pc:sldChg chg="del">
        <pc:chgData name="Zheng, Binghuan" userId="0c8cd837-2f89-4b12-8657-4317aa4b18aa" providerId="ADAL" clId="{E707B9D4-0FB7-4146-A421-BB49266FBC62}" dt="2025-09-28T05:10:02.635" v="254" actId="47"/>
        <pc:sldMkLst>
          <pc:docMk/>
          <pc:sldMk cId="1631761778" sldId="522"/>
        </pc:sldMkLst>
      </pc:sldChg>
      <pc:sldChg chg="modSp ord">
        <pc:chgData name="Zheng, Binghuan" userId="0c8cd837-2f89-4b12-8657-4317aa4b18aa" providerId="ADAL" clId="{E707B9D4-0FB7-4146-A421-BB49266FBC62}" dt="2025-09-23T08:25:16.964" v="24"/>
        <pc:sldMkLst>
          <pc:docMk/>
          <pc:sldMk cId="2707869640" sldId="523"/>
        </pc:sldMkLst>
      </pc:sldChg>
      <pc:sldChg chg="modSp del mod">
        <pc:chgData name="Zheng, Binghuan" userId="0c8cd837-2f89-4b12-8657-4317aa4b18aa" providerId="ADAL" clId="{E707B9D4-0FB7-4146-A421-BB49266FBC62}" dt="2025-09-28T05:39:18.053" v="338" actId="47"/>
        <pc:sldMkLst>
          <pc:docMk/>
          <pc:sldMk cId="1122803921" sldId="524"/>
        </pc:sldMkLst>
      </pc:sldChg>
      <pc:sldChg chg="delSp del mod">
        <pc:chgData name="Zheng, Binghuan" userId="0c8cd837-2f89-4b12-8657-4317aa4b18aa" providerId="ADAL" clId="{E707B9D4-0FB7-4146-A421-BB49266FBC62}" dt="2025-09-29T05:20:14.290" v="3349" actId="47"/>
        <pc:sldMkLst>
          <pc:docMk/>
          <pc:sldMk cId="528219773" sldId="525"/>
        </pc:sldMkLst>
      </pc:sldChg>
      <pc:sldChg chg="addSp modSp mod">
        <pc:chgData name="Zheng, Binghuan" userId="0c8cd837-2f89-4b12-8657-4317aa4b18aa" providerId="ADAL" clId="{E707B9D4-0FB7-4146-A421-BB49266FBC62}" dt="2025-09-29T01:09:32.908" v="1807" actId="1038"/>
        <pc:sldMkLst>
          <pc:docMk/>
          <pc:sldMk cId="1563753362" sldId="526"/>
        </pc:sldMkLst>
        <pc:spChg chg="mod">
          <ac:chgData name="Zheng, Binghuan" userId="0c8cd837-2f89-4b12-8657-4317aa4b18aa" providerId="ADAL" clId="{E707B9D4-0FB7-4146-A421-BB49266FBC62}" dt="2025-09-28T06:02:31.611" v="423"/>
          <ac:spMkLst>
            <pc:docMk/>
            <pc:sldMk cId="1563753362" sldId="526"/>
            <ac:spMk id="3" creationId="{96457946-1483-4C9A-8FE4-A2862E3EFF3F}"/>
          </ac:spMkLst>
        </pc:spChg>
        <pc:spChg chg="mod">
          <ac:chgData name="Zheng, Binghuan" userId="0c8cd837-2f89-4b12-8657-4317aa4b18aa" providerId="ADAL" clId="{E707B9D4-0FB7-4146-A421-BB49266FBC62}" dt="2025-09-29T01:09:18.360" v="1800" actId="1037"/>
          <ac:spMkLst>
            <pc:docMk/>
            <pc:sldMk cId="1563753362" sldId="526"/>
            <ac:spMk id="4" creationId="{C44F9908-8493-CADD-DAEA-3FCD09D25791}"/>
          </ac:spMkLst>
        </pc:spChg>
        <pc:spChg chg="mod">
          <ac:chgData name="Zheng, Binghuan" userId="0c8cd837-2f89-4b12-8657-4317aa4b18aa" providerId="ADAL" clId="{E707B9D4-0FB7-4146-A421-BB49266FBC62}" dt="2025-09-28T10:44:56.275" v="1328" actId="1076"/>
          <ac:spMkLst>
            <pc:docMk/>
            <pc:sldMk cId="1563753362" sldId="526"/>
            <ac:spMk id="5" creationId="{0B529C48-B12C-F541-0648-D0A6AF41C6CA}"/>
          </ac:spMkLst>
        </pc:spChg>
        <pc:spChg chg="mod">
          <ac:chgData name="Zheng, Binghuan" userId="0c8cd837-2f89-4b12-8657-4317aa4b18aa" providerId="ADAL" clId="{E707B9D4-0FB7-4146-A421-BB49266FBC62}" dt="2025-09-28T10:44:30.515" v="1317" actId="1076"/>
          <ac:spMkLst>
            <pc:docMk/>
            <pc:sldMk cId="1563753362" sldId="526"/>
            <ac:spMk id="6" creationId="{DDC441B3-3DF3-17C5-D782-FF880523A06E}"/>
          </ac:spMkLst>
        </pc:spChg>
        <pc:spChg chg="mod">
          <ac:chgData name="Zheng, Binghuan" userId="0c8cd837-2f89-4b12-8657-4317aa4b18aa" providerId="ADAL" clId="{E707B9D4-0FB7-4146-A421-BB49266FBC62}" dt="2025-09-29T01:09:15.508" v="1798" actId="1037"/>
          <ac:spMkLst>
            <pc:docMk/>
            <pc:sldMk cId="1563753362" sldId="526"/>
            <ac:spMk id="7" creationId="{955F1123-D62D-6899-72BA-31F0E7FF8DFB}"/>
          </ac:spMkLst>
        </pc:spChg>
        <pc:spChg chg="mod">
          <ac:chgData name="Zheng, Binghuan" userId="0c8cd837-2f89-4b12-8657-4317aa4b18aa" providerId="ADAL" clId="{E707B9D4-0FB7-4146-A421-BB49266FBC62}" dt="2025-09-29T01:09:20.852" v="1803" actId="1037"/>
          <ac:spMkLst>
            <pc:docMk/>
            <pc:sldMk cId="1563753362" sldId="526"/>
            <ac:spMk id="8" creationId="{92B762E0-E579-A674-4106-BD85396479FF}"/>
          </ac:spMkLst>
        </pc:spChg>
        <pc:spChg chg="mod">
          <ac:chgData name="Zheng, Binghuan" userId="0c8cd837-2f89-4b12-8657-4317aa4b18aa" providerId="ADAL" clId="{E707B9D4-0FB7-4146-A421-BB49266FBC62}" dt="2025-09-29T01:09:32.908" v="1807" actId="1038"/>
          <ac:spMkLst>
            <pc:docMk/>
            <pc:sldMk cId="1563753362" sldId="526"/>
            <ac:spMk id="9" creationId="{6448FA80-07C8-1E40-59D2-931DC695625D}"/>
          </ac:spMkLst>
        </pc:spChg>
        <pc:spChg chg="mod">
          <ac:chgData name="Zheng, Binghuan" userId="0c8cd837-2f89-4b12-8657-4317aa4b18aa" providerId="ADAL" clId="{E707B9D4-0FB7-4146-A421-BB49266FBC62}" dt="2025-09-29T01:09:09.976" v="1789" actId="1037"/>
          <ac:spMkLst>
            <pc:docMk/>
            <pc:sldMk cId="1563753362" sldId="526"/>
            <ac:spMk id="10" creationId="{E485B54C-0F26-63E9-E36C-5194F02EC143}"/>
          </ac:spMkLst>
        </pc:spChg>
        <pc:spChg chg="mod">
          <ac:chgData name="Zheng, Binghuan" userId="0c8cd837-2f89-4b12-8657-4317aa4b18aa" providerId="ADAL" clId="{E707B9D4-0FB7-4146-A421-BB49266FBC62}" dt="2025-09-28T06:01:47.503" v="419" actId="1076"/>
          <ac:spMkLst>
            <pc:docMk/>
            <pc:sldMk cId="1563753362" sldId="526"/>
            <ac:spMk id="11" creationId="{792B62FB-BE6B-58A7-C939-1651B163D4B1}"/>
          </ac:spMkLst>
        </pc:spChg>
        <pc:spChg chg="add mod">
          <ac:chgData name="Zheng, Binghuan" userId="0c8cd837-2f89-4b12-8657-4317aa4b18aa" providerId="ADAL" clId="{E707B9D4-0FB7-4146-A421-BB49266FBC62}" dt="2025-09-29T01:09:24.139" v="1805" actId="1038"/>
          <ac:spMkLst>
            <pc:docMk/>
            <pc:sldMk cId="1563753362" sldId="526"/>
            <ac:spMk id="12" creationId="{E451AC36-05D7-90D2-0DEB-D228F660FE7B}"/>
          </ac:spMkLst>
        </pc:spChg>
        <pc:spChg chg="add mod">
          <ac:chgData name="Zheng, Binghuan" userId="0c8cd837-2f89-4b12-8657-4317aa4b18aa" providerId="ADAL" clId="{E707B9D4-0FB7-4146-A421-BB49266FBC62}" dt="2025-09-28T10:44:52.054" v="1327" actId="1076"/>
          <ac:spMkLst>
            <pc:docMk/>
            <pc:sldMk cId="1563753362" sldId="526"/>
            <ac:spMk id="13" creationId="{11FC3B4C-7BA2-7CFD-D110-C4D996B11C32}"/>
          </ac:spMkLst>
        </pc:spChg>
      </pc:sldChg>
      <pc:sldChg chg="del">
        <pc:chgData name="Zheng, Binghuan" userId="0c8cd837-2f89-4b12-8657-4317aa4b18aa" providerId="ADAL" clId="{E707B9D4-0FB7-4146-A421-BB49266FBC62}" dt="2025-09-28T05:40:38.190" v="370" actId="47"/>
        <pc:sldMkLst>
          <pc:docMk/>
          <pc:sldMk cId="4033759234" sldId="527"/>
        </pc:sldMkLst>
      </pc:sldChg>
      <pc:sldChg chg="del">
        <pc:chgData name="Zheng, Binghuan" userId="0c8cd837-2f89-4b12-8657-4317aa4b18aa" providerId="ADAL" clId="{E707B9D4-0FB7-4146-A421-BB49266FBC62}" dt="2025-09-28T05:40:29.895" v="365" actId="47"/>
        <pc:sldMkLst>
          <pc:docMk/>
          <pc:sldMk cId="2826538445" sldId="528"/>
        </pc:sldMkLst>
      </pc:sldChg>
      <pc:sldChg chg="add">
        <pc:chgData name="Zheng, Binghuan" userId="0c8cd837-2f89-4b12-8657-4317aa4b18aa" providerId="ADAL" clId="{E707B9D4-0FB7-4146-A421-BB49266FBC62}" dt="2025-09-23T08:24:48.608" v="20"/>
        <pc:sldMkLst>
          <pc:docMk/>
          <pc:sldMk cId="4209344512" sldId="529"/>
        </pc:sldMkLst>
      </pc:sldChg>
      <pc:sldChg chg="modSp add">
        <pc:chgData name="Zheng, Binghuan" userId="0c8cd837-2f89-4b12-8657-4317aa4b18aa" providerId="ADAL" clId="{E707B9D4-0FB7-4146-A421-BB49266FBC62}" dt="2025-09-23T08:25:26.396" v="25"/>
        <pc:sldMkLst>
          <pc:docMk/>
          <pc:sldMk cId="4279826658" sldId="530"/>
        </pc:sldMkLst>
      </pc:sldChg>
      <pc:sldChg chg="modSp add del mod">
        <pc:chgData name="Zheng, Binghuan" userId="0c8cd837-2f89-4b12-8657-4317aa4b18aa" providerId="ADAL" clId="{E707B9D4-0FB7-4146-A421-BB49266FBC62}" dt="2025-09-26T11:56:31.793" v="133" actId="47"/>
        <pc:sldMkLst>
          <pc:docMk/>
          <pc:sldMk cId="4180551476" sldId="531"/>
        </pc:sldMkLst>
      </pc:sldChg>
      <pc:sldChg chg="delSp modSp add mod">
        <pc:chgData name="Zheng, Binghuan" userId="0c8cd837-2f89-4b12-8657-4317aa4b18aa" providerId="ADAL" clId="{E707B9D4-0FB7-4146-A421-BB49266FBC62}" dt="2025-09-29T06:12:52.083" v="3522" actId="1076"/>
        <pc:sldMkLst>
          <pc:docMk/>
          <pc:sldMk cId="672012979" sldId="532"/>
        </pc:sldMkLst>
        <pc:spChg chg="mod">
          <ac:chgData name="Zheng, Binghuan" userId="0c8cd837-2f89-4b12-8657-4317aa4b18aa" providerId="ADAL" clId="{E707B9D4-0FB7-4146-A421-BB49266FBC62}" dt="2025-09-29T06:12:52.083" v="3522" actId="1076"/>
          <ac:spMkLst>
            <pc:docMk/>
            <pc:sldMk cId="672012979" sldId="532"/>
            <ac:spMk id="4" creationId="{ABEF3B5F-DF64-F4E4-B45F-5692071A79FB}"/>
          </ac:spMkLst>
        </pc:spChg>
        <pc:spChg chg="mod">
          <ac:chgData name="Zheng, Binghuan" userId="0c8cd837-2f89-4b12-8657-4317aa4b18aa" providerId="ADAL" clId="{E707B9D4-0FB7-4146-A421-BB49266FBC62}" dt="2025-09-29T01:15:44.286" v="1814" actId="20577"/>
          <ac:spMkLst>
            <pc:docMk/>
            <pc:sldMk cId="672012979" sldId="532"/>
            <ac:spMk id="6" creationId="{F61FA347-42F4-737F-32FE-6D16ADF2BA25}"/>
          </ac:spMkLst>
        </pc:spChg>
        <pc:graphicFrameChg chg="mod modGraphic">
          <ac:chgData name="Zheng, Binghuan" userId="0c8cd837-2f89-4b12-8657-4317aa4b18aa" providerId="ADAL" clId="{E707B9D4-0FB7-4146-A421-BB49266FBC62}" dt="2025-09-29T01:15:16.139" v="1808" actId="20577"/>
          <ac:graphicFrameMkLst>
            <pc:docMk/>
            <pc:sldMk cId="672012979" sldId="532"/>
            <ac:graphicFrameMk id="3" creationId="{30E95E16-156C-4F22-5A59-1DF83D6D0A5B}"/>
          </ac:graphicFrameMkLst>
        </pc:graphicFrameChg>
      </pc:sldChg>
      <pc:sldChg chg="add del">
        <pc:chgData name="Zheng, Binghuan" userId="0c8cd837-2f89-4b12-8657-4317aa4b18aa" providerId="ADAL" clId="{E707B9D4-0FB7-4146-A421-BB49266FBC62}" dt="2025-09-26T11:56:33.256" v="134" actId="47"/>
        <pc:sldMkLst>
          <pc:docMk/>
          <pc:sldMk cId="684937444" sldId="533"/>
        </pc:sldMkLst>
      </pc:sldChg>
      <pc:sldChg chg="addSp delSp modSp add mod">
        <pc:chgData name="Zheng, Binghuan" userId="0c8cd837-2f89-4b12-8657-4317aa4b18aa" providerId="ADAL" clId="{E707B9D4-0FB7-4146-A421-BB49266FBC62}" dt="2025-09-29T06:52:49.785" v="3818"/>
        <pc:sldMkLst>
          <pc:docMk/>
          <pc:sldMk cId="4099732216" sldId="533"/>
        </pc:sldMkLst>
        <pc:spChg chg="mod">
          <ac:chgData name="Zheng, Binghuan" userId="0c8cd837-2f89-4b12-8657-4317aa4b18aa" providerId="ADAL" clId="{E707B9D4-0FB7-4146-A421-BB49266FBC62}" dt="2025-09-29T06:52:49.785" v="3818"/>
          <ac:spMkLst>
            <pc:docMk/>
            <pc:sldMk cId="4099732216" sldId="533"/>
            <ac:spMk id="4" creationId="{C3C7A512-DC6C-F670-E382-19CD2B8C734E}"/>
          </ac:spMkLst>
        </pc:spChg>
        <pc:spChg chg="mod">
          <ac:chgData name="Zheng, Binghuan" userId="0c8cd837-2f89-4b12-8657-4317aa4b18aa" providerId="ADAL" clId="{E707B9D4-0FB7-4146-A421-BB49266FBC62}" dt="2025-09-29T01:15:47.923" v="1816" actId="20577"/>
          <ac:spMkLst>
            <pc:docMk/>
            <pc:sldMk cId="4099732216" sldId="533"/>
            <ac:spMk id="6" creationId="{B8BB8E8F-DB37-F367-DE80-5D2142C732DC}"/>
          </ac:spMkLst>
        </pc:spChg>
        <pc:graphicFrameChg chg="mod modGraphic">
          <ac:chgData name="Zheng, Binghuan" userId="0c8cd837-2f89-4b12-8657-4317aa4b18aa" providerId="ADAL" clId="{E707B9D4-0FB7-4146-A421-BB49266FBC62}" dt="2025-09-29T05:25:44.006" v="3363" actId="14734"/>
          <ac:graphicFrameMkLst>
            <pc:docMk/>
            <pc:sldMk cId="4099732216" sldId="533"/>
            <ac:graphicFrameMk id="3" creationId="{21217ED7-D661-54F2-C994-8F51A2636F53}"/>
          </ac:graphicFrameMkLst>
        </pc:graphicFrameChg>
      </pc:sldChg>
      <pc:sldChg chg="delSp modSp add mod">
        <pc:chgData name="Zheng, Binghuan" userId="0c8cd837-2f89-4b12-8657-4317aa4b18aa" providerId="ADAL" clId="{E707B9D4-0FB7-4146-A421-BB49266FBC62}" dt="2025-09-29T01:21:28.918" v="2072" actId="20577"/>
        <pc:sldMkLst>
          <pc:docMk/>
          <pc:sldMk cId="3546612311" sldId="534"/>
        </pc:sldMkLst>
        <pc:spChg chg="mod">
          <ac:chgData name="Zheng, Binghuan" userId="0c8cd837-2f89-4b12-8657-4317aa4b18aa" providerId="ADAL" clId="{E707B9D4-0FB7-4146-A421-BB49266FBC62}" dt="2025-09-29T01:21:28.918" v="2072" actId="20577"/>
          <ac:spMkLst>
            <pc:docMk/>
            <pc:sldMk cId="3546612311" sldId="534"/>
            <ac:spMk id="6" creationId="{439E83C6-F269-5B42-F7C8-568745E417BD}"/>
          </ac:spMkLst>
        </pc:spChg>
        <pc:graphicFrameChg chg="mod modGraphic">
          <ac:chgData name="Zheng, Binghuan" userId="0c8cd837-2f89-4b12-8657-4317aa4b18aa" providerId="ADAL" clId="{E707B9D4-0FB7-4146-A421-BB49266FBC62}" dt="2025-09-28T08:02:40.943" v="842"/>
          <ac:graphicFrameMkLst>
            <pc:docMk/>
            <pc:sldMk cId="3546612311" sldId="534"/>
            <ac:graphicFrameMk id="3" creationId="{0F2FD8FB-3F42-E03D-40AB-B1FCD23E8EA0}"/>
          </ac:graphicFrameMkLst>
        </pc:graphicFrameChg>
      </pc:sldChg>
      <pc:sldChg chg="addSp delSp modSp add mod">
        <pc:chgData name="Zheng, Binghuan" userId="0c8cd837-2f89-4b12-8657-4317aa4b18aa" providerId="ADAL" clId="{E707B9D4-0FB7-4146-A421-BB49266FBC62}" dt="2025-09-29T06:20:30.277" v="3668" actId="20577"/>
        <pc:sldMkLst>
          <pc:docMk/>
          <pc:sldMk cId="3649109412" sldId="535"/>
        </pc:sldMkLst>
        <pc:spChg chg="add mod">
          <ac:chgData name="Zheng, Binghuan" userId="0c8cd837-2f89-4b12-8657-4317aa4b18aa" providerId="ADAL" clId="{E707B9D4-0FB7-4146-A421-BB49266FBC62}" dt="2025-09-29T05:22:27.881" v="3354" actId="1076"/>
          <ac:spMkLst>
            <pc:docMk/>
            <pc:sldMk cId="3649109412" sldId="535"/>
            <ac:spMk id="2" creationId="{4E97AB11-C7A6-6480-96D3-98F2B1819B42}"/>
          </ac:spMkLst>
        </pc:spChg>
        <pc:spChg chg="mod">
          <ac:chgData name="Zheng, Binghuan" userId="0c8cd837-2f89-4b12-8657-4317aa4b18aa" providerId="ADAL" clId="{E707B9D4-0FB7-4146-A421-BB49266FBC62}" dt="2025-09-29T01:21:32.704" v="2074" actId="20577"/>
          <ac:spMkLst>
            <pc:docMk/>
            <pc:sldMk cId="3649109412" sldId="535"/>
            <ac:spMk id="6" creationId="{1A42C4A8-0D58-EAFF-2F2E-E2CC60C7A7EF}"/>
          </ac:spMkLst>
        </pc:spChg>
        <pc:graphicFrameChg chg="mod modGraphic">
          <ac:chgData name="Zheng, Binghuan" userId="0c8cd837-2f89-4b12-8657-4317aa4b18aa" providerId="ADAL" clId="{E707B9D4-0FB7-4146-A421-BB49266FBC62}" dt="2025-09-29T06:20:30.277" v="3668" actId="20577"/>
          <ac:graphicFrameMkLst>
            <pc:docMk/>
            <pc:sldMk cId="3649109412" sldId="535"/>
            <ac:graphicFrameMk id="3" creationId="{ABD60F05-9B57-9741-8FD5-E1E06EA97594}"/>
          </ac:graphicFrameMkLst>
        </pc:graphicFrameChg>
      </pc:sldChg>
      <pc:sldChg chg="delSp modSp add mod">
        <pc:chgData name="Zheng, Binghuan" userId="0c8cd837-2f89-4b12-8657-4317aa4b18aa" providerId="ADAL" clId="{E707B9D4-0FB7-4146-A421-BB49266FBC62}" dt="2025-09-29T01:27:45.220" v="2265" actId="478"/>
        <pc:sldMkLst>
          <pc:docMk/>
          <pc:sldMk cId="1234787018" sldId="536"/>
        </pc:sldMkLst>
        <pc:spChg chg="mod">
          <ac:chgData name="Zheng, Binghuan" userId="0c8cd837-2f89-4b12-8657-4317aa4b18aa" providerId="ADAL" clId="{E707B9D4-0FB7-4146-A421-BB49266FBC62}" dt="2025-09-29T01:24:16.469" v="2159" actId="20577"/>
          <ac:spMkLst>
            <pc:docMk/>
            <pc:sldMk cId="1234787018" sldId="536"/>
            <ac:spMk id="6" creationId="{FC627A72-6E34-0290-ECA4-C0E7DDC559F7}"/>
          </ac:spMkLst>
        </pc:spChg>
        <pc:graphicFrameChg chg="mod modGraphic">
          <ac:chgData name="Zheng, Binghuan" userId="0c8cd837-2f89-4b12-8657-4317aa4b18aa" providerId="ADAL" clId="{E707B9D4-0FB7-4146-A421-BB49266FBC62}" dt="2025-09-29T01:27:33.509" v="2264" actId="20577"/>
          <ac:graphicFrameMkLst>
            <pc:docMk/>
            <pc:sldMk cId="1234787018" sldId="536"/>
            <ac:graphicFrameMk id="3" creationId="{DD53BB97-F670-994D-05CB-DEAA06730C7E}"/>
          </ac:graphicFrameMkLst>
        </pc:graphicFrameChg>
      </pc:sldChg>
      <pc:sldChg chg="addSp modSp add mod">
        <pc:chgData name="Zheng, Binghuan" userId="0c8cd837-2f89-4b12-8657-4317aa4b18aa" providerId="ADAL" clId="{E707B9D4-0FB7-4146-A421-BB49266FBC62}" dt="2025-09-29T05:23:14.354" v="3355" actId="1076"/>
        <pc:sldMkLst>
          <pc:docMk/>
          <pc:sldMk cId="3534500854" sldId="537"/>
        </pc:sldMkLst>
        <pc:spChg chg="mod">
          <ac:chgData name="Zheng, Binghuan" userId="0c8cd837-2f89-4b12-8657-4317aa4b18aa" providerId="ADAL" clId="{E707B9D4-0FB7-4146-A421-BB49266FBC62}" dt="2025-09-29T01:28:30.256" v="2310" actId="1076"/>
          <ac:spMkLst>
            <pc:docMk/>
            <pc:sldMk cId="3534500854" sldId="537"/>
            <ac:spMk id="2" creationId="{4668CC0C-505C-9228-D1A0-EC2CFBF5D250}"/>
          </ac:spMkLst>
        </pc:spChg>
        <pc:spChg chg="add mod">
          <ac:chgData name="Zheng, Binghuan" userId="0c8cd837-2f89-4b12-8657-4317aa4b18aa" providerId="ADAL" clId="{E707B9D4-0FB7-4146-A421-BB49266FBC62}" dt="2025-09-29T05:23:14.354" v="3355" actId="1076"/>
          <ac:spMkLst>
            <pc:docMk/>
            <pc:sldMk cId="3534500854" sldId="537"/>
            <ac:spMk id="4" creationId="{6D39ACB7-9597-4AE0-0CB8-0C7ACC52BEA9}"/>
          </ac:spMkLst>
        </pc:spChg>
        <pc:spChg chg="mod">
          <ac:chgData name="Zheng, Binghuan" userId="0c8cd837-2f89-4b12-8657-4317aa4b18aa" providerId="ADAL" clId="{E707B9D4-0FB7-4146-A421-BB49266FBC62}" dt="2025-09-29T01:24:19.627" v="2161" actId="20577"/>
          <ac:spMkLst>
            <pc:docMk/>
            <pc:sldMk cId="3534500854" sldId="537"/>
            <ac:spMk id="6" creationId="{B487D6B8-DC3B-4A74-B028-1A95CECB4C9C}"/>
          </ac:spMkLst>
        </pc:spChg>
        <pc:graphicFrameChg chg="mod modGraphic">
          <ac:chgData name="Zheng, Binghuan" userId="0c8cd837-2f89-4b12-8657-4317aa4b18aa" providerId="ADAL" clId="{E707B9D4-0FB7-4146-A421-BB49266FBC62}" dt="2025-09-28T09:48:55.800" v="1020" actId="20577"/>
          <ac:graphicFrameMkLst>
            <pc:docMk/>
            <pc:sldMk cId="3534500854" sldId="537"/>
            <ac:graphicFrameMk id="3" creationId="{C6A088D5-7B75-71FD-F5A1-795CF45D9081}"/>
          </ac:graphicFrameMkLst>
        </pc:graphicFrameChg>
      </pc:sldChg>
      <pc:sldChg chg="delSp modSp add mod">
        <pc:chgData name="Zheng, Binghuan" userId="0c8cd837-2f89-4b12-8657-4317aa4b18aa" providerId="ADAL" clId="{E707B9D4-0FB7-4146-A421-BB49266FBC62}" dt="2025-09-29T01:53:09.789" v="2634" actId="20577"/>
        <pc:sldMkLst>
          <pc:docMk/>
          <pc:sldMk cId="370209088" sldId="538"/>
        </pc:sldMkLst>
        <pc:spChg chg="mod">
          <ac:chgData name="Zheng, Binghuan" userId="0c8cd837-2f89-4b12-8657-4317aa4b18aa" providerId="ADAL" clId="{E707B9D4-0FB7-4146-A421-BB49266FBC62}" dt="2025-09-29T01:44:18.474" v="2526" actId="20577"/>
          <ac:spMkLst>
            <pc:docMk/>
            <pc:sldMk cId="370209088" sldId="538"/>
            <ac:spMk id="6" creationId="{6AAF119B-E68A-F8B1-B283-3051E95A6618}"/>
          </ac:spMkLst>
        </pc:spChg>
        <pc:graphicFrameChg chg="mod modGraphic">
          <ac:chgData name="Zheng, Binghuan" userId="0c8cd837-2f89-4b12-8657-4317aa4b18aa" providerId="ADAL" clId="{E707B9D4-0FB7-4146-A421-BB49266FBC62}" dt="2025-09-29T01:53:09.789" v="2634" actId="20577"/>
          <ac:graphicFrameMkLst>
            <pc:docMk/>
            <pc:sldMk cId="370209088" sldId="538"/>
            <ac:graphicFrameMk id="3" creationId="{E29297D7-8F8B-02FD-4D4E-265FF5A9D3E6}"/>
          </ac:graphicFrameMkLst>
        </pc:graphicFrameChg>
      </pc:sldChg>
      <pc:sldChg chg="add del">
        <pc:chgData name="Zheng, Binghuan" userId="0c8cd837-2f89-4b12-8657-4317aa4b18aa" providerId="ADAL" clId="{E707B9D4-0FB7-4146-A421-BB49266FBC62}" dt="2025-09-28T03:23:23.205" v="204" actId="47"/>
        <pc:sldMkLst>
          <pc:docMk/>
          <pc:sldMk cId="4057020109" sldId="538"/>
        </pc:sldMkLst>
      </pc:sldChg>
      <pc:sldChg chg="delSp modSp add mod">
        <pc:chgData name="Zheng, Binghuan" userId="0c8cd837-2f89-4b12-8657-4317aa4b18aa" providerId="ADAL" clId="{E707B9D4-0FB7-4146-A421-BB49266FBC62}" dt="2025-09-29T01:56:09.744" v="2652" actId="20577"/>
        <pc:sldMkLst>
          <pc:docMk/>
          <pc:sldMk cId="3376238961" sldId="539"/>
        </pc:sldMkLst>
        <pc:spChg chg="mod">
          <ac:chgData name="Zheng, Binghuan" userId="0c8cd837-2f89-4b12-8657-4317aa4b18aa" providerId="ADAL" clId="{E707B9D4-0FB7-4146-A421-BB49266FBC62}" dt="2025-09-29T01:44:26.270" v="2528" actId="20577"/>
          <ac:spMkLst>
            <pc:docMk/>
            <pc:sldMk cId="3376238961" sldId="539"/>
            <ac:spMk id="6" creationId="{8E33AFFA-E938-00A3-E040-93D737D4ED30}"/>
          </ac:spMkLst>
        </pc:spChg>
        <pc:graphicFrameChg chg="mod modGraphic">
          <ac:chgData name="Zheng, Binghuan" userId="0c8cd837-2f89-4b12-8657-4317aa4b18aa" providerId="ADAL" clId="{E707B9D4-0FB7-4146-A421-BB49266FBC62}" dt="2025-09-29T01:56:09.744" v="2652" actId="20577"/>
          <ac:graphicFrameMkLst>
            <pc:docMk/>
            <pc:sldMk cId="3376238961" sldId="539"/>
            <ac:graphicFrameMk id="3" creationId="{B46A155A-3FDE-ECB6-1CAE-868352BE6498}"/>
          </ac:graphicFrameMkLst>
        </pc:graphicFrameChg>
      </pc:sldChg>
      <pc:sldChg chg="addSp modSp add mod">
        <pc:chgData name="Zheng, Binghuan" userId="0c8cd837-2f89-4b12-8657-4317aa4b18aa" providerId="ADAL" clId="{E707B9D4-0FB7-4146-A421-BB49266FBC62}" dt="2025-09-29T06:31:53.548" v="3699" actId="13926"/>
        <pc:sldMkLst>
          <pc:docMk/>
          <pc:sldMk cId="3026102348" sldId="540"/>
        </pc:sldMkLst>
        <pc:spChg chg="mod">
          <ac:chgData name="Zheng, Binghuan" userId="0c8cd837-2f89-4b12-8657-4317aa4b18aa" providerId="ADAL" clId="{E707B9D4-0FB7-4146-A421-BB49266FBC62}" dt="2025-09-29T02:01:09.002" v="2748" actId="20577"/>
          <ac:spMkLst>
            <pc:docMk/>
            <pc:sldMk cId="3026102348" sldId="540"/>
            <ac:spMk id="2" creationId="{A5D923BA-1157-63DC-F575-37C059E7804A}"/>
          </ac:spMkLst>
        </pc:spChg>
        <pc:spChg chg="add mod">
          <ac:chgData name="Zheng, Binghuan" userId="0c8cd837-2f89-4b12-8657-4317aa4b18aa" providerId="ADAL" clId="{E707B9D4-0FB7-4146-A421-BB49266FBC62}" dt="2025-09-29T05:23:48.566" v="3358" actId="1076"/>
          <ac:spMkLst>
            <pc:docMk/>
            <pc:sldMk cId="3026102348" sldId="540"/>
            <ac:spMk id="4" creationId="{AAE950AF-6185-3281-825E-220EE2D45C10}"/>
          </ac:spMkLst>
        </pc:spChg>
        <pc:spChg chg="mod">
          <ac:chgData name="Zheng, Binghuan" userId="0c8cd837-2f89-4b12-8657-4317aa4b18aa" providerId="ADAL" clId="{E707B9D4-0FB7-4146-A421-BB49266FBC62}" dt="2025-09-29T01:44:30.946" v="2530" actId="20577"/>
          <ac:spMkLst>
            <pc:docMk/>
            <pc:sldMk cId="3026102348" sldId="540"/>
            <ac:spMk id="6" creationId="{AF1D14F5-1BF4-33B5-479C-AFFDE4A12D57}"/>
          </ac:spMkLst>
        </pc:spChg>
        <pc:graphicFrameChg chg="mod modGraphic">
          <ac:chgData name="Zheng, Binghuan" userId="0c8cd837-2f89-4b12-8657-4317aa4b18aa" providerId="ADAL" clId="{E707B9D4-0FB7-4146-A421-BB49266FBC62}" dt="2025-09-29T06:31:53.548" v="3699" actId="13926"/>
          <ac:graphicFrameMkLst>
            <pc:docMk/>
            <pc:sldMk cId="3026102348" sldId="540"/>
            <ac:graphicFrameMk id="3" creationId="{BFD8CC3D-F55A-7985-152C-5ECF519E601F}"/>
          </ac:graphicFrameMkLst>
        </pc:graphicFrameChg>
      </pc:sldChg>
      <pc:sldChg chg="modSp add mod ord">
        <pc:chgData name="Zheng, Binghuan" userId="0c8cd837-2f89-4b12-8657-4317aa4b18aa" providerId="ADAL" clId="{E707B9D4-0FB7-4146-A421-BB49266FBC62}" dt="2025-09-29T02:14:33.502" v="2894" actId="20577"/>
        <pc:sldMkLst>
          <pc:docMk/>
          <pc:sldMk cId="2633048256" sldId="541"/>
        </pc:sldMkLst>
        <pc:spChg chg="mod">
          <ac:chgData name="Zheng, Binghuan" userId="0c8cd837-2f89-4b12-8657-4317aa4b18aa" providerId="ADAL" clId="{E707B9D4-0FB7-4146-A421-BB49266FBC62}" dt="2025-09-29T02:12:23.139" v="2888" actId="1076"/>
          <ac:spMkLst>
            <pc:docMk/>
            <pc:sldMk cId="2633048256" sldId="541"/>
            <ac:spMk id="2" creationId="{DDDFC323-17E6-5A41-1A9C-E9BB63EE18E6}"/>
          </ac:spMkLst>
        </pc:spChg>
        <pc:spChg chg="mod">
          <ac:chgData name="Zheng, Binghuan" userId="0c8cd837-2f89-4b12-8657-4317aa4b18aa" providerId="ADAL" clId="{E707B9D4-0FB7-4146-A421-BB49266FBC62}" dt="2025-09-29T02:14:33.502" v="2894" actId="20577"/>
          <ac:spMkLst>
            <pc:docMk/>
            <pc:sldMk cId="2633048256" sldId="541"/>
            <ac:spMk id="6" creationId="{5B75FE8F-C2B7-3BBC-1455-7D8B15DDF800}"/>
          </ac:spMkLst>
        </pc:spChg>
        <pc:graphicFrameChg chg="mod modGraphic">
          <ac:chgData name="Zheng, Binghuan" userId="0c8cd837-2f89-4b12-8657-4317aa4b18aa" providerId="ADAL" clId="{E707B9D4-0FB7-4146-A421-BB49266FBC62}" dt="2025-09-29T02:12:29.236" v="2889" actId="20577"/>
          <ac:graphicFrameMkLst>
            <pc:docMk/>
            <pc:sldMk cId="2633048256" sldId="541"/>
            <ac:graphicFrameMk id="3" creationId="{F702F026-1F08-1497-210C-10DA2D435595}"/>
          </ac:graphicFrameMkLst>
        </pc:graphicFrameChg>
      </pc:sldChg>
      <pc:sldChg chg="addSp modSp add mod">
        <pc:chgData name="Zheng, Binghuan" userId="0c8cd837-2f89-4b12-8657-4317aa4b18aa" providerId="ADAL" clId="{E707B9D4-0FB7-4146-A421-BB49266FBC62}" dt="2025-09-29T06:34:55.818" v="3700" actId="1076"/>
        <pc:sldMkLst>
          <pc:docMk/>
          <pc:sldMk cId="4286779257" sldId="542"/>
        </pc:sldMkLst>
        <pc:spChg chg="mod">
          <ac:chgData name="Zheng, Binghuan" userId="0c8cd837-2f89-4b12-8657-4317aa4b18aa" providerId="ADAL" clId="{E707B9D4-0FB7-4146-A421-BB49266FBC62}" dt="2025-09-29T06:34:55.818" v="3700" actId="1076"/>
          <ac:spMkLst>
            <pc:docMk/>
            <pc:sldMk cId="4286779257" sldId="542"/>
            <ac:spMk id="2" creationId="{840C07F6-4F8F-294B-A960-711E349A0133}"/>
          </ac:spMkLst>
        </pc:spChg>
        <pc:spChg chg="add mod">
          <ac:chgData name="Zheng, Binghuan" userId="0c8cd837-2f89-4b12-8657-4317aa4b18aa" providerId="ADAL" clId="{E707B9D4-0FB7-4146-A421-BB49266FBC62}" dt="2025-09-29T05:24:06.887" v="3359" actId="1076"/>
          <ac:spMkLst>
            <pc:docMk/>
            <pc:sldMk cId="4286779257" sldId="542"/>
            <ac:spMk id="4" creationId="{A4535612-AD8A-986B-7C1B-AA506A8B044A}"/>
          </ac:spMkLst>
        </pc:spChg>
        <pc:spChg chg="mod">
          <ac:chgData name="Zheng, Binghuan" userId="0c8cd837-2f89-4b12-8657-4317aa4b18aa" providerId="ADAL" clId="{E707B9D4-0FB7-4146-A421-BB49266FBC62}" dt="2025-09-29T02:14:26.560" v="2892" actId="20577"/>
          <ac:spMkLst>
            <pc:docMk/>
            <pc:sldMk cId="4286779257" sldId="542"/>
            <ac:spMk id="6" creationId="{599DC41E-6BC2-5170-3C2C-4DE02CF78423}"/>
          </ac:spMkLst>
        </pc:spChg>
        <pc:graphicFrameChg chg="mod modGraphic">
          <ac:chgData name="Zheng, Binghuan" userId="0c8cd837-2f89-4b12-8657-4317aa4b18aa" providerId="ADAL" clId="{E707B9D4-0FB7-4146-A421-BB49266FBC62}" dt="2025-09-29T05:18:41.463" v="3338" actId="20577"/>
          <ac:graphicFrameMkLst>
            <pc:docMk/>
            <pc:sldMk cId="4286779257" sldId="542"/>
            <ac:graphicFrameMk id="3" creationId="{FACA49C2-58A6-04B4-A11B-5A4D73ADC530}"/>
          </ac:graphicFrameMkLst>
        </pc:graphicFrameChg>
      </pc:sldChg>
      <pc:sldChg chg="delSp modSp add mod ord">
        <pc:chgData name="Zheng, Binghuan" userId="0c8cd837-2f89-4b12-8657-4317aa4b18aa" providerId="ADAL" clId="{E707B9D4-0FB7-4146-A421-BB49266FBC62}" dt="2025-09-29T02:29:00.758" v="3044" actId="478"/>
        <pc:sldMkLst>
          <pc:docMk/>
          <pc:sldMk cId="1565312668" sldId="543"/>
        </pc:sldMkLst>
        <pc:spChg chg="mod">
          <ac:chgData name="Zheng, Binghuan" userId="0c8cd837-2f89-4b12-8657-4317aa4b18aa" providerId="ADAL" clId="{E707B9D4-0FB7-4146-A421-BB49266FBC62}" dt="2025-09-29T02:22:11.856" v="3004" actId="20577"/>
          <ac:spMkLst>
            <pc:docMk/>
            <pc:sldMk cId="1565312668" sldId="543"/>
            <ac:spMk id="6" creationId="{D6362205-4A47-40FF-1671-3A569BE0B8D2}"/>
          </ac:spMkLst>
        </pc:spChg>
        <pc:graphicFrameChg chg="mod modGraphic">
          <ac:chgData name="Zheng, Binghuan" userId="0c8cd837-2f89-4b12-8657-4317aa4b18aa" providerId="ADAL" clId="{E707B9D4-0FB7-4146-A421-BB49266FBC62}" dt="2025-09-29T02:28:50.979" v="3043" actId="14734"/>
          <ac:graphicFrameMkLst>
            <pc:docMk/>
            <pc:sldMk cId="1565312668" sldId="543"/>
            <ac:graphicFrameMk id="3" creationId="{7C7BFF33-2634-056B-5D2C-74DFDFA47345}"/>
          </ac:graphicFrameMkLst>
        </pc:graphicFrameChg>
      </pc:sldChg>
      <pc:sldChg chg="modSp add mod">
        <pc:chgData name="Zheng, Binghuan" userId="0c8cd837-2f89-4b12-8657-4317aa4b18aa" providerId="ADAL" clId="{E707B9D4-0FB7-4146-A421-BB49266FBC62}" dt="2025-09-29T02:32:06.766" v="3221" actId="20577"/>
        <pc:sldMkLst>
          <pc:docMk/>
          <pc:sldMk cId="1336894613" sldId="544"/>
        </pc:sldMkLst>
        <pc:spChg chg="mod">
          <ac:chgData name="Zheng, Binghuan" userId="0c8cd837-2f89-4b12-8657-4317aa4b18aa" providerId="ADAL" clId="{E707B9D4-0FB7-4146-A421-BB49266FBC62}" dt="2025-09-29T02:32:06.766" v="3221" actId="20577"/>
          <ac:spMkLst>
            <pc:docMk/>
            <pc:sldMk cId="1336894613" sldId="544"/>
            <ac:spMk id="2" creationId="{604DEE13-2926-3921-FAC3-8F007A8550B0}"/>
          </ac:spMkLst>
        </pc:spChg>
        <pc:spChg chg="mod">
          <ac:chgData name="Zheng, Binghuan" userId="0c8cd837-2f89-4b12-8657-4317aa4b18aa" providerId="ADAL" clId="{E707B9D4-0FB7-4146-A421-BB49266FBC62}" dt="2025-09-29T02:22:16.867" v="3006" actId="20577"/>
          <ac:spMkLst>
            <pc:docMk/>
            <pc:sldMk cId="1336894613" sldId="544"/>
            <ac:spMk id="6" creationId="{ABA0613A-9E61-B2F2-AF76-4A8A1455B020}"/>
          </ac:spMkLst>
        </pc:spChg>
        <pc:graphicFrameChg chg="mod modGraphic">
          <ac:chgData name="Zheng, Binghuan" userId="0c8cd837-2f89-4b12-8657-4317aa4b18aa" providerId="ADAL" clId="{E707B9D4-0FB7-4146-A421-BB49266FBC62}" dt="2025-09-29T02:29:31.098" v="3046" actId="20577"/>
          <ac:graphicFrameMkLst>
            <pc:docMk/>
            <pc:sldMk cId="1336894613" sldId="544"/>
            <ac:graphicFrameMk id="3" creationId="{A425D6DD-70D1-8986-5449-E7FF71B44FD5}"/>
          </ac:graphicFrameMkLst>
        </pc:graphicFrameChg>
      </pc:sldChg>
      <pc:sldChg chg="addSp modSp add mod">
        <pc:chgData name="Zheng, Binghuan" userId="0c8cd837-2f89-4b12-8657-4317aa4b18aa" providerId="ADAL" clId="{E707B9D4-0FB7-4146-A421-BB49266FBC62}" dt="2025-09-29T06:56:09.730" v="3923" actId="20577"/>
        <pc:sldMkLst>
          <pc:docMk/>
          <pc:sldMk cId="930682964" sldId="545"/>
        </pc:sldMkLst>
        <pc:spChg chg="mod">
          <ac:chgData name="Zheng, Binghuan" userId="0c8cd837-2f89-4b12-8657-4317aa4b18aa" providerId="ADAL" clId="{E707B9D4-0FB7-4146-A421-BB49266FBC62}" dt="2025-09-29T06:56:09.730" v="3923" actId="20577"/>
          <ac:spMkLst>
            <pc:docMk/>
            <pc:sldMk cId="930682964" sldId="545"/>
            <ac:spMk id="2" creationId="{648441E7-8D79-43A9-E09B-AAC275AECBE7}"/>
          </ac:spMkLst>
        </pc:spChg>
        <pc:spChg chg="add mod">
          <ac:chgData name="Zheng, Binghuan" userId="0c8cd837-2f89-4b12-8657-4317aa4b18aa" providerId="ADAL" clId="{E707B9D4-0FB7-4146-A421-BB49266FBC62}" dt="2025-09-29T05:24:22.016" v="3360" actId="1076"/>
          <ac:spMkLst>
            <pc:docMk/>
            <pc:sldMk cId="930682964" sldId="545"/>
            <ac:spMk id="4" creationId="{B498140E-AC59-C990-14C5-AD4394138599}"/>
          </ac:spMkLst>
        </pc:spChg>
        <pc:spChg chg="mod">
          <ac:chgData name="Zheng, Binghuan" userId="0c8cd837-2f89-4b12-8657-4317aa4b18aa" providerId="ADAL" clId="{E707B9D4-0FB7-4146-A421-BB49266FBC62}" dt="2025-09-29T02:22:20.151" v="3008" actId="20577"/>
          <ac:spMkLst>
            <pc:docMk/>
            <pc:sldMk cId="930682964" sldId="545"/>
            <ac:spMk id="6" creationId="{203B900A-8BA4-8542-2842-A547EFF529A1}"/>
          </ac:spMkLst>
        </pc:spChg>
        <pc:graphicFrameChg chg="mod modGraphic">
          <ac:chgData name="Zheng, Binghuan" userId="0c8cd837-2f89-4b12-8657-4317aa4b18aa" providerId="ADAL" clId="{E707B9D4-0FB7-4146-A421-BB49266FBC62}" dt="2025-09-29T06:43:27.789" v="3725" actId="13926"/>
          <ac:graphicFrameMkLst>
            <pc:docMk/>
            <pc:sldMk cId="930682964" sldId="545"/>
            <ac:graphicFrameMk id="3" creationId="{379FC4F2-570A-2F20-89FE-D137828DC99F}"/>
          </ac:graphicFrameMkLst>
        </pc:graphicFrameChg>
      </pc:sldChg>
      <pc:sldChg chg="addSp delSp modSp add mod ord">
        <pc:chgData name="Zheng, Binghuan" userId="0c8cd837-2f89-4b12-8657-4317aa4b18aa" providerId="ADAL" clId="{E707B9D4-0FB7-4146-A421-BB49266FBC62}" dt="2025-09-29T06:44:56.241" v="3727" actId="20577"/>
        <pc:sldMkLst>
          <pc:docMk/>
          <pc:sldMk cId="25785033" sldId="546"/>
        </pc:sldMkLst>
        <pc:spChg chg="add mod">
          <ac:chgData name="Zheng, Binghuan" userId="0c8cd837-2f89-4b12-8657-4317aa4b18aa" providerId="ADAL" clId="{E707B9D4-0FB7-4146-A421-BB49266FBC62}" dt="2025-09-29T05:24:36.697" v="3361" actId="1076"/>
          <ac:spMkLst>
            <pc:docMk/>
            <pc:sldMk cId="25785033" sldId="546"/>
            <ac:spMk id="4" creationId="{F9A58ECA-A69C-97E2-E31C-BA2A21CE0F45}"/>
          </ac:spMkLst>
        </pc:spChg>
        <pc:spChg chg="mod">
          <ac:chgData name="Zheng, Binghuan" userId="0c8cd837-2f89-4b12-8657-4317aa4b18aa" providerId="ADAL" clId="{E707B9D4-0FB7-4146-A421-BB49266FBC62}" dt="2025-09-29T06:44:56.241" v="3727" actId="20577"/>
          <ac:spMkLst>
            <pc:docMk/>
            <pc:sldMk cId="25785033" sldId="546"/>
            <ac:spMk id="6" creationId="{6EA66BDD-06C3-D3F7-F4B4-72439C0A0703}"/>
          </ac:spMkLst>
        </pc:spChg>
        <pc:graphicFrameChg chg="mod modGraphic">
          <ac:chgData name="Zheng, Binghuan" userId="0c8cd837-2f89-4b12-8657-4317aa4b18aa" providerId="ADAL" clId="{E707B9D4-0FB7-4146-A421-BB49266FBC62}" dt="2025-09-29T06:44:19.776" v="3726" actId="13926"/>
          <ac:graphicFrameMkLst>
            <pc:docMk/>
            <pc:sldMk cId="25785033" sldId="546"/>
            <ac:graphicFrameMk id="3" creationId="{B5D85BB2-6A5B-1A02-EAC7-93577503A395}"/>
          </ac:graphicFrameMkLst>
        </pc:graphicFrameChg>
      </pc:sldChg>
    </pc:docChg>
  </pc:docChgLst>
  <pc:docChgLst>
    <pc:chgData name="Zheng, Binghuan" userId="0c8cd837-2f89-4b12-8657-4317aa4b18aa" providerId="ADAL" clId="{99C58BC1-E3CC-49EF-9EF4-B5928CBDB7C0}"/>
    <pc:docChg chg="modSld">
      <pc:chgData name="Zheng, Binghuan" userId="0c8cd837-2f89-4b12-8657-4317aa4b18aa" providerId="ADAL" clId="{99C58BC1-E3CC-49EF-9EF4-B5928CBDB7C0}" dt="2025-10-24T06:25:13.239" v="44" actId="2165"/>
      <pc:docMkLst>
        <pc:docMk/>
      </pc:docMkLst>
      <pc:sldChg chg="modSp mod">
        <pc:chgData name="Zheng, Binghuan" userId="0c8cd837-2f89-4b12-8657-4317aa4b18aa" providerId="ADAL" clId="{99C58BC1-E3CC-49EF-9EF4-B5928CBDB7C0}" dt="2025-10-24T06:19:09.385" v="16" actId="20577"/>
        <pc:sldMkLst>
          <pc:docMk/>
          <pc:sldMk cId="723533408" sldId="402"/>
        </pc:sldMkLst>
        <pc:spChg chg="mod">
          <ac:chgData name="Zheng, Binghuan" userId="0c8cd837-2f89-4b12-8657-4317aa4b18aa" providerId="ADAL" clId="{99C58BC1-E3CC-49EF-9EF4-B5928CBDB7C0}" dt="2025-10-24T06:19:09.385" v="16" actId="20577"/>
          <ac:spMkLst>
            <pc:docMk/>
            <pc:sldMk cId="723533408" sldId="402"/>
            <ac:spMk id="3" creationId="{96457946-1483-4C9A-8FE4-A2862E3EFF3F}"/>
          </ac:spMkLst>
        </pc:spChg>
      </pc:sldChg>
      <pc:sldChg chg="modSp mod">
        <pc:chgData name="Zheng, Binghuan" userId="0c8cd837-2f89-4b12-8657-4317aa4b18aa" providerId="ADAL" clId="{99C58BC1-E3CC-49EF-9EF4-B5928CBDB7C0}" dt="2025-10-24T06:19:21.507" v="17" actId="2165"/>
        <pc:sldMkLst>
          <pc:docMk/>
          <pc:sldMk cId="2050256125" sldId="451"/>
        </pc:sldMkLst>
        <pc:graphicFrameChg chg="modGraphic">
          <ac:chgData name="Zheng, Binghuan" userId="0c8cd837-2f89-4b12-8657-4317aa4b18aa" providerId="ADAL" clId="{99C58BC1-E3CC-49EF-9EF4-B5928CBDB7C0}" dt="2025-10-24T06:19:21.507" v="17" actId="2165"/>
          <ac:graphicFrameMkLst>
            <pc:docMk/>
            <pc:sldMk cId="2050256125" sldId="451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19:28.948" v="18" actId="2165"/>
        <pc:sldMkLst>
          <pc:docMk/>
          <pc:sldMk cId="1443141661" sldId="486"/>
        </pc:sldMkLst>
        <pc:graphicFrameChg chg="modGraphic">
          <ac:chgData name="Zheng, Binghuan" userId="0c8cd837-2f89-4b12-8657-4317aa4b18aa" providerId="ADAL" clId="{99C58BC1-E3CC-49EF-9EF4-B5928CBDB7C0}" dt="2025-10-24T06:19:28.948" v="18" actId="2165"/>
          <ac:graphicFrameMkLst>
            <pc:docMk/>
            <pc:sldMk cId="1443141661" sldId="486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19:36.660" v="19" actId="2165"/>
        <pc:sldMkLst>
          <pc:docMk/>
          <pc:sldMk cId="2729596788" sldId="489"/>
        </pc:sldMkLst>
        <pc:graphicFrameChg chg="modGraphic">
          <ac:chgData name="Zheng, Binghuan" userId="0c8cd837-2f89-4b12-8657-4317aa4b18aa" providerId="ADAL" clId="{99C58BC1-E3CC-49EF-9EF4-B5928CBDB7C0}" dt="2025-10-24T06:19:36.660" v="19" actId="2165"/>
          <ac:graphicFrameMkLst>
            <pc:docMk/>
            <pc:sldMk cId="2729596788" sldId="489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19:41.854" v="20" actId="2165"/>
        <pc:sldMkLst>
          <pc:docMk/>
          <pc:sldMk cId="522948719" sldId="490"/>
        </pc:sldMkLst>
        <pc:graphicFrameChg chg="modGraphic">
          <ac:chgData name="Zheng, Binghuan" userId="0c8cd837-2f89-4b12-8657-4317aa4b18aa" providerId="ADAL" clId="{99C58BC1-E3CC-49EF-9EF4-B5928CBDB7C0}" dt="2025-10-24T06:19:41.854" v="20" actId="2165"/>
          <ac:graphicFrameMkLst>
            <pc:docMk/>
            <pc:sldMk cId="522948719" sldId="490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19:54.667" v="22" actId="2165"/>
        <pc:sldMkLst>
          <pc:docMk/>
          <pc:sldMk cId="1838623475" sldId="491"/>
        </pc:sldMkLst>
        <pc:graphicFrameChg chg="modGraphic">
          <ac:chgData name="Zheng, Binghuan" userId="0c8cd837-2f89-4b12-8657-4317aa4b18aa" providerId="ADAL" clId="{99C58BC1-E3CC-49EF-9EF4-B5928CBDB7C0}" dt="2025-10-24T06:19:54.667" v="22" actId="2165"/>
          <ac:graphicFrameMkLst>
            <pc:docMk/>
            <pc:sldMk cId="1838623475" sldId="491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0:12.199" v="25" actId="2165"/>
        <pc:sldMkLst>
          <pc:docMk/>
          <pc:sldMk cId="3011713260" sldId="492"/>
        </pc:sldMkLst>
        <pc:graphicFrameChg chg="modGraphic">
          <ac:chgData name="Zheng, Binghuan" userId="0c8cd837-2f89-4b12-8657-4317aa4b18aa" providerId="ADAL" clId="{99C58BC1-E3CC-49EF-9EF4-B5928CBDB7C0}" dt="2025-10-24T06:20:12.199" v="25" actId="2165"/>
          <ac:graphicFrameMkLst>
            <pc:docMk/>
            <pc:sldMk cId="3011713260" sldId="492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0:18.398" v="26" actId="2165"/>
        <pc:sldMkLst>
          <pc:docMk/>
          <pc:sldMk cId="1857770909" sldId="493"/>
        </pc:sldMkLst>
        <pc:graphicFrameChg chg="modGraphic">
          <ac:chgData name="Zheng, Binghuan" userId="0c8cd837-2f89-4b12-8657-4317aa4b18aa" providerId="ADAL" clId="{99C58BC1-E3CC-49EF-9EF4-B5928CBDB7C0}" dt="2025-10-24T06:20:18.398" v="26" actId="2165"/>
          <ac:graphicFrameMkLst>
            <pc:docMk/>
            <pc:sldMk cId="1857770909" sldId="493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0:27.981" v="28" actId="2165"/>
        <pc:sldMkLst>
          <pc:docMk/>
          <pc:sldMk cId="638383612" sldId="494"/>
        </pc:sldMkLst>
        <pc:graphicFrameChg chg="modGraphic">
          <ac:chgData name="Zheng, Binghuan" userId="0c8cd837-2f89-4b12-8657-4317aa4b18aa" providerId="ADAL" clId="{99C58BC1-E3CC-49EF-9EF4-B5928CBDB7C0}" dt="2025-10-24T06:20:27.981" v="28" actId="2165"/>
          <ac:graphicFrameMkLst>
            <pc:docMk/>
            <pc:sldMk cId="638383612" sldId="494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0:40.925" v="30" actId="2165"/>
        <pc:sldMkLst>
          <pc:docMk/>
          <pc:sldMk cId="2815045398" sldId="498"/>
        </pc:sldMkLst>
        <pc:graphicFrameChg chg="modGraphic">
          <ac:chgData name="Zheng, Binghuan" userId="0c8cd837-2f89-4b12-8657-4317aa4b18aa" providerId="ADAL" clId="{99C58BC1-E3CC-49EF-9EF4-B5928CBDB7C0}" dt="2025-10-24T06:20:40.925" v="30" actId="2165"/>
          <ac:graphicFrameMkLst>
            <pc:docMk/>
            <pc:sldMk cId="2815045398" sldId="498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0:57.037" v="33" actId="2165"/>
        <pc:sldMkLst>
          <pc:docMk/>
          <pc:sldMk cId="3481064182" sldId="503"/>
        </pc:sldMkLst>
        <pc:graphicFrameChg chg="modGraphic">
          <ac:chgData name="Zheng, Binghuan" userId="0c8cd837-2f89-4b12-8657-4317aa4b18aa" providerId="ADAL" clId="{99C58BC1-E3CC-49EF-9EF4-B5928CBDB7C0}" dt="2025-10-24T06:20:57.037" v="33" actId="2165"/>
          <ac:graphicFrameMkLst>
            <pc:docMk/>
            <pc:sldMk cId="3481064182" sldId="503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1:04.276" v="34" actId="2165"/>
        <pc:sldMkLst>
          <pc:docMk/>
          <pc:sldMk cId="91791109" sldId="508"/>
        </pc:sldMkLst>
        <pc:graphicFrameChg chg="modGraphic">
          <ac:chgData name="Zheng, Binghuan" userId="0c8cd837-2f89-4b12-8657-4317aa4b18aa" providerId="ADAL" clId="{99C58BC1-E3CC-49EF-9EF4-B5928CBDB7C0}" dt="2025-10-24T06:21:04.276" v="34" actId="2165"/>
          <ac:graphicFrameMkLst>
            <pc:docMk/>
            <pc:sldMk cId="91791109" sldId="508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1:12.140" v="35" actId="2165"/>
        <pc:sldMkLst>
          <pc:docMk/>
          <pc:sldMk cId="453494785" sldId="513"/>
        </pc:sldMkLst>
        <pc:graphicFrameChg chg="modGraphic">
          <ac:chgData name="Zheng, Binghuan" userId="0c8cd837-2f89-4b12-8657-4317aa4b18aa" providerId="ADAL" clId="{99C58BC1-E3CC-49EF-9EF4-B5928CBDB7C0}" dt="2025-10-24T06:21:12.140" v="35" actId="2165"/>
          <ac:graphicFrameMkLst>
            <pc:docMk/>
            <pc:sldMk cId="453494785" sldId="513"/>
            <ac:graphicFrameMk id="3" creationId="{503B5CA7-8C98-49CD-062E-DAB370D359FC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19:59.465" v="23" actId="2165"/>
        <pc:sldMkLst>
          <pc:docMk/>
          <pc:sldMk cId="672012979" sldId="532"/>
        </pc:sldMkLst>
        <pc:graphicFrameChg chg="modGraphic">
          <ac:chgData name="Zheng, Binghuan" userId="0c8cd837-2f89-4b12-8657-4317aa4b18aa" providerId="ADAL" clId="{99C58BC1-E3CC-49EF-9EF4-B5928CBDB7C0}" dt="2025-10-24T06:19:59.465" v="23" actId="2165"/>
          <ac:graphicFrameMkLst>
            <pc:docMk/>
            <pc:sldMk cId="672012979" sldId="532"/>
            <ac:graphicFrameMk id="3" creationId="{30E95E16-156C-4F22-5A59-1DF83D6D0A5B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0:05.224" v="24" actId="2165"/>
        <pc:sldMkLst>
          <pc:docMk/>
          <pc:sldMk cId="4099732216" sldId="533"/>
        </pc:sldMkLst>
        <pc:graphicFrameChg chg="modGraphic">
          <ac:chgData name="Zheng, Binghuan" userId="0c8cd837-2f89-4b12-8657-4317aa4b18aa" providerId="ADAL" clId="{99C58BC1-E3CC-49EF-9EF4-B5928CBDB7C0}" dt="2025-10-24T06:20:05.224" v="24" actId="2165"/>
          <ac:graphicFrameMkLst>
            <pc:docMk/>
            <pc:sldMk cId="4099732216" sldId="533"/>
            <ac:graphicFrameMk id="3" creationId="{21217ED7-D661-54F2-C994-8F51A2636F53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0:22.817" v="27" actId="2165"/>
        <pc:sldMkLst>
          <pc:docMk/>
          <pc:sldMk cId="3546612311" sldId="534"/>
        </pc:sldMkLst>
        <pc:graphicFrameChg chg="modGraphic">
          <ac:chgData name="Zheng, Binghuan" userId="0c8cd837-2f89-4b12-8657-4317aa4b18aa" providerId="ADAL" clId="{99C58BC1-E3CC-49EF-9EF4-B5928CBDB7C0}" dt="2025-10-24T06:20:22.817" v="27" actId="2165"/>
          <ac:graphicFrameMkLst>
            <pc:docMk/>
            <pc:sldMk cId="3546612311" sldId="534"/>
            <ac:graphicFrameMk id="3" creationId="{0F2FD8FB-3F42-E03D-40AB-B1FCD23E8EA0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0:33.966" v="29" actId="2165"/>
        <pc:sldMkLst>
          <pc:docMk/>
          <pc:sldMk cId="3649109412" sldId="535"/>
        </pc:sldMkLst>
        <pc:graphicFrameChg chg="modGraphic">
          <ac:chgData name="Zheng, Binghuan" userId="0c8cd837-2f89-4b12-8657-4317aa4b18aa" providerId="ADAL" clId="{99C58BC1-E3CC-49EF-9EF4-B5928CBDB7C0}" dt="2025-10-24T06:20:33.966" v="29" actId="2165"/>
          <ac:graphicFrameMkLst>
            <pc:docMk/>
            <pc:sldMk cId="3649109412" sldId="535"/>
            <ac:graphicFrameMk id="3" creationId="{ABD60F05-9B57-9741-8FD5-E1E06EA97594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0:46.533" v="31" actId="2165"/>
        <pc:sldMkLst>
          <pc:docMk/>
          <pc:sldMk cId="1234787018" sldId="536"/>
        </pc:sldMkLst>
        <pc:graphicFrameChg chg="modGraphic">
          <ac:chgData name="Zheng, Binghuan" userId="0c8cd837-2f89-4b12-8657-4317aa4b18aa" providerId="ADAL" clId="{99C58BC1-E3CC-49EF-9EF4-B5928CBDB7C0}" dt="2025-10-24T06:20:46.533" v="31" actId="2165"/>
          <ac:graphicFrameMkLst>
            <pc:docMk/>
            <pc:sldMk cId="1234787018" sldId="536"/>
            <ac:graphicFrameMk id="3" creationId="{DD53BB97-F670-994D-05CB-DEAA06730C7E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0:51.789" v="32" actId="2165"/>
        <pc:sldMkLst>
          <pc:docMk/>
          <pc:sldMk cId="3534500854" sldId="537"/>
        </pc:sldMkLst>
        <pc:graphicFrameChg chg="modGraphic">
          <ac:chgData name="Zheng, Binghuan" userId="0c8cd837-2f89-4b12-8657-4317aa4b18aa" providerId="ADAL" clId="{99C58BC1-E3CC-49EF-9EF4-B5928CBDB7C0}" dt="2025-10-24T06:20:51.789" v="32" actId="2165"/>
          <ac:graphicFrameMkLst>
            <pc:docMk/>
            <pc:sldMk cId="3534500854" sldId="537"/>
            <ac:graphicFrameMk id="3" creationId="{C6A088D5-7B75-71FD-F5A1-795CF45D9081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1:16.690" v="36" actId="2165"/>
        <pc:sldMkLst>
          <pc:docMk/>
          <pc:sldMk cId="370209088" sldId="538"/>
        </pc:sldMkLst>
        <pc:graphicFrameChg chg="modGraphic">
          <ac:chgData name="Zheng, Binghuan" userId="0c8cd837-2f89-4b12-8657-4317aa4b18aa" providerId="ADAL" clId="{99C58BC1-E3CC-49EF-9EF4-B5928CBDB7C0}" dt="2025-10-24T06:21:16.690" v="36" actId="2165"/>
          <ac:graphicFrameMkLst>
            <pc:docMk/>
            <pc:sldMk cId="370209088" sldId="538"/>
            <ac:graphicFrameMk id="3" creationId="{E29297D7-8F8B-02FD-4D4E-265FF5A9D3E6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1:21.476" v="37" actId="2165"/>
        <pc:sldMkLst>
          <pc:docMk/>
          <pc:sldMk cId="3376238961" sldId="539"/>
        </pc:sldMkLst>
        <pc:graphicFrameChg chg="modGraphic">
          <ac:chgData name="Zheng, Binghuan" userId="0c8cd837-2f89-4b12-8657-4317aa4b18aa" providerId="ADAL" clId="{99C58BC1-E3CC-49EF-9EF4-B5928CBDB7C0}" dt="2025-10-24T06:21:21.476" v="37" actId="2165"/>
          <ac:graphicFrameMkLst>
            <pc:docMk/>
            <pc:sldMk cId="3376238961" sldId="539"/>
            <ac:graphicFrameMk id="3" creationId="{B46A155A-3FDE-ECB6-1CAE-868352BE6498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1:26.402" v="38" actId="2165"/>
        <pc:sldMkLst>
          <pc:docMk/>
          <pc:sldMk cId="3026102348" sldId="540"/>
        </pc:sldMkLst>
        <pc:graphicFrameChg chg="modGraphic">
          <ac:chgData name="Zheng, Binghuan" userId="0c8cd837-2f89-4b12-8657-4317aa4b18aa" providerId="ADAL" clId="{99C58BC1-E3CC-49EF-9EF4-B5928CBDB7C0}" dt="2025-10-24T06:21:26.402" v="38" actId="2165"/>
          <ac:graphicFrameMkLst>
            <pc:docMk/>
            <pc:sldMk cId="3026102348" sldId="540"/>
            <ac:graphicFrameMk id="3" creationId="{BFD8CC3D-F55A-7985-152C-5ECF519E601F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1:32.863" v="39" actId="2165"/>
        <pc:sldMkLst>
          <pc:docMk/>
          <pc:sldMk cId="2633048256" sldId="541"/>
        </pc:sldMkLst>
        <pc:graphicFrameChg chg="modGraphic">
          <ac:chgData name="Zheng, Binghuan" userId="0c8cd837-2f89-4b12-8657-4317aa4b18aa" providerId="ADAL" clId="{99C58BC1-E3CC-49EF-9EF4-B5928CBDB7C0}" dt="2025-10-24T06:21:32.863" v="39" actId="2165"/>
          <ac:graphicFrameMkLst>
            <pc:docMk/>
            <pc:sldMk cId="2633048256" sldId="541"/>
            <ac:graphicFrameMk id="3" creationId="{F702F026-1F08-1497-210C-10DA2D435595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1:38.609" v="40" actId="2165"/>
        <pc:sldMkLst>
          <pc:docMk/>
          <pc:sldMk cId="4286779257" sldId="542"/>
        </pc:sldMkLst>
        <pc:graphicFrameChg chg="modGraphic">
          <ac:chgData name="Zheng, Binghuan" userId="0c8cd837-2f89-4b12-8657-4317aa4b18aa" providerId="ADAL" clId="{99C58BC1-E3CC-49EF-9EF4-B5928CBDB7C0}" dt="2025-10-24T06:21:38.609" v="40" actId="2165"/>
          <ac:graphicFrameMkLst>
            <pc:docMk/>
            <pc:sldMk cId="4286779257" sldId="542"/>
            <ac:graphicFrameMk id="3" creationId="{FACA49C2-58A6-04B4-A11B-5A4D73ADC530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4:56.577" v="41" actId="2165"/>
        <pc:sldMkLst>
          <pc:docMk/>
          <pc:sldMk cId="1565312668" sldId="543"/>
        </pc:sldMkLst>
        <pc:graphicFrameChg chg="modGraphic">
          <ac:chgData name="Zheng, Binghuan" userId="0c8cd837-2f89-4b12-8657-4317aa4b18aa" providerId="ADAL" clId="{99C58BC1-E3CC-49EF-9EF4-B5928CBDB7C0}" dt="2025-10-24T06:24:56.577" v="41" actId="2165"/>
          <ac:graphicFrameMkLst>
            <pc:docMk/>
            <pc:sldMk cId="1565312668" sldId="543"/>
            <ac:graphicFrameMk id="3" creationId="{7C7BFF33-2634-056B-5D2C-74DFDFA47345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5:01.254" v="42" actId="2165"/>
        <pc:sldMkLst>
          <pc:docMk/>
          <pc:sldMk cId="1336894613" sldId="544"/>
        </pc:sldMkLst>
        <pc:graphicFrameChg chg="modGraphic">
          <ac:chgData name="Zheng, Binghuan" userId="0c8cd837-2f89-4b12-8657-4317aa4b18aa" providerId="ADAL" clId="{99C58BC1-E3CC-49EF-9EF4-B5928CBDB7C0}" dt="2025-10-24T06:25:01.254" v="42" actId="2165"/>
          <ac:graphicFrameMkLst>
            <pc:docMk/>
            <pc:sldMk cId="1336894613" sldId="544"/>
            <ac:graphicFrameMk id="3" creationId="{A425D6DD-70D1-8986-5449-E7FF71B44FD5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5:06.838" v="43" actId="2165"/>
        <pc:sldMkLst>
          <pc:docMk/>
          <pc:sldMk cId="930682964" sldId="545"/>
        </pc:sldMkLst>
        <pc:spChg chg="mod">
          <ac:chgData name="Zheng, Binghuan" userId="0c8cd837-2f89-4b12-8657-4317aa4b18aa" providerId="ADAL" clId="{99C58BC1-E3CC-49EF-9EF4-B5928CBDB7C0}" dt="2025-10-24T06:15:07.495" v="7" actId="20577"/>
          <ac:spMkLst>
            <pc:docMk/>
            <pc:sldMk cId="930682964" sldId="545"/>
            <ac:spMk id="2" creationId="{648441E7-8D79-43A9-E09B-AAC275AECBE7}"/>
          </ac:spMkLst>
        </pc:spChg>
        <pc:graphicFrameChg chg="modGraphic">
          <ac:chgData name="Zheng, Binghuan" userId="0c8cd837-2f89-4b12-8657-4317aa4b18aa" providerId="ADAL" clId="{99C58BC1-E3CC-49EF-9EF4-B5928CBDB7C0}" dt="2025-10-24T06:25:06.838" v="43" actId="2165"/>
          <ac:graphicFrameMkLst>
            <pc:docMk/>
            <pc:sldMk cId="930682964" sldId="545"/>
            <ac:graphicFrameMk id="3" creationId="{379FC4F2-570A-2F20-89FE-D137828DC99F}"/>
          </ac:graphicFrameMkLst>
        </pc:graphicFrameChg>
      </pc:sldChg>
      <pc:sldChg chg="modSp mod">
        <pc:chgData name="Zheng, Binghuan" userId="0c8cd837-2f89-4b12-8657-4317aa4b18aa" providerId="ADAL" clId="{99C58BC1-E3CC-49EF-9EF4-B5928CBDB7C0}" dt="2025-10-24T06:25:13.239" v="44" actId="2165"/>
        <pc:sldMkLst>
          <pc:docMk/>
          <pc:sldMk cId="25785033" sldId="546"/>
        </pc:sldMkLst>
        <pc:graphicFrameChg chg="modGraphic">
          <ac:chgData name="Zheng, Binghuan" userId="0c8cd837-2f89-4b12-8657-4317aa4b18aa" providerId="ADAL" clId="{99C58BC1-E3CC-49EF-9EF4-B5928CBDB7C0}" dt="2025-10-24T06:25:13.239" v="44" actId="2165"/>
          <ac:graphicFrameMkLst>
            <pc:docMk/>
            <pc:sldMk cId="25785033" sldId="546"/>
            <ac:graphicFrameMk id="3" creationId="{B5D85BB2-6A5B-1A02-EAC7-93577503A395}"/>
          </ac:graphicFrameMkLst>
        </pc:graphicFrameChg>
      </pc:sldChg>
    </pc:docChg>
  </pc:docChgLst>
  <pc:docChgLst>
    <pc:chgData name="Zheng, Binghuan" userId="0c8cd837-2f89-4b12-8657-4317aa4b18aa" providerId="ADAL" clId="{1F3356AE-D39A-4807-B107-9073668D8D3F}"/>
    <pc:docChg chg="modSld">
      <pc:chgData name="Zheng, Binghuan" userId="0c8cd837-2f89-4b12-8657-4317aa4b18aa" providerId="ADAL" clId="{1F3356AE-D39A-4807-B107-9073668D8D3F}" dt="2025-10-23T03:29:49.847" v="4" actId="20577"/>
      <pc:docMkLst>
        <pc:docMk/>
      </pc:docMkLst>
      <pc:sldChg chg="modSp mod">
        <pc:chgData name="Zheng, Binghuan" userId="0c8cd837-2f89-4b12-8657-4317aa4b18aa" providerId="ADAL" clId="{1F3356AE-D39A-4807-B107-9073668D8D3F}" dt="2025-10-23T03:29:49.847" v="4" actId="20577"/>
        <pc:sldMkLst>
          <pc:docMk/>
          <pc:sldMk cId="2086400740" sldId="256"/>
        </pc:sldMkLst>
        <pc:spChg chg="mod">
          <ac:chgData name="Zheng, Binghuan" userId="0c8cd837-2f89-4b12-8657-4317aa4b18aa" providerId="ADAL" clId="{1F3356AE-D39A-4807-B107-9073668D8D3F}" dt="2025-10-23T03:29:49.847" v="4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modSp mod">
        <pc:chgData name="Zheng, Binghuan" userId="0c8cd837-2f89-4b12-8657-4317aa4b18aa" providerId="ADAL" clId="{1F3356AE-D39A-4807-B107-9073668D8D3F}" dt="2025-10-23T03:29:37.818" v="1" actId="20577"/>
        <pc:sldMkLst>
          <pc:docMk/>
          <pc:sldMk cId="1970846983" sldId="346"/>
        </pc:sldMkLst>
        <pc:spChg chg="mod">
          <ac:chgData name="Zheng, Binghuan" userId="0c8cd837-2f89-4b12-8657-4317aa4b18aa" providerId="ADAL" clId="{1F3356AE-D39A-4807-B107-9073668D8D3F}" dt="2025-10-23T03:29:37.818" v="1" actId="20577"/>
          <ac:spMkLst>
            <pc:docMk/>
            <pc:sldMk cId="1970846983" sldId="346"/>
            <ac:spMk id="3" creationId="{96457946-1483-4C9A-8FE4-A2862E3EFF3F}"/>
          </ac:spMkLst>
        </pc:spChg>
      </pc:sldChg>
    </pc:docChg>
  </pc:docChgLst>
  <pc:docChgLst>
    <pc:chgData name="Zheng, Binghuan" userId="0c8cd837-2f89-4b12-8657-4317aa4b18aa" providerId="ADAL" clId="{DB00DB67-FA87-4343-A891-4AD2DE0A735E}"/>
    <pc:docChg chg="undo redo custSel addSld delSld modSld sldOrd">
      <pc:chgData name="Zheng, Binghuan" userId="0c8cd837-2f89-4b12-8657-4317aa4b18aa" providerId="ADAL" clId="{DB00DB67-FA87-4343-A891-4AD2DE0A735E}" dt="2023-05-18T12:13:11.035" v="5302"/>
      <pc:docMkLst>
        <pc:docMk/>
      </pc:docMkLst>
      <pc:sldChg chg="modSp mod">
        <pc:chgData name="Zheng, Binghuan" userId="0c8cd837-2f89-4b12-8657-4317aa4b18aa" providerId="ADAL" clId="{DB00DB67-FA87-4343-A891-4AD2DE0A735E}" dt="2023-05-11T05:46:37.214" v="27" actId="1076"/>
        <pc:sldMkLst>
          <pc:docMk/>
          <pc:sldMk cId="2086400740" sldId="256"/>
        </pc:sldMkLst>
      </pc:sldChg>
      <pc:sldChg chg="modSp del mod">
        <pc:chgData name="Zheng, Binghuan" userId="0c8cd837-2f89-4b12-8657-4317aa4b18aa" providerId="ADAL" clId="{DB00DB67-FA87-4343-A891-4AD2DE0A735E}" dt="2023-05-18T09:16:30.599" v="4731" actId="47"/>
        <pc:sldMkLst>
          <pc:docMk/>
          <pc:sldMk cId="3615015588" sldId="272"/>
        </pc:sldMkLst>
      </pc:sldChg>
      <pc:sldChg chg="modSp mod">
        <pc:chgData name="Zheng, Binghuan" userId="0c8cd837-2f89-4b12-8657-4317aa4b18aa" providerId="ADAL" clId="{DB00DB67-FA87-4343-A891-4AD2DE0A735E}" dt="2023-05-11T07:48:14.416" v="693" actId="20577"/>
        <pc:sldMkLst>
          <pc:docMk/>
          <pc:sldMk cId="1970846983" sldId="346"/>
        </pc:sldMkLst>
      </pc:sldChg>
      <pc:sldChg chg="del">
        <pc:chgData name="Zheng, Binghuan" userId="0c8cd837-2f89-4b12-8657-4317aa4b18aa" providerId="ADAL" clId="{DB00DB67-FA87-4343-A891-4AD2DE0A735E}" dt="2023-05-11T07:47:57.583" v="655" actId="47"/>
        <pc:sldMkLst>
          <pc:docMk/>
          <pc:sldMk cId="1807581627" sldId="353"/>
        </pc:sldMkLst>
      </pc:sldChg>
      <pc:sldChg chg="del">
        <pc:chgData name="Zheng, Binghuan" userId="0c8cd837-2f89-4b12-8657-4317aa4b18aa" providerId="ADAL" clId="{DB00DB67-FA87-4343-A891-4AD2DE0A735E}" dt="2023-05-11T07:47:57.615" v="656" actId="47"/>
        <pc:sldMkLst>
          <pc:docMk/>
          <pc:sldMk cId="2793958940" sldId="354"/>
        </pc:sldMkLst>
      </pc:sldChg>
      <pc:sldChg chg="del">
        <pc:chgData name="Zheng, Binghuan" userId="0c8cd837-2f89-4b12-8657-4317aa4b18aa" providerId="ADAL" clId="{DB00DB67-FA87-4343-A891-4AD2DE0A735E}" dt="2023-05-11T07:47:57.680" v="658" actId="47"/>
        <pc:sldMkLst>
          <pc:docMk/>
          <pc:sldMk cId="2684987239" sldId="355"/>
        </pc:sldMkLst>
      </pc:sldChg>
      <pc:sldChg chg="del">
        <pc:chgData name="Zheng, Binghuan" userId="0c8cd837-2f89-4b12-8657-4317aa4b18aa" providerId="ADAL" clId="{DB00DB67-FA87-4343-A891-4AD2DE0A735E}" dt="2023-05-11T07:47:58.338" v="678" actId="47"/>
        <pc:sldMkLst>
          <pc:docMk/>
          <pc:sldMk cId="2573751591" sldId="358"/>
        </pc:sldMkLst>
      </pc:sldChg>
      <pc:sldChg chg="del">
        <pc:chgData name="Zheng, Binghuan" userId="0c8cd837-2f89-4b12-8657-4317aa4b18aa" providerId="ADAL" clId="{DB00DB67-FA87-4343-A891-4AD2DE0A735E}" dt="2023-05-11T07:47:57.756" v="660" actId="47"/>
        <pc:sldMkLst>
          <pc:docMk/>
          <pc:sldMk cId="830645897" sldId="363"/>
        </pc:sldMkLst>
      </pc:sldChg>
      <pc:sldChg chg="del">
        <pc:chgData name="Zheng, Binghuan" userId="0c8cd837-2f89-4b12-8657-4317aa4b18aa" providerId="ADAL" clId="{DB00DB67-FA87-4343-A891-4AD2DE0A735E}" dt="2023-05-11T07:47:57.879" v="664" actId="47"/>
        <pc:sldMkLst>
          <pc:docMk/>
          <pc:sldMk cId="2886081286" sldId="367"/>
        </pc:sldMkLst>
      </pc:sldChg>
      <pc:sldChg chg="del">
        <pc:chgData name="Zheng, Binghuan" userId="0c8cd837-2f89-4b12-8657-4317aa4b18aa" providerId="ADAL" clId="{DB00DB67-FA87-4343-A891-4AD2DE0A735E}" dt="2023-05-11T07:47:58.375" v="679" actId="47"/>
        <pc:sldMkLst>
          <pc:docMk/>
          <pc:sldMk cId="914646431" sldId="368"/>
        </pc:sldMkLst>
      </pc:sldChg>
      <pc:sldChg chg="del">
        <pc:chgData name="Zheng, Binghuan" userId="0c8cd837-2f89-4b12-8657-4317aa4b18aa" providerId="ADAL" clId="{DB00DB67-FA87-4343-A891-4AD2DE0A735E}" dt="2023-05-11T07:47:58.142" v="672" actId="47"/>
        <pc:sldMkLst>
          <pc:docMk/>
          <pc:sldMk cId="224488440" sldId="381"/>
        </pc:sldMkLst>
      </pc:sldChg>
      <pc:sldChg chg="del">
        <pc:chgData name="Zheng, Binghuan" userId="0c8cd837-2f89-4b12-8657-4317aa4b18aa" providerId="ADAL" clId="{DB00DB67-FA87-4343-A891-4AD2DE0A735E}" dt="2023-05-11T07:47:58.399" v="680" actId="47"/>
        <pc:sldMkLst>
          <pc:docMk/>
          <pc:sldMk cId="3968152520" sldId="384"/>
        </pc:sldMkLst>
      </pc:sldChg>
      <pc:sldChg chg="del">
        <pc:chgData name="Zheng, Binghuan" userId="0c8cd837-2f89-4b12-8657-4317aa4b18aa" providerId="ADAL" clId="{DB00DB67-FA87-4343-A891-4AD2DE0A735E}" dt="2023-05-11T07:47:57.511" v="652" actId="47"/>
        <pc:sldMkLst>
          <pc:docMk/>
          <pc:sldMk cId="3675676484" sldId="387"/>
        </pc:sldMkLst>
      </pc:sldChg>
      <pc:sldChg chg="del">
        <pc:chgData name="Zheng, Binghuan" userId="0c8cd837-2f89-4b12-8657-4317aa4b18aa" providerId="ADAL" clId="{DB00DB67-FA87-4343-A891-4AD2DE0A735E}" dt="2023-05-11T07:47:58.464" v="682" actId="47"/>
        <pc:sldMkLst>
          <pc:docMk/>
          <pc:sldMk cId="3933054710" sldId="388"/>
        </pc:sldMkLst>
      </pc:sldChg>
      <pc:sldChg chg="del">
        <pc:chgData name="Zheng, Binghuan" userId="0c8cd837-2f89-4b12-8657-4317aa4b18aa" providerId="ADAL" clId="{DB00DB67-FA87-4343-A891-4AD2DE0A735E}" dt="2023-05-11T07:47:58.066" v="670" actId="47"/>
        <pc:sldMkLst>
          <pc:docMk/>
          <pc:sldMk cId="3818488837" sldId="392"/>
        </pc:sldMkLst>
      </pc:sldChg>
      <pc:sldChg chg="del">
        <pc:chgData name="Zheng, Binghuan" userId="0c8cd837-2f89-4b12-8657-4317aa4b18aa" providerId="ADAL" clId="{DB00DB67-FA87-4343-A891-4AD2DE0A735E}" dt="2023-05-11T07:47:58.607" v="686" actId="47"/>
        <pc:sldMkLst>
          <pc:docMk/>
          <pc:sldMk cId="2484212312" sldId="397"/>
        </pc:sldMkLst>
      </pc:sldChg>
      <pc:sldChg chg="modSp mod">
        <pc:chgData name="Zheng, Binghuan" userId="0c8cd837-2f89-4b12-8657-4317aa4b18aa" providerId="ADAL" clId="{DB00DB67-FA87-4343-A891-4AD2DE0A735E}" dt="2023-05-11T05:55:19.374" v="52" actId="207"/>
        <pc:sldMkLst>
          <pc:docMk/>
          <pc:sldMk cId="723533408" sldId="402"/>
        </pc:sldMkLst>
      </pc:sldChg>
      <pc:sldChg chg="addSp delSp modSp del mod">
        <pc:chgData name="Zheng, Binghuan" userId="0c8cd837-2f89-4b12-8657-4317aa4b18aa" providerId="ADAL" clId="{DB00DB67-FA87-4343-A891-4AD2DE0A735E}" dt="2023-05-18T09:16:31.260" v="4732" actId="47"/>
        <pc:sldMkLst>
          <pc:docMk/>
          <pc:sldMk cId="2144906693" sldId="404"/>
        </pc:sldMkLst>
      </pc:sldChg>
      <pc:sldChg chg="del">
        <pc:chgData name="Zheng, Binghuan" userId="0c8cd837-2f89-4b12-8657-4317aa4b18aa" providerId="ADAL" clId="{DB00DB67-FA87-4343-A891-4AD2DE0A735E}" dt="2023-05-11T07:47:56.970" v="650" actId="47"/>
        <pc:sldMkLst>
          <pc:docMk/>
          <pc:sldMk cId="3009095594" sldId="405"/>
        </pc:sldMkLst>
      </pc:sldChg>
      <pc:sldChg chg="del">
        <pc:chgData name="Zheng, Binghuan" userId="0c8cd837-2f89-4b12-8657-4317aa4b18aa" providerId="ADAL" clId="{DB00DB67-FA87-4343-A891-4AD2DE0A735E}" dt="2023-05-11T07:47:57.469" v="651" actId="47"/>
        <pc:sldMkLst>
          <pc:docMk/>
          <pc:sldMk cId="3247937829" sldId="406"/>
        </pc:sldMkLst>
      </pc:sldChg>
      <pc:sldChg chg="del">
        <pc:chgData name="Zheng, Binghuan" userId="0c8cd837-2f89-4b12-8657-4317aa4b18aa" providerId="ADAL" clId="{DB00DB67-FA87-4343-A891-4AD2DE0A735E}" dt="2023-05-11T07:47:57.542" v="653" actId="47"/>
        <pc:sldMkLst>
          <pc:docMk/>
          <pc:sldMk cId="1787811616" sldId="407"/>
        </pc:sldMkLst>
      </pc:sldChg>
      <pc:sldChg chg="del">
        <pc:chgData name="Zheng, Binghuan" userId="0c8cd837-2f89-4b12-8657-4317aa4b18aa" providerId="ADAL" clId="{DB00DB67-FA87-4343-A891-4AD2DE0A735E}" dt="2023-05-11T07:47:57.551" v="654" actId="47"/>
        <pc:sldMkLst>
          <pc:docMk/>
          <pc:sldMk cId="702712558" sldId="408"/>
        </pc:sldMkLst>
      </pc:sldChg>
      <pc:sldChg chg="del">
        <pc:chgData name="Zheng, Binghuan" userId="0c8cd837-2f89-4b12-8657-4317aa4b18aa" providerId="ADAL" clId="{DB00DB67-FA87-4343-A891-4AD2DE0A735E}" dt="2023-05-11T07:47:57.632" v="657" actId="47"/>
        <pc:sldMkLst>
          <pc:docMk/>
          <pc:sldMk cId="2914717653" sldId="409"/>
        </pc:sldMkLst>
      </pc:sldChg>
      <pc:sldChg chg="del">
        <pc:chgData name="Zheng, Binghuan" userId="0c8cd837-2f89-4b12-8657-4317aa4b18aa" providerId="ADAL" clId="{DB00DB67-FA87-4343-A891-4AD2DE0A735E}" dt="2023-05-11T07:47:57.738" v="659" actId="47"/>
        <pc:sldMkLst>
          <pc:docMk/>
          <pc:sldMk cId="3552434572" sldId="410"/>
        </pc:sldMkLst>
      </pc:sldChg>
      <pc:sldChg chg="del">
        <pc:chgData name="Zheng, Binghuan" userId="0c8cd837-2f89-4b12-8657-4317aa4b18aa" providerId="ADAL" clId="{DB00DB67-FA87-4343-A891-4AD2DE0A735E}" dt="2023-05-11T07:47:57.786" v="661" actId="47"/>
        <pc:sldMkLst>
          <pc:docMk/>
          <pc:sldMk cId="510519173" sldId="411"/>
        </pc:sldMkLst>
      </pc:sldChg>
      <pc:sldChg chg="del">
        <pc:chgData name="Zheng, Binghuan" userId="0c8cd837-2f89-4b12-8657-4317aa4b18aa" providerId="ADAL" clId="{DB00DB67-FA87-4343-A891-4AD2DE0A735E}" dt="2023-05-11T07:47:57.817" v="662" actId="47"/>
        <pc:sldMkLst>
          <pc:docMk/>
          <pc:sldMk cId="722008205" sldId="412"/>
        </pc:sldMkLst>
      </pc:sldChg>
      <pc:sldChg chg="del">
        <pc:chgData name="Zheng, Binghuan" userId="0c8cd837-2f89-4b12-8657-4317aa4b18aa" providerId="ADAL" clId="{DB00DB67-FA87-4343-A891-4AD2DE0A735E}" dt="2023-05-11T07:47:57.863" v="663" actId="47"/>
        <pc:sldMkLst>
          <pc:docMk/>
          <pc:sldMk cId="561797139" sldId="413"/>
        </pc:sldMkLst>
      </pc:sldChg>
      <pc:sldChg chg="del">
        <pc:chgData name="Zheng, Binghuan" userId="0c8cd837-2f89-4b12-8657-4317aa4b18aa" providerId="ADAL" clId="{DB00DB67-FA87-4343-A891-4AD2DE0A735E}" dt="2023-05-11T07:47:57.963" v="666" actId="47"/>
        <pc:sldMkLst>
          <pc:docMk/>
          <pc:sldMk cId="2489166660" sldId="415"/>
        </pc:sldMkLst>
      </pc:sldChg>
      <pc:sldChg chg="del">
        <pc:chgData name="Zheng, Binghuan" userId="0c8cd837-2f89-4b12-8657-4317aa4b18aa" providerId="ADAL" clId="{DB00DB67-FA87-4343-A891-4AD2DE0A735E}" dt="2023-05-11T07:47:57.937" v="665" actId="47"/>
        <pc:sldMkLst>
          <pc:docMk/>
          <pc:sldMk cId="3585669597" sldId="416"/>
        </pc:sldMkLst>
      </pc:sldChg>
      <pc:sldChg chg="del">
        <pc:chgData name="Zheng, Binghuan" userId="0c8cd837-2f89-4b12-8657-4317aa4b18aa" providerId="ADAL" clId="{DB00DB67-FA87-4343-A891-4AD2DE0A735E}" dt="2023-05-11T07:47:57.985" v="667" actId="47"/>
        <pc:sldMkLst>
          <pc:docMk/>
          <pc:sldMk cId="1282720685" sldId="417"/>
        </pc:sldMkLst>
      </pc:sldChg>
      <pc:sldChg chg="del">
        <pc:chgData name="Zheng, Binghuan" userId="0c8cd837-2f89-4b12-8657-4317aa4b18aa" providerId="ADAL" clId="{DB00DB67-FA87-4343-A891-4AD2DE0A735E}" dt="2023-05-11T07:47:58.001" v="668" actId="47"/>
        <pc:sldMkLst>
          <pc:docMk/>
          <pc:sldMk cId="943981249" sldId="418"/>
        </pc:sldMkLst>
      </pc:sldChg>
      <pc:sldChg chg="del">
        <pc:chgData name="Zheng, Binghuan" userId="0c8cd837-2f89-4b12-8657-4317aa4b18aa" providerId="ADAL" clId="{DB00DB67-FA87-4343-A891-4AD2DE0A735E}" dt="2023-05-11T07:47:58.032" v="669" actId="47"/>
        <pc:sldMkLst>
          <pc:docMk/>
          <pc:sldMk cId="2968888852" sldId="419"/>
        </pc:sldMkLst>
      </pc:sldChg>
      <pc:sldChg chg="del">
        <pc:chgData name="Zheng, Binghuan" userId="0c8cd837-2f89-4b12-8657-4317aa4b18aa" providerId="ADAL" clId="{DB00DB67-FA87-4343-A891-4AD2DE0A735E}" dt="2023-05-11T07:47:58.110" v="671" actId="47"/>
        <pc:sldMkLst>
          <pc:docMk/>
          <pc:sldMk cId="1065416071" sldId="420"/>
        </pc:sldMkLst>
      </pc:sldChg>
      <pc:sldChg chg="del">
        <pc:chgData name="Zheng, Binghuan" userId="0c8cd837-2f89-4b12-8657-4317aa4b18aa" providerId="ADAL" clId="{DB00DB67-FA87-4343-A891-4AD2DE0A735E}" dt="2023-05-11T07:47:58.204" v="673" actId="47"/>
        <pc:sldMkLst>
          <pc:docMk/>
          <pc:sldMk cId="3034569877" sldId="421"/>
        </pc:sldMkLst>
      </pc:sldChg>
      <pc:sldChg chg="del">
        <pc:chgData name="Zheng, Binghuan" userId="0c8cd837-2f89-4b12-8657-4317aa4b18aa" providerId="ADAL" clId="{DB00DB67-FA87-4343-A891-4AD2DE0A735E}" dt="2023-05-11T07:47:58.221" v="674" actId="47"/>
        <pc:sldMkLst>
          <pc:docMk/>
          <pc:sldMk cId="4238224736" sldId="422"/>
        </pc:sldMkLst>
      </pc:sldChg>
      <pc:sldChg chg="del">
        <pc:chgData name="Zheng, Binghuan" userId="0c8cd837-2f89-4b12-8657-4317aa4b18aa" providerId="ADAL" clId="{DB00DB67-FA87-4343-A891-4AD2DE0A735E}" dt="2023-05-11T07:47:58.254" v="675" actId="47"/>
        <pc:sldMkLst>
          <pc:docMk/>
          <pc:sldMk cId="1488326449" sldId="423"/>
        </pc:sldMkLst>
      </pc:sldChg>
      <pc:sldChg chg="del">
        <pc:chgData name="Zheng, Binghuan" userId="0c8cd837-2f89-4b12-8657-4317aa4b18aa" providerId="ADAL" clId="{DB00DB67-FA87-4343-A891-4AD2DE0A735E}" dt="2023-05-11T07:47:58.269" v="676" actId="47"/>
        <pc:sldMkLst>
          <pc:docMk/>
          <pc:sldMk cId="574681852" sldId="424"/>
        </pc:sldMkLst>
      </pc:sldChg>
      <pc:sldChg chg="del">
        <pc:chgData name="Zheng, Binghuan" userId="0c8cd837-2f89-4b12-8657-4317aa4b18aa" providerId="ADAL" clId="{DB00DB67-FA87-4343-A891-4AD2DE0A735E}" dt="2023-05-11T07:47:58.287" v="677" actId="47"/>
        <pc:sldMkLst>
          <pc:docMk/>
          <pc:sldMk cId="776038252" sldId="425"/>
        </pc:sldMkLst>
      </pc:sldChg>
      <pc:sldChg chg="del">
        <pc:chgData name="Zheng, Binghuan" userId="0c8cd837-2f89-4b12-8657-4317aa4b18aa" providerId="ADAL" clId="{DB00DB67-FA87-4343-A891-4AD2DE0A735E}" dt="2023-05-11T07:47:58.435" v="681" actId="47"/>
        <pc:sldMkLst>
          <pc:docMk/>
          <pc:sldMk cId="2176729132" sldId="426"/>
        </pc:sldMkLst>
      </pc:sldChg>
      <pc:sldChg chg="del">
        <pc:chgData name="Zheng, Binghuan" userId="0c8cd837-2f89-4b12-8657-4317aa4b18aa" providerId="ADAL" clId="{DB00DB67-FA87-4343-A891-4AD2DE0A735E}" dt="2023-05-11T07:47:58.592" v="685" actId="47"/>
        <pc:sldMkLst>
          <pc:docMk/>
          <pc:sldMk cId="1693173128" sldId="427"/>
        </pc:sldMkLst>
      </pc:sldChg>
      <pc:sldChg chg="del">
        <pc:chgData name="Zheng, Binghuan" userId="0c8cd837-2f89-4b12-8657-4317aa4b18aa" providerId="ADAL" clId="{DB00DB67-FA87-4343-A891-4AD2DE0A735E}" dt="2023-05-11T07:47:58.520" v="683" actId="47"/>
        <pc:sldMkLst>
          <pc:docMk/>
          <pc:sldMk cId="1898914133" sldId="428"/>
        </pc:sldMkLst>
      </pc:sldChg>
      <pc:sldChg chg="del">
        <pc:chgData name="Zheng, Binghuan" userId="0c8cd837-2f89-4b12-8657-4317aa4b18aa" providerId="ADAL" clId="{DB00DB67-FA87-4343-A891-4AD2DE0A735E}" dt="2023-05-11T07:47:58.549" v="684" actId="47"/>
        <pc:sldMkLst>
          <pc:docMk/>
          <pc:sldMk cId="2549360784" sldId="429"/>
        </pc:sldMkLst>
      </pc:sldChg>
      <pc:sldChg chg="del">
        <pc:chgData name="Zheng, Binghuan" userId="0c8cd837-2f89-4b12-8657-4317aa4b18aa" providerId="ADAL" clId="{DB00DB67-FA87-4343-A891-4AD2DE0A735E}" dt="2023-05-11T07:47:58.655" v="687" actId="47"/>
        <pc:sldMkLst>
          <pc:docMk/>
          <pc:sldMk cId="3710500859" sldId="430"/>
        </pc:sldMkLst>
      </pc:sldChg>
      <pc:sldChg chg="del">
        <pc:chgData name="Zheng, Binghuan" userId="0c8cd837-2f89-4b12-8657-4317aa4b18aa" providerId="ADAL" clId="{DB00DB67-FA87-4343-A891-4AD2DE0A735E}" dt="2023-05-11T07:47:59.065" v="688" actId="47"/>
        <pc:sldMkLst>
          <pc:docMk/>
          <pc:sldMk cId="3766124570" sldId="431"/>
        </pc:sldMkLst>
      </pc:sldChg>
      <pc:sldChg chg="del">
        <pc:chgData name="Zheng, Binghuan" userId="0c8cd837-2f89-4b12-8657-4317aa4b18aa" providerId="ADAL" clId="{DB00DB67-FA87-4343-A891-4AD2DE0A735E}" dt="2023-05-11T07:47:59.279" v="689" actId="47"/>
        <pc:sldMkLst>
          <pc:docMk/>
          <pc:sldMk cId="2231879138" sldId="432"/>
        </pc:sldMkLst>
      </pc:sldChg>
      <pc:sldChg chg="del">
        <pc:chgData name="Zheng, Binghuan" userId="0c8cd837-2f89-4b12-8657-4317aa4b18aa" providerId="ADAL" clId="{DB00DB67-FA87-4343-A891-4AD2DE0A735E}" dt="2023-05-11T07:47:59.477" v="690" actId="47"/>
        <pc:sldMkLst>
          <pc:docMk/>
          <pc:sldMk cId="2330827398" sldId="433"/>
        </pc:sldMkLst>
      </pc:sldChg>
      <pc:sldChg chg="modSp add del mod">
        <pc:chgData name="Zheng, Binghuan" userId="0c8cd837-2f89-4b12-8657-4317aa4b18aa" providerId="ADAL" clId="{DB00DB67-FA87-4343-A891-4AD2DE0A735E}" dt="2023-05-18T09:16:31.753" v="4733" actId="47"/>
        <pc:sldMkLst>
          <pc:docMk/>
          <pc:sldMk cId="115201031" sldId="434"/>
        </pc:sldMkLst>
      </pc:sldChg>
      <pc:sldChg chg="modSp add del mod">
        <pc:chgData name="Zheng, Binghuan" userId="0c8cd837-2f89-4b12-8657-4317aa4b18aa" providerId="ADAL" clId="{DB00DB67-FA87-4343-A891-4AD2DE0A735E}" dt="2023-05-18T09:16:32.386" v="4734" actId="47"/>
        <pc:sldMkLst>
          <pc:docMk/>
          <pc:sldMk cId="428685846" sldId="435"/>
        </pc:sldMkLst>
      </pc:sldChg>
      <pc:sldChg chg="modSp add del mod">
        <pc:chgData name="Zheng, Binghuan" userId="0c8cd837-2f89-4b12-8657-4317aa4b18aa" providerId="ADAL" clId="{DB00DB67-FA87-4343-A891-4AD2DE0A735E}" dt="2023-05-18T09:16:33.009" v="4735" actId="47"/>
        <pc:sldMkLst>
          <pc:docMk/>
          <pc:sldMk cId="2110459600" sldId="436"/>
        </pc:sldMkLst>
      </pc:sldChg>
      <pc:sldChg chg="modSp add mod ord">
        <pc:chgData name="Zheng, Binghuan" userId="0c8cd837-2f89-4b12-8657-4317aa4b18aa" providerId="ADAL" clId="{DB00DB67-FA87-4343-A891-4AD2DE0A735E}" dt="2023-05-11T07:49:01.437" v="700"/>
        <pc:sldMkLst>
          <pc:docMk/>
          <pc:sldMk cId="2059096030" sldId="437"/>
        </pc:sldMkLst>
      </pc:sldChg>
      <pc:sldChg chg="modSp add del mod ord">
        <pc:chgData name="Zheng, Binghuan" userId="0c8cd837-2f89-4b12-8657-4317aa4b18aa" providerId="ADAL" clId="{DB00DB67-FA87-4343-A891-4AD2DE0A735E}" dt="2023-05-18T11:58:41.357" v="5153" actId="47"/>
        <pc:sldMkLst>
          <pc:docMk/>
          <pc:sldMk cId="652883061" sldId="438"/>
        </pc:sldMkLst>
      </pc:sldChg>
      <pc:sldChg chg="addSp delSp modSp add mod">
        <pc:chgData name="Zheng, Binghuan" userId="0c8cd837-2f89-4b12-8657-4317aa4b18aa" providerId="ADAL" clId="{DB00DB67-FA87-4343-A891-4AD2DE0A735E}" dt="2023-05-12T06:39:20.633" v="1409" actId="20577"/>
        <pc:sldMkLst>
          <pc:docMk/>
          <pc:sldMk cId="9024894" sldId="439"/>
        </pc:sldMkLst>
      </pc:sldChg>
      <pc:sldChg chg="modSp add mod">
        <pc:chgData name="Zheng, Binghuan" userId="0c8cd837-2f89-4b12-8657-4317aa4b18aa" providerId="ADAL" clId="{DB00DB67-FA87-4343-A891-4AD2DE0A735E}" dt="2023-05-12T06:39:24.912" v="1411" actId="20577"/>
        <pc:sldMkLst>
          <pc:docMk/>
          <pc:sldMk cId="3674131767" sldId="440"/>
        </pc:sldMkLst>
      </pc:sldChg>
      <pc:sldChg chg="modSp add mod">
        <pc:chgData name="Zheng, Binghuan" userId="0c8cd837-2f89-4b12-8657-4317aa4b18aa" providerId="ADAL" clId="{DB00DB67-FA87-4343-A891-4AD2DE0A735E}" dt="2023-05-12T06:39:30.374" v="1413" actId="20577"/>
        <pc:sldMkLst>
          <pc:docMk/>
          <pc:sldMk cId="1388188829" sldId="441"/>
        </pc:sldMkLst>
      </pc:sldChg>
      <pc:sldChg chg="modSp add mod">
        <pc:chgData name="Zheng, Binghuan" userId="0c8cd837-2f89-4b12-8657-4317aa4b18aa" providerId="ADAL" clId="{DB00DB67-FA87-4343-A891-4AD2DE0A735E}" dt="2023-05-12T06:39:39.653" v="1418" actId="20577"/>
        <pc:sldMkLst>
          <pc:docMk/>
          <pc:sldMk cId="1448590864" sldId="442"/>
        </pc:sldMkLst>
      </pc:sldChg>
      <pc:sldChg chg="modSp add del mod">
        <pc:chgData name="Zheng, Binghuan" userId="0c8cd837-2f89-4b12-8657-4317aa4b18aa" providerId="ADAL" clId="{DB00DB67-FA87-4343-A891-4AD2DE0A735E}" dt="2023-05-18T11:57:36.609" v="5151" actId="47"/>
        <pc:sldMkLst>
          <pc:docMk/>
          <pc:sldMk cId="435700087" sldId="443"/>
        </pc:sldMkLst>
      </pc:sldChg>
      <pc:sldChg chg="modSp add mod ord">
        <pc:chgData name="Zheng, Binghuan" userId="0c8cd837-2f89-4b12-8657-4317aa4b18aa" providerId="ADAL" clId="{DB00DB67-FA87-4343-A891-4AD2DE0A735E}" dt="2023-05-12T06:40:51.610" v="1424"/>
        <pc:sldMkLst>
          <pc:docMk/>
          <pc:sldMk cId="1495955687" sldId="444"/>
        </pc:sldMkLst>
      </pc:sldChg>
      <pc:sldChg chg="modSp add mod ord">
        <pc:chgData name="Zheng, Binghuan" userId="0c8cd837-2f89-4b12-8657-4317aa4b18aa" providerId="ADAL" clId="{DB00DB67-FA87-4343-A891-4AD2DE0A735E}" dt="2023-05-12T07:08:29.367" v="1655" actId="20577"/>
        <pc:sldMkLst>
          <pc:docMk/>
          <pc:sldMk cId="2211459611" sldId="445"/>
        </pc:sldMkLst>
      </pc:sldChg>
      <pc:sldChg chg="modSp add mod">
        <pc:chgData name="Zheng, Binghuan" userId="0c8cd837-2f89-4b12-8657-4317aa4b18aa" providerId="ADAL" clId="{DB00DB67-FA87-4343-A891-4AD2DE0A735E}" dt="2023-05-12T07:26:43.921" v="1714" actId="20577"/>
        <pc:sldMkLst>
          <pc:docMk/>
          <pc:sldMk cId="3498928025" sldId="446"/>
        </pc:sldMkLst>
      </pc:sldChg>
      <pc:sldChg chg="modSp add mod ord">
        <pc:chgData name="Zheng, Binghuan" userId="0c8cd837-2f89-4b12-8657-4317aa4b18aa" providerId="ADAL" clId="{DB00DB67-FA87-4343-A891-4AD2DE0A735E}" dt="2023-05-12T07:27:20.030" v="1718"/>
        <pc:sldMkLst>
          <pc:docMk/>
          <pc:sldMk cId="2988194818" sldId="447"/>
        </pc:sldMkLst>
      </pc:sldChg>
      <pc:sldChg chg="modSp add mod ord">
        <pc:chgData name="Zheng, Binghuan" userId="0c8cd837-2f89-4b12-8657-4317aa4b18aa" providerId="ADAL" clId="{DB00DB67-FA87-4343-A891-4AD2DE0A735E}" dt="2023-05-12T08:23:13.291" v="1810"/>
        <pc:sldMkLst>
          <pc:docMk/>
          <pc:sldMk cId="732527161" sldId="448"/>
        </pc:sldMkLst>
      </pc:sldChg>
      <pc:sldChg chg="addSp delSp modSp add mod">
        <pc:chgData name="Zheng, Binghuan" userId="0c8cd837-2f89-4b12-8657-4317aa4b18aa" providerId="ADAL" clId="{DB00DB67-FA87-4343-A891-4AD2DE0A735E}" dt="2023-05-12T08:35:47.801" v="1850" actId="1076"/>
        <pc:sldMkLst>
          <pc:docMk/>
          <pc:sldMk cId="1002335632" sldId="449"/>
        </pc:sldMkLst>
      </pc:sldChg>
      <pc:sldChg chg="modSp add mod ord">
        <pc:chgData name="Zheng, Binghuan" userId="0c8cd837-2f89-4b12-8657-4317aa4b18aa" providerId="ADAL" clId="{DB00DB67-FA87-4343-A891-4AD2DE0A735E}" dt="2023-05-12T08:36:24.672" v="1854"/>
        <pc:sldMkLst>
          <pc:docMk/>
          <pc:sldMk cId="2209356476" sldId="450"/>
        </pc:sldMkLst>
      </pc:sldChg>
      <pc:sldChg chg="addSp delSp modSp add mod ord">
        <pc:chgData name="Zheng, Binghuan" userId="0c8cd837-2f89-4b12-8657-4317aa4b18aa" providerId="ADAL" clId="{DB00DB67-FA87-4343-A891-4AD2DE0A735E}" dt="2023-05-18T11:59:15.427" v="5160" actId="14734"/>
        <pc:sldMkLst>
          <pc:docMk/>
          <pc:sldMk cId="2050256125" sldId="451"/>
        </pc:sldMkLst>
      </pc:sldChg>
      <pc:sldChg chg="modSp add mod ord">
        <pc:chgData name="Zheng, Binghuan" userId="0c8cd837-2f89-4b12-8657-4317aa4b18aa" providerId="ADAL" clId="{DB00DB67-FA87-4343-A891-4AD2DE0A735E}" dt="2023-05-12T08:37:08.195" v="1863"/>
        <pc:sldMkLst>
          <pc:docMk/>
          <pc:sldMk cId="3319544129" sldId="452"/>
        </pc:sldMkLst>
      </pc:sldChg>
      <pc:sldChg chg="modSp add mod">
        <pc:chgData name="Zheng, Binghuan" userId="0c8cd837-2f89-4b12-8657-4317aa4b18aa" providerId="ADAL" clId="{DB00DB67-FA87-4343-A891-4AD2DE0A735E}" dt="2023-05-16T04:48:57.011" v="3621" actId="20577"/>
        <pc:sldMkLst>
          <pc:docMk/>
          <pc:sldMk cId="2776444572" sldId="453"/>
        </pc:sldMkLst>
      </pc:sldChg>
      <pc:sldChg chg="modSp add mod">
        <pc:chgData name="Zheng, Binghuan" userId="0c8cd837-2f89-4b12-8657-4317aa4b18aa" providerId="ADAL" clId="{DB00DB67-FA87-4343-A891-4AD2DE0A735E}" dt="2023-05-12T08:37:55.306" v="1867"/>
        <pc:sldMkLst>
          <pc:docMk/>
          <pc:sldMk cId="71352314" sldId="454"/>
        </pc:sldMkLst>
      </pc:sldChg>
      <pc:sldChg chg="modSp add mod">
        <pc:chgData name="Zheng, Binghuan" userId="0c8cd837-2f89-4b12-8657-4317aa4b18aa" providerId="ADAL" clId="{DB00DB67-FA87-4343-A891-4AD2DE0A735E}" dt="2023-05-12T08:38:16.568" v="1868"/>
        <pc:sldMkLst>
          <pc:docMk/>
          <pc:sldMk cId="1539297286" sldId="455"/>
        </pc:sldMkLst>
      </pc:sldChg>
      <pc:sldChg chg="addSp delSp modSp add mod">
        <pc:chgData name="Zheng, Binghuan" userId="0c8cd837-2f89-4b12-8657-4317aa4b18aa" providerId="ADAL" clId="{DB00DB67-FA87-4343-A891-4AD2DE0A735E}" dt="2023-05-15T02:17:35.953" v="2614"/>
        <pc:sldMkLst>
          <pc:docMk/>
          <pc:sldMk cId="731146122" sldId="456"/>
        </pc:sldMkLst>
      </pc:sldChg>
      <pc:sldChg chg="modSp add del">
        <pc:chgData name="Zheng, Binghuan" userId="0c8cd837-2f89-4b12-8657-4317aa4b18aa" providerId="ADAL" clId="{DB00DB67-FA87-4343-A891-4AD2DE0A735E}" dt="2023-05-15T02:11:14.094" v="2544" actId="47"/>
        <pc:sldMkLst>
          <pc:docMk/>
          <pc:sldMk cId="3180429713" sldId="456"/>
        </pc:sldMkLst>
      </pc:sldChg>
      <pc:sldChg chg="add del">
        <pc:chgData name="Zheng, Binghuan" userId="0c8cd837-2f89-4b12-8657-4317aa4b18aa" providerId="ADAL" clId="{DB00DB67-FA87-4343-A891-4AD2DE0A735E}" dt="2023-05-15T02:08:29.523" v="2442" actId="47"/>
        <pc:sldMkLst>
          <pc:docMk/>
          <pc:sldMk cId="1303432005" sldId="457"/>
        </pc:sldMkLst>
      </pc:sldChg>
      <pc:sldChg chg="modSp add mod">
        <pc:chgData name="Zheng, Binghuan" userId="0c8cd837-2f89-4b12-8657-4317aa4b18aa" providerId="ADAL" clId="{DB00DB67-FA87-4343-A891-4AD2DE0A735E}" dt="2023-05-15T02:46:51.197" v="2743" actId="14734"/>
        <pc:sldMkLst>
          <pc:docMk/>
          <pc:sldMk cId="1628488132" sldId="457"/>
        </pc:sldMkLst>
      </pc:sldChg>
      <pc:sldChg chg="addSp delSp modSp add del mod">
        <pc:chgData name="Zheng, Binghuan" userId="0c8cd837-2f89-4b12-8657-4317aa4b18aa" providerId="ADAL" clId="{DB00DB67-FA87-4343-A891-4AD2DE0A735E}" dt="2023-05-15T02:10:10.213" v="2516" actId="47"/>
        <pc:sldMkLst>
          <pc:docMk/>
          <pc:sldMk cId="3199596788" sldId="457"/>
        </pc:sldMkLst>
      </pc:sldChg>
      <pc:sldChg chg="modSp add mod ord">
        <pc:chgData name="Zheng, Binghuan" userId="0c8cd837-2f89-4b12-8657-4317aa4b18aa" providerId="ADAL" clId="{DB00DB67-FA87-4343-A891-4AD2DE0A735E}" dt="2023-05-18T12:13:11.035" v="5302"/>
        <pc:sldMkLst>
          <pc:docMk/>
          <pc:sldMk cId="3275979725" sldId="458"/>
        </pc:sldMkLst>
      </pc:sldChg>
      <pc:sldChg chg="modSp add mod ord">
        <pc:chgData name="Zheng, Binghuan" userId="0c8cd837-2f89-4b12-8657-4317aa4b18aa" providerId="ADAL" clId="{DB00DB67-FA87-4343-A891-4AD2DE0A735E}" dt="2023-05-18T09:15:07.369" v="4730" actId="20577"/>
        <pc:sldMkLst>
          <pc:docMk/>
          <pc:sldMk cId="1593563696" sldId="459"/>
        </pc:sldMkLst>
      </pc:sldChg>
      <pc:sldChg chg="modSp add mod ord">
        <pc:chgData name="Zheng, Binghuan" userId="0c8cd837-2f89-4b12-8657-4317aa4b18aa" providerId="ADAL" clId="{DB00DB67-FA87-4343-A891-4AD2DE0A735E}" dt="2023-05-16T03:05:34.499" v="3617"/>
        <pc:sldMkLst>
          <pc:docMk/>
          <pc:sldMk cId="3580862102" sldId="460"/>
        </pc:sldMkLst>
      </pc:sldChg>
      <pc:sldChg chg="modSp add mod">
        <pc:chgData name="Zheng, Binghuan" userId="0c8cd837-2f89-4b12-8657-4317aa4b18aa" providerId="ADAL" clId="{DB00DB67-FA87-4343-A891-4AD2DE0A735E}" dt="2023-05-16T03:05:17.113" v="3615"/>
        <pc:sldMkLst>
          <pc:docMk/>
          <pc:sldMk cId="1419580613" sldId="461"/>
        </pc:sldMkLst>
      </pc:sldChg>
      <pc:sldChg chg="modSp add mod ord">
        <pc:chgData name="Zheng, Binghuan" userId="0c8cd837-2f89-4b12-8657-4317aa4b18aa" providerId="ADAL" clId="{DB00DB67-FA87-4343-A891-4AD2DE0A735E}" dt="2023-05-16T03:05:40.371" v="3618"/>
        <pc:sldMkLst>
          <pc:docMk/>
          <pc:sldMk cId="43316218" sldId="462"/>
        </pc:sldMkLst>
      </pc:sldChg>
      <pc:sldChg chg="modSp add mod ord">
        <pc:chgData name="Zheng, Binghuan" userId="0c8cd837-2f89-4b12-8657-4317aa4b18aa" providerId="ADAL" clId="{DB00DB67-FA87-4343-A891-4AD2DE0A735E}" dt="2023-05-16T03:05:48.004" v="3619"/>
        <pc:sldMkLst>
          <pc:docMk/>
          <pc:sldMk cId="3731721025" sldId="463"/>
        </pc:sldMkLst>
      </pc:sldChg>
      <pc:sldChg chg="addSp delSp modSp add mod ord">
        <pc:chgData name="Zheng, Binghuan" userId="0c8cd837-2f89-4b12-8657-4317aa4b18aa" providerId="ADAL" clId="{DB00DB67-FA87-4343-A891-4AD2DE0A735E}" dt="2023-05-16T04:50:07.055" v="3626" actId="14734"/>
        <pc:sldMkLst>
          <pc:docMk/>
          <pc:sldMk cId="697485291" sldId="464"/>
        </pc:sldMkLst>
      </pc:sldChg>
      <pc:sldChg chg="modSp add mod">
        <pc:chgData name="Zheng, Binghuan" userId="0c8cd837-2f89-4b12-8657-4317aa4b18aa" providerId="ADAL" clId="{DB00DB67-FA87-4343-A891-4AD2DE0A735E}" dt="2023-05-16T10:33:15.674" v="3805"/>
        <pc:sldMkLst>
          <pc:docMk/>
          <pc:sldMk cId="56375173" sldId="465"/>
        </pc:sldMkLst>
      </pc:sldChg>
      <pc:sldChg chg="modSp add del mod ord">
        <pc:chgData name="Zheng, Binghuan" userId="0c8cd837-2f89-4b12-8657-4317aa4b18aa" providerId="ADAL" clId="{DB00DB67-FA87-4343-A891-4AD2DE0A735E}" dt="2023-05-16T05:11:04.980" v="3672" actId="47"/>
        <pc:sldMkLst>
          <pc:docMk/>
          <pc:sldMk cId="2397749029" sldId="466"/>
        </pc:sldMkLst>
      </pc:sldChg>
      <pc:sldChg chg="modSp add del mod ord">
        <pc:chgData name="Zheng, Binghuan" userId="0c8cd837-2f89-4b12-8657-4317aa4b18aa" providerId="ADAL" clId="{DB00DB67-FA87-4343-A891-4AD2DE0A735E}" dt="2023-05-18T06:38:21.347" v="4338" actId="20577"/>
        <pc:sldMkLst>
          <pc:docMk/>
          <pc:sldMk cId="3136376735" sldId="467"/>
        </pc:sldMkLst>
      </pc:sldChg>
      <pc:sldChg chg="addSp delSp modSp add mod ord">
        <pc:chgData name="Zheng, Binghuan" userId="0c8cd837-2f89-4b12-8657-4317aa4b18aa" providerId="ADAL" clId="{DB00DB67-FA87-4343-A891-4AD2DE0A735E}" dt="2023-05-18T07:52:23.656" v="4553" actId="14734"/>
        <pc:sldMkLst>
          <pc:docMk/>
          <pc:sldMk cId="559823900" sldId="468"/>
        </pc:sldMkLst>
      </pc:sldChg>
      <pc:sldChg chg="modSp add mod">
        <pc:chgData name="Zheng, Binghuan" userId="0c8cd837-2f89-4b12-8657-4317aa4b18aa" providerId="ADAL" clId="{DB00DB67-FA87-4343-A891-4AD2DE0A735E}" dt="2023-05-18T06:38:26.263" v="4340" actId="20577"/>
        <pc:sldMkLst>
          <pc:docMk/>
          <pc:sldMk cId="1148473252" sldId="469"/>
        </pc:sldMkLst>
      </pc:sldChg>
      <pc:sldChg chg="modSp add mod">
        <pc:chgData name="Zheng, Binghuan" userId="0c8cd837-2f89-4b12-8657-4317aa4b18aa" providerId="ADAL" clId="{DB00DB67-FA87-4343-A891-4AD2DE0A735E}" dt="2023-05-18T06:38:29.198" v="4341" actId="20577"/>
        <pc:sldMkLst>
          <pc:docMk/>
          <pc:sldMk cId="141679243" sldId="470"/>
        </pc:sldMkLst>
      </pc:sldChg>
      <pc:sldChg chg="modSp add mod">
        <pc:chgData name="Zheng, Binghuan" userId="0c8cd837-2f89-4b12-8657-4317aa4b18aa" providerId="ADAL" clId="{DB00DB67-FA87-4343-A891-4AD2DE0A735E}" dt="2023-05-18T06:38:31.678" v="4342" actId="20577"/>
        <pc:sldMkLst>
          <pc:docMk/>
          <pc:sldMk cId="2447273490" sldId="471"/>
        </pc:sldMkLst>
      </pc:sldChg>
      <pc:sldChg chg="modSp add mod">
        <pc:chgData name="Zheng, Binghuan" userId="0c8cd837-2f89-4b12-8657-4317aa4b18aa" providerId="ADAL" clId="{DB00DB67-FA87-4343-A891-4AD2DE0A735E}" dt="2023-05-18T06:38:34.228" v="4343" actId="20577"/>
        <pc:sldMkLst>
          <pc:docMk/>
          <pc:sldMk cId="3949367011" sldId="472"/>
        </pc:sldMkLst>
      </pc:sldChg>
      <pc:sldChg chg="modSp add mod">
        <pc:chgData name="Zheng, Binghuan" userId="0c8cd837-2f89-4b12-8657-4317aa4b18aa" providerId="ADAL" clId="{DB00DB67-FA87-4343-A891-4AD2DE0A735E}" dt="2023-05-18T06:38:37.637" v="4344" actId="20577"/>
        <pc:sldMkLst>
          <pc:docMk/>
          <pc:sldMk cId="1608275893" sldId="473"/>
        </pc:sldMkLst>
      </pc:sldChg>
      <pc:sldChg chg="modSp add mod">
        <pc:chgData name="Zheng, Binghuan" userId="0c8cd837-2f89-4b12-8657-4317aa4b18aa" providerId="ADAL" clId="{DB00DB67-FA87-4343-A891-4AD2DE0A735E}" dt="2023-05-18T06:38:55.796" v="4348" actId="20577"/>
        <pc:sldMkLst>
          <pc:docMk/>
          <pc:sldMk cId="3735186540" sldId="474"/>
        </pc:sldMkLst>
      </pc:sldChg>
      <pc:sldChg chg="modSp add mod ord">
        <pc:chgData name="Zheng, Binghuan" userId="0c8cd837-2f89-4b12-8657-4317aa4b18aa" providerId="ADAL" clId="{DB00DB67-FA87-4343-A891-4AD2DE0A735E}" dt="2023-05-18T06:38:48.624" v="4346" actId="20577"/>
        <pc:sldMkLst>
          <pc:docMk/>
          <pc:sldMk cId="1933954306" sldId="475"/>
        </pc:sldMkLst>
      </pc:sldChg>
      <pc:sldChg chg="addSp modSp add mod ord">
        <pc:chgData name="Zheng, Binghuan" userId="0c8cd837-2f89-4b12-8657-4317aa4b18aa" providerId="ADAL" clId="{DB00DB67-FA87-4343-A891-4AD2DE0A735E}" dt="2023-05-18T07:26:52.303" v="4552" actId="1076"/>
        <pc:sldMkLst>
          <pc:docMk/>
          <pc:sldMk cId="3848952280" sldId="476"/>
        </pc:sldMkLst>
      </pc:sldChg>
      <pc:sldChg chg="delSp modSp add del mod ord">
        <pc:chgData name="Zheng, Binghuan" userId="0c8cd837-2f89-4b12-8657-4317aa4b18aa" providerId="ADAL" clId="{DB00DB67-FA87-4343-A891-4AD2DE0A735E}" dt="2023-05-18T08:13:57.423" v="4628" actId="47"/>
        <pc:sldMkLst>
          <pc:docMk/>
          <pc:sldMk cId="2065549270" sldId="477"/>
        </pc:sldMkLst>
      </pc:sldChg>
      <pc:sldChg chg="delSp modSp add mod">
        <pc:chgData name="Zheng, Binghuan" userId="0c8cd837-2f89-4b12-8657-4317aa4b18aa" providerId="ADAL" clId="{DB00DB67-FA87-4343-A891-4AD2DE0A735E}" dt="2023-05-18T08:13:37.002" v="4627" actId="20577"/>
        <pc:sldMkLst>
          <pc:docMk/>
          <pc:sldMk cId="1789271270" sldId="478"/>
        </pc:sldMkLst>
      </pc:sldChg>
      <pc:sldChg chg="addSp delSp modSp add del mod">
        <pc:chgData name="Zheng, Binghuan" userId="0c8cd837-2f89-4b12-8657-4317aa4b18aa" providerId="ADAL" clId="{DB00DB67-FA87-4343-A891-4AD2DE0A735E}" dt="2023-05-18T07:58:18.200" v="4574"/>
        <pc:sldMkLst>
          <pc:docMk/>
          <pc:sldMk cId="4074081102" sldId="478"/>
        </pc:sldMkLst>
      </pc:sldChg>
      <pc:sldChg chg="modSp add mod ord">
        <pc:chgData name="Zheng, Binghuan" userId="0c8cd837-2f89-4b12-8657-4317aa4b18aa" providerId="ADAL" clId="{DB00DB67-FA87-4343-A891-4AD2DE0A735E}" dt="2023-05-18T08:35:06.297" v="4657" actId="14734"/>
        <pc:sldMkLst>
          <pc:docMk/>
          <pc:sldMk cId="4177327766" sldId="479"/>
        </pc:sldMkLst>
      </pc:sldChg>
      <pc:sldChg chg="modSp add mod ord">
        <pc:chgData name="Zheng, Binghuan" userId="0c8cd837-2f89-4b12-8657-4317aa4b18aa" providerId="ADAL" clId="{DB00DB67-FA87-4343-A891-4AD2DE0A735E}" dt="2023-05-18T08:39:43.116" v="4691"/>
        <pc:sldMkLst>
          <pc:docMk/>
          <pc:sldMk cId="536687498" sldId="480"/>
        </pc:sldMkLst>
      </pc:sldChg>
      <pc:sldChg chg="modSp add mod">
        <pc:chgData name="Zheng, Binghuan" userId="0c8cd837-2f89-4b12-8657-4317aa4b18aa" providerId="ADAL" clId="{DB00DB67-FA87-4343-A891-4AD2DE0A735E}" dt="2023-05-18T12:08:27.513" v="5259"/>
        <pc:sldMkLst>
          <pc:docMk/>
          <pc:sldMk cId="788278670" sldId="481"/>
        </pc:sldMkLst>
      </pc:sldChg>
      <pc:sldChg chg="modSp add mod">
        <pc:chgData name="Zheng, Binghuan" userId="0c8cd837-2f89-4b12-8657-4317aa4b18aa" providerId="ADAL" clId="{DB00DB67-FA87-4343-A891-4AD2DE0A735E}" dt="2023-05-18T09:38:24.922" v="5002" actId="20577"/>
        <pc:sldMkLst>
          <pc:docMk/>
          <pc:sldMk cId="345076665" sldId="482"/>
        </pc:sldMkLst>
      </pc:sldChg>
      <pc:sldChg chg="modSp add mod ord">
        <pc:chgData name="Zheng, Binghuan" userId="0c8cd837-2f89-4b12-8657-4317aa4b18aa" providerId="ADAL" clId="{DB00DB67-FA87-4343-A891-4AD2DE0A735E}" dt="2023-05-18T11:57:13.526" v="5149"/>
        <pc:sldMkLst>
          <pc:docMk/>
          <pc:sldMk cId="1916881881" sldId="483"/>
        </pc:sldMkLst>
      </pc:sldChg>
      <pc:sldChg chg="modSp add mod ord">
        <pc:chgData name="Zheng, Binghuan" userId="0c8cd837-2f89-4b12-8657-4317aa4b18aa" providerId="ADAL" clId="{DB00DB67-FA87-4343-A891-4AD2DE0A735E}" dt="2023-05-18T12:07:25.895" v="5252"/>
        <pc:sldMkLst>
          <pc:docMk/>
          <pc:sldMk cId="2882291423" sldId="484"/>
        </pc:sldMkLst>
      </pc:sldChg>
      <pc:sldChg chg="add ord">
        <pc:chgData name="Zheng, Binghuan" userId="0c8cd837-2f89-4b12-8657-4317aa4b18aa" providerId="ADAL" clId="{DB00DB67-FA87-4343-A891-4AD2DE0A735E}" dt="2023-05-18T12:08:28.226" v="5260" actId="20578"/>
        <pc:sldMkLst>
          <pc:docMk/>
          <pc:sldMk cId="837894073" sldId="485"/>
        </pc:sldMkLst>
      </pc:sldChg>
    </pc:docChg>
  </pc:docChgLst>
  <pc:docChgLst>
    <pc:chgData name="Zheng, Binghuan" userId="0c8cd837-2f89-4b12-8657-4317aa4b18aa" providerId="ADAL" clId="{B2D9216A-EBD7-46F6-B789-CB55AC09CB26}"/>
    <pc:docChg chg="undo redo custSel addSld delSld modSld sldOrd">
      <pc:chgData name="Zheng, Binghuan" userId="0c8cd837-2f89-4b12-8657-4317aa4b18aa" providerId="ADAL" clId="{B2D9216A-EBD7-46F6-B789-CB55AC09CB26}" dt="2024-08-23T06:13:56.607" v="8460" actId="27636"/>
      <pc:docMkLst>
        <pc:docMk/>
      </pc:docMkLst>
      <pc:sldChg chg="modSp mod">
        <pc:chgData name="Zheng, Binghuan" userId="0c8cd837-2f89-4b12-8657-4317aa4b18aa" providerId="ADAL" clId="{B2D9216A-EBD7-46F6-B789-CB55AC09CB26}" dt="2024-08-13T06:37:46.772" v="28" actId="404"/>
        <pc:sldMkLst>
          <pc:docMk/>
          <pc:sldMk cId="2086400740" sldId="256"/>
        </pc:sldMkLst>
      </pc:sldChg>
      <pc:sldChg chg="add del">
        <pc:chgData name="Zheng, Binghuan" userId="0c8cd837-2f89-4b12-8657-4317aa4b18aa" providerId="ADAL" clId="{B2D9216A-EBD7-46F6-B789-CB55AC09CB26}" dt="2024-08-20T05:25:44.859" v="3702" actId="47"/>
        <pc:sldMkLst>
          <pc:docMk/>
          <pc:sldMk cId="326920052" sldId="292"/>
        </pc:sldMkLst>
      </pc:sldChg>
      <pc:sldChg chg="modSp mod">
        <pc:chgData name="Zheng, Binghuan" userId="0c8cd837-2f89-4b12-8657-4317aa4b18aa" providerId="ADAL" clId="{B2D9216A-EBD7-46F6-B789-CB55AC09CB26}" dt="2024-08-22T08:36:55.586" v="7595" actId="27636"/>
        <pc:sldMkLst>
          <pc:docMk/>
          <pc:sldMk cId="1970846983" sldId="346"/>
        </pc:sldMkLst>
      </pc:sldChg>
      <pc:sldChg chg="modSp mod">
        <pc:chgData name="Zheng, Binghuan" userId="0c8cd837-2f89-4b12-8657-4317aa4b18aa" providerId="ADAL" clId="{B2D9216A-EBD7-46F6-B789-CB55AC09CB26}" dt="2024-08-23T06:13:56.607" v="8460" actId="27636"/>
        <pc:sldMkLst>
          <pc:docMk/>
          <pc:sldMk cId="723533408" sldId="402"/>
        </pc:sldMkLst>
      </pc:sldChg>
      <pc:sldChg chg="modSp mod">
        <pc:chgData name="Zheng, Binghuan" userId="0c8cd837-2f89-4b12-8657-4317aa4b18aa" providerId="ADAL" clId="{B2D9216A-EBD7-46F6-B789-CB55AC09CB26}" dt="2024-08-13T07:30:29.187" v="152"/>
        <pc:sldMkLst>
          <pc:docMk/>
          <pc:sldMk cId="2059096030" sldId="437"/>
        </pc:sldMkLst>
      </pc:sldChg>
      <pc:sldChg chg="del">
        <pc:chgData name="Zheng, Binghuan" userId="0c8cd837-2f89-4b12-8657-4317aa4b18aa" providerId="ADAL" clId="{B2D9216A-EBD7-46F6-B789-CB55AC09CB26}" dt="2024-08-15T09:53:16.648" v="1226" actId="47"/>
        <pc:sldMkLst>
          <pc:docMk/>
          <pc:sldMk cId="652883061" sldId="438"/>
        </pc:sldMkLst>
      </pc:sldChg>
      <pc:sldChg chg="del">
        <pc:chgData name="Zheng, Binghuan" userId="0c8cd837-2f89-4b12-8657-4317aa4b18aa" providerId="ADAL" clId="{B2D9216A-EBD7-46F6-B789-CB55AC09CB26}" dt="2024-08-15T09:53:17.209" v="1227" actId="47"/>
        <pc:sldMkLst>
          <pc:docMk/>
          <pc:sldMk cId="9024894" sldId="439"/>
        </pc:sldMkLst>
      </pc:sldChg>
      <pc:sldChg chg="del">
        <pc:chgData name="Zheng, Binghuan" userId="0c8cd837-2f89-4b12-8657-4317aa4b18aa" providerId="ADAL" clId="{B2D9216A-EBD7-46F6-B789-CB55AC09CB26}" dt="2024-08-15T09:53:17.711" v="1228" actId="47"/>
        <pc:sldMkLst>
          <pc:docMk/>
          <pc:sldMk cId="3674131767" sldId="440"/>
        </pc:sldMkLst>
      </pc:sldChg>
      <pc:sldChg chg="del">
        <pc:chgData name="Zheng, Binghuan" userId="0c8cd837-2f89-4b12-8657-4317aa4b18aa" providerId="ADAL" clId="{B2D9216A-EBD7-46F6-B789-CB55AC09CB26}" dt="2024-08-15T09:53:18.704" v="1229" actId="47"/>
        <pc:sldMkLst>
          <pc:docMk/>
          <pc:sldMk cId="1388188829" sldId="441"/>
        </pc:sldMkLst>
      </pc:sldChg>
      <pc:sldChg chg="del">
        <pc:chgData name="Zheng, Binghuan" userId="0c8cd837-2f89-4b12-8657-4317aa4b18aa" providerId="ADAL" clId="{B2D9216A-EBD7-46F6-B789-CB55AC09CB26}" dt="2024-08-15T09:53:19.188" v="1230" actId="47"/>
        <pc:sldMkLst>
          <pc:docMk/>
          <pc:sldMk cId="1448590864" sldId="442"/>
        </pc:sldMkLst>
      </pc:sldChg>
      <pc:sldChg chg="del">
        <pc:chgData name="Zheng, Binghuan" userId="0c8cd837-2f89-4b12-8657-4317aa4b18aa" providerId="ADAL" clId="{B2D9216A-EBD7-46F6-B789-CB55AC09CB26}" dt="2024-08-15T09:53:19.703" v="1231" actId="47"/>
        <pc:sldMkLst>
          <pc:docMk/>
          <pc:sldMk cId="435700087" sldId="443"/>
        </pc:sldMkLst>
      </pc:sldChg>
      <pc:sldChg chg="modSp mod">
        <pc:chgData name="Zheng, Binghuan" userId="0c8cd837-2f89-4b12-8657-4317aa4b18aa" providerId="ADAL" clId="{B2D9216A-EBD7-46F6-B789-CB55AC09CB26}" dt="2024-08-15T09:53:31.271" v="1251" actId="20577"/>
        <pc:sldMkLst>
          <pc:docMk/>
          <pc:sldMk cId="1495955687" sldId="444"/>
        </pc:sldMkLst>
      </pc:sldChg>
      <pc:sldChg chg="del">
        <pc:chgData name="Zheng, Binghuan" userId="0c8cd837-2f89-4b12-8657-4317aa4b18aa" providerId="ADAL" clId="{B2D9216A-EBD7-46F6-B789-CB55AC09CB26}" dt="2024-08-16T03:34:24.004" v="1910" actId="47"/>
        <pc:sldMkLst>
          <pc:docMk/>
          <pc:sldMk cId="2211459611" sldId="445"/>
        </pc:sldMkLst>
      </pc:sldChg>
      <pc:sldChg chg="del">
        <pc:chgData name="Zheng, Binghuan" userId="0c8cd837-2f89-4b12-8657-4317aa4b18aa" providerId="ADAL" clId="{B2D9216A-EBD7-46F6-B789-CB55AC09CB26}" dt="2024-08-16T03:34:24.676" v="1911" actId="47"/>
        <pc:sldMkLst>
          <pc:docMk/>
          <pc:sldMk cId="3498928025" sldId="446"/>
        </pc:sldMkLst>
      </pc:sldChg>
      <pc:sldChg chg="modSp mod">
        <pc:chgData name="Zheng, Binghuan" userId="0c8cd837-2f89-4b12-8657-4317aa4b18aa" providerId="ADAL" clId="{B2D9216A-EBD7-46F6-B789-CB55AC09CB26}" dt="2024-08-16T03:34:48.998" v="1912"/>
        <pc:sldMkLst>
          <pc:docMk/>
          <pc:sldMk cId="2988194818" sldId="447"/>
        </pc:sldMkLst>
      </pc:sldChg>
      <pc:sldChg chg="del">
        <pc:chgData name="Zheng, Binghuan" userId="0c8cd837-2f89-4b12-8657-4317aa4b18aa" providerId="ADAL" clId="{B2D9216A-EBD7-46F6-B789-CB55AC09CB26}" dt="2024-08-16T06:36:56.699" v="3190" actId="47"/>
        <pc:sldMkLst>
          <pc:docMk/>
          <pc:sldMk cId="732527161" sldId="448"/>
        </pc:sldMkLst>
      </pc:sldChg>
      <pc:sldChg chg="del">
        <pc:chgData name="Zheng, Binghuan" userId="0c8cd837-2f89-4b12-8657-4317aa4b18aa" providerId="ADAL" clId="{B2D9216A-EBD7-46F6-B789-CB55AC09CB26}" dt="2024-08-16T06:36:57.802" v="3191" actId="47"/>
        <pc:sldMkLst>
          <pc:docMk/>
          <pc:sldMk cId="1002335632" sldId="449"/>
        </pc:sldMkLst>
      </pc:sldChg>
      <pc:sldChg chg="modSp add del mod">
        <pc:chgData name="Zheng, Binghuan" userId="0c8cd837-2f89-4b12-8657-4317aa4b18aa" providerId="ADAL" clId="{B2D9216A-EBD7-46F6-B789-CB55AC09CB26}" dt="2024-08-22T08:38:37.131" v="7657" actId="1076"/>
        <pc:sldMkLst>
          <pc:docMk/>
          <pc:sldMk cId="2209356476" sldId="450"/>
        </pc:sldMkLst>
      </pc:sldChg>
      <pc:sldChg chg="modSp mod">
        <pc:chgData name="Zheng, Binghuan" userId="0c8cd837-2f89-4b12-8657-4317aa4b18aa" providerId="ADAL" clId="{B2D9216A-EBD7-46F6-B789-CB55AC09CB26}" dt="2024-08-22T09:00:10.436" v="7713" actId="20577"/>
        <pc:sldMkLst>
          <pc:docMk/>
          <pc:sldMk cId="2050256125" sldId="451"/>
        </pc:sldMkLst>
      </pc:sldChg>
      <pc:sldChg chg="del">
        <pc:chgData name="Zheng, Binghuan" userId="0c8cd837-2f89-4b12-8657-4317aa4b18aa" providerId="ADAL" clId="{B2D9216A-EBD7-46F6-B789-CB55AC09CB26}" dt="2024-08-20T05:25:24.830" v="3664" actId="47"/>
        <pc:sldMkLst>
          <pc:docMk/>
          <pc:sldMk cId="3319544129" sldId="452"/>
        </pc:sldMkLst>
      </pc:sldChg>
      <pc:sldChg chg="del">
        <pc:chgData name="Zheng, Binghuan" userId="0c8cd837-2f89-4b12-8657-4317aa4b18aa" providerId="ADAL" clId="{B2D9216A-EBD7-46F6-B789-CB55AC09CB26}" dt="2024-08-20T05:25:28.975" v="3669" actId="47"/>
        <pc:sldMkLst>
          <pc:docMk/>
          <pc:sldMk cId="2776444572" sldId="453"/>
        </pc:sldMkLst>
      </pc:sldChg>
      <pc:sldChg chg="del">
        <pc:chgData name="Zheng, Binghuan" userId="0c8cd837-2f89-4b12-8657-4317aa4b18aa" providerId="ADAL" clId="{B2D9216A-EBD7-46F6-B789-CB55AC09CB26}" dt="2024-08-20T05:25:30.023" v="3672" actId="47"/>
        <pc:sldMkLst>
          <pc:docMk/>
          <pc:sldMk cId="71352314" sldId="454"/>
        </pc:sldMkLst>
      </pc:sldChg>
      <pc:sldChg chg="del">
        <pc:chgData name="Zheng, Binghuan" userId="0c8cd837-2f89-4b12-8657-4317aa4b18aa" providerId="ADAL" clId="{B2D9216A-EBD7-46F6-B789-CB55AC09CB26}" dt="2024-08-20T05:25:32.584" v="3682" actId="47"/>
        <pc:sldMkLst>
          <pc:docMk/>
          <pc:sldMk cId="1539297286" sldId="455"/>
        </pc:sldMkLst>
      </pc:sldChg>
      <pc:sldChg chg="del">
        <pc:chgData name="Zheng, Binghuan" userId="0c8cd837-2f89-4b12-8657-4317aa4b18aa" providerId="ADAL" clId="{B2D9216A-EBD7-46F6-B789-CB55AC09CB26}" dt="2024-08-20T05:25:19.886" v="3660" actId="47"/>
        <pc:sldMkLst>
          <pc:docMk/>
          <pc:sldMk cId="731146122" sldId="456"/>
        </pc:sldMkLst>
      </pc:sldChg>
      <pc:sldChg chg="del">
        <pc:chgData name="Zheng, Binghuan" userId="0c8cd837-2f89-4b12-8657-4317aa4b18aa" providerId="ADAL" clId="{B2D9216A-EBD7-46F6-B789-CB55AC09CB26}" dt="2024-08-20T05:25:20.375" v="3661" actId="47"/>
        <pc:sldMkLst>
          <pc:docMk/>
          <pc:sldMk cId="1628488132" sldId="457"/>
        </pc:sldMkLst>
      </pc:sldChg>
      <pc:sldChg chg="del">
        <pc:chgData name="Zheng, Binghuan" userId="0c8cd837-2f89-4b12-8657-4317aa4b18aa" providerId="ADAL" clId="{B2D9216A-EBD7-46F6-B789-CB55AC09CB26}" dt="2024-08-16T06:36:54.533" v="3189" actId="47"/>
        <pc:sldMkLst>
          <pc:docMk/>
          <pc:sldMk cId="3275979725" sldId="458"/>
        </pc:sldMkLst>
      </pc:sldChg>
      <pc:sldChg chg="del">
        <pc:chgData name="Zheng, Binghuan" userId="0c8cd837-2f89-4b12-8657-4317aa4b18aa" providerId="ADAL" clId="{B2D9216A-EBD7-46F6-B789-CB55AC09CB26}" dt="2024-08-20T05:25:21.765" v="3663" actId="47"/>
        <pc:sldMkLst>
          <pc:docMk/>
          <pc:sldMk cId="1593563696" sldId="459"/>
        </pc:sldMkLst>
      </pc:sldChg>
      <pc:sldChg chg="del">
        <pc:chgData name="Zheng, Binghuan" userId="0c8cd837-2f89-4b12-8657-4317aa4b18aa" providerId="ADAL" clId="{B2D9216A-EBD7-46F6-B789-CB55AC09CB26}" dt="2024-08-20T05:25:25.783" v="3665" actId="47"/>
        <pc:sldMkLst>
          <pc:docMk/>
          <pc:sldMk cId="3580862102" sldId="460"/>
        </pc:sldMkLst>
      </pc:sldChg>
      <pc:sldChg chg="del">
        <pc:chgData name="Zheng, Binghuan" userId="0c8cd837-2f89-4b12-8657-4317aa4b18aa" providerId="ADAL" clId="{B2D9216A-EBD7-46F6-B789-CB55AC09CB26}" dt="2024-08-20T05:25:26.899" v="3666" actId="47"/>
        <pc:sldMkLst>
          <pc:docMk/>
          <pc:sldMk cId="1419580613" sldId="461"/>
        </pc:sldMkLst>
      </pc:sldChg>
      <pc:sldChg chg="del">
        <pc:chgData name="Zheng, Binghuan" userId="0c8cd837-2f89-4b12-8657-4317aa4b18aa" providerId="ADAL" clId="{B2D9216A-EBD7-46F6-B789-CB55AC09CB26}" dt="2024-08-20T05:25:27.735" v="3667" actId="47"/>
        <pc:sldMkLst>
          <pc:docMk/>
          <pc:sldMk cId="43316218" sldId="462"/>
        </pc:sldMkLst>
      </pc:sldChg>
      <pc:sldChg chg="del">
        <pc:chgData name="Zheng, Binghuan" userId="0c8cd837-2f89-4b12-8657-4317aa4b18aa" providerId="ADAL" clId="{B2D9216A-EBD7-46F6-B789-CB55AC09CB26}" dt="2024-08-20T05:25:28.070" v="3668" actId="47"/>
        <pc:sldMkLst>
          <pc:docMk/>
          <pc:sldMk cId="3731721025" sldId="463"/>
        </pc:sldMkLst>
      </pc:sldChg>
      <pc:sldChg chg="del">
        <pc:chgData name="Zheng, Binghuan" userId="0c8cd837-2f89-4b12-8657-4317aa4b18aa" providerId="ADAL" clId="{B2D9216A-EBD7-46F6-B789-CB55AC09CB26}" dt="2024-08-20T05:25:29.442" v="3670" actId="47"/>
        <pc:sldMkLst>
          <pc:docMk/>
          <pc:sldMk cId="697485291" sldId="464"/>
        </pc:sldMkLst>
      </pc:sldChg>
      <pc:sldChg chg="del">
        <pc:chgData name="Zheng, Binghuan" userId="0c8cd837-2f89-4b12-8657-4317aa4b18aa" providerId="ADAL" clId="{B2D9216A-EBD7-46F6-B789-CB55AC09CB26}" dt="2024-08-20T05:25:29.756" v="3671" actId="47"/>
        <pc:sldMkLst>
          <pc:docMk/>
          <pc:sldMk cId="56375173" sldId="465"/>
        </pc:sldMkLst>
      </pc:sldChg>
      <pc:sldChg chg="del">
        <pc:chgData name="Zheng, Binghuan" userId="0c8cd837-2f89-4b12-8657-4317aa4b18aa" providerId="ADAL" clId="{B2D9216A-EBD7-46F6-B789-CB55AC09CB26}" dt="2024-08-20T05:25:30.329" v="3673" actId="47"/>
        <pc:sldMkLst>
          <pc:docMk/>
          <pc:sldMk cId="3136376735" sldId="467"/>
        </pc:sldMkLst>
      </pc:sldChg>
      <pc:sldChg chg="del">
        <pc:chgData name="Zheng, Binghuan" userId="0c8cd837-2f89-4b12-8657-4317aa4b18aa" providerId="ADAL" clId="{B2D9216A-EBD7-46F6-B789-CB55AC09CB26}" dt="2024-08-20T05:25:30.613" v="3674" actId="47"/>
        <pc:sldMkLst>
          <pc:docMk/>
          <pc:sldMk cId="559823900" sldId="468"/>
        </pc:sldMkLst>
      </pc:sldChg>
      <pc:sldChg chg="del">
        <pc:chgData name="Zheng, Binghuan" userId="0c8cd837-2f89-4b12-8657-4317aa4b18aa" providerId="ADAL" clId="{B2D9216A-EBD7-46F6-B789-CB55AC09CB26}" dt="2024-08-20T05:25:30.816" v="3675" actId="47"/>
        <pc:sldMkLst>
          <pc:docMk/>
          <pc:sldMk cId="1148473252" sldId="469"/>
        </pc:sldMkLst>
      </pc:sldChg>
      <pc:sldChg chg="del">
        <pc:chgData name="Zheng, Binghuan" userId="0c8cd837-2f89-4b12-8657-4317aa4b18aa" providerId="ADAL" clId="{B2D9216A-EBD7-46F6-B789-CB55AC09CB26}" dt="2024-08-20T05:25:30.918" v="3676" actId="47"/>
        <pc:sldMkLst>
          <pc:docMk/>
          <pc:sldMk cId="141679243" sldId="470"/>
        </pc:sldMkLst>
      </pc:sldChg>
      <pc:sldChg chg="del">
        <pc:chgData name="Zheng, Binghuan" userId="0c8cd837-2f89-4b12-8657-4317aa4b18aa" providerId="ADAL" clId="{B2D9216A-EBD7-46F6-B789-CB55AC09CB26}" dt="2024-08-20T05:25:31.105" v="3677" actId="47"/>
        <pc:sldMkLst>
          <pc:docMk/>
          <pc:sldMk cId="2447273490" sldId="471"/>
        </pc:sldMkLst>
      </pc:sldChg>
      <pc:sldChg chg="del">
        <pc:chgData name="Zheng, Binghuan" userId="0c8cd837-2f89-4b12-8657-4317aa4b18aa" providerId="ADAL" clId="{B2D9216A-EBD7-46F6-B789-CB55AC09CB26}" dt="2024-08-20T05:25:31.301" v="3678" actId="47"/>
        <pc:sldMkLst>
          <pc:docMk/>
          <pc:sldMk cId="3949367011" sldId="472"/>
        </pc:sldMkLst>
      </pc:sldChg>
      <pc:sldChg chg="del">
        <pc:chgData name="Zheng, Binghuan" userId="0c8cd837-2f89-4b12-8657-4317aa4b18aa" providerId="ADAL" clId="{B2D9216A-EBD7-46F6-B789-CB55AC09CB26}" dt="2024-08-20T05:25:31.628" v="3679" actId="47"/>
        <pc:sldMkLst>
          <pc:docMk/>
          <pc:sldMk cId="1608275893" sldId="473"/>
        </pc:sldMkLst>
      </pc:sldChg>
      <pc:sldChg chg="del">
        <pc:chgData name="Zheng, Binghuan" userId="0c8cd837-2f89-4b12-8657-4317aa4b18aa" providerId="ADAL" clId="{B2D9216A-EBD7-46F6-B789-CB55AC09CB26}" dt="2024-08-20T05:25:32.364" v="3681" actId="47"/>
        <pc:sldMkLst>
          <pc:docMk/>
          <pc:sldMk cId="3735186540" sldId="474"/>
        </pc:sldMkLst>
      </pc:sldChg>
      <pc:sldChg chg="del">
        <pc:chgData name="Zheng, Binghuan" userId="0c8cd837-2f89-4b12-8657-4317aa4b18aa" providerId="ADAL" clId="{B2D9216A-EBD7-46F6-B789-CB55AC09CB26}" dt="2024-08-20T05:25:32.142" v="3680" actId="47"/>
        <pc:sldMkLst>
          <pc:docMk/>
          <pc:sldMk cId="1933954306" sldId="475"/>
        </pc:sldMkLst>
      </pc:sldChg>
      <pc:sldChg chg="del">
        <pc:chgData name="Zheng, Binghuan" userId="0c8cd837-2f89-4b12-8657-4317aa4b18aa" providerId="ADAL" clId="{B2D9216A-EBD7-46F6-B789-CB55AC09CB26}" dt="2024-08-20T05:25:32.772" v="3683" actId="47"/>
        <pc:sldMkLst>
          <pc:docMk/>
          <pc:sldMk cId="3848952280" sldId="476"/>
        </pc:sldMkLst>
      </pc:sldChg>
      <pc:sldChg chg="del">
        <pc:chgData name="Zheng, Binghuan" userId="0c8cd837-2f89-4b12-8657-4317aa4b18aa" providerId="ADAL" clId="{B2D9216A-EBD7-46F6-B789-CB55AC09CB26}" dt="2024-08-20T05:25:33.053" v="3684" actId="47"/>
        <pc:sldMkLst>
          <pc:docMk/>
          <pc:sldMk cId="1789271270" sldId="478"/>
        </pc:sldMkLst>
      </pc:sldChg>
      <pc:sldChg chg="del">
        <pc:chgData name="Zheng, Binghuan" userId="0c8cd837-2f89-4b12-8657-4317aa4b18aa" providerId="ADAL" clId="{B2D9216A-EBD7-46F6-B789-CB55AC09CB26}" dt="2024-08-20T05:25:33.308" v="3685" actId="47"/>
        <pc:sldMkLst>
          <pc:docMk/>
          <pc:sldMk cId="4177327766" sldId="479"/>
        </pc:sldMkLst>
      </pc:sldChg>
      <pc:sldChg chg="add del">
        <pc:chgData name="Zheng, Binghuan" userId="0c8cd837-2f89-4b12-8657-4317aa4b18aa" providerId="ADAL" clId="{B2D9216A-EBD7-46F6-B789-CB55AC09CB26}" dt="2024-08-20T05:26:15.045" v="3704" actId="47"/>
        <pc:sldMkLst>
          <pc:docMk/>
          <pc:sldMk cId="536687498" sldId="480"/>
        </pc:sldMkLst>
      </pc:sldChg>
      <pc:sldChg chg="addSp delSp del mod">
        <pc:chgData name="Zheng, Binghuan" userId="0c8cd837-2f89-4b12-8657-4317aa4b18aa" providerId="ADAL" clId="{B2D9216A-EBD7-46F6-B789-CB55AC09CB26}" dt="2024-08-20T05:25:18.708" v="3659" actId="47"/>
        <pc:sldMkLst>
          <pc:docMk/>
          <pc:sldMk cId="788278670" sldId="481"/>
        </pc:sldMkLst>
      </pc:sldChg>
      <pc:sldChg chg="del">
        <pc:chgData name="Zheng, Binghuan" userId="0c8cd837-2f89-4b12-8657-4317aa4b18aa" providerId="ADAL" clId="{B2D9216A-EBD7-46F6-B789-CB55AC09CB26}" dt="2024-08-15T09:53:14.331" v="1224" actId="47"/>
        <pc:sldMkLst>
          <pc:docMk/>
          <pc:sldMk cId="345076665" sldId="482"/>
        </pc:sldMkLst>
      </pc:sldChg>
      <pc:sldChg chg="del">
        <pc:chgData name="Zheng, Binghuan" userId="0c8cd837-2f89-4b12-8657-4317aa4b18aa" providerId="ADAL" clId="{B2D9216A-EBD7-46F6-B789-CB55AC09CB26}" dt="2024-08-15T09:53:14.741" v="1225" actId="47"/>
        <pc:sldMkLst>
          <pc:docMk/>
          <pc:sldMk cId="1916881881" sldId="483"/>
        </pc:sldMkLst>
      </pc:sldChg>
      <pc:sldChg chg="del">
        <pc:chgData name="Zheng, Binghuan" userId="0c8cd837-2f89-4b12-8657-4317aa4b18aa" providerId="ADAL" clId="{B2D9216A-EBD7-46F6-B789-CB55AC09CB26}" dt="2024-08-16T03:34:23.290" v="1909" actId="47"/>
        <pc:sldMkLst>
          <pc:docMk/>
          <pc:sldMk cId="2882291423" sldId="484"/>
        </pc:sldMkLst>
      </pc:sldChg>
      <pc:sldChg chg="del">
        <pc:chgData name="Zheng, Binghuan" userId="0c8cd837-2f89-4b12-8657-4317aa4b18aa" providerId="ADAL" clId="{B2D9216A-EBD7-46F6-B789-CB55AC09CB26}" dt="2024-08-20T05:25:20.859" v="3662" actId="47"/>
        <pc:sldMkLst>
          <pc:docMk/>
          <pc:sldMk cId="837894073" sldId="485"/>
        </pc:sldMkLst>
      </pc:sldChg>
      <pc:sldChg chg="modSp add mod">
        <pc:chgData name="Zheng, Binghuan" userId="0c8cd837-2f89-4b12-8657-4317aa4b18aa" providerId="ADAL" clId="{B2D9216A-EBD7-46F6-B789-CB55AC09CB26}" dt="2024-08-22T09:01:03.007" v="7716" actId="20577"/>
        <pc:sldMkLst>
          <pc:docMk/>
          <pc:sldMk cId="1443141661" sldId="486"/>
        </pc:sldMkLst>
      </pc:sldChg>
      <pc:sldChg chg="modSp add del mod">
        <pc:chgData name="Zheng, Binghuan" userId="0c8cd837-2f89-4b12-8657-4317aa4b18aa" providerId="ADAL" clId="{B2D9216A-EBD7-46F6-B789-CB55AC09CB26}" dt="2024-08-15T07:44:29.790" v="952"/>
        <pc:sldMkLst>
          <pc:docMk/>
          <pc:sldMk cId="1825291162" sldId="487"/>
        </pc:sldMkLst>
      </pc:sldChg>
      <pc:sldChg chg="modSp add mod">
        <pc:chgData name="Zheng, Binghuan" userId="0c8cd837-2f89-4b12-8657-4317aa4b18aa" providerId="ADAL" clId="{B2D9216A-EBD7-46F6-B789-CB55AC09CB26}" dt="2024-08-22T09:12:11.602" v="7732" actId="1076"/>
        <pc:sldMkLst>
          <pc:docMk/>
          <pc:sldMk cId="2985871454" sldId="487"/>
        </pc:sldMkLst>
      </pc:sldChg>
      <pc:sldChg chg="delSp modSp add mod">
        <pc:chgData name="Zheng, Binghuan" userId="0c8cd837-2f89-4b12-8657-4317aa4b18aa" providerId="ADAL" clId="{B2D9216A-EBD7-46F6-B789-CB55AC09CB26}" dt="2024-08-22T09:12:34.635" v="7734" actId="478"/>
        <pc:sldMkLst>
          <pc:docMk/>
          <pc:sldMk cId="2918012652" sldId="488"/>
        </pc:sldMkLst>
      </pc:sldChg>
      <pc:sldChg chg="modSp add mod ord">
        <pc:chgData name="Zheng, Binghuan" userId="0c8cd837-2f89-4b12-8657-4317aa4b18aa" providerId="ADAL" clId="{B2D9216A-EBD7-46F6-B789-CB55AC09CB26}" dt="2024-08-22T09:13:50.646" v="7766" actId="14100"/>
        <pc:sldMkLst>
          <pc:docMk/>
          <pc:sldMk cId="2729596788" sldId="489"/>
        </pc:sldMkLst>
      </pc:sldChg>
      <pc:sldChg chg="addSp delSp modSp add mod">
        <pc:chgData name="Zheng, Binghuan" userId="0c8cd837-2f89-4b12-8657-4317aa4b18aa" providerId="ADAL" clId="{B2D9216A-EBD7-46F6-B789-CB55AC09CB26}" dt="2024-08-22T09:41:11.538" v="7872" actId="14100"/>
        <pc:sldMkLst>
          <pc:docMk/>
          <pc:sldMk cId="522948719" sldId="490"/>
        </pc:sldMkLst>
      </pc:sldChg>
      <pc:sldChg chg="delSp modSp add mod">
        <pc:chgData name="Zheng, Binghuan" userId="0c8cd837-2f89-4b12-8657-4317aa4b18aa" providerId="ADAL" clId="{B2D9216A-EBD7-46F6-B789-CB55AC09CB26}" dt="2024-08-22T09:45:28.928" v="7887" actId="20577"/>
        <pc:sldMkLst>
          <pc:docMk/>
          <pc:sldMk cId="1838623475" sldId="491"/>
        </pc:sldMkLst>
      </pc:sldChg>
      <pc:sldChg chg="modSp add mod ord">
        <pc:chgData name="Zheng, Binghuan" userId="0c8cd837-2f89-4b12-8657-4317aa4b18aa" providerId="ADAL" clId="{B2D9216A-EBD7-46F6-B789-CB55AC09CB26}" dt="2024-08-23T06:04:29.250" v="8427" actId="14100"/>
        <pc:sldMkLst>
          <pc:docMk/>
          <pc:sldMk cId="3011713260" sldId="492"/>
        </pc:sldMkLst>
      </pc:sldChg>
      <pc:sldChg chg="modSp add del mod">
        <pc:chgData name="Zheng, Binghuan" userId="0c8cd837-2f89-4b12-8657-4317aa4b18aa" providerId="ADAL" clId="{B2D9216A-EBD7-46F6-B789-CB55AC09CB26}" dt="2024-08-22T09:53:53.370" v="7897" actId="20577"/>
        <pc:sldMkLst>
          <pc:docMk/>
          <pc:sldMk cId="1857770909" sldId="493"/>
        </pc:sldMkLst>
      </pc:sldChg>
      <pc:sldChg chg="addSp delSp modSp add del mod">
        <pc:chgData name="Zheng, Binghuan" userId="0c8cd837-2f89-4b12-8657-4317aa4b18aa" providerId="ADAL" clId="{B2D9216A-EBD7-46F6-B789-CB55AC09CB26}" dt="2024-08-22T09:55:43.970" v="7902" actId="1076"/>
        <pc:sldMkLst>
          <pc:docMk/>
          <pc:sldMk cId="638383612" sldId="494"/>
        </pc:sldMkLst>
      </pc:sldChg>
      <pc:sldChg chg="modSp add del mod">
        <pc:chgData name="Zheng, Binghuan" userId="0c8cd837-2f89-4b12-8657-4317aa4b18aa" providerId="ADAL" clId="{B2D9216A-EBD7-46F6-B789-CB55AC09CB26}" dt="2024-08-22T09:56:42.898" v="7908" actId="20577"/>
        <pc:sldMkLst>
          <pc:docMk/>
          <pc:sldMk cId="3986514883" sldId="495"/>
        </pc:sldMkLst>
      </pc:sldChg>
      <pc:sldChg chg="modSp add del mod ord">
        <pc:chgData name="Zheng, Binghuan" userId="0c8cd837-2f89-4b12-8657-4317aa4b18aa" providerId="ADAL" clId="{B2D9216A-EBD7-46F6-B789-CB55AC09CB26}" dt="2024-08-20T05:25:42.616" v="3698" actId="47"/>
        <pc:sldMkLst>
          <pc:docMk/>
          <pc:sldMk cId="4127238824" sldId="496"/>
        </pc:sldMkLst>
      </pc:sldChg>
      <pc:sldChg chg="addSp delSp modSp add del mod">
        <pc:chgData name="Zheng, Binghuan" userId="0c8cd837-2f89-4b12-8657-4317aa4b18aa" providerId="ADAL" clId="{B2D9216A-EBD7-46F6-B789-CB55AC09CB26}" dt="2024-08-22T09:58:01.972" v="7912" actId="1076"/>
        <pc:sldMkLst>
          <pc:docMk/>
          <pc:sldMk cId="1975868213" sldId="497"/>
        </pc:sldMkLst>
      </pc:sldChg>
      <pc:sldChg chg="delSp modSp add del mod ord">
        <pc:chgData name="Zheng, Binghuan" userId="0c8cd837-2f89-4b12-8657-4317aa4b18aa" providerId="ADAL" clId="{B2D9216A-EBD7-46F6-B789-CB55AC09CB26}" dt="2024-08-23T06:08:02.468" v="8441" actId="1076"/>
        <pc:sldMkLst>
          <pc:docMk/>
          <pc:sldMk cId="2815045398" sldId="498"/>
        </pc:sldMkLst>
      </pc:sldChg>
      <pc:sldChg chg="delSp modSp add mod">
        <pc:chgData name="Zheng, Binghuan" userId="0c8cd837-2f89-4b12-8657-4317aa4b18aa" providerId="ADAL" clId="{B2D9216A-EBD7-46F6-B789-CB55AC09CB26}" dt="2024-08-22T09:59:25.267" v="7916" actId="20577"/>
        <pc:sldMkLst>
          <pc:docMk/>
          <pc:sldMk cId="1560715043" sldId="499"/>
        </pc:sldMkLst>
      </pc:sldChg>
      <pc:sldChg chg="addSp modSp add mod">
        <pc:chgData name="Zheng, Binghuan" userId="0c8cd837-2f89-4b12-8657-4317aa4b18aa" providerId="ADAL" clId="{B2D9216A-EBD7-46F6-B789-CB55AC09CB26}" dt="2024-08-23T05:19:04.776" v="8013" actId="20577"/>
        <pc:sldMkLst>
          <pc:docMk/>
          <pc:sldMk cId="2993275724" sldId="500"/>
        </pc:sldMkLst>
      </pc:sldChg>
      <pc:sldChg chg="modSp add mod">
        <pc:chgData name="Zheng, Binghuan" userId="0c8cd837-2f89-4b12-8657-4317aa4b18aa" providerId="ADAL" clId="{B2D9216A-EBD7-46F6-B789-CB55AC09CB26}" dt="2024-08-22T10:11:37.649" v="7935" actId="20577"/>
        <pc:sldMkLst>
          <pc:docMk/>
          <pc:sldMk cId="1264831888" sldId="501"/>
        </pc:sldMkLst>
      </pc:sldChg>
      <pc:sldChg chg="modSp add mod ord">
        <pc:chgData name="Zheng, Binghuan" userId="0c8cd837-2f89-4b12-8657-4317aa4b18aa" providerId="ADAL" clId="{B2D9216A-EBD7-46F6-B789-CB55AC09CB26}" dt="2024-08-20T05:54:54.161" v="4428"/>
        <pc:sldMkLst>
          <pc:docMk/>
          <pc:sldMk cId="3370009950" sldId="502"/>
        </pc:sldMkLst>
      </pc:sldChg>
      <pc:sldChg chg="modSp add mod ord">
        <pc:chgData name="Zheng, Binghuan" userId="0c8cd837-2f89-4b12-8657-4317aa4b18aa" providerId="ADAL" clId="{B2D9216A-EBD7-46F6-B789-CB55AC09CB26}" dt="2024-08-22T10:14:00.617" v="7939" actId="14100"/>
        <pc:sldMkLst>
          <pc:docMk/>
          <pc:sldMk cId="3481064182" sldId="503"/>
        </pc:sldMkLst>
      </pc:sldChg>
      <pc:sldChg chg="addSp delSp modSp add mod">
        <pc:chgData name="Zheng, Binghuan" userId="0c8cd837-2f89-4b12-8657-4317aa4b18aa" providerId="ADAL" clId="{B2D9216A-EBD7-46F6-B789-CB55AC09CB26}" dt="2024-08-22T10:18:03.474" v="7995" actId="1036"/>
        <pc:sldMkLst>
          <pc:docMk/>
          <pc:sldMk cId="2294451221" sldId="504"/>
        </pc:sldMkLst>
      </pc:sldChg>
      <pc:sldChg chg="addSp delSp modSp add mod">
        <pc:chgData name="Zheng, Binghuan" userId="0c8cd837-2f89-4b12-8657-4317aa4b18aa" providerId="ADAL" clId="{B2D9216A-EBD7-46F6-B789-CB55AC09CB26}" dt="2024-08-22T10:18:31.460" v="7997"/>
        <pc:sldMkLst>
          <pc:docMk/>
          <pc:sldMk cId="1237411496" sldId="505"/>
        </pc:sldMkLst>
      </pc:sldChg>
      <pc:sldChg chg="modSp add del mod">
        <pc:chgData name="Zheng, Binghuan" userId="0c8cd837-2f89-4b12-8657-4317aa4b18aa" providerId="ADAL" clId="{B2D9216A-EBD7-46F6-B789-CB55AC09CB26}" dt="2024-08-20T10:02:53.805" v="5058" actId="47"/>
        <pc:sldMkLst>
          <pc:docMk/>
          <pc:sldMk cId="916157826" sldId="506"/>
        </pc:sldMkLst>
      </pc:sldChg>
      <pc:sldChg chg="modSp add mod">
        <pc:chgData name="Zheng, Binghuan" userId="0c8cd837-2f89-4b12-8657-4317aa4b18aa" providerId="ADAL" clId="{B2D9216A-EBD7-46F6-B789-CB55AC09CB26}" dt="2024-08-22T10:22:44.867" v="8009" actId="20577"/>
        <pc:sldMkLst>
          <pc:docMk/>
          <pc:sldMk cId="1691443480" sldId="506"/>
        </pc:sldMkLst>
      </pc:sldChg>
      <pc:sldChg chg="modSp add mod ord">
        <pc:chgData name="Zheng, Binghuan" userId="0c8cd837-2f89-4b12-8657-4317aa4b18aa" providerId="ADAL" clId="{B2D9216A-EBD7-46F6-B789-CB55AC09CB26}" dt="2024-08-20T10:25:16.193" v="5193" actId="20577"/>
        <pc:sldMkLst>
          <pc:docMk/>
          <pc:sldMk cId="4001441323" sldId="507"/>
        </pc:sldMkLst>
      </pc:sldChg>
      <pc:sldChg chg="addSp delSp modSp add mod ord">
        <pc:chgData name="Zheng, Binghuan" userId="0c8cd837-2f89-4b12-8657-4317aa4b18aa" providerId="ADAL" clId="{B2D9216A-EBD7-46F6-B789-CB55AC09CB26}" dt="2024-08-23T05:25:31.120" v="8039" actId="20577"/>
        <pc:sldMkLst>
          <pc:docMk/>
          <pc:sldMk cId="91791109" sldId="508"/>
        </pc:sldMkLst>
      </pc:sldChg>
      <pc:sldChg chg="addSp delSp modSp add mod">
        <pc:chgData name="Zheng, Binghuan" userId="0c8cd837-2f89-4b12-8657-4317aa4b18aa" providerId="ADAL" clId="{B2D9216A-EBD7-46F6-B789-CB55AC09CB26}" dt="2024-08-23T05:27:09.429" v="8062" actId="20577"/>
        <pc:sldMkLst>
          <pc:docMk/>
          <pc:sldMk cId="3317381244" sldId="509"/>
        </pc:sldMkLst>
      </pc:sldChg>
      <pc:sldChg chg="modSp add mod">
        <pc:chgData name="Zheng, Binghuan" userId="0c8cd837-2f89-4b12-8657-4317aa4b18aa" providerId="ADAL" clId="{B2D9216A-EBD7-46F6-B789-CB55AC09CB26}" dt="2024-08-21T06:34:16.386" v="5741" actId="20577"/>
        <pc:sldMkLst>
          <pc:docMk/>
          <pc:sldMk cId="3724086086" sldId="510"/>
        </pc:sldMkLst>
      </pc:sldChg>
      <pc:sldChg chg="modSp add mod">
        <pc:chgData name="Zheng, Binghuan" userId="0c8cd837-2f89-4b12-8657-4317aa4b18aa" providerId="ADAL" clId="{B2D9216A-EBD7-46F6-B789-CB55AC09CB26}" dt="2024-08-23T05:27:45.854" v="8063" actId="1076"/>
        <pc:sldMkLst>
          <pc:docMk/>
          <pc:sldMk cId="1885676024" sldId="511"/>
        </pc:sldMkLst>
      </pc:sldChg>
      <pc:sldChg chg="modSp add mod ord">
        <pc:chgData name="Zheng, Binghuan" userId="0c8cd837-2f89-4b12-8657-4317aa4b18aa" providerId="ADAL" clId="{B2D9216A-EBD7-46F6-B789-CB55AC09CB26}" dt="2024-08-21T06:49:04.764" v="5929"/>
        <pc:sldMkLst>
          <pc:docMk/>
          <pc:sldMk cId="1713096378" sldId="512"/>
        </pc:sldMkLst>
      </pc:sldChg>
      <pc:sldChg chg="modSp add mod ord">
        <pc:chgData name="Zheng, Binghuan" userId="0c8cd837-2f89-4b12-8657-4317aa4b18aa" providerId="ADAL" clId="{B2D9216A-EBD7-46F6-B789-CB55AC09CB26}" dt="2024-08-23T06:12:10.704" v="8448" actId="1076"/>
        <pc:sldMkLst>
          <pc:docMk/>
          <pc:sldMk cId="453494785" sldId="513"/>
        </pc:sldMkLst>
      </pc:sldChg>
      <pc:sldChg chg="modSp add mod">
        <pc:chgData name="Zheng, Binghuan" userId="0c8cd837-2f89-4b12-8657-4317aa4b18aa" providerId="ADAL" clId="{B2D9216A-EBD7-46F6-B789-CB55AC09CB26}" dt="2024-08-23T05:32:35.129" v="8075" actId="1076"/>
        <pc:sldMkLst>
          <pc:docMk/>
          <pc:sldMk cId="486828748" sldId="514"/>
        </pc:sldMkLst>
      </pc:sldChg>
      <pc:sldChg chg="modSp add mod">
        <pc:chgData name="Zheng, Binghuan" userId="0c8cd837-2f89-4b12-8657-4317aa4b18aa" providerId="ADAL" clId="{B2D9216A-EBD7-46F6-B789-CB55AC09CB26}" dt="2024-08-23T05:47:18.270" v="8096" actId="1076"/>
        <pc:sldMkLst>
          <pc:docMk/>
          <pc:sldMk cId="3115430750" sldId="515"/>
        </pc:sldMkLst>
      </pc:sldChg>
      <pc:sldChg chg="modSp add mod">
        <pc:chgData name="Zheng, Binghuan" userId="0c8cd837-2f89-4b12-8657-4317aa4b18aa" providerId="ADAL" clId="{B2D9216A-EBD7-46F6-B789-CB55AC09CB26}" dt="2024-08-21T10:14:00.356" v="7472"/>
        <pc:sldMkLst>
          <pc:docMk/>
          <pc:sldMk cId="4027813640" sldId="516"/>
        </pc:sldMkLst>
      </pc:sldChg>
      <pc:sldChg chg="modSp add mod">
        <pc:chgData name="Zheng, Binghuan" userId="0c8cd837-2f89-4b12-8657-4317aa4b18aa" providerId="ADAL" clId="{B2D9216A-EBD7-46F6-B789-CB55AC09CB26}" dt="2024-08-23T05:48:28.089" v="8177" actId="20577"/>
        <pc:sldMkLst>
          <pc:docMk/>
          <pc:sldMk cId="3543675474" sldId="517"/>
        </pc:sldMkLst>
      </pc:sldChg>
      <pc:sldChg chg="modSp add mod">
        <pc:chgData name="Zheng, Binghuan" userId="0c8cd837-2f89-4b12-8657-4317aa4b18aa" providerId="ADAL" clId="{B2D9216A-EBD7-46F6-B789-CB55AC09CB26}" dt="2024-08-23T05:49:53.381" v="8182" actId="1076"/>
        <pc:sldMkLst>
          <pc:docMk/>
          <pc:sldMk cId="3494725010" sldId="518"/>
        </pc:sldMkLst>
      </pc:sldChg>
      <pc:sldChg chg="modSp add mod">
        <pc:chgData name="Zheng, Binghuan" userId="0c8cd837-2f89-4b12-8657-4317aa4b18aa" providerId="ADAL" clId="{B2D9216A-EBD7-46F6-B789-CB55AC09CB26}" dt="2024-08-23T05:44:41.698" v="8077" actId="20577"/>
        <pc:sldMkLst>
          <pc:docMk/>
          <pc:sldMk cId="2344740167" sldId="519"/>
        </pc:sldMkLst>
      </pc:sldChg>
      <pc:sldChg chg="modSp add mod">
        <pc:chgData name="Zheng, Binghuan" userId="0c8cd837-2f89-4b12-8657-4317aa4b18aa" providerId="ADAL" clId="{B2D9216A-EBD7-46F6-B789-CB55AC09CB26}" dt="2024-08-23T05:52:43.360" v="8257" actId="20577"/>
        <pc:sldMkLst>
          <pc:docMk/>
          <pc:sldMk cId="1303671432" sldId="520"/>
        </pc:sldMkLst>
      </pc:sldChg>
      <pc:sldChg chg="modSp add mod">
        <pc:chgData name="Zheng, Binghuan" userId="0c8cd837-2f89-4b12-8657-4317aa4b18aa" providerId="ADAL" clId="{B2D9216A-EBD7-46F6-B789-CB55AC09CB26}" dt="2024-08-23T05:53:31.136" v="8271" actId="20577"/>
        <pc:sldMkLst>
          <pc:docMk/>
          <pc:sldMk cId="3240281301" sldId="521"/>
        </pc:sldMkLst>
      </pc:sldChg>
      <pc:sldChg chg="modSp add mod">
        <pc:chgData name="Zheng, Binghuan" userId="0c8cd837-2f89-4b12-8657-4317aa4b18aa" providerId="ADAL" clId="{B2D9216A-EBD7-46F6-B789-CB55AC09CB26}" dt="2024-08-23T05:55:25.920" v="8273" actId="14100"/>
        <pc:sldMkLst>
          <pc:docMk/>
          <pc:sldMk cId="1631761778" sldId="522"/>
        </pc:sldMkLst>
      </pc:sldChg>
      <pc:sldChg chg="modSp add mod ord">
        <pc:chgData name="Zheng, Binghuan" userId="0c8cd837-2f89-4b12-8657-4317aa4b18aa" providerId="ADAL" clId="{B2D9216A-EBD7-46F6-B789-CB55AC09CB26}" dt="2024-08-21T10:14:30.018" v="7479"/>
        <pc:sldMkLst>
          <pc:docMk/>
          <pc:sldMk cId="2707869640" sldId="523"/>
        </pc:sldMkLst>
      </pc:sldChg>
      <pc:sldChg chg="delSp modSp add mod ord">
        <pc:chgData name="Zheng, Binghuan" userId="0c8cd837-2f89-4b12-8657-4317aa4b18aa" providerId="ADAL" clId="{B2D9216A-EBD7-46F6-B789-CB55AC09CB26}" dt="2024-08-23T05:56:30.740" v="8275" actId="403"/>
        <pc:sldMkLst>
          <pc:docMk/>
          <pc:sldMk cId="1122803921" sldId="524"/>
        </pc:sldMkLst>
      </pc:sldChg>
      <pc:sldChg chg="addSp delSp modSp add mod ord">
        <pc:chgData name="Zheng, Binghuan" userId="0c8cd837-2f89-4b12-8657-4317aa4b18aa" providerId="ADAL" clId="{B2D9216A-EBD7-46F6-B789-CB55AC09CB26}" dt="2024-08-23T05:58:28.595" v="8323" actId="20577"/>
        <pc:sldMkLst>
          <pc:docMk/>
          <pc:sldMk cId="528219773" sldId="525"/>
        </pc:sldMkLst>
      </pc:sldChg>
      <pc:sldChg chg="addSp delSp modSp add mod">
        <pc:chgData name="Zheng, Binghuan" userId="0c8cd837-2f89-4b12-8657-4317aa4b18aa" providerId="ADAL" clId="{B2D9216A-EBD7-46F6-B789-CB55AC09CB26}" dt="2024-08-23T06:00:52.017" v="8401" actId="1076"/>
        <pc:sldMkLst>
          <pc:docMk/>
          <pc:sldMk cId="1563753362" sldId="526"/>
        </pc:sldMkLst>
      </pc:sldChg>
      <pc:sldChg chg="addSp delSp modSp add mod">
        <pc:chgData name="Zheng, Binghuan" userId="0c8cd837-2f89-4b12-8657-4317aa4b18aa" providerId="ADAL" clId="{B2D9216A-EBD7-46F6-B789-CB55AC09CB26}" dt="2024-08-23T05:59:29.574" v="8356" actId="20577"/>
        <pc:sldMkLst>
          <pc:docMk/>
          <pc:sldMk cId="4033759234" sldId="527"/>
        </pc:sldMkLst>
      </pc:sldChg>
    </pc:docChg>
  </pc:docChgLst>
  <pc:docChgLst>
    <pc:chgData name="Zheng, Binghuan" userId="0c8cd837-2f89-4b12-8657-4317aa4b18aa" providerId="ADAL" clId="{363AEF24-54E3-445D-86D2-5135E015E662}"/>
    <pc:docChg chg="modSld">
      <pc:chgData name="Zheng, Binghuan" userId="0c8cd837-2f89-4b12-8657-4317aa4b18aa" providerId="ADAL" clId="{363AEF24-54E3-445D-86D2-5135E015E662}" dt="2024-10-17T02:16:11.099" v="8" actId="13926"/>
      <pc:docMkLst>
        <pc:docMk/>
      </pc:docMkLst>
      <pc:sldChg chg="modSp mod">
        <pc:chgData name="Zheng, Binghuan" userId="0c8cd837-2f89-4b12-8657-4317aa4b18aa" providerId="ADAL" clId="{363AEF24-54E3-445D-86D2-5135E015E662}" dt="2024-10-17T02:16:11.099" v="8" actId="13926"/>
        <pc:sldMkLst>
          <pc:docMk/>
          <pc:sldMk cId="2050256125" sldId="451"/>
        </pc:sldMkLst>
      </pc:sldChg>
      <pc:sldChg chg="addSp modSp mod">
        <pc:chgData name="Zheng, Binghuan" userId="0c8cd837-2f89-4b12-8657-4317aa4b18aa" providerId="ADAL" clId="{363AEF24-54E3-445D-86D2-5135E015E662}" dt="2024-10-11T09:35:30.185" v="1" actId="1076"/>
        <pc:sldMkLst>
          <pc:docMk/>
          <pc:sldMk cId="2918012652" sldId="488"/>
        </pc:sldMkLst>
      </pc:sldChg>
      <pc:sldChg chg="addSp modSp">
        <pc:chgData name="Zheng, Binghuan" userId="0c8cd837-2f89-4b12-8657-4317aa4b18aa" providerId="ADAL" clId="{363AEF24-54E3-445D-86D2-5135E015E662}" dt="2024-10-11T09:35:38.861" v="2"/>
        <pc:sldMkLst>
          <pc:docMk/>
          <pc:sldMk cId="1838623475" sldId="491"/>
        </pc:sldMkLst>
      </pc:sldChg>
      <pc:sldChg chg="addSp modSp">
        <pc:chgData name="Zheng, Binghuan" userId="0c8cd837-2f89-4b12-8657-4317aa4b18aa" providerId="ADAL" clId="{363AEF24-54E3-445D-86D2-5135E015E662}" dt="2024-10-11T09:35:42.609" v="3"/>
        <pc:sldMkLst>
          <pc:docMk/>
          <pc:sldMk cId="1975868213" sldId="497"/>
        </pc:sldMkLst>
      </pc:sldChg>
      <pc:sldChg chg="addSp modSp">
        <pc:chgData name="Zheng, Binghuan" userId="0c8cd837-2f89-4b12-8657-4317aa4b18aa" providerId="ADAL" clId="{363AEF24-54E3-445D-86D2-5135E015E662}" dt="2024-10-11T09:35:45.972" v="4"/>
        <pc:sldMkLst>
          <pc:docMk/>
          <pc:sldMk cId="1264831888" sldId="501"/>
        </pc:sldMkLst>
      </pc:sldChg>
      <pc:sldChg chg="addSp modSp">
        <pc:chgData name="Zheng, Binghuan" userId="0c8cd837-2f89-4b12-8657-4317aa4b18aa" providerId="ADAL" clId="{363AEF24-54E3-445D-86D2-5135E015E662}" dt="2024-10-11T09:35:48.982" v="5"/>
        <pc:sldMkLst>
          <pc:docMk/>
          <pc:sldMk cId="1691443480" sldId="506"/>
        </pc:sldMkLst>
      </pc:sldChg>
      <pc:sldChg chg="addSp modSp">
        <pc:chgData name="Zheng, Binghuan" userId="0c8cd837-2f89-4b12-8657-4317aa4b18aa" providerId="ADAL" clId="{363AEF24-54E3-445D-86D2-5135E015E662}" dt="2024-10-11T09:35:52.357" v="6"/>
        <pc:sldMkLst>
          <pc:docMk/>
          <pc:sldMk cId="1885676024" sldId="511"/>
        </pc:sldMkLst>
      </pc:sldChg>
      <pc:sldChg chg="addSp modSp">
        <pc:chgData name="Zheng, Binghuan" userId="0c8cd837-2f89-4b12-8657-4317aa4b18aa" providerId="ADAL" clId="{363AEF24-54E3-445D-86D2-5135E015E662}" dt="2024-10-11T09:35:57.056" v="7"/>
        <pc:sldMkLst>
          <pc:docMk/>
          <pc:sldMk cId="1631761778" sldId="522"/>
        </pc:sldMkLst>
      </pc:sldChg>
    </pc:docChg>
  </pc:docChgLst>
  <pc:docChgLst>
    <pc:chgData name="Zheng, Binghuan" userId="0c8cd837-2f89-4b12-8657-4317aa4b18aa" providerId="ADAL" clId="{B33377D4-29D8-4F12-AE62-723DC9A54F46}"/>
    <pc:docChg chg="undo custSel addSld modSld">
      <pc:chgData name="Zheng, Binghuan" userId="0c8cd837-2f89-4b12-8657-4317aa4b18aa" providerId="ADAL" clId="{B33377D4-29D8-4F12-AE62-723DC9A54F46}" dt="2024-09-20T08:10:45.158" v="1209" actId="20577"/>
      <pc:docMkLst>
        <pc:docMk/>
      </pc:docMkLst>
      <pc:sldChg chg="modSp mod">
        <pc:chgData name="Zheng, Binghuan" userId="0c8cd837-2f89-4b12-8657-4317aa4b18aa" providerId="ADAL" clId="{B33377D4-29D8-4F12-AE62-723DC9A54F46}" dt="2024-09-20T08:09:10.089" v="1195" actId="20577"/>
        <pc:sldMkLst>
          <pc:docMk/>
          <pc:sldMk cId="723533408" sldId="402"/>
        </pc:sldMkLst>
      </pc:sldChg>
      <pc:sldChg chg="modSp mod">
        <pc:chgData name="Zheng, Binghuan" userId="0c8cd837-2f89-4b12-8657-4317aa4b18aa" providerId="ADAL" clId="{B33377D4-29D8-4F12-AE62-723DC9A54F46}" dt="2024-09-18T06:16:59.548" v="144" actId="20577"/>
        <pc:sldMkLst>
          <pc:docMk/>
          <pc:sldMk cId="2050256125" sldId="451"/>
        </pc:sldMkLst>
      </pc:sldChg>
      <pc:sldChg chg="modSp mod">
        <pc:chgData name="Zheng, Binghuan" userId="0c8cd837-2f89-4b12-8657-4317aa4b18aa" providerId="ADAL" clId="{B33377D4-29D8-4F12-AE62-723DC9A54F46}" dt="2024-09-18T06:16:53.756" v="143" actId="20577"/>
        <pc:sldMkLst>
          <pc:docMk/>
          <pc:sldMk cId="1443141661" sldId="486"/>
        </pc:sldMkLst>
      </pc:sldChg>
      <pc:sldChg chg="modSp mod">
        <pc:chgData name="Zheng, Binghuan" userId="0c8cd837-2f89-4b12-8657-4317aa4b18aa" providerId="ADAL" clId="{B33377D4-29D8-4F12-AE62-723DC9A54F46}" dt="2024-09-18T06:19:12.952" v="145" actId="20577"/>
        <pc:sldMkLst>
          <pc:docMk/>
          <pc:sldMk cId="2985871454" sldId="487"/>
        </pc:sldMkLst>
      </pc:sldChg>
      <pc:sldChg chg="modSp mod">
        <pc:chgData name="Zheng, Binghuan" userId="0c8cd837-2f89-4b12-8657-4317aa4b18aa" providerId="ADAL" clId="{B33377D4-29D8-4F12-AE62-723DC9A54F46}" dt="2024-09-18T06:22:12.309" v="167" actId="20577"/>
        <pc:sldMkLst>
          <pc:docMk/>
          <pc:sldMk cId="2918012652" sldId="488"/>
        </pc:sldMkLst>
      </pc:sldChg>
      <pc:sldChg chg="modSp mod">
        <pc:chgData name="Zheng, Binghuan" userId="0c8cd837-2f89-4b12-8657-4317aa4b18aa" providerId="ADAL" clId="{B33377D4-29D8-4F12-AE62-723DC9A54F46}" dt="2024-09-18T06:25:18.830" v="174" actId="13926"/>
        <pc:sldMkLst>
          <pc:docMk/>
          <pc:sldMk cId="2729596788" sldId="489"/>
        </pc:sldMkLst>
      </pc:sldChg>
      <pc:sldChg chg="modSp mod">
        <pc:chgData name="Zheng, Binghuan" userId="0c8cd837-2f89-4b12-8657-4317aa4b18aa" providerId="ADAL" clId="{B33377D4-29D8-4F12-AE62-723DC9A54F46}" dt="2024-09-18T06:27:48.619" v="179"/>
        <pc:sldMkLst>
          <pc:docMk/>
          <pc:sldMk cId="522948719" sldId="490"/>
        </pc:sldMkLst>
      </pc:sldChg>
      <pc:sldChg chg="modSp mod">
        <pc:chgData name="Zheng, Binghuan" userId="0c8cd837-2f89-4b12-8657-4317aa4b18aa" providerId="ADAL" clId="{B33377D4-29D8-4F12-AE62-723DC9A54F46}" dt="2024-09-18T06:32:51.558" v="290" actId="20577"/>
        <pc:sldMkLst>
          <pc:docMk/>
          <pc:sldMk cId="3011713260" sldId="492"/>
        </pc:sldMkLst>
      </pc:sldChg>
      <pc:sldChg chg="modSp mod">
        <pc:chgData name="Zheng, Binghuan" userId="0c8cd837-2f89-4b12-8657-4317aa4b18aa" providerId="ADAL" clId="{B33377D4-29D8-4F12-AE62-723DC9A54F46}" dt="2024-09-18T06:34:18.900" v="295" actId="13926"/>
        <pc:sldMkLst>
          <pc:docMk/>
          <pc:sldMk cId="1857770909" sldId="493"/>
        </pc:sldMkLst>
      </pc:sldChg>
      <pc:sldChg chg="modSp mod">
        <pc:chgData name="Zheng, Binghuan" userId="0c8cd837-2f89-4b12-8657-4317aa4b18aa" providerId="ADAL" clId="{B33377D4-29D8-4F12-AE62-723DC9A54F46}" dt="2024-09-18T06:37:27.946" v="302" actId="13926"/>
        <pc:sldMkLst>
          <pc:docMk/>
          <pc:sldMk cId="638383612" sldId="494"/>
        </pc:sldMkLst>
      </pc:sldChg>
      <pc:sldChg chg="modSp mod">
        <pc:chgData name="Zheng, Binghuan" userId="0c8cd837-2f89-4b12-8657-4317aa4b18aa" providerId="ADAL" clId="{B33377D4-29D8-4F12-AE62-723DC9A54F46}" dt="2024-09-18T06:39:55.788" v="336" actId="20577"/>
        <pc:sldMkLst>
          <pc:docMk/>
          <pc:sldMk cId="3986514883" sldId="495"/>
        </pc:sldMkLst>
      </pc:sldChg>
      <pc:sldChg chg="modSp mod">
        <pc:chgData name="Zheng, Binghuan" userId="0c8cd837-2f89-4b12-8657-4317aa4b18aa" providerId="ADAL" clId="{B33377D4-29D8-4F12-AE62-723DC9A54F46}" dt="2024-09-18T06:41:17.596" v="349" actId="20577"/>
        <pc:sldMkLst>
          <pc:docMk/>
          <pc:sldMk cId="4127238824" sldId="496"/>
        </pc:sldMkLst>
      </pc:sldChg>
      <pc:sldChg chg="modSp mod">
        <pc:chgData name="Zheng, Binghuan" userId="0c8cd837-2f89-4b12-8657-4317aa4b18aa" providerId="ADAL" clId="{B33377D4-29D8-4F12-AE62-723DC9A54F46}" dt="2024-09-18T06:42:41.749" v="359" actId="20577"/>
        <pc:sldMkLst>
          <pc:docMk/>
          <pc:sldMk cId="1975868213" sldId="497"/>
        </pc:sldMkLst>
      </pc:sldChg>
      <pc:sldChg chg="modSp mod">
        <pc:chgData name="Zheng, Binghuan" userId="0c8cd837-2f89-4b12-8657-4317aa4b18aa" providerId="ADAL" clId="{B33377D4-29D8-4F12-AE62-723DC9A54F46}" dt="2024-09-18T06:44:28.214" v="364" actId="20577"/>
        <pc:sldMkLst>
          <pc:docMk/>
          <pc:sldMk cId="2815045398" sldId="498"/>
        </pc:sldMkLst>
      </pc:sldChg>
      <pc:sldChg chg="modSp mod">
        <pc:chgData name="Zheng, Binghuan" userId="0c8cd837-2f89-4b12-8657-4317aa4b18aa" providerId="ADAL" clId="{B33377D4-29D8-4F12-AE62-723DC9A54F46}" dt="2024-09-18T07:25:55.691" v="543" actId="14734"/>
        <pc:sldMkLst>
          <pc:docMk/>
          <pc:sldMk cId="1560715043" sldId="499"/>
        </pc:sldMkLst>
      </pc:sldChg>
      <pc:sldChg chg="modSp mod">
        <pc:chgData name="Zheng, Binghuan" userId="0c8cd837-2f89-4b12-8657-4317aa4b18aa" providerId="ADAL" clId="{B33377D4-29D8-4F12-AE62-723DC9A54F46}" dt="2024-09-18T06:49:18.247" v="450" actId="20577"/>
        <pc:sldMkLst>
          <pc:docMk/>
          <pc:sldMk cId="2993275724" sldId="500"/>
        </pc:sldMkLst>
      </pc:sldChg>
      <pc:sldChg chg="modSp mod">
        <pc:chgData name="Zheng, Binghuan" userId="0c8cd837-2f89-4b12-8657-4317aa4b18aa" providerId="ADAL" clId="{B33377D4-29D8-4F12-AE62-723DC9A54F46}" dt="2024-09-18T06:50:40.850" v="454" actId="20577"/>
        <pc:sldMkLst>
          <pc:docMk/>
          <pc:sldMk cId="1264831888" sldId="501"/>
        </pc:sldMkLst>
      </pc:sldChg>
      <pc:sldChg chg="modSp mod">
        <pc:chgData name="Zheng, Binghuan" userId="0c8cd837-2f89-4b12-8657-4317aa4b18aa" providerId="ADAL" clId="{B33377D4-29D8-4F12-AE62-723DC9A54F46}" dt="2024-09-18T07:26:38.510" v="544" actId="14734"/>
        <pc:sldMkLst>
          <pc:docMk/>
          <pc:sldMk cId="3481064182" sldId="503"/>
        </pc:sldMkLst>
      </pc:sldChg>
      <pc:sldChg chg="modSp mod">
        <pc:chgData name="Zheng, Binghuan" userId="0c8cd837-2f89-4b12-8657-4317aa4b18aa" providerId="ADAL" clId="{B33377D4-29D8-4F12-AE62-723DC9A54F46}" dt="2024-09-18T06:55:43.502" v="502" actId="20577"/>
        <pc:sldMkLst>
          <pc:docMk/>
          <pc:sldMk cId="2294451221" sldId="504"/>
        </pc:sldMkLst>
      </pc:sldChg>
      <pc:sldChg chg="delSp modSp mod">
        <pc:chgData name="Zheng, Binghuan" userId="0c8cd837-2f89-4b12-8657-4317aa4b18aa" providerId="ADAL" clId="{B33377D4-29D8-4F12-AE62-723DC9A54F46}" dt="2024-09-18T06:56:42.589" v="512" actId="20577"/>
        <pc:sldMkLst>
          <pc:docMk/>
          <pc:sldMk cId="1237411496" sldId="505"/>
        </pc:sldMkLst>
      </pc:sldChg>
      <pc:sldChg chg="delSp modSp mod">
        <pc:chgData name="Zheng, Binghuan" userId="0c8cd837-2f89-4b12-8657-4317aa4b18aa" providerId="ADAL" clId="{B33377D4-29D8-4F12-AE62-723DC9A54F46}" dt="2024-09-18T06:59:05.887" v="531"/>
        <pc:sldMkLst>
          <pc:docMk/>
          <pc:sldMk cId="1691443480" sldId="506"/>
        </pc:sldMkLst>
      </pc:sldChg>
      <pc:sldChg chg="modSp mod">
        <pc:chgData name="Zheng, Binghuan" userId="0c8cd837-2f89-4b12-8657-4317aa4b18aa" providerId="ADAL" clId="{B33377D4-29D8-4F12-AE62-723DC9A54F46}" dt="2024-09-20T06:44:57.982" v="552" actId="13926"/>
        <pc:sldMkLst>
          <pc:docMk/>
          <pc:sldMk cId="91791109" sldId="508"/>
        </pc:sldMkLst>
      </pc:sldChg>
      <pc:sldChg chg="modSp mod">
        <pc:chgData name="Zheng, Binghuan" userId="0c8cd837-2f89-4b12-8657-4317aa4b18aa" providerId="ADAL" clId="{B33377D4-29D8-4F12-AE62-723DC9A54F46}" dt="2024-09-20T06:47:17.368" v="596" actId="20577"/>
        <pc:sldMkLst>
          <pc:docMk/>
          <pc:sldMk cId="3317381244" sldId="509"/>
        </pc:sldMkLst>
      </pc:sldChg>
      <pc:sldChg chg="modSp mod">
        <pc:chgData name="Zheng, Binghuan" userId="0c8cd837-2f89-4b12-8657-4317aa4b18aa" providerId="ADAL" clId="{B33377D4-29D8-4F12-AE62-723DC9A54F46}" dt="2024-09-20T06:49:57.551" v="646" actId="14734"/>
        <pc:sldMkLst>
          <pc:docMk/>
          <pc:sldMk cId="3724086086" sldId="510"/>
        </pc:sldMkLst>
      </pc:sldChg>
      <pc:sldChg chg="modSp mod">
        <pc:chgData name="Zheng, Binghuan" userId="0c8cd837-2f89-4b12-8657-4317aa4b18aa" providerId="ADAL" clId="{B33377D4-29D8-4F12-AE62-723DC9A54F46}" dt="2024-09-20T06:50:14.955" v="647" actId="14734"/>
        <pc:sldMkLst>
          <pc:docMk/>
          <pc:sldMk cId="1885676024" sldId="511"/>
        </pc:sldMkLst>
      </pc:sldChg>
      <pc:sldChg chg="modSp mod">
        <pc:chgData name="Zheng, Binghuan" userId="0c8cd837-2f89-4b12-8657-4317aa4b18aa" providerId="ADAL" clId="{B33377D4-29D8-4F12-AE62-723DC9A54F46}" dt="2024-09-20T08:08:29.627" v="1194" actId="13926"/>
        <pc:sldMkLst>
          <pc:docMk/>
          <pc:sldMk cId="453494785" sldId="513"/>
        </pc:sldMkLst>
      </pc:sldChg>
      <pc:sldChg chg="modSp mod">
        <pc:chgData name="Zheng, Binghuan" userId="0c8cd837-2f89-4b12-8657-4317aa4b18aa" providerId="ADAL" clId="{B33377D4-29D8-4F12-AE62-723DC9A54F46}" dt="2024-09-20T06:56:08.938" v="654" actId="13926"/>
        <pc:sldMkLst>
          <pc:docMk/>
          <pc:sldMk cId="486828748" sldId="514"/>
        </pc:sldMkLst>
      </pc:sldChg>
      <pc:sldChg chg="modSp mod">
        <pc:chgData name="Zheng, Binghuan" userId="0c8cd837-2f89-4b12-8657-4317aa4b18aa" providerId="ADAL" clId="{B33377D4-29D8-4F12-AE62-723DC9A54F46}" dt="2024-09-20T06:56:44.329" v="656" actId="108"/>
        <pc:sldMkLst>
          <pc:docMk/>
          <pc:sldMk cId="3115430750" sldId="515"/>
        </pc:sldMkLst>
      </pc:sldChg>
      <pc:sldChg chg="modSp mod">
        <pc:chgData name="Zheng, Binghuan" userId="0c8cd837-2f89-4b12-8657-4317aa4b18aa" providerId="ADAL" clId="{B33377D4-29D8-4F12-AE62-723DC9A54F46}" dt="2024-09-20T06:57:26.870" v="657" actId="13926"/>
        <pc:sldMkLst>
          <pc:docMk/>
          <pc:sldMk cId="4027813640" sldId="516"/>
        </pc:sldMkLst>
      </pc:sldChg>
      <pc:sldChg chg="modSp mod">
        <pc:chgData name="Zheng, Binghuan" userId="0c8cd837-2f89-4b12-8657-4317aa4b18aa" providerId="ADAL" clId="{B33377D4-29D8-4F12-AE62-723DC9A54F46}" dt="2024-09-20T07:00:43.546" v="673" actId="20577"/>
        <pc:sldMkLst>
          <pc:docMk/>
          <pc:sldMk cId="3494725010" sldId="518"/>
        </pc:sldMkLst>
      </pc:sldChg>
      <pc:sldChg chg="addSp delSp modSp add mod">
        <pc:chgData name="Zheng, Binghuan" userId="0c8cd837-2f89-4b12-8657-4317aa4b18aa" providerId="ADAL" clId="{B33377D4-29D8-4F12-AE62-723DC9A54F46}" dt="2024-09-20T08:10:45.158" v="1209" actId="20577"/>
        <pc:sldMkLst>
          <pc:docMk/>
          <pc:sldMk cId="2826538445" sldId="528"/>
        </pc:sldMkLst>
      </pc:sldChg>
    </pc:docChg>
  </pc:docChgLst>
  <pc:docChgLst>
    <pc:chgData name="Yu, Harry" userId="d07dd713-323b-41c6-b24d-c18be50fb4fc" providerId="ADAL" clId="{F08C8037-C502-4E6D-8951-FBC0DBE5BF1B}"/>
    <pc:docChg chg="undo redo custSel addSld delSld modSld sldOrd">
      <pc:chgData name="Yu, Harry" userId="d07dd713-323b-41c6-b24d-c18be50fb4fc" providerId="ADAL" clId="{F08C8037-C502-4E6D-8951-FBC0DBE5BF1B}" dt="2021-09-16T06:13:24.393" v="4621" actId="20577"/>
      <pc:docMkLst>
        <pc:docMk/>
      </pc:docMkLst>
      <pc:sldChg chg="modSp mod">
        <pc:chgData name="Yu, Harry" userId="d07dd713-323b-41c6-b24d-c18be50fb4fc" providerId="ADAL" clId="{F08C8037-C502-4E6D-8951-FBC0DBE5BF1B}" dt="2021-07-30T06:56:42.379" v="15" actId="20577"/>
        <pc:sldMkLst>
          <pc:docMk/>
          <pc:sldMk cId="2086400740" sldId="256"/>
        </pc:sldMkLst>
      </pc:sldChg>
      <pc:sldChg chg="modSp mod">
        <pc:chgData name="Yu, Harry" userId="d07dd713-323b-41c6-b24d-c18be50fb4fc" providerId="ADAL" clId="{F08C8037-C502-4E6D-8951-FBC0DBE5BF1B}" dt="2021-08-09T02:06:30.873" v="634" actId="20577"/>
        <pc:sldMkLst>
          <pc:docMk/>
          <pc:sldMk cId="1970846983" sldId="346"/>
        </pc:sldMkLst>
      </pc:sldChg>
      <pc:sldChg chg="modSp del mod">
        <pc:chgData name="Yu, Harry" userId="d07dd713-323b-41c6-b24d-c18be50fb4fc" providerId="ADAL" clId="{F08C8037-C502-4E6D-8951-FBC0DBE5BF1B}" dt="2021-07-30T07:29:33.142" v="50" actId="47"/>
        <pc:sldMkLst>
          <pc:docMk/>
          <pc:sldMk cId="1720989735" sldId="347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1047594624" sldId="348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1430307301" sldId="349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2694536849" sldId="350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744400410" sldId="351"/>
        </pc:sldMkLst>
      </pc:sldChg>
      <pc:sldChg chg="modSp del">
        <pc:chgData name="Yu, Harry" userId="d07dd713-323b-41c6-b24d-c18be50fb4fc" providerId="ADAL" clId="{F08C8037-C502-4E6D-8951-FBC0DBE5BF1B}" dt="2021-08-06T08:17:04.461" v="496" actId="47"/>
        <pc:sldMkLst>
          <pc:docMk/>
          <pc:sldMk cId="20239079" sldId="352"/>
        </pc:sldMkLst>
      </pc:sldChg>
      <pc:sldChg chg="addSp modSp mod">
        <pc:chgData name="Yu, Harry" userId="d07dd713-323b-41c6-b24d-c18be50fb4fc" providerId="ADAL" clId="{F08C8037-C502-4E6D-8951-FBC0DBE5BF1B}" dt="2021-08-24T00:23:22.995" v="4301" actId="20577"/>
        <pc:sldMkLst>
          <pc:docMk/>
          <pc:sldMk cId="2793958940" sldId="354"/>
        </pc:sldMkLst>
      </pc:sldChg>
      <pc:sldChg chg="del">
        <pc:chgData name="Yu, Harry" userId="d07dd713-323b-41c6-b24d-c18be50fb4fc" providerId="ADAL" clId="{F08C8037-C502-4E6D-8951-FBC0DBE5BF1B}" dt="2021-07-30T08:43:06.423" v="194" actId="2696"/>
        <pc:sldMkLst>
          <pc:docMk/>
          <pc:sldMk cId="1265383617" sldId="356"/>
        </pc:sldMkLst>
      </pc:sldChg>
      <pc:sldChg chg="del">
        <pc:chgData name="Yu, Harry" userId="d07dd713-323b-41c6-b24d-c18be50fb4fc" providerId="ADAL" clId="{F08C8037-C502-4E6D-8951-FBC0DBE5BF1B}" dt="2021-07-30T08:43:06.423" v="194" actId="2696"/>
        <pc:sldMkLst>
          <pc:docMk/>
          <pc:sldMk cId="516112021" sldId="357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762571728" sldId="359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738908870" sldId="361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803848135" sldId="362"/>
        </pc:sldMkLst>
      </pc:sldChg>
      <pc:sldChg chg="ord">
        <pc:chgData name="Yu, Harry" userId="d07dd713-323b-41c6-b24d-c18be50fb4fc" providerId="ADAL" clId="{F08C8037-C502-4E6D-8951-FBC0DBE5BF1B}" dt="2021-07-30T08:46:48.605" v="204"/>
        <pc:sldMkLst>
          <pc:docMk/>
          <pc:sldMk cId="830645897" sldId="363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2483991268" sldId="364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4124176753" sldId="365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291149336" sldId="366"/>
        </pc:sldMkLst>
      </pc:sldChg>
      <pc:sldChg chg="ord">
        <pc:chgData name="Yu, Harry" userId="d07dd713-323b-41c6-b24d-c18be50fb4fc" providerId="ADAL" clId="{F08C8037-C502-4E6D-8951-FBC0DBE5BF1B}" dt="2021-08-04T06:36:21.500" v="276"/>
        <pc:sldMkLst>
          <pc:docMk/>
          <pc:sldMk cId="2886081286" sldId="367"/>
        </pc:sldMkLst>
      </pc:sldChg>
      <pc:sldChg chg="addSp delSp modSp mod">
        <pc:chgData name="Yu, Harry" userId="d07dd713-323b-41c6-b24d-c18be50fb4fc" providerId="ADAL" clId="{F08C8037-C502-4E6D-8951-FBC0DBE5BF1B}" dt="2021-09-09T03:28:56.933" v="4610" actId="207"/>
        <pc:sldMkLst>
          <pc:docMk/>
          <pc:sldMk cId="914646431" sldId="368"/>
        </pc:sldMkLst>
      </pc:sldChg>
      <pc:sldChg chg="modSp del">
        <pc:chgData name="Yu, Harry" userId="d07dd713-323b-41c6-b24d-c18be50fb4fc" providerId="ADAL" clId="{F08C8037-C502-4E6D-8951-FBC0DBE5BF1B}" dt="2021-08-05T09:23:31.821" v="454" actId="47"/>
        <pc:sldMkLst>
          <pc:docMk/>
          <pc:sldMk cId="3718417336" sldId="369"/>
        </pc:sldMkLst>
      </pc:sldChg>
      <pc:sldChg chg="modSp del">
        <pc:chgData name="Yu, Harry" userId="d07dd713-323b-41c6-b24d-c18be50fb4fc" providerId="ADAL" clId="{F08C8037-C502-4E6D-8951-FBC0DBE5BF1B}" dt="2021-08-06T08:16:43.127" v="494" actId="47"/>
        <pc:sldMkLst>
          <pc:docMk/>
          <pc:sldMk cId="332865271" sldId="370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301221291" sldId="371"/>
        </pc:sldMkLst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777599342" sldId="372"/>
        </pc:sldMkLst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1828527808" sldId="373"/>
        </pc:sldMkLst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2145281802" sldId="374"/>
        </pc:sldMkLst>
      </pc:sldChg>
      <pc:sldChg chg="del">
        <pc:chgData name="Yu, Harry" userId="d07dd713-323b-41c6-b24d-c18be50fb4fc" providerId="ADAL" clId="{F08C8037-C502-4E6D-8951-FBC0DBE5BF1B}" dt="2021-08-06T08:17:04.461" v="496" actId="47"/>
        <pc:sldMkLst>
          <pc:docMk/>
          <pc:sldMk cId="4193153865" sldId="375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741195623" sldId="376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6743268" sldId="377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668215363" sldId="378"/>
        </pc:sldMkLst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400289930" sldId="379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634231022" sldId="380"/>
        </pc:sldMkLst>
      </pc:sldChg>
      <pc:sldChg chg="ord">
        <pc:chgData name="Yu, Harry" userId="d07dd713-323b-41c6-b24d-c18be50fb4fc" providerId="ADAL" clId="{F08C8037-C502-4E6D-8951-FBC0DBE5BF1B}" dt="2021-08-05T07:58:39.026" v="326"/>
        <pc:sldMkLst>
          <pc:docMk/>
          <pc:sldMk cId="224488440" sldId="381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386074264" sldId="382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106017697" sldId="383"/>
        </pc:sldMkLst>
      </pc:sldChg>
      <pc:sldChg chg="ord">
        <pc:chgData name="Yu, Harry" userId="d07dd713-323b-41c6-b24d-c18be50fb4fc" providerId="ADAL" clId="{F08C8037-C502-4E6D-8951-FBC0DBE5BF1B}" dt="2021-08-05T09:05:46.725" v="442"/>
        <pc:sldMkLst>
          <pc:docMk/>
          <pc:sldMk cId="3968152520" sldId="384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141823049" sldId="385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09894245" sldId="386"/>
        </pc:sldMkLst>
      </pc:sldChg>
      <pc:sldChg chg="addSp delSp modSp mod ord">
        <pc:chgData name="Yu, Harry" userId="d07dd713-323b-41c6-b24d-c18be50fb4fc" providerId="ADAL" clId="{F08C8037-C502-4E6D-8951-FBC0DBE5BF1B}" dt="2021-08-24T00:17:09.968" v="4220" actId="1036"/>
        <pc:sldMkLst>
          <pc:docMk/>
          <pc:sldMk cId="3675676484" sldId="387"/>
        </pc:sldMkLst>
      </pc:sldChg>
      <pc:sldChg chg="ord">
        <pc:chgData name="Yu, Harry" userId="d07dd713-323b-41c6-b24d-c18be50fb4fc" providerId="ADAL" clId="{F08C8037-C502-4E6D-8951-FBC0DBE5BF1B}" dt="2021-08-05T09:15:47.720" v="450"/>
        <pc:sldMkLst>
          <pc:docMk/>
          <pc:sldMk cId="3933054710" sldId="388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23221386" sldId="389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891120556" sldId="390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220728675" sldId="391"/>
        </pc:sldMkLst>
      </pc:sldChg>
      <pc:sldChg chg="ord">
        <pc:chgData name="Yu, Harry" userId="d07dd713-323b-41c6-b24d-c18be50fb4fc" providerId="ADAL" clId="{F08C8037-C502-4E6D-8951-FBC0DBE5BF1B}" dt="2021-08-05T03:43:37.931" v="318"/>
        <pc:sldMkLst>
          <pc:docMk/>
          <pc:sldMk cId="3818488837" sldId="392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20146493" sldId="393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885818837" sldId="394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029800416" sldId="396"/>
        </pc:sldMkLst>
      </pc:sldChg>
      <pc:sldChg chg="ord">
        <pc:chgData name="Yu, Harry" userId="d07dd713-323b-41c6-b24d-c18be50fb4fc" providerId="ADAL" clId="{F08C8037-C502-4E6D-8951-FBC0DBE5BF1B}" dt="2021-08-05T09:23:26.364" v="453"/>
        <pc:sldMkLst>
          <pc:docMk/>
          <pc:sldMk cId="2484212312" sldId="397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33781814" sldId="398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399147271" sldId="399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2963989402" sldId="400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220464762" sldId="401"/>
        </pc:sldMkLst>
      </pc:sldChg>
      <pc:sldChg chg="modSp mod">
        <pc:chgData name="Yu, Harry" userId="d07dd713-323b-41c6-b24d-c18be50fb4fc" providerId="ADAL" clId="{F08C8037-C502-4E6D-8951-FBC0DBE5BF1B}" dt="2021-08-24T02:49:14.317" v="4376" actId="20577"/>
        <pc:sldMkLst>
          <pc:docMk/>
          <pc:sldMk cId="723533408" sldId="402"/>
        </pc:sldMkLst>
      </pc:sldChg>
      <pc:sldChg chg="del">
        <pc:chgData name="Yu, Harry" userId="d07dd713-323b-41c6-b24d-c18be50fb4fc" providerId="ADAL" clId="{F08C8037-C502-4E6D-8951-FBC0DBE5BF1B}" dt="2021-08-06T08:17:04.461" v="496" actId="47"/>
        <pc:sldMkLst>
          <pc:docMk/>
          <pc:sldMk cId="3004043700" sldId="403"/>
        </pc:sldMkLst>
      </pc:sldChg>
      <pc:sldChg chg="delSp modSp mod">
        <pc:chgData name="Yu, Harry" userId="d07dd713-323b-41c6-b24d-c18be50fb4fc" providerId="ADAL" clId="{F08C8037-C502-4E6D-8951-FBC0DBE5BF1B}" dt="2021-08-17T05:58:58.971" v="3361" actId="20577"/>
        <pc:sldMkLst>
          <pc:docMk/>
          <pc:sldMk cId="2144906693" sldId="404"/>
        </pc:sldMkLst>
      </pc:sldChg>
      <pc:sldChg chg="addSp delSp modSp mod modNotesTx">
        <pc:chgData name="Yu, Harry" userId="d07dd713-323b-41c6-b24d-c18be50fb4fc" providerId="ADAL" clId="{F08C8037-C502-4E6D-8951-FBC0DBE5BF1B}" dt="2021-09-16T06:13:24.393" v="4621" actId="20577"/>
        <pc:sldMkLst>
          <pc:docMk/>
          <pc:sldMk cId="3009095594" sldId="405"/>
        </pc:sldMkLst>
      </pc:sldChg>
      <pc:sldChg chg="addSp delSp modSp mod">
        <pc:chgData name="Yu, Harry" userId="d07dd713-323b-41c6-b24d-c18be50fb4fc" providerId="ADAL" clId="{F08C8037-C502-4E6D-8951-FBC0DBE5BF1B}" dt="2021-08-24T00:13:23.712" v="4101" actId="20577"/>
        <pc:sldMkLst>
          <pc:docMk/>
          <pc:sldMk cId="3247937829" sldId="406"/>
        </pc:sldMkLst>
      </pc:sldChg>
      <pc:sldChg chg="addSp delSp modSp mod">
        <pc:chgData name="Yu, Harry" userId="d07dd713-323b-41c6-b24d-c18be50fb4fc" providerId="ADAL" clId="{F08C8037-C502-4E6D-8951-FBC0DBE5BF1B}" dt="2021-08-24T00:19:41.940" v="4266" actId="20577"/>
        <pc:sldMkLst>
          <pc:docMk/>
          <pc:sldMk cId="1787811616" sldId="407"/>
        </pc:sldMkLst>
      </pc:sldChg>
      <pc:sldChg chg="addSp delSp modSp mod">
        <pc:chgData name="Yu, Harry" userId="d07dd713-323b-41c6-b24d-c18be50fb4fc" providerId="ADAL" clId="{F08C8037-C502-4E6D-8951-FBC0DBE5BF1B}" dt="2021-08-17T05:12:42.837" v="2773" actId="20577"/>
        <pc:sldMkLst>
          <pc:docMk/>
          <pc:sldMk cId="702712558" sldId="408"/>
        </pc:sldMkLst>
      </pc:sldChg>
      <pc:sldChg chg="add del">
        <pc:chgData name="Yu, Harry" userId="d07dd713-323b-41c6-b24d-c18be50fb4fc" providerId="ADAL" clId="{F08C8037-C502-4E6D-8951-FBC0DBE5BF1B}" dt="2021-07-30T08:21:06.404" v="154" actId="47"/>
        <pc:sldMkLst>
          <pc:docMk/>
          <pc:sldMk cId="1210686159" sldId="408"/>
        </pc:sldMkLst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108597143" sldId="409"/>
        </pc:sldMkLst>
      </pc:sldChg>
      <pc:sldChg chg="addSp delSp modSp mod">
        <pc:chgData name="Yu, Harry" userId="d07dd713-323b-41c6-b24d-c18be50fb4fc" providerId="ADAL" clId="{F08C8037-C502-4E6D-8951-FBC0DBE5BF1B}" dt="2021-08-24T00:24:42.844" v="4312" actId="313"/>
        <pc:sldMkLst>
          <pc:docMk/>
          <pc:sldMk cId="2914717653" sldId="409"/>
        </pc:sldMkLst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1967063898" sldId="410"/>
        </pc:sldMkLst>
      </pc:sldChg>
      <pc:sldChg chg="addSp modSp mod">
        <pc:chgData name="Yu, Harry" userId="d07dd713-323b-41c6-b24d-c18be50fb4fc" providerId="ADAL" clId="{F08C8037-C502-4E6D-8951-FBC0DBE5BF1B}" dt="2021-08-17T05:17:49.147" v="2985" actId="404"/>
        <pc:sldMkLst>
          <pc:docMk/>
          <pc:sldMk cId="3552434572" sldId="410"/>
        </pc:sldMkLst>
      </pc:sldChg>
      <pc:sldChg chg="addSp delSp modSp mod">
        <pc:chgData name="Yu, Harry" userId="d07dd713-323b-41c6-b24d-c18be50fb4fc" providerId="ADAL" clId="{F08C8037-C502-4E6D-8951-FBC0DBE5BF1B}" dt="2021-08-24T00:27:50.287" v="4313" actId="20577"/>
        <pc:sldMkLst>
          <pc:docMk/>
          <pc:sldMk cId="510519173" sldId="411"/>
        </pc:sldMkLst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2609235885" sldId="411"/>
        </pc:sldMkLst>
      </pc:sldChg>
      <pc:sldChg chg="addSp delSp modSp mod modNotesTx">
        <pc:chgData name="Yu, Harry" userId="d07dd713-323b-41c6-b24d-c18be50fb4fc" providerId="ADAL" clId="{F08C8037-C502-4E6D-8951-FBC0DBE5BF1B}" dt="2021-09-02T00:02:29.487" v="4480" actId="21"/>
        <pc:sldMkLst>
          <pc:docMk/>
          <pc:sldMk cId="722008205" sldId="412"/>
        </pc:sldMkLst>
      </pc:sldChg>
      <pc:sldChg chg="addSp delSp modSp mod">
        <pc:chgData name="Yu, Harry" userId="d07dd713-323b-41c6-b24d-c18be50fb4fc" providerId="ADAL" clId="{F08C8037-C502-4E6D-8951-FBC0DBE5BF1B}" dt="2021-09-08T23:25:54.546" v="4550" actId="478"/>
        <pc:sldMkLst>
          <pc:docMk/>
          <pc:sldMk cId="561797139" sldId="413"/>
        </pc:sldMkLst>
      </pc:sldChg>
      <pc:sldChg chg="modSp del mod">
        <pc:chgData name="Yu, Harry" userId="d07dd713-323b-41c6-b24d-c18be50fb4fc" providerId="ADAL" clId="{F08C8037-C502-4E6D-8951-FBC0DBE5BF1B}" dt="2021-08-04T06:43:23.143" v="289" actId="47"/>
        <pc:sldMkLst>
          <pc:docMk/>
          <pc:sldMk cId="3250821438" sldId="414"/>
        </pc:sldMkLst>
      </pc:sldChg>
      <pc:sldChg chg="addSp delSp modSp mod">
        <pc:chgData name="Yu, Harry" userId="d07dd713-323b-41c6-b24d-c18be50fb4fc" providerId="ADAL" clId="{F08C8037-C502-4E6D-8951-FBC0DBE5BF1B}" dt="2021-08-24T00:36:45.647" v="4322" actId="207"/>
        <pc:sldMkLst>
          <pc:docMk/>
          <pc:sldMk cId="2489166660" sldId="415"/>
        </pc:sldMkLst>
      </pc:sldChg>
      <pc:sldChg chg="addSp delSp modSp mod">
        <pc:chgData name="Yu, Harry" userId="d07dd713-323b-41c6-b24d-c18be50fb4fc" providerId="ADAL" clId="{F08C8037-C502-4E6D-8951-FBC0DBE5BF1B}" dt="2021-08-24T00:34:56.042" v="4320"/>
        <pc:sldMkLst>
          <pc:docMk/>
          <pc:sldMk cId="3585669597" sldId="416"/>
        </pc:sldMkLst>
      </pc:sldChg>
      <pc:sldChg chg="addSp modSp mod">
        <pc:chgData name="Yu, Harry" userId="d07dd713-323b-41c6-b24d-c18be50fb4fc" providerId="ADAL" clId="{F08C8037-C502-4E6D-8951-FBC0DBE5BF1B}" dt="2021-08-24T00:37:12.799" v="4325" actId="20577"/>
        <pc:sldMkLst>
          <pc:docMk/>
          <pc:sldMk cId="1282720685" sldId="417"/>
        </pc:sldMkLst>
      </pc:sldChg>
      <pc:sldChg chg="addSp modSp mod">
        <pc:chgData name="Yu, Harry" userId="d07dd713-323b-41c6-b24d-c18be50fb4fc" providerId="ADAL" clId="{F08C8037-C502-4E6D-8951-FBC0DBE5BF1B}" dt="2021-08-10T04:18:50.594" v="1487" actId="20577"/>
        <pc:sldMkLst>
          <pc:docMk/>
          <pc:sldMk cId="943981249" sldId="418"/>
        </pc:sldMkLst>
      </pc:sldChg>
      <pc:sldChg chg="addSp modSp add del mod">
        <pc:chgData name="Yu, Harry" userId="d07dd713-323b-41c6-b24d-c18be50fb4fc" providerId="ADAL" clId="{F08C8037-C502-4E6D-8951-FBC0DBE5BF1B}" dt="2021-08-24T00:39:59.858" v="4340" actId="20577"/>
        <pc:sldMkLst>
          <pc:docMk/>
          <pc:sldMk cId="2968888852" sldId="419"/>
        </pc:sldMkLst>
      </pc:sldChg>
      <pc:sldChg chg="delSp modSp mod">
        <pc:chgData name="Yu, Harry" userId="d07dd713-323b-41c6-b24d-c18be50fb4fc" providerId="ADAL" clId="{F08C8037-C502-4E6D-8951-FBC0DBE5BF1B}" dt="2021-08-10T05:11:49.582" v="1500" actId="20577"/>
        <pc:sldMkLst>
          <pc:docMk/>
          <pc:sldMk cId="1065416071" sldId="420"/>
        </pc:sldMkLst>
      </pc:sldChg>
      <pc:sldChg chg="delSp modSp mod">
        <pc:chgData name="Yu, Harry" userId="d07dd713-323b-41c6-b24d-c18be50fb4fc" providerId="ADAL" clId="{F08C8037-C502-4E6D-8951-FBC0DBE5BF1B}" dt="2021-08-24T00:42:44.707" v="4341" actId="207"/>
        <pc:sldMkLst>
          <pc:docMk/>
          <pc:sldMk cId="3034569877" sldId="421"/>
        </pc:sldMkLst>
      </pc:sldChg>
      <pc:sldChg chg="addSp modSp mod">
        <pc:chgData name="Yu, Harry" userId="d07dd713-323b-41c6-b24d-c18be50fb4fc" providerId="ADAL" clId="{F08C8037-C502-4E6D-8951-FBC0DBE5BF1B}" dt="2021-08-17T05:39:35.726" v="3320" actId="20577"/>
        <pc:sldMkLst>
          <pc:docMk/>
          <pc:sldMk cId="4238224736" sldId="422"/>
        </pc:sldMkLst>
      </pc:sldChg>
      <pc:sldChg chg="modSp mod">
        <pc:chgData name="Yu, Harry" userId="d07dd713-323b-41c6-b24d-c18be50fb4fc" providerId="ADAL" clId="{F08C8037-C502-4E6D-8951-FBC0DBE5BF1B}" dt="2021-09-08T23:56:50.337" v="4555" actId="20577"/>
        <pc:sldMkLst>
          <pc:docMk/>
          <pc:sldMk cId="1488326449" sldId="423"/>
        </pc:sldMkLst>
      </pc:sldChg>
      <pc:sldChg chg="delSp modSp mod">
        <pc:chgData name="Yu, Harry" userId="d07dd713-323b-41c6-b24d-c18be50fb4fc" providerId="ADAL" clId="{F08C8037-C502-4E6D-8951-FBC0DBE5BF1B}" dt="2021-08-10T05:35:41.084" v="1680" actId="207"/>
        <pc:sldMkLst>
          <pc:docMk/>
          <pc:sldMk cId="574681852" sldId="424"/>
        </pc:sldMkLst>
      </pc:sldChg>
      <pc:sldChg chg="del">
        <pc:chgData name="Yu, Harry" userId="d07dd713-323b-41c6-b24d-c18be50fb4fc" providerId="ADAL" clId="{F08C8037-C502-4E6D-8951-FBC0DBE5BF1B}" dt="2021-08-05T08:50:35.490" v="420" actId="47"/>
        <pc:sldMkLst>
          <pc:docMk/>
          <pc:sldMk cId="3468971131" sldId="424"/>
        </pc:sldMkLst>
      </pc:sldChg>
      <pc:sldChg chg="addSp modSp mod">
        <pc:chgData name="Yu, Harry" userId="d07dd713-323b-41c6-b24d-c18be50fb4fc" providerId="ADAL" clId="{F08C8037-C502-4E6D-8951-FBC0DBE5BF1B}" dt="2021-08-24T00:49:35.340" v="4358" actId="20577"/>
        <pc:sldMkLst>
          <pc:docMk/>
          <pc:sldMk cId="776038252" sldId="425"/>
        </pc:sldMkLst>
      </pc:sldChg>
      <pc:sldChg chg="modSp del">
        <pc:chgData name="Yu, Harry" userId="d07dd713-323b-41c6-b24d-c18be50fb4fc" providerId="ADAL" clId="{F08C8037-C502-4E6D-8951-FBC0DBE5BF1B}" dt="2021-08-05T08:49:40.448" v="418"/>
        <pc:sldMkLst>
          <pc:docMk/>
          <pc:sldMk cId="3686006551" sldId="425"/>
        </pc:sldMkLst>
      </pc:sldChg>
      <pc:sldChg chg="modSp del">
        <pc:chgData name="Yu, Harry" userId="d07dd713-323b-41c6-b24d-c18be50fb4fc" providerId="ADAL" clId="{F08C8037-C502-4E6D-8951-FBC0DBE5BF1B}" dt="2021-08-05T08:47:34.976" v="414" actId="47"/>
        <pc:sldMkLst>
          <pc:docMk/>
          <pc:sldMk cId="4025012511" sldId="425"/>
        </pc:sldMkLst>
      </pc:sldChg>
      <pc:sldChg chg="modSp mod">
        <pc:chgData name="Yu, Harry" userId="d07dd713-323b-41c6-b24d-c18be50fb4fc" providerId="ADAL" clId="{F08C8037-C502-4E6D-8951-FBC0DBE5BF1B}" dt="2021-08-24T00:52:59.157" v="4359" actId="207"/>
        <pc:sldMkLst>
          <pc:docMk/>
          <pc:sldMk cId="2176729132" sldId="426"/>
        </pc:sldMkLst>
      </pc:sldChg>
      <pc:sldChg chg="modSp mod">
        <pc:chgData name="Yu, Harry" userId="d07dd713-323b-41c6-b24d-c18be50fb4fc" providerId="ADAL" clId="{F08C8037-C502-4E6D-8951-FBC0DBE5BF1B}" dt="2021-08-10T06:00:40.138" v="2059" actId="207"/>
        <pc:sldMkLst>
          <pc:docMk/>
          <pc:sldMk cId="1693173128" sldId="427"/>
        </pc:sldMkLst>
      </pc:sldChg>
      <pc:sldChg chg="del">
        <pc:chgData name="Yu, Harry" userId="d07dd713-323b-41c6-b24d-c18be50fb4fc" providerId="ADAL" clId="{F08C8037-C502-4E6D-8951-FBC0DBE5BF1B}" dt="2021-08-05T09:23:10.234" v="451"/>
        <pc:sldMkLst>
          <pc:docMk/>
          <pc:sldMk cId="4148787766" sldId="427"/>
        </pc:sldMkLst>
      </pc:sldChg>
      <pc:sldChg chg="addSp delSp modSp mod">
        <pc:chgData name="Yu, Harry" userId="d07dd713-323b-41c6-b24d-c18be50fb4fc" providerId="ADAL" clId="{F08C8037-C502-4E6D-8951-FBC0DBE5BF1B}" dt="2021-08-17T06:19:47.176" v="3779" actId="1076"/>
        <pc:sldMkLst>
          <pc:docMk/>
          <pc:sldMk cId="1898914133" sldId="428"/>
        </pc:sldMkLst>
      </pc:sldChg>
      <pc:sldChg chg="addSp delSp modSp mod">
        <pc:chgData name="Yu, Harry" userId="d07dd713-323b-41c6-b24d-c18be50fb4fc" providerId="ADAL" clId="{F08C8037-C502-4E6D-8951-FBC0DBE5BF1B}" dt="2021-09-07T05:49:12.731" v="4548" actId="20577"/>
        <pc:sldMkLst>
          <pc:docMk/>
          <pc:sldMk cId="2549360784" sldId="429"/>
        </pc:sldMkLst>
      </pc:sldChg>
      <pc:sldChg chg="delSp modSp mod">
        <pc:chgData name="Yu, Harry" userId="d07dd713-323b-41c6-b24d-c18be50fb4fc" providerId="ADAL" clId="{F08C8037-C502-4E6D-8951-FBC0DBE5BF1B}" dt="2021-08-10T06:11:48.280" v="2074" actId="207"/>
        <pc:sldMkLst>
          <pc:docMk/>
          <pc:sldMk cId="3710500859" sldId="430"/>
        </pc:sldMkLst>
      </pc:sldChg>
      <pc:sldChg chg="addSp modSp mod">
        <pc:chgData name="Yu, Harry" userId="d07dd713-323b-41c6-b24d-c18be50fb4fc" providerId="ADAL" clId="{F08C8037-C502-4E6D-8951-FBC0DBE5BF1B}" dt="2021-08-17T05:57:26.151" v="3350" actId="313"/>
        <pc:sldMkLst>
          <pc:docMk/>
          <pc:sldMk cId="3766124570" sldId="431"/>
        </pc:sldMkLst>
      </pc:sldChg>
      <pc:sldChg chg="delSp modSp mod">
        <pc:chgData name="Yu, Harry" userId="d07dd713-323b-41c6-b24d-c18be50fb4fc" providerId="ADAL" clId="{F08C8037-C502-4E6D-8951-FBC0DBE5BF1B}" dt="2021-08-10T06:15:05.456" v="2296" actId="20577"/>
        <pc:sldMkLst>
          <pc:docMk/>
          <pc:sldMk cId="2231879138" sldId="432"/>
        </pc:sldMkLst>
      </pc:sldChg>
      <pc:sldChg chg="modSp mod">
        <pc:chgData name="Yu, Harry" userId="d07dd713-323b-41c6-b24d-c18be50fb4fc" providerId="ADAL" clId="{F08C8037-C502-4E6D-8951-FBC0DBE5BF1B}" dt="2021-08-17T05:58:08.708" v="3352" actId="20577"/>
        <pc:sldMkLst>
          <pc:docMk/>
          <pc:sldMk cId="2330827398" sldId="43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6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0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9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82EC668F-6093-6548-B182-47568630A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</a:t>
            </a:r>
            <a:endParaRPr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87CC838-4D6E-4C99-A3F1-81F2913C62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0C3E650-A810-40D9-81A8-D3E73C932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99F366F8-DC49-4E0B-B131-1FB92CC518E3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10443275-64C7-4249-92B8-990C3BB41279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908D9A-1608-44B4-A0A3-FC9E665728CA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2F383-4862-4271-B541-5612120030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7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5547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3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699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9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32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78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985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16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269BB-7AC7-41A6-BC05-71FDAD0FDBA2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88B335-02FC-4504-AF46-DF56B2EC52E4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C8DFF-85CB-4435-B144-6A1DC4093482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91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EF55E0-947C-4281-8A2A-E59398C246AB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60C086-3964-411C-85AF-F720D5E83519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 userDrawn="1"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 userDrawn="1"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 userDrawn="1"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ABA887-D95E-434F-B1E9-73FC7AE8C2A8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0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2FEA03-1122-4C36-ACD1-DA42FB8A03DC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273EB-E90B-42F7-8CE9-6A1713A08CA3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754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11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E1F1A6-2FDF-4676-B713-F9746DD3A821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40376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2CF38D-B95A-4CD5-8F7D-86EA9C709AD4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3163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83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-9144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 dirty="0"/>
              <a:t>Body copy Intel clear light 28 point</a:t>
            </a:r>
          </a:p>
          <a:p>
            <a:pPr lvl="1"/>
            <a:r>
              <a:rPr lang="en-US" dirty="0"/>
              <a:t>Sub Bullet one 24 point</a:t>
            </a:r>
          </a:p>
          <a:p>
            <a:pPr lvl="2"/>
            <a:r>
              <a:rPr lang="en-US" dirty="0"/>
              <a:t>Sub Bullet two 20 point</a:t>
            </a:r>
          </a:p>
          <a:p>
            <a:pPr lvl="3"/>
            <a:r>
              <a:rPr lang="en-US" dirty="0"/>
              <a:t>Sub Bullet three 18 point</a:t>
            </a:r>
          </a:p>
          <a:p>
            <a:pPr lvl="4"/>
            <a:r>
              <a:rPr lang="en-US" dirty="0"/>
              <a:t>Sub Bullet four 16 point</a:t>
            </a:r>
            <a:br>
              <a:rPr lang="en-US" dirty="0"/>
            </a:br>
            <a:endParaRPr lang="en-US" dirty="0"/>
          </a:p>
          <a:p>
            <a:pPr lvl="2"/>
            <a:endParaRPr dirty="0"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 dirty="0"/>
              <a:t>40pt Intel Clear Light Text Goes Here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4835881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2"/>
                </a:solidFill>
              </a:rPr>
              <a:t>Intel Confidential | For Internal Use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2005A-EE28-4562-A018-55A90BB1BA11}"/>
              </a:ext>
            </a:extLst>
          </p:cNvPr>
          <p:cNvSpPr/>
          <p:nvPr userDrawn="1"/>
        </p:nvSpPr>
        <p:spPr>
          <a:xfrm>
            <a:off x="483010" y="6562504"/>
            <a:ext cx="231986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2"/>
                </a:solidFill>
              </a:rPr>
              <a:t>CQR | </a:t>
            </a:r>
            <a:r>
              <a:rPr lang="en-US" sz="1000" b="0" dirty="0">
                <a:solidFill>
                  <a:schemeClr val="bg2"/>
                </a:solidFill>
              </a:rPr>
              <a:t> Customer Quality &amp; Reliability</a:t>
            </a:r>
            <a:endParaRPr lang="en-US" sz="1000" b="1" dirty="0">
              <a:solidFill>
                <a:schemeClr val="bg2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ACDBB0-BD96-446C-8F63-C56E4AA10FBD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67" r:id="rId2"/>
    <p:sldLayoutId id="2147483766" r:id="rId3"/>
    <p:sldLayoutId id="2147483756" r:id="rId4"/>
    <p:sldLayoutId id="2147483759" r:id="rId5"/>
    <p:sldLayoutId id="2147483755" r:id="rId6"/>
    <p:sldLayoutId id="2147483722" r:id="rId7"/>
    <p:sldLayoutId id="2147483778" r:id="rId8"/>
    <p:sldLayoutId id="2147483724" r:id="rId9"/>
    <p:sldLayoutId id="2147483751" r:id="rId10"/>
    <p:sldLayoutId id="2147483730" r:id="rId11"/>
    <p:sldLayoutId id="2147483754" r:id="rId12"/>
    <p:sldLayoutId id="2147483761" r:id="rId13"/>
    <p:sldLayoutId id="2147483749" r:id="rId14"/>
    <p:sldLayoutId id="2147483746" r:id="rId15"/>
    <p:sldLayoutId id="2147483747" r:id="rId16"/>
    <p:sldLayoutId id="2147483769" r:id="rId17"/>
    <p:sldLayoutId id="2147483768" r:id="rId18"/>
    <p:sldLayoutId id="2147483723" r:id="rId19"/>
    <p:sldLayoutId id="2147483770" r:id="rId20"/>
    <p:sldLayoutId id="2147483771" r:id="rId21"/>
    <p:sldLayoutId id="2147483772" r:id="rId22"/>
    <p:sldLayoutId id="2147483745" r:id="rId23"/>
    <p:sldLayoutId id="2147483780" r:id="rId24"/>
    <p:sldLayoutId id="2147483744" r:id="rId25"/>
    <p:sldLayoutId id="2147483750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slide" Target="slide9.xml"/><Relationship Id="rId7" Type="http://schemas.openxmlformats.org/officeDocument/2006/relationships/slide" Target="slide2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25.xml"/><Relationship Id="rId11" Type="http://schemas.openxmlformats.org/officeDocument/2006/relationships/slide" Target="slide41.xml"/><Relationship Id="rId5" Type="http://schemas.openxmlformats.org/officeDocument/2006/relationships/slide" Target="slide21.xml"/><Relationship Id="rId10" Type="http://schemas.openxmlformats.org/officeDocument/2006/relationships/slide" Target="slide37.xml"/><Relationship Id="rId4" Type="http://schemas.openxmlformats.org/officeDocument/2006/relationships/slide" Target="slide15.xml"/><Relationship Id="rId9" Type="http://schemas.openxmlformats.org/officeDocument/2006/relationships/slide" Target="slide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84" y="1454727"/>
            <a:ext cx="10568898" cy="2170334"/>
          </a:xfrm>
        </p:spPr>
        <p:txBody>
          <a:bodyPr anchor="b" anchorCtr="0"/>
          <a:lstStyle/>
          <a:p>
            <a:pPr algn="ctr"/>
            <a:r>
              <a:rPr lang="en-US" sz="6000" dirty="0"/>
              <a:t>2025 Nova Lake CRD_ODM Summary Report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AF9F9-E88D-44A4-A1B6-BAA2E532B6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08349" y="4778609"/>
            <a:ext cx="9695388" cy="326776"/>
          </a:xfrm>
        </p:spPr>
        <p:txBody>
          <a:bodyPr/>
          <a:lstStyle/>
          <a:p>
            <a:r>
              <a:rPr lang="en-US" dirty="0"/>
              <a:t>Rev2.0, CQ&amp;R CMEE Team, 2025Q4</a:t>
            </a:r>
          </a:p>
        </p:txBody>
      </p:sp>
      <p:sp>
        <p:nvSpPr>
          <p:cNvPr id="8" name="Octagon 7">
            <a:extLst>
              <a:ext uri="{FF2B5EF4-FFF2-40B4-BE49-F238E27FC236}">
                <a16:creationId xmlns:a16="http://schemas.microsoft.com/office/drawing/2014/main" id="{6042841E-0D98-468A-8176-AB4F17BB07E7}"/>
              </a:ext>
            </a:extLst>
          </p:cNvPr>
          <p:cNvSpPr/>
          <p:nvPr/>
        </p:nvSpPr>
        <p:spPr>
          <a:xfrm>
            <a:off x="10330099" y="17705"/>
            <a:ext cx="1861901" cy="2061686"/>
          </a:xfrm>
          <a:prstGeom prst="octagon">
            <a:avLst/>
          </a:prstGeom>
          <a:solidFill>
            <a:srgbClr val="FF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Stop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Customers confidential information </a:t>
            </a:r>
            <a:r>
              <a:rPr lang="en-US" sz="1200" u="sng" dirty="0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under NDA</a:t>
            </a:r>
            <a:r>
              <a:rPr lang="en-US" sz="1200" dirty="0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, Intel internal use only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8640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9035-2E54-4883-B353-04ABA460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SMT Line Layout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6266C5-0975-40AE-B7EA-B35AA647EFBD}"/>
              </a:ext>
            </a:extLst>
          </p:cNvPr>
          <p:cNvGrpSpPr/>
          <p:nvPr/>
        </p:nvGrpSpPr>
        <p:grpSpPr>
          <a:xfrm>
            <a:off x="1524000" y="1308555"/>
            <a:ext cx="9144000" cy="5011888"/>
            <a:chOff x="1524000" y="1308555"/>
            <a:chExt cx="9144000" cy="50118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7F4FA19-8472-4A82-A54B-C16052181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0" y="1523999"/>
              <a:ext cx="9144000" cy="4796444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8F69106-D292-407E-A7B9-C515C8437CF0}"/>
                </a:ext>
              </a:extLst>
            </p:cNvPr>
            <p:cNvCxnSpPr/>
            <p:nvPr/>
          </p:nvCxnSpPr>
          <p:spPr bwMode="auto">
            <a:xfrm>
              <a:off x="2307771" y="3992201"/>
              <a:ext cx="503853" cy="447869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7AD1CA-9E40-4A83-B158-6161861785B4}"/>
                </a:ext>
              </a:extLst>
            </p:cNvPr>
            <p:cNvSpPr txBox="1"/>
            <p:nvPr/>
          </p:nvSpPr>
          <p:spPr>
            <a:xfrm>
              <a:off x="3637383" y="5102544"/>
              <a:ext cx="17541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1400" dirty="0">
                  <a:solidFill>
                    <a:srgbClr val="000000"/>
                  </a:solidFill>
                </a:rPr>
                <a:t>Solder Paste Inspection (SPI)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B93E878-13D6-4C2A-856E-4E1228840DD8}"/>
                </a:ext>
              </a:extLst>
            </p:cNvPr>
            <p:cNvCxnSpPr/>
            <p:nvPr/>
          </p:nvCxnSpPr>
          <p:spPr bwMode="auto">
            <a:xfrm>
              <a:off x="4276531" y="3329727"/>
              <a:ext cx="27991" cy="419878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CFC6F87-4A16-42AE-B754-83982841936D}"/>
                </a:ext>
              </a:extLst>
            </p:cNvPr>
            <p:cNvCxnSpPr/>
            <p:nvPr/>
          </p:nvCxnSpPr>
          <p:spPr bwMode="auto">
            <a:xfrm>
              <a:off x="4649755" y="3245752"/>
              <a:ext cx="233265" cy="298579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749D29A-B82C-4221-BE39-D0F88411B680}"/>
                </a:ext>
              </a:extLst>
            </p:cNvPr>
            <p:cNvSpPr txBox="1"/>
            <p:nvPr/>
          </p:nvSpPr>
          <p:spPr>
            <a:xfrm>
              <a:off x="4439814" y="2394175"/>
              <a:ext cx="270121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1100" dirty="0">
                  <a:solidFill>
                    <a:srgbClr val="000000"/>
                  </a:solidFill>
                </a:rPr>
                <a:t>Pre-Reflow Automated Optical Inspection (AOI) - Optional</a:t>
              </a:r>
              <a:endParaRPr lang="en-US" sz="1100" dirty="0">
                <a:solidFill>
                  <a:srgbClr val="000000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C88DCD-F20E-4AF5-A366-6C8BAAE1E43B}"/>
                </a:ext>
              </a:extLst>
            </p:cNvPr>
            <p:cNvCxnSpPr/>
            <p:nvPr/>
          </p:nvCxnSpPr>
          <p:spPr bwMode="auto">
            <a:xfrm>
              <a:off x="5790420" y="2825062"/>
              <a:ext cx="202943" cy="504665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BF56A05-17CF-4253-B856-E47C94C05471}"/>
                </a:ext>
              </a:extLst>
            </p:cNvPr>
            <p:cNvCxnSpPr/>
            <p:nvPr/>
          </p:nvCxnSpPr>
          <p:spPr bwMode="auto">
            <a:xfrm>
              <a:off x="7346302" y="2394175"/>
              <a:ext cx="457200" cy="683219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780ECD1-3821-42E4-9542-1DF1AE079146}"/>
                </a:ext>
              </a:extLst>
            </p:cNvPr>
            <p:cNvCxnSpPr/>
            <p:nvPr/>
          </p:nvCxnSpPr>
          <p:spPr bwMode="auto">
            <a:xfrm flipH="1" flipV="1">
              <a:off x="9566988" y="2825062"/>
              <a:ext cx="569167" cy="420690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6982695-F2F8-46E3-A98A-7B5025ED4C2F}"/>
                </a:ext>
              </a:extLst>
            </p:cNvPr>
            <p:cNvSpPr txBox="1"/>
            <p:nvPr/>
          </p:nvSpPr>
          <p:spPr>
            <a:xfrm>
              <a:off x="8344677" y="1308555"/>
              <a:ext cx="221835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1100" dirty="0">
                  <a:solidFill>
                    <a:srgbClr val="000000"/>
                  </a:solidFill>
                </a:rPr>
                <a:t>Post-Reflow Automated Optical Inspection (AOI)</a:t>
              </a:r>
              <a:endParaRPr lang="en-US" sz="11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336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84993" y="2191431"/>
            <a:ext cx="11010900" cy="4191322"/>
          </a:xfrm>
        </p:spPr>
        <p:txBody>
          <a:bodyPr>
            <a:normAutofit/>
          </a:bodyPr>
          <a:lstStyle/>
          <a:p>
            <a:r>
              <a:rPr lang="en-US" sz="2000" dirty="0"/>
              <a:t>Data Collected From 8 ODM Customers/Sites</a:t>
            </a:r>
          </a:p>
          <a:p>
            <a:pPr lvl="1"/>
            <a:r>
              <a:rPr lang="en-US" sz="1800" dirty="0"/>
              <a:t>Compal (Kunshan – Build for Dell/HP/Lenovo)</a:t>
            </a:r>
          </a:p>
          <a:p>
            <a:pPr lvl="1"/>
            <a:r>
              <a:rPr lang="en-US" sz="1800" dirty="0" err="1"/>
              <a:t>Huaqin</a:t>
            </a:r>
            <a:r>
              <a:rPr lang="en-US" sz="1800" dirty="0"/>
              <a:t> (Build for Huawei/Asus/Lenovo/Samsung)</a:t>
            </a:r>
          </a:p>
          <a:p>
            <a:pPr lvl="1"/>
            <a:r>
              <a:rPr lang="en-US" sz="1800" dirty="0" err="1"/>
              <a:t>Inventec</a:t>
            </a:r>
            <a:r>
              <a:rPr lang="en-US" sz="1800" dirty="0"/>
              <a:t> Chongqing (Build for HP/Asus)</a:t>
            </a:r>
          </a:p>
          <a:p>
            <a:pPr lvl="1"/>
            <a:r>
              <a:rPr lang="en-US" sz="1800" dirty="0"/>
              <a:t>LCFC (Build for Lenovo)</a:t>
            </a:r>
          </a:p>
          <a:p>
            <a:pPr lvl="1"/>
            <a:r>
              <a:rPr lang="en-US" sz="1800" dirty="0"/>
              <a:t>MSI </a:t>
            </a:r>
            <a:r>
              <a:rPr lang="en-US" sz="1800" dirty="0" err="1"/>
              <a:t>KunShan</a:t>
            </a:r>
            <a:r>
              <a:rPr lang="en-US" sz="1800" dirty="0"/>
              <a:t> (Own Brand)</a:t>
            </a:r>
          </a:p>
          <a:p>
            <a:pPr lvl="1"/>
            <a:r>
              <a:rPr lang="en-US" sz="1800" dirty="0"/>
              <a:t>Pegatron (Suzhou - Build for Microsoft, Chongqing – Build for Asus)</a:t>
            </a:r>
          </a:p>
          <a:p>
            <a:pPr lvl="1"/>
            <a:r>
              <a:rPr lang="en-US" sz="1800" dirty="0"/>
              <a:t>Quanta (Chongqing – Build for HP)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B3903-56DF-4903-AAAF-FFE7DC00ED5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84993" y="1161716"/>
            <a:ext cx="11022013" cy="952499"/>
          </a:xfrm>
        </p:spPr>
        <p:txBody>
          <a:bodyPr/>
          <a:lstStyle/>
          <a:p>
            <a:r>
              <a:rPr lang="en-US" sz="2400" dirty="0"/>
              <a:t>Share Findings From CMEE Mobile Industry Data Collection (</a:t>
            </a:r>
            <a:r>
              <a:rPr lang="en-US" altLang="zh-CN" sz="2400" dirty="0"/>
              <a:t>Nova </a:t>
            </a:r>
            <a:r>
              <a:rPr lang="en-US" sz="2400" dirty="0"/>
              <a:t>Lake Platform Customer Survey)</a:t>
            </a:r>
          </a:p>
        </p:txBody>
      </p:sp>
    </p:spTree>
    <p:extLst>
      <p:ext uri="{BB962C8B-B14F-4D97-AF65-F5344CB8AC3E}">
        <p14:creationId xmlns:p14="http://schemas.microsoft.com/office/powerpoint/2010/main" val="197084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Agenda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84993" y="1333338"/>
            <a:ext cx="11010900" cy="4832845"/>
          </a:xfrm>
        </p:spPr>
        <p:txBody>
          <a:bodyPr>
            <a:normAutofit/>
          </a:bodyPr>
          <a:lstStyle/>
          <a:p>
            <a:r>
              <a:rPr lang="en-US" sz="2000" dirty="0"/>
              <a:t>MOB </a:t>
            </a:r>
          </a:p>
          <a:p>
            <a:r>
              <a:rPr lang="en-US" sz="2000" dirty="0"/>
              <a:t>MOP and POP </a:t>
            </a:r>
          </a:p>
          <a:p>
            <a:r>
              <a:rPr lang="en-US" sz="2000" dirty="0"/>
              <a:t>Adhesive</a:t>
            </a:r>
          </a:p>
          <a:p>
            <a:r>
              <a:rPr lang="en-US" sz="2000" dirty="0"/>
              <a:t>Machine </a:t>
            </a:r>
          </a:p>
          <a:p>
            <a:r>
              <a:rPr lang="en-US" sz="2000" dirty="0"/>
              <a:t>Pick &amp; Place (miniaturization - TK3)</a:t>
            </a:r>
          </a:p>
          <a:p>
            <a:r>
              <a:rPr lang="en-US" altLang="zh-CN" sz="2000" dirty="0"/>
              <a:t>Recycled Solder Paste</a:t>
            </a:r>
          </a:p>
          <a:p>
            <a:r>
              <a:rPr lang="en-US" sz="2000" dirty="0"/>
              <a:t>SMT Process</a:t>
            </a:r>
          </a:p>
          <a:p>
            <a:r>
              <a:rPr lang="en-US" sz="2000" dirty="0"/>
              <a:t>Stacked Capacitor</a:t>
            </a:r>
          </a:p>
          <a:p>
            <a:r>
              <a:rPr lang="en-US" sz="2000" dirty="0"/>
              <a:t>Rework</a:t>
            </a:r>
          </a:p>
          <a:p>
            <a:r>
              <a:rPr lang="en-US" sz="2000" dirty="0"/>
              <a:t>MOP &amp; POP Test Related</a:t>
            </a:r>
          </a:p>
        </p:txBody>
      </p:sp>
      <p:sp>
        <p:nvSpPr>
          <p:cNvPr id="4" name="Action Button: Go Forward or Next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44F9908-8493-CADD-DAEA-3FCD09D25791}"/>
              </a:ext>
            </a:extLst>
          </p:cNvPr>
          <p:cNvSpPr/>
          <p:nvPr/>
        </p:nvSpPr>
        <p:spPr>
          <a:xfrm>
            <a:off x="1527520" y="1408086"/>
            <a:ext cx="281063" cy="174392"/>
          </a:xfrm>
          <a:prstGeom prst="actionButtonForwardNext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Action Button: Go Forward or Next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B529C48-B12C-F541-0648-D0A6AF41C6CA}"/>
              </a:ext>
            </a:extLst>
          </p:cNvPr>
          <p:cNvSpPr/>
          <p:nvPr/>
        </p:nvSpPr>
        <p:spPr>
          <a:xfrm>
            <a:off x="2542511" y="1861407"/>
            <a:ext cx="281063" cy="174392"/>
          </a:xfrm>
          <a:prstGeom prst="actionButtonForwardNext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Action Button: Go Forward or Next 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DC441B3-3DF3-17C5-D782-FF880523A06E}"/>
              </a:ext>
            </a:extLst>
          </p:cNvPr>
          <p:cNvSpPr/>
          <p:nvPr/>
        </p:nvSpPr>
        <p:spPr>
          <a:xfrm>
            <a:off x="1942937" y="2324105"/>
            <a:ext cx="281063" cy="174392"/>
          </a:xfrm>
          <a:prstGeom prst="actionButtonForwardNext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Action Button: Go Forward or Next 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55F1123-D62D-6899-72BA-31F0E7FF8DFB}"/>
              </a:ext>
            </a:extLst>
          </p:cNvPr>
          <p:cNvSpPr/>
          <p:nvPr/>
        </p:nvSpPr>
        <p:spPr>
          <a:xfrm>
            <a:off x="1919199" y="2778490"/>
            <a:ext cx="281063" cy="174392"/>
          </a:xfrm>
          <a:prstGeom prst="actionButtonForwardNext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Action Button: Go Forward or Next 7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92B762E0-E579-A674-4106-BD85396479FF}"/>
              </a:ext>
            </a:extLst>
          </p:cNvPr>
          <p:cNvSpPr/>
          <p:nvPr/>
        </p:nvSpPr>
        <p:spPr>
          <a:xfrm>
            <a:off x="4886659" y="3232003"/>
            <a:ext cx="281063" cy="174392"/>
          </a:xfrm>
          <a:prstGeom prst="actionButtonForwardNext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Action Button: Go Forward or Next 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6448FA80-07C8-1E40-59D2-931DC695625D}"/>
              </a:ext>
            </a:extLst>
          </p:cNvPr>
          <p:cNvSpPr/>
          <p:nvPr/>
        </p:nvSpPr>
        <p:spPr>
          <a:xfrm>
            <a:off x="3409111" y="3695218"/>
            <a:ext cx="281063" cy="174392"/>
          </a:xfrm>
          <a:prstGeom prst="actionButtonForwardNext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Action Button: Go Forward or Next 9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E485B54C-0F26-63E9-E36C-5194F02EC143}"/>
              </a:ext>
            </a:extLst>
          </p:cNvPr>
          <p:cNvSpPr/>
          <p:nvPr/>
        </p:nvSpPr>
        <p:spPr>
          <a:xfrm>
            <a:off x="2398129" y="4158541"/>
            <a:ext cx="281063" cy="174392"/>
          </a:xfrm>
          <a:prstGeom prst="actionButtonForwardNext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Action Button: Go Forward or Next 10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792B62FB-BE6B-58A7-C939-1651B163D4B1}"/>
              </a:ext>
            </a:extLst>
          </p:cNvPr>
          <p:cNvSpPr/>
          <p:nvPr/>
        </p:nvSpPr>
        <p:spPr>
          <a:xfrm>
            <a:off x="2979984" y="4597586"/>
            <a:ext cx="281063" cy="174392"/>
          </a:xfrm>
          <a:prstGeom prst="actionButtonForwardNext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Action Button: Go Forward or Next 11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E451AC36-05D7-90D2-0DEB-D228F660FE7B}"/>
              </a:ext>
            </a:extLst>
          </p:cNvPr>
          <p:cNvSpPr/>
          <p:nvPr/>
        </p:nvSpPr>
        <p:spPr>
          <a:xfrm>
            <a:off x="1754443" y="5050776"/>
            <a:ext cx="281063" cy="174392"/>
          </a:xfrm>
          <a:prstGeom prst="actionButtonForwardNext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Action Button: Go Forward or Next 12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11FC3B4C-7BA2-7CFD-D110-C4D996B11C32}"/>
              </a:ext>
            </a:extLst>
          </p:cNvPr>
          <p:cNvSpPr/>
          <p:nvPr/>
        </p:nvSpPr>
        <p:spPr>
          <a:xfrm>
            <a:off x="3779996" y="5524662"/>
            <a:ext cx="281063" cy="174392"/>
          </a:xfrm>
          <a:prstGeom prst="actionButtonForwardNext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6375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0000"/>
                </a:solidFill>
              </a:rPr>
              <a:t>Highlight</a:t>
            </a:r>
            <a:r>
              <a:rPr lang="en-US" altLang="zh-CN" sz="3200" dirty="0">
                <a:solidFill>
                  <a:srgbClr val="FF0000"/>
                </a:solidFill>
              </a:rPr>
              <a:t>s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286" y="1139465"/>
            <a:ext cx="11010900" cy="5044767"/>
          </a:xfrm>
        </p:spPr>
        <p:txBody>
          <a:bodyPr>
            <a:normAutofit/>
          </a:bodyPr>
          <a:lstStyle/>
          <a:p>
            <a:pPr marL="288925" indent="-288925">
              <a:spcBef>
                <a:spcPts val="600"/>
              </a:spcBef>
            </a:pPr>
            <a:r>
              <a:rPr lang="en-US" sz="1800" dirty="0"/>
              <a:t>For </a:t>
            </a:r>
            <a:r>
              <a:rPr lang="en-US" sz="1800" dirty="0" err="1"/>
              <a:t>MoB</a:t>
            </a:r>
            <a:r>
              <a:rPr lang="en-US" sz="1800" dirty="0"/>
              <a:t> design, all customers use Hardware strap to deliver correct memory configuration to BIOS. </a:t>
            </a:r>
          </a:p>
          <a:p>
            <a:pPr marL="288925" indent="-288925" rtl="0">
              <a:spcBef>
                <a:spcPts val="600"/>
              </a:spcBef>
            </a:pPr>
            <a:r>
              <a:rPr lang="en-US" sz="1800" dirty="0"/>
              <a:t>5/8 customers(LCFC, </a:t>
            </a:r>
            <a:r>
              <a:rPr lang="en-US" sz="1800" dirty="0" err="1"/>
              <a:t>Huaqin</a:t>
            </a:r>
            <a:r>
              <a:rPr lang="en-US" sz="1800" dirty="0"/>
              <a:t>, </a:t>
            </a:r>
            <a:r>
              <a:rPr lang="en-US" sz="1800" dirty="0" err="1"/>
              <a:t>Inventec</a:t>
            </a:r>
            <a:r>
              <a:rPr lang="en-US" sz="1800" dirty="0"/>
              <a:t> CQ, Pega SZ and Compal KS) have </a:t>
            </a:r>
            <a:r>
              <a:rPr lang="en-US" sz="1800" dirty="0" err="1"/>
              <a:t>MoP</a:t>
            </a:r>
            <a:r>
              <a:rPr lang="en-US" sz="1800" dirty="0"/>
              <a:t> or </a:t>
            </a:r>
            <a:r>
              <a:rPr lang="en-US" sz="1800" dirty="0" err="1"/>
              <a:t>PoP</a:t>
            </a:r>
            <a:r>
              <a:rPr lang="en-US" sz="1800" dirty="0"/>
              <a:t> memory dipping experience.</a:t>
            </a:r>
          </a:p>
          <a:p>
            <a:pPr marL="288925" indent="-288925" rtl="0">
              <a:spcBef>
                <a:spcPts val="600"/>
              </a:spcBef>
            </a:pPr>
            <a:r>
              <a:rPr lang="en-US" sz="1800" dirty="0">
                <a:sym typeface="Helvetica Neue"/>
              </a:rPr>
              <a:t>Customers </a:t>
            </a:r>
            <a:r>
              <a:rPr lang="en-US" sz="1800" dirty="0"/>
              <a:t>don’t </a:t>
            </a:r>
            <a:r>
              <a:rPr lang="en-US" sz="1800" dirty="0">
                <a:sym typeface="Intel Clear"/>
              </a:rPr>
              <a:t>monitor the X-ray dosage on the memory during X-ray inspection.</a:t>
            </a:r>
            <a:r>
              <a:rPr lang="en-US" sz="1800" dirty="0"/>
              <a:t> </a:t>
            </a:r>
          </a:p>
          <a:p>
            <a:pPr marL="288925" indent="-288925" rtl="0">
              <a:spcBef>
                <a:spcPts val="600"/>
              </a:spcBef>
            </a:pPr>
            <a:r>
              <a:rPr lang="en-US" sz="1800" dirty="0">
                <a:sym typeface="Helvetica Neue"/>
              </a:rPr>
              <a:t>All customers don’t have any pre-SMT or post-SMT top-side die geometric (flatness, parallelism, etc.) expectations. </a:t>
            </a:r>
          </a:p>
          <a:p>
            <a:pPr marL="288925" indent="-288925" rtl="0">
              <a:spcBef>
                <a:spcPts val="600"/>
              </a:spcBef>
            </a:pPr>
            <a:r>
              <a:rPr lang="en-US" sz="1800" dirty="0"/>
              <a:t>Most customers apply adhesive before function test. If adhesive must be done after function test, production line layout update is their main concern.</a:t>
            </a:r>
            <a:endParaRPr lang="en-US" sz="1800" dirty="0">
              <a:sym typeface="Helvetica Neue"/>
            </a:endParaRPr>
          </a:p>
          <a:p>
            <a:pPr marL="288925" indent="-288925" rtl="0">
              <a:spcBef>
                <a:spcPts val="600"/>
              </a:spcBef>
            </a:pPr>
            <a:r>
              <a:rPr lang="en-US" sz="1800" dirty="0"/>
              <a:t>Most customers’ software can not detect and inspect flux dipping quality when flux is transparent.</a:t>
            </a:r>
          </a:p>
          <a:p>
            <a:pPr marL="288925" indent="-288925" rtl="0">
              <a:spcBef>
                <a:spcPts val="600"/>
              </a:spcBef>
            </a:pPr>
            <a:r>
              <a:rPr lang="en-US" sz="1800" dirty="0"/>
              <a:t>Only </a:t>
            </a:r>
            <a:r>
              <a:rPr lang="en-US" sz="1800" dirty="0" err="1"/>
              <a:t>Huaqin</a:t>
            </a:r>
            <a:r>
              <a:rPr lang="en-US" sz="1800" dirty="0"/>
              <a:t>, Pegatron SZ and Compal KS have experience on 01005 passive component. </a:t>
            </a:r>
          </a:p>
          <a:p>
            <a:pPr marL="288925" indent="-288925" rtl="0">
              <a:spcBef>
                <a:spcPts val="600"/>
              </a:spcBef>
            </a:pPr>
            <a:r>
              <a:rPr lang="en-US" sz="1800" dirty="0"/>
              <a:t>LCFC and Pegatron SZ have experience on recycled solder paste. SJ quality and reliability are customers’ main concern.</a:t>
            </a:r>
          </a:p>
          <a:p>
            <a:pPr marL="288925" indent="-288925" rtl="0">
              <a:spcBef>
                <a:spcPts val="600"/>
              </a:spcBef>
            </a:pPr>
            <a:r>
              <a:rPr lang="en-US" sz="1800" dirty="0"/>
              <a:t>LCFC, </a:t>
            </a:r>
            <a:r>
              <a:rPr lang="en-US" sz="1800" dirty="0" err="1"/>
              <a:t>Huaqin</a:t>
            </a:r>
            <a:r>
              <a:rPr lang="en-US" sz="1800" dirty="0"/>
              <a:t>, </a:t>
            </a:r>
            <a:r>
              <a:rPr lang="en-US" sz="1800" dirty="0" err="1"/>
              <a:t>Inventec</a:t>
            </a:r>
            <a:r>
              <a:rPr lang="en-US" sz="1800" dirty="0"/>
              <a:t> CQ and Compal KS have </a:t>
            </a:r>
            <a:r>
              <a:rPr lang="en-US" sz="1800" dirty="0" err="1"/>
              <a:t>PoP</a:t>
            </a:r>
            <a:r>
              <a:rPr lang="en-US" sz="1800" dirty="0"/>
              <a:t> package rework experience, but no customers has experience of memory replacement with edge or corner glue.</a:t>
            </a:r>
          </a:p>
          <a:p>
            <a:pPr marL="288925" indent="-288925" rtl="0">
              <a:spcBef>
                <a:spcPts val="600"/>
              </a:spcBef>
            </a:pPr>
            <a:r>
              <a:rPr lang="en-US" sz="1800" dirty="0"/>
              <a:t>Most customers have Debug POST card at their debug station. </a:t>
            </a:r>
          </a:p>
          <a:p>
            <a:pPr marL="288925" indent="-288925" rtl="0">
              <a:spcBef>
                <a:spcPts val="600"/>
              </a:spcBef>
            </a:pPr>
            <a:endParaRPr lang="en-US" sz="1800" dirty="0"/>
          </a:p>
          <a:p>
            <a:pPr marL="288925" indent="-288925" rtl="0">
              <a:spcBef>
                <a:spcPts val="600"/>
              </a:spcBef>
            </a:pPr>
            <a:endParaRPr lang="en-US" sz="1800" dirty="0"/>
          </a:p>
          <a:p>
            <a:pPr marL="288925" indent="-288925">
              <a:spcBef>
                <a:spcPts val="600"/>
              </a:spcBef>
            </a:pPr>
            <a:endParaRPr lang="en-US" altLang="zh-CN" sz="1800" dirty="0">
              <a:sym typeface="Wingdings" panose="05000000000000000000" pitchFamily="2" charset="2"/>
            </a:endParaRPr>
          </a:p>
          <a:p>
            <a:pPr marL="288925" indent="-288925">
              <a:spcBef>
                <a:spcPts val="600"/>
              </a:spcBef>
            </a:pPr>
            <a:endParaRPr lang="en-US" altLang="zh-CN" sz="1800" dirty="0">
              <a:sym typeface="Wingdings" panose="05000000000000000000" pitchFamily="2" charset="2"/>
            </a:endParaRPr>
          </a:p>
          <a:p>
            <a:pPr marL="288925" indent="-288925">
              <a:spcBef>
                <a:spcPts val="600"/>
              </a:spcBef>
            </a:pPr>
            <a:endParaRPr lang="en-US" altLang="zh-CN" sz="1800" dirty="0">
              <a:sym typeface="Wingdings" panose="05000000000000000000" pitchFamily="2" charset="2"/>
            </a:endParaRPr>
          </a:p>
          <a:p>
            <a:pPr marL="288925" indent="-288925">
              <a:spcBef>
                <a:spcPts val="600"/>
              </a:spcBef>
            </a:pPr>
            <a:endParaRPr lang="en-US" sz="1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2353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 Related</a:t>
            </a:r>
          </a:p>
        </p:txBody>
      </p:sp>
    </p:spTree>
    <p:extLst>
      <p:ext uri="{BB962C8B-B14F-4D97-AF65-F5344CB8AC3E}">
        <p14:creationId xmlns:p14="http://schemas.microsoft.com/office/powerpoint/2010/main" val="205909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MOB(1 Of 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306805" y="4902646"/>
            <a:ext cx="10686438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kumimoji="0" lang="en-US" sz="16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For MOB design, </a:t>
            </a:r>
            <a:r>
              <a:rPr lang="en-US" sz="1600" dirty="0">
                <a:solidFill>
                  <a:schemeClr val="accent1"/>
                </a:solidFill>
              </a:rPr>
              <a:t>a</a:t>
            </a:r>
            <a:r>
              <a:rPr kumimoji="0" lang="en-US" sz="16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ll customers </a:t>
            </a:r>
            <a:r>
              <a:rPr lang="en-US" sz="1600" dirty="0">
                <a:solidFill>
                  <a:schemeClr val="accent1"/>
                </a:solidFill>
              </a:rPr>
              <a:t>use Hardware strap to deliver </a:t>
            </a:r>
            <a:r>
              <a:rPr lang="en-US" sz="1600" dirty="0">
                <a:solidFill>
                  <a:schemeClr val="accent1"/>
                </a:solidFill>
                <a:sym typeface="Intel Clear"/>
              </a:rPr>
              <a:t>correct memory configuration. </a:t>
            </a:r>
            <a:r>
              <a:rPr lang="en-US" sz="1600" b="1" dirty="0">
                <a:solidFill>
                  <a:schemeClr val="lt1"/>
                </a:solidFill>
                <a:sym typeface="Intel Clear"/>
              </a:rPr>
              <a:t>to BIOS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endParaRPr kumimoji="0" lang="en-US" sz="160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410862"/>
              </p:ext>
            </p:extLst>
          </p:nvPr>
        </p:nvGraphicFramePr>
        <p:xfrm>
          <a:off x="306805" y="703312"/>
          <a:ext cx="11137151" cy="36982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106925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195478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800726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5274712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memory on board (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MoB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) design?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please specify the pitch and the memory ball size.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In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MoB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(Memory on Board) design, correct memory configuration information (memory supplier, capacity, speed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etc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) must be deliver to BIOS, otherwise the board cannot boot. In your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MoB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design, what is the mechanism you use to deliver correct memory configuration to BIOS?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Pitch: 0.75mm; Ball size: 0.45mm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Hardware strap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Pitch: 0.8mm; Ball size: 0.41mm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Hardware strap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Pitch:0.7 mm; Ball size: 0.4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Hardware strap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Pitch:0.76 mm; Ball size: 0.26 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Hardware strap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Pitch:0.7 mm; Ball size: 0.41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Hardware strap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Pitch:0.4 mm; Ball size: 0.21 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Hardware strap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Pitch:0.7 mm; Ball size: 0.41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Use software to check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Pitch:0.7 mm; Ball size: 0.3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Hardware strap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25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MOB(2 Of 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210553" y="5014050"/>
            <a:ext cx="10686438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Customers have very high memory chip FPY. Few customers apply adhesive on memory.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084032"/>
              </p:ext>
            </p:extLst>
          </p:nvPr>
        </p:nvGraphicFramePr>
        <p:xfrm>
          <a:off x="210553" y="675827"/>
          <a:ext cx="11271882" cy="37941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968542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240761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361077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3168614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For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MoB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design, what is the memory chip first pass yield(include SMT and functional failure)?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For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MoB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design, what is the memory reliability field return rate?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For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MoB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design, do you apply adhesive on memory?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yes, what adhesive do you use?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＜500ppm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information from factory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Underfill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100 DPPM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0.05% in 2 years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Only if customer required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Corner glue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180 DPPM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information from factory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Corner glue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153  DPPM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information from factory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&lt;100 DPPM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Almost no failure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&lt;1000 DPPM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information from factory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Almost no failure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information from factory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Depends on customer requirement, most customer don't require adhesive on memory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Corner glue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500 DPPM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information from factory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2" name="Action Button: Go Home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D016A50-719E-A564-1B42-4669828F8D85}"/>
              </a:ext>
            </a:extLst>
          </p:cNvPr>
          <p:cNvSpPr/>
          <p:nvPr/>
        </p:nvSpPr>
        <p:spPr>
          <a:xfrm>
            <a:off x="11057450" y="5972958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4314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MOP and POP Related</a:t>
            </a:r>
          </a:p>
        </p:txBody>
      </p:sp>
    </p:spTree>
    <p:extLst>
      <p:ext uri="{BB962C8B-B14F-4D97-AF65-F5344CB8AC3E}">
        <p14:creationId xmlns:p14="http://schemas.microsoft.com/office/powerpoint/2010/main" val="14959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MOP and POP(1 Of 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210552" y="5076678"/>
            <a:ext cx="11345779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accent1"/>
                </a:solidFill>
              </a:rPr>
              <a:t>LCFC, </a:t>
            </a:r>
            <a:r>
              <a:rPr lang="en-US" sz="1600" dirty="0" err="1">
                <a:solidFill>
                  <a:schemeClr val="accent1"/>
                </a:solidFill>
              </a:rPr>
              <a:t>Huaqin</a:t>
            </a:r>
            <a:r>
              <a:rPr lang="en-US" sz="1600" dirty="0">
                <a:solidFill>
                  <a:schemeClr val="accent1"/>
                </a:solidFill>
              </a:rPr>
              <a:t>, </a:t>
            </a:r>
            <a:r>
              <a:rPr lang="en-US" sz="1600" dirty="0" err="1">
                <a:solidFill>
                  <a:schemeClr val="accent1"/>
                </a:solidFill>
              </a:rPr>
              <a:t>Inventec</a:t>
            </a:r>
            <a:r>
              <a:rPr lang="en-US" sz="1600" dirty="0">
                <a:solidFill>
                  <a:schemeClr val="accent1"/>
                </a:solidFill>
              </a:rPr>
              <a:t> CQ, Pega SZ and Compal KS have </a:t>
            </a:r>
            <a:r>
              <a:rPr lang="en-US" sz="1600" dirty="0" err="1">
                <a:solidFill>
                  <a:schemeClr val="accent1"/>
                </a:solidFill>
              </a:rPr>
              <a:t>MoP</a:t>
            </a:r>
            <a:r>
              <a:rPr lang="en-US" sz="1600" dirty="0">
                <a:solidFill>
                  <a:schemeClr val="accent1"/>
                </a:solidFill>
              </a:rPr>
              <a:t> or </a:t>
            </a:r>
            <a:r>
              <a:rPr lang="en-US" sz="1600" dirty="0" err="1">
                <a:solidFill>
                  <a:schemeClr val="accent1"/>
                </a:solidFill>
              </a:rPr>
              <a:t>PoP</a:t>
            </a:r>
            <a:r>
              <a:rPr lang="en-US" sz="1600" dirty="0">
                <a:solidFill>
                  <a:schemeClr val="accent1"/>
                </a:solidFill>
              </a:rPr>
              <a:t> experience.</a:t>
            </a:r>
            <a:endParaRPr kumimoji="0" lang="en-US" sz="160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333249"/>
              </p:ext>
            </p:extLst>
          </p:nvPr>
        </p:nvGraphicFramePr>
        <p:xfrm>
          <a:off x="210553" y="675827"/>
          <a:ext cx="11117179" cy="38811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86727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1802331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033336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  <a:gridCol w="2237874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255921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  <a:gridCol w="1900990">
                  <a:extLst>
                    <a:ext uri="{9D8B030D-6E8A-4147-A177-3AD203B41FA5}">
                      <a16:colId xmlns:a16="http://schemas.microsoft.com/office/drawing/2014/main" val="3229580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memory on package (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MoP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) or Package on Package (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PoP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) experience?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Are you capable for memory dip and placement on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MoP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(Memory on Package) or Package on Package (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PoP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)?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yes, what is your PnP machine and dipping module model number you currently have?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yes, what is the model number and manufacturer of dipping flux or dipping paste you are using?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using paste, please specify the formulation type and mesh size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PnP Machine: Panasonic NPM-TT2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POP feeder: N610095856AA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FLUX: Senju NSV301HF(BK)-AX</a:t>
                      </a:r>
                    </a:p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FLUX: </a:t>
                      </a:r>
                      <a:r>
                        <a:rPr kumimoji="0" 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SMBF-08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PnP Machine: NPM D3.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Dipping module: N610095856AB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Indium,SAC305/TYPE5-MC/INDIUM988HF/80%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Type5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PnP Machine: NPM-D3A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POP Feeder: N610056362AA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: PF606-XP26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Type6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PnP Machine: NPM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dipping module: PANA Dipping Unit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Supplier: Alpha, 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Type: POP33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Type5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Panasonic NPM-DX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Customer not answered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Customer not answered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596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MOP and POP(2 Of 5)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038682"/>
              </p:ext>
            </p:extLst>
          </p:nvPr>
        </p:nvGraphicFramePr>
        <p:xfrm>
          <a:off x="210552" y="675827"/>
          <a:ext cx="11010816" cy="370268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71266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488227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464672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  <a:gridCol w="2712599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574052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For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MoP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, do you prefer dipping flux or dipping paste 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Could you help to explain the reason?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the minimum KOZ your equipment is capable of for adhesive dispense?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Does your adhesive dispense process capable of apply adhesive within 1mm KOZ (Keep Out Zone) from the package edge?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Dipping flux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Dipping flux is more easy, high yield rate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 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Dipping paste 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 Easy to check the dipping height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2. Easy to soldering, less open failure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but the operation has risk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Dipping paste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Easy to soldering, less open failure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1.2 mm, adhesive sparking on the CPU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No, minimum is 1.2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Dipping flux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Short risk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2mm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Dipping flux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Use dipping flux for small pitch part, use dipping paste for big pitch part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experience, need to 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Dipping flux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Customer not answered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1.5mm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experience, need to test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preference, Taiwan use dipping paste, Shanghai use dipping flux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Customer not answered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1.5mm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1.5mm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94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MOP and POP(3 Of 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210551" y="4754453"/>
            <a:ext cx="10686438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Most customers use X-ray to inspect </a:t>
            </a:r>
            <a:r>
              <a:rPr kumimoji="0" lang="en-US" sz="160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PoP</a:t>
            </a:r>
            <a:r>
              <a:rPr kumimoji="0" lang="en-US" sz="16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or </a:t>
            </a:r>
            <a:r>
              <a:rPr kumimoji="0" lang="en-US" sz="160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MoP</a:t>
            </a:r>
            <a:r>
              <a:rPr kumimoji="0" lang="en-US" sz="16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solder joints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179291"/>
              </p:ext>
            </p:extLst>
          </p:nvPr>
        </p:nvGraphicFramePr>
        <p:xfrm>
          <a:off x="210551" y="675827"/>
          <a:ext cx="11010818" cy="35198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65301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445610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  <a:gridCol w="2691619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554144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  <a:gridCol w="2554144">
                  <a:extLst>
                    <a:ext uri="{9D8B030D-6E8A-4147-A177-3AD203B41FA5}">
                      <a16:colId xmlns:a16="http://schemas.microsoft.com/office/drawing/2014/main" val="1134428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minimum KOZ you needed, to rework/replace a memory chip?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the most common </a:t>
                      </a:r>
                      <a:r>
                        <a:rPr lang="en-US" sz="1200" b="1" i="0" u="none" strike="noStrike" cap="none" spc="0" baseline="0" noProof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PoP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or </a:t>
                      </a:r>
                      <a:r>
                        <a:rPr lang="en-US" sz="1200" b="1" i="0" u="none" strike="noStrike" cap="none" spc="0" baseline="0" noProof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MoP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inspection technique for solder joints after placement and reflow?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Is this 100% inspection for HVM?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not, what is the inspection requirement?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1mm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X-ray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 pcs/2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hrs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X-ray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1%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2mm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X-ray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 Pc/2 hours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1mm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X-ray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Depends on yield, 20% at least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1mm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X-ray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5 pcs/shift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1.5 mm – 2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62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6EC7A-2C80-C7A1-026F-6F33A6E29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1FA347-42F4-737F-32FE-6D16ADF2B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MOP and POP(4 Of 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F3B5F-DF64-F4E4-B45F-5692071A79FB}"/>
              </a:ext>
            </a:extLst>
          </p:cNvPr>
          <p:cNvSpPr txBox="1"/>
          <p:nvPr/>
        </p:nvSpPr>
        <p:spPr>
          <a:xfrm>
            <a:off x="210553" y="4531869"/>
            <a:ext cx="10686438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kumimoji="0" lang="en-US" sz="16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Customers </a:t>
            </a:r>
            <a:r>
              <a:rPr lang="en-US" sz="1600" dirty="0">
                <a:solidFill>
                  <a:schemeClr val="accent1"/>
                </a:solidFill>
              </a:rPr>
              <a:t>don’t </a:t>
            </a:r>
            <a:r>
              <a:rPr lang="en-US" sz="1600" dirty="0">
                <a:solidFill>
                  <a:schemeClr val="accent1"/>
                </a:solidFill>
                <a:sym typeface="Intel Clear"/>
              </a:rPr>
              <a:t>monitor the X-ray dosage on the memory during X-ray inspection. </a:t>
            </a:r>
          </a:p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accent1"/>
                </a:solidFill>
                <a:sym typeface="Intel Clear"/>
              </a:rPr>
              <a:t>Customers have no experience on Board Flexure analysis for </a:t>
            </a:r>
            <a:r>
              <a:rPr lang="en-US" sz="1600" dirty="0" err="1">
                <a:solidFill>
                  <a:schemeClr val="accent1"/>
                </a:solidFill>
                <a:sym typeface="Intel Clear"/>
              </a:rPr>
              <a:t>MoP</a:t>
            </a:r>
            <a:r>
              <a:rPr lang="en-US" sz="1600" dirty="0">
                <a:solidFill>
                  <a:schemeClr val="accent1"/>
                </a:solidFill>
                <a:sym typeface="Intel Clear"/>
              </a:rPr>
              <a:t> package. 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30E95E16-156C-4F22-5A59-1DF83D6D0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716186"/>
              </p:ext>
            </p:extLst>
          </p:nvPr>
        </p:nvGraphicFramePr>
        <p:xfrm>
          <a:off x="210552" y="675827"/>
          <a:ext cx="10950288" cy="33375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75427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4759961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4714900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For the Memory On Board design, do you monitor the X-ray dosage on the memory during X-ray inspection?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How do you currently perform Board Flexure analysis for a SOC, with a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PoP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or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MoP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device mounted on top of the SOC?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no difference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Depends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no difference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no difference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01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FE039-11FE-3604-6043-04020DDC5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BB8E8F-DB37-F367-DE80-5D2142C73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MOP and POP(5 Of 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7A512-DC6C-F670-E382-19CD2B8C734E}"/>
              </a:ext>
            </a:extLst>
          </p:cNvPr>
          <p:cNvSpPr txBox="1"/>
          <p:nvPr/>
        </p:nvSpPr>
        <p:spPr>
          <a:xfrm>
            <a:off x="210552" y="4904164"/>
            <a:ext cx="10686438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All customers don’t have any pre-SMT or post-SMT top-side die geometric (flatness, parallelism, etc.) expectations. 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21217ED7-D661-54F2-C994-8F51A2636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147341"/>
              </p:ext>
            </p:extLst>
          </p:nvPr>
        </p:nvGraphicFramePr>
        <p:xfrm>
          <a:off x="210552" y="675827"/>
          <a:ext cx="11010815" cy="370713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25127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304563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1931069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  <a:gridCol w="1977412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086322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  <a:gridCol w="2086322">
                  <a:extLst>
                    <a:ext uri="{9D8B030D-6E8A-4147-A177-3AD203B41FA5}">
                      <a16:colId xmlns:a16="http://schemas.microsoft.com/office/drawing/2014/main" val="2906070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any geometric (flatness, parallelism, etc.) expectations for pre-SMT or post-SMT top-side, e.g. die?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what is the geometric expectation？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 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yes, how is it measured?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yes, does every component get measured or just some sampling of units during development?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are there different expectations for MOP?  Please explain.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Depends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spec, only for thermal solution design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OMM/CMM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Only in NPI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2" name="Action Button: Go Home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E03A0EA-E2B3-E9A5-9BCD-597DADBB73ED}"/>
              </a:ext>
            </a:extLst>
          </p:cNvPr>
          <p:cNvSpPr/>
          <p:nvPr/>
        </p:nvSpPr>
        <p:spPr>
          <a:xfrm>
            <a:off x="11160840" y="6034974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9973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Adhesive Related</a:t>
            </a:r>
          </a:p>
        </p:txBody>
      </p:sp>
    </p:spTree>
    <p:extLst>
      <p:ext uri="{BB962C8B-B14F-4D97-AF65-F5344CB8AC3E}">
        <p14:creationId xmlns:p14="http://schemas.microsoft.com/office/powerpoint/2010/main" val="298819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Adhesive(1 Of 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258678" y="4744862"/>
            <a:ext cx="11213431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accent1"/>
                </a:solidFill>
              </a:rPr>
              <a:t>Most customers apply adhesive before function test. If adhesive must be done after function test, production line layout update is their main concern.</a:t>
            </a:r>
          </a:p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GKG and AXXON are the most </a:t>
            </a:r>
            <a:r>
              <a:rPr lang="en-US" sz="1600" dirty="0">
                <a:solidFill>
                  <a:schemeClr val="accent1"/>
                </a:solidFill>
              </a:rPr>
              <a:t>popular in industry.</a:t>
            </a:r>
            <a:endParaRPr kumimoji="0" lang="en-US" sz="160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841239"/>
              </p:ext>
            </p:extLst>
          </p:nvPr>
        </p:nvGraphicFramePr>
        <p:xfrm>
          <a:off x="210552" y="675827"/>
          <a:ext cx="11010816" cy="35198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71266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488227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464672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  <a:gridCol w="2712599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574052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apply adhesive before or after board level functional test?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adhesive must be done after functional test, what is the impact?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adhesive Equipment Vendor?</a:t>
                      </a:r>
                      <a:endParaRPr kumimoji="0" lang="en-US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Model of Adhesive Equipment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Before function test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Production layout need to change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AXXON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Ai100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Before function 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 Production layout need to change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2. Need more fixture, increase handling risk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GKG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GKG DH5-E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Before function 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Production layout need to change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GKG/HTD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GKG-D510/HTD-420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Before function 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 Production layout need to change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2. Need more fixture, increase handling risk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AXXON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AI100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Component under shield cap must be glued before RF 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ANDA, AXXON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AD-16-SWH3</a:t>
                      </a:r>
                    </a:p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AU77S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Before function test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Production layout need to change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GKG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GKG-DH5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Before function test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Production layout need to change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Elite Automation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EM5701N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Before function test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Production layout need to change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AXXON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AU99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171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Adhesive(2 Of 5)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774210"/>
              </p:ext>
            </p:extLst>
          </p:nvPr>
        </p:nvGraphicFramePr>
        <p:xfrm>
          <a:off x="210551" y="675827"/>
          <a:ext cx="11249527" cy="33375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28401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317786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3286378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  <a:gridCol w="3616962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Model of Valve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Type of Valve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Dispense Method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APJ1000S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Piezo Jetting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Non-Contact Jetting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G3000K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Jetting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Non-Contact Jetting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Customer not answered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 Jetting; 2. Auger;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Non-Contact Jetting, Contact Auger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APJ1000S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Piezo Jetting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Non-Contact Jetting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AD-16-SWH3---PS8600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AU77S---APJ1000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Jetting, Time-pressure and Piezo Jetting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Non-Contact Jetting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300H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Piezo Jetting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Non-Contact Jetting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GE3200K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Piezo Jetting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Non-Contact Jetting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AXXON-V-6500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Jetting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Non-Contact Jetting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7A924FF-5E59-8BEE-040E-9CFA1A7AE3F3}"/>
              </a:ext>
            </a:extLst>
          </p:cNvPr>
          <p:cNvSpPr txBox="1"/>
          <p:nvPr/>
        </p:nvSpPr>
        <p:spPr>
          <a:xfrm>
            <a:off x="228598" y="4498215"/>
            <a:ext cx="11213431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accent1"/>
                </a:solidFill>
              </a:rPr>
              <a:t>All customers are capable for non-contact jetting dispense.</a:t>
            </a:r>
            <a:endParaRPr kumimoji="0" lang="en-US" sz="160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5777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0D27D-A4B7-B1D9-AD3F-7689C69BD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39E83C6-F269-5B42-F7C8-568745E4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Adhesive(3 Of 5)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0F2FD8FB-3F42-E03D-40AB-B1FCD23E8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245754"/>
              </p:ext>
            </p:extLst>
          </p:nvPr>
        </p:nvGraphicFramePr>
        <p:xfrm>
          <a:off x="210551" y="675827"/>
          <a:ext cx="11249527" cy="33375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28401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317786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3286378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  <a:gridCol w="3616962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Nozzle Size(s) used / available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Maximum Board Size (X &amp; Y) to feed in your adhesive dispense machine?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Maximum Board Height (Z) to feed in your adhesive dispense machine?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Inner Diameter: 200um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440mm*760mm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6mm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Inner Diameter: 200um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350 mmX550mm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8mm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Inner Diameter：600um，Outer Diameter: 900um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510 mm*510mm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6mm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400um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440mm*760mm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AD-16-SWH3----250um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AU77S----150um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AD-16-SWH3----340*500mm</a:t>
                      </a:r>
                    </a:p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AU77S---350*475mm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6 mm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100um,150um,200um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400*310mm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6 mm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Inner diameter: 0.25mm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350mm*450mm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1.6 mm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Inner diameter 0.4mm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450mm*318m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1.61mm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612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Adhesive(4 Of 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210550" y="4925114"/>
            <a:ext cx="11436017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Mos</a:t>
            </a:r>
            <a:r>
              <a:rPr lang="en-US" sz="1600" dirty="0">
                <a:solidFill>
                  <a:schemeClr val="accent1"/>
                </a:solidFill>
              </a:rPr>
              <a:t>t customers use Valve or Nozzle Heating for Dispensing Adhesive and have programmable Multiple Z Height Capability in the same dispense task.  </a:t>
            </a:r>
            <a:endParaRPr kumimoji="0" lang="en-US" sz="160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950397"/>
              </p:ext>
            </p:extLst>
          </p:nvPr>
        </p:nvGraphicFramePr>
        <p:xfrm>
          <a:off x="210551" y="675827"/>
          <a:ext cx="11171323" cy="370268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88656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959182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322095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2327629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  <a:gridCol w="2773761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use Valve or Nozzle Heating for Dispensing Adhesive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what is the temperature range?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Does your machine has programmable Multiple Z Height Capability in the same dispense task?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yes, what is the Z height range?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20-80°C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 to 40mm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20~150°C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 to 20mm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40-55℃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HTD -0.2_-0.5mm</a:t>
                      </a:r>
                    </a:p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GKG   2-5mm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30-70°C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 to 45mm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20-100°C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 to 20mm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20~80°C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40-100mm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20-80℃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38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73E07-C30A-D1DF-FB92-003362BD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A42C4A8-0D58-EAFF-2F2E-E2CC60C7A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Adhesive(5 Of 5)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ABD60F05-9B57-9741-8FD5-E1E06EA97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424207"/>
              </p:ext>
            </p:extLst>
          </p:nvPr>
        </p:nvGraphicFramePr>
        <p:xfrm>
          <a:off x="210551" y="675827"/>
          <a:ext cx="11171323" cy="352425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3178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1906877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021305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2167267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  <a:gridCol w="2222043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222043">
                  <a:extLst>
                    <a:ext uri="{9D8B030D-6E8A-4147-A177-3AD203B41FA5}">
                      <a16:colId xmlns:a16="http://schemas.microsoft.com/office/drawing/2014/main" val="16597439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Could you provide the Equipment Datasheet (if possible)?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perform X-Y Calibration?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X-Y  Accuracy?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perform Z-Height Calibration?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Z-Height Accuracy?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Confidential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Positional Accuracy：±50um@3</a:t>
                      </a:r>
                      <a:r>
                        <a:rPr kumimoji="0" lang="el-G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σ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:±10um@3</a:t>
                      </a:r>
                      <a:r>
                        <a:rPr kumimoji="0" lang="el-GR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σ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±15um@4sigma(CPK&gt;1.33)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± 30um@4sigma(CPK&gt;1.33)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± 30um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± 30um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Confidential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+/-50um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+/-50um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+/-10um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+/-10um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+/-30um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+/-30um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± 0.2mm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± 0.2mm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calibration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± 0.2mm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± 0.2mm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2" name="Action Button: Go Home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4E97AB11-C7A6-6480-96D3-98F2B1819B42}"/>
              </a:ext>
            </a:extLst>
          </p:cNvPr>
          <p:cNvSpPr/>
          <p:nvPr/>
        </p:nvSpPr>
        <p:spPr>
          <a:xfrm>
            <a:off x="10956889" y="5834219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4910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Related</a:t>
            </a:r>
          </a:p>
        </p:txBody>
      </p:sp>
    </p:spTree>
    <p:extLst>
      <p:ext uri="{BB962C8B-B14F-4D97-AF65-F5344CB8AC3E}">
        <p14:creationId xmlns:p14="http://schemas.microsoft.com/office/powerpoint/2010/main" val="22093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Machine(1 Of 3)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514690"/>
              </p:ext>
            </p:extLst>
          </p:nvPr>
        </p:nvGraphicFramePr>
        <p:xfrm>
          <a:off x="210551" y="675827"/>
          <a:ext cx="10900613" cy="397192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85681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534732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534732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2534732">
                  <a:extLst>
                    <a:ext uri="{9D8B030D-6E8A-4147-A177-3AD203B41FA5}">
                      <a16:colId xmlns:a16="http://schemas.microsoft.com/office/drawing/2014/main" val="3848910107"/>
                    </a:ext>
                  </a:extLst>
                </a:gridCol>
                <a:gridCol w="2510736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Does your PNP tool have a high resolution upwards looking camera 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what is the resolution (um/pixel and FOV in mm or Other specification) and Manufacturer/Camera Model number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Can your software detect and inspect flux dipping quality on BGA balls (good coverage, insufficient, bridging)  when flux is transparent?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No, do you require flux to be colored 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SHOWA: MTNG000492AA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9um @ ≤0402；18um @ ≥0603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Panasonic, 18um/pixel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Original camera from NPM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Fuji/BMP04CL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Original camera from the PnP machine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MUL TI-RECOGNITION CAMERA UNIT (TYPE1)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MTKA005537AA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Original camera from NPM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Fuji/P04CL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F5712C1-0BCA-00E4-A3B2-03DF90AB06E2}"/>
              </a:ext>
            </a:extLst>
          </p:cNvPr>
          <p:cNvSpPr txBox="1"/>
          <p:nvPr/>
        </p:nvSpPr>
        <p:spPr>
          <a:xfrm>
            <a:off x="210553" y="5164538"/>
            <a:ext cx="10686438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accent1"/>
                </a:solidFill>
              </a:rPr>
              <a:t>Most customers’ software can not detect and inspect flux dipping quality when flux is transparent.</a:t>
            </a:r>
          </a:p>
        </p:txBody>
      </p:sp>
    </p:spTree>
    <p:extLst>
      <p:ext uri="{BB962C8B-B14F-4D97-AF65-F5344CB8AC3E}">
        <p14:creationId xmlns:p14="http://schemas.microsoft.com/office/powerpoint/2010/main" val="281504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EE0B7-E6E3-355E-9DB3-1ABB8CA0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C627A72-6E34-0290-ECA4-C0E7DDC5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Machine(2 Of 3)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DD53BB97-F670-994D-05CB-DEAA06730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276922"/>
              </p:ext>
            </p:extLst>
          </p:nvPr>
        </p:nvGraphicFramePr>
        <p:xfrm>
          <a:off x="210551" y="675827"/>
          <a:ext cx="10900613" cy="388556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85681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534732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534732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2534732">
                  <a:extLst>
                    <a:ext uri="{9D8B030D-6E8A-4147-A177-3AD203B41FA5}">
                      <a16:colId xmlns:a16="http://schemas.microsoft.com/office/drawing/2014/main" val="3848910107"/>
                    </a:ext>
                  </a:extLst>
                </a:gridCol>
                <a:gridCol w="2510736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Does the PNP dipping tray have flux height control 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how height is initially set up and periodically checked (after how many dip operations, it is re-checked)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For a given BGA solder ball that has a height of 0.145 mm, ball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dia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0.215 and ball pitch of 0.35 mm, what is the desired dipping flux control height?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the minimum spacing distance in mm required for placing 2 DRAM BGA packages side by side?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 check/2 hours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Dipping height：50-70% Ball height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0.7mm @LNL DOE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 check/1 hour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0.08mm，60-80% Ball height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0.5mm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 check/2 hours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0.07 mm, 50%  Ball height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 time/2 hours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experience, need to test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experience, need to test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 check/1 hour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40%-50% Ball height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experience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 times/shift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Flux dipping  depth is 50~70% of solder ball height, so it is 0.07~0.1mm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78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E8606-EBFA-D8F6-7CCF-0023732C9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487D6B8-DC3B-4A74-B028-1A95CECB4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Machine(3 Of 3)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C6A088D5-7B75-71FD-F5A1-795CF45D9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20442"/>
              </p:ext>
            </p:extLst>
          </p:nvPr>
        </p:nvGraphicFramePr>
        <p:xfrm>
          <a:off x="210551" y="675827"/>
          <a:ext cx="10900613" cy="370713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38594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060205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060205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2060205">
                  <a:extLst>
                    <a:ext uri="{9D8B030D-6E8A-4147-A177-3AD203B41FA5}">
                      <a16:colId xmlns:a16="http://schemas.microsoft.com/office/drawing/2014/main" val="3848910107"/>
                    </a:ext>
                  </a:extLst>
                </a:gridCol>
                <a:gridCol w="2040702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  <a:gridCol w="2040702">
                  <a:extLst>
                    <a:ext uri="{9D8B030D-6E8A-4147-A177-3AD203B41FA5}">
                      <a16:colId xmlns:a16="http://schemas.microsoft.com/office/drawing/2014/main" val="3317347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AXI machine?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what is the machine maker and model?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does the machine is online of offline?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you have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PoP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projects before, do you use AXI machine to inspect MLI joints?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no, does your 2D X-ray machine has automatic inspection feature?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Use manual X-ray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Use manual X-ray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Use manual X-ray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668CC0C-505C-9228-D1A0-EC2CFBF5D250}"/>
              </a:ext>
            </a:extLst>
          </p:cNvPr>
          <p:cNvSpPr txBox="1"/>
          <p:nvPr/>
        </p:nvSpPr>
        <p:spPr>
          <a:xfrm>
            <a:off x="210551" y="4923907"/>
            <a:ext cx="10686438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accent1"/>
                </a:solidFill>
              </a:rPr>
              <a:t>All customers don’t have AXI machine.</a:t>
            </a:r>
          </a:p>
        </p:txBody>
      </p:sp>
      <p:sp>
        <p:nvSpPr>
          <p:cNvPr id="4" name="Action Button: Go Hom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D39ACB7-9597-4AE0-0CB8-0C7ACC52BEA9}"/>
              </a:ext>
            </a:extLst>
          </p:cNvPr>
          <p:cNvSpPr/>
          <p:nvPr/>
        </p:nvSpPr>
        <p:spPr>
          <a:xfrm>
            <a:off x="10686179" y="5834219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3450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 &amp; Place (miniaturization - TK3)</a:t>
            </a:r>
          </a:p>
        </p:txBody>
      </p:sp>
    </p:spTree>
    <p:extLst>
      <p:ext uri="{BB962C8B-B14F-4D97-AF65-F5344CB8AC3E}">
        <p14:creationId xmlns:p14="http://schemas.microsoft.com/office/powerpoint/2010/main" val="337000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Pick &amp; Place (miniaturization - TK3)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13402"/>
              </p:ext>
            </p:extLst>
          </p:nvPr>
        </p:nvGraphicFramePr>
        <p:xfrm>
          <a:off x="210551" y="675827"/>
          <a:ext cx="11093118" cy="33375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48795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672575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3587296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3584452">
                  <a:extLst>
                    <a:ext uri="{9D8B030D-6E8A-4147-A177-3AD203B41FA5}">
                      <a16:colId xmlns:a16="http://schemas.microsoft.com/office/drawing/2014/main" val="3848910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use 01005 passive component in your HVM product?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what is your typical challenges?</a:t>
                      </a:r>
                      <a:endParaRPr lang="en-US" sz="1200" b="1" i="0" u="none" strike="noStrike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no, is 0201 the smallest passive component used?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Material cost, design requirement, manufacturing yield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The PCB warpage will lead printing and PnP skew issue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needs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Need special feeder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Short risk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Difficult to rework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Too small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F5712C1-0BCA-00E4-A3B2-03DF90AB06E2}"/>
              </a:ext>
            </a:extLst>
          </p:cNvPr>
          <p:cNvSpPr txBox="1"/>
          <p:nvPr/>
        </p:nvSpPr>
        <p:spPr>
          <a:xfrm>
            <a:off x="210553" y="4566202"/>
            <a:ext cx="11303670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accent1"/>
                </a:solidFill>
              </a:rPr>
              <a:t>Only </a:t>
            </a:r>
            <a:r>
              <a:rPr lang="en-US" sz="1600" dirty="0" err="1">
                <a:solidFill>
                  <a:schemeClr val="accent1"/>
                </a:solidFill>
              </a:rPr>
              <a:t>Huaqin</a:t>
            </a:r>
            <a:r>
              <a:rPr lang="en-US" sz="1600" dirty="0">
                <a:solidFill>
                  <a:schemeClr val="accent1"/>
                </a:solidFill>
              </a:rPr>
              <a:t>, Pegatron SZ and Compal KS have experience on 01005 passive component. </a:t>
            </a:r>
          </a:p>
        </p:txBody>
      </p:sp>
      <p:sp>
        <p:nvSpPr>
          <p:cNvPr id="4" name="Action Button: Go Hom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75351A1-4DC7-E408-73EE-3D9511D91579}"/>
              </a:ext>
            </a:extLst>
          </p:cNvPr>
          <p:cNvSpPr/>
          <p:nvPr/>
        </p:nvSpPr>
        <p:spPr>
          <a:xfrm>
            <a:off x="10878684" y="5834219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8106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Recycled Solder Paste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44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altLang="zh-CN" sz="3200" dirty="0"/>
              <a:t>Recycled Solder paste</a:t>
            </a:r>
            <a:endParaRPr lang="en-US" sz="3200" dirty="0"/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145030"/>
              </p:ext>
            </p:extLst>
          </p:nvPr>
        </p:nvGraphicFramePr>
        <p:xfrm>
          <a:off x="210551" y="675827"/>
          <a:ext cx="11227916" cy="406844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85681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534732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79723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2889741">
                  <a:extLst>
                    <a:ext uri="{9D8B030D-6E8A-4147-A177-3AD203B41FA5}">
                      <a16:colId xmlns:a16="http://schemas.microsoft.com/office/drawing/2014/main" val="3848910107"/>
                    </a:ext>
                  </a:extLst>
                </a:gridCol>
                <a:gridCol w="2838039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Have you implemented recycled solder paste or solder bar in your product to support sustainability efforts?  Opportunities to reduce PCBA Carbon Footprint &gt;80% CO2 emissions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which solder paste supplier or model are you using or would prefer to use?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no, what is the primary reason for not considering recycled solder paste or bar?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no, what data would be needed to start  using recycle solder paste on some percentage of your products?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Senju M705R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Solder joint quality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SJR, SJQ data, cost parity to SAC, supply availability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requirement from customer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SJ quality, reliability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We don't consider recycle solder paste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Senju M705R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Printing issue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SJR, SJQ data, cost parity to SAC, supply availability.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All solder paste was requested by customer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Depends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SJ quality, reliability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SJR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F5712C1-0BCA-00E4-A3B2-03DF90AB06E2}"/>
              </a:ext>
            </a:extLst>
          </p:cNvPr>
          <p:cNvSpPr txBox="1"/>
          <p:nvPr/>
        </p:nvSpPr>
        <p:spPr>
          <a:xfrm>
            <a:off x="210553" y="5280656"/>
            <a:ext cx="11227914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accent1"/>
                </a:solidFill>
              </a:rPr>
              <a:t>LCFC and Pegatron SZ have experience on recycled solder paste. SJ quality and reliability are customers’ main concern.</a:t>
            </a:r>
          </a:p>
        </p:txBody>
      </p:sp>
      <p:sp>
        <p:nvSpPr>
          <p:cNvPr id="4" name="Action Button: Go Hom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38E947A-44FD-64A5-2875-560905F65296}"/>
              </a:ext>
            </a:extLst>
          </p:cNvPr>
          <p:cNvSpPr/>
          <p:nvPr/>
        </p:nvSpPr>
        <p:spPr>
          <a:xfrm>
            <a:off x="11013482" y="5960926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9179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SMT Process</a:t>
            </a:r>
          </a:p>
        </p:txBody>
      </p:sp>
    </p:spTree>
    <p:extLst>
      <p:ext uri="{BB962C8B-B14F-4D97-AF65-F5344CB8AC3E}">
        <p14:creationId xmlns:p14="http://schemas.microsoft.com/office/powerpoint/2010/main" val="171309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SMT Process Related(1 Of 4)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503B5CA7-8C98-49CD-062E-DAB370D35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714382"/>
              </p:ext>
            </p:extLst>
          </p:nvPr>
        </p:nvGraphicFramePr>
        <p:xfrm>
          <a:off x="210551" y="675827"/>
          <a:ext cx="11010817" cy="33375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31122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3326565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3326565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3326565">
                  <a:extLst>
                    <a:ext uri="{9D8B030D-6E8A-4147-A177-3AD203B41FA5}">
                      <a16:colId xmlns:a16="http://schemas.microsoft.com/office/drawing/2014/main" val="3848910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the minimum board thickness you have supported?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typical challenges for building a 0.6 mm thick PCB?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the minimum component(0201 or 0402 chip) spacing on your product?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0.6 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Warpage issue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0.178mm(7mil)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0.4 mm - small board only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The PCB warpage will make the printing, PnP and soldering process are unstable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0201:0.2mm；0402:0.25mm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0.4 mm- small board only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Warpage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0.15mm (6mil)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0.8 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The warpage will make the part easy to crack after soldering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0.23mm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0.4 mm- small board only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Board warpage issue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0.15mm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0.7mm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warpage issue, assembly issue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0.25 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0.7mm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Easy to deform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0.2mm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0.6mm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Warpage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0.2mm(8mil)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F5712C1-0BCA-00E4-A3B2-03DF90AB06E2}"/>
              </a:ext>
            </a:extLst>
          </p:cNvPr>
          <p:cNvSpPr txBox="1"/>
          <p:nvPr/>
        </p:nvSpPr>
        <p:spPr>
          <a:xfrm>
            <a:off x="210553" y="4529108"/>
            <a:ext cx="10686438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accent1"/>
                </a:solidFill>
              </a:rPr>
              <a:t>For building a 0.6 mm thick PCB, warpage is customers’ main concern. </a:t>
            </a:r>
          </a:p>
        </p:txBody>
      </p:sp>
    </p:spTree>
    <p:extLst>
      <p:ext uri="{BB962C8B-B14F-4D97-AF65-F5344CB8AC3E}">
        <p14:creationId xmlns:p14="http://schemas.microsoft.com/office/powerpoint/2010/main" val="45349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613D7-29E2-604D-EA15-B7F8813E7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AF119B-E68A-F8B1-B283-3051E95A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SMT Process Related(2 Of 4)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E29297D7-8F8B-02FD-4D4E-265FF5A9D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979765"/>
              </p:ext>
            </p:extLst>
          </p:nvPr>
        </p:nvGraphicFramePr>
        <p:xfrm>
          <a:off x="210551" y="675827"/>
          <a:ext cx="11010817" cy="35153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031122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4028159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624971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3326565">
                  <a:extLst>
                    <a:ext uri="{9D8B030D-6E8A-4147-A177-3AD203B41FA5}">
                      <a16:colId xmlns:a16="http://schemas.microsoft.com/office/drawing/2014/main" val="3848910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experience with 0.10mm (4mil) component spacing for small component such as 0201/0402 to small QFN/BGA ( 4mm x 4mm body size)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No, would you consider doing this for your product?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No, what is your concern?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SMT yield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Too close to the BGA, the part tolerance may interfere the printing process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Customer not answered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Yield and rework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Stencil will cause printing issue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2.</a:t>
                      </a:r>
                      <a:r>
                        <a:rPr kumimoji="0" lang="zh-CN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Interference during PnP process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Printing issue, shortage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PnP issue, difficult to rework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Printing and PnP issue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0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EEB41-5B1D-AF2A-7A9D-67D49E97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33AFFA-E938-00A3-E040-93D737D4E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SMT Process Related(3 Of 4)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B46A155A-3FDE-ECB6-1CAE-868352BE6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465419"/>
              </p:ext>
            </p:extLst>
          </p:nvPr>
        </p:nvGraphicFramePr>
        <p:xfrm>
          <a:off x="210551" y="675827"/>
          <a:ext cx="10954753" cy="33375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69979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4742387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4742387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the minimum pitch for any device used on your product? QFN, SMT connector or BGA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the maximum EMI shield size you experience?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sv-SE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0.35 pitch BGA (MTK PoP)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100mm*90mm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0.3 mm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80mm*16mm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0.35mm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90mm*40mm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0.35mm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NA, use clip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0.35mm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&gt;100mm*100mm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0.3 mm - 0.35 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100mm*50mm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0.35mm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60mm*60mm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0.3mm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70mm*30mm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23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4B77A-0014-C8B6-5206-6BAF6C582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F1D14F5-1BF4-33B5-479C-AFFDE4A12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SMT Process Related(4 Of 4)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BFD8CC3D-F55A-7985-152C-5ECF519E6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124279"/>
              </p:ext>
            </p:extLst>
          </p:nvPr>
        </p:nvGraphicFramePr>
        <p:xfrm>
          <a:off x="210551" y="675827"/>
          <a:ext cx="10900613" cy="370268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85681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011663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520616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3071917">
                  <a:extLst>
                    <a:ext uri="{9D8B030D-6E8A-4147-A177-3AD203B41FA5}">
                      <a16:colId xmlns:a16="http://schemas.microsoft.com/office/drawing/2014/main" val="3848910107"/>
                    </a:ext>
                  </a:extLst>
                </a:gridCol>
                <a:gridCol w="2510736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Have you used step EMI shield before?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what is the challenges you face?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normally build 2 or more different boards within the same panel? These boards will be used to assemble into a system later in the process.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what are the challenges? Please explain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Sometimes have traceability issue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113*113cm, flatness issue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5D923BA-1157-63DC-F575-37C059E7804A}"/>
              </a:ext>
            </a:extLst>
          </p:cNvPr>
          <p:cNvSpPr txBox="1"/>
          <p:nvPr/>
        </p:nvSpPr>
        <p:spPr>
          <a:xfrm>
            <a:off x="210551" y="4914118"/>
            <a:ext cx="10686438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accent1"/>
                </a:solidFill>
              </a:rPr>
              <a:t>Only Pegatron SZ has experience on step EMI shield. All customers have experience on building 2 or more different boards within the same panel.</a:t>
            </a:r>
          </a:p>
        </p:txBody>
      </p:sp>
      <p:sp>
        <p:nvSpPr>
          <p:cNvPr id="4" name="Action Button: Go Hom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AE950AF-6185-3281-825E-220EE2D45C10}"/>
              </a:ext>
            </a:extLst>
          </p:cNvPr>
          <p:cNvSpPr/>
          <p:nvPr/>
        </p:nvSpPr>
        <p:spPr>
          <a:xfrm>
            <a:off x="10686179" y="5738342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2610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AFBEC-F990-174D-8A3A-2CDC74CCF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1C974B-F2BB-476A-8C47-2D9DA41E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Stacked Capacitor</a:t>
            </a:r>
          </a:p>
        </p:txBody>
      </p:sp>
    </p:spTree>
    <p:extLst>
      <p:ext uri="{BB962C8B-B14F-4D97-AF65-F5344CB8AC3E}">
        <p14:creationId xmlns:p14="http://schemas.microsoft.com/office/powerpoint/2010/main" val="4209344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E9D1-3AAD-4316-7AAD-92E576287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75FE8F-C2B7-3BBC-1455-7D8B15DDF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Stacked Capacitor Related (1 Of 2)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F702F026-1F08-1497-210C-10DA2D435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205510"/>
              </p:ext>
            </p:extLst>
          </p:nvPr>
        </p:nvGraphicFramePr>
        <p:xfrm>
          <a:off x="210551" y="675827"/>
          <a:ext cx="10900613" cy="35198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85681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011663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520616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3071917">
                  <a:extLst>
                    <a:ext uri="{9D8B030D-6E8A-4147-A177-3AD203B41FA5}">
                      <a16:colId xmlns:a16="http://schemas.microsoft.com/office/drawing/2014/main" val="3848910107"/>
                    </a:ext>
                  </a:extLst>
                </a:gridCol>
                <a:gridCol w="2510736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Have you use stacked capacitor in your product?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see the value for stacking the Cap in your product?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Would you prefer the Cap pre-stacked by supplier or develop a factory stacked using SMT process.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Would you have interest for Intel to share the new pre-stacked cap SMT concept with you?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 from customer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 from customer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Base on design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Yes, this design can reduce board size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Pre-stacked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Pre-stacked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Pre-stacked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design requirement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Pre-stacked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 from customer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Pre-stacked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Pre-stacked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Pre-stacked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DDFC323-17E6-5A41-1A9C-E9BB63EE18E6}"/>
              </a:ext>
            </a:extLst>
          </p:cNvPr>
          <p:cNvSpPr txBox="1"/>
          <p:nvPr/>
        </p:nvSpPr>
        <p:spPr>
          <a:xfrm>
            <a:off x="210551" y="4715597"/>
            <a:ext cx="10686438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accent1"/>
                </a:solidFill>
              </a:rPr>
              <a:t>All customers never used stacked capacitors and they prefer pre-stacked by supplier.</a:t>
            </a:r>
          </a:p>
        </p:txBody>
      </p:sp>
    </p:spTree>
    <p:extLst>
      <p:ext uri="{BB962C8B-B14F-4D97-AF65-F5344CB8AC3E}">
        <p14:creationId xmlns:p14="http://schemas.microsoft.com/office/powerpoint/2010/main" val="2633048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72BA4-A65D-14C1-4CB1-F29964F00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9DC41E-6BC2-5170-3C2C-4DE02CF78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Stacked Capacitor Related(2 Of 2)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FACA49C2-58A6-04B4-A11B-5A4D73ADC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598873"/>
              </p:ext>
            </p:extLst>
          </p:nvPr>
        </p:nvGraphicFramePr>
        <p:xfrm>
          <a:off x="210551" y="675827"/>
          <a:ext cx="10900614" cy="370713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38594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163506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1732863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2812693">
                  <a:extLst>
                    <a:ext uri="{9D8B030D-6E8A-4147-A177-3AD203B41FA5}">
                      <a16:colId xmlns:a16="http://schemas.microsoft.com/office/drawing/2014/main" val="3848910107"/>
                    </a:ext>
                  </a:extLst>
                </a:gridCol>
                <a:gridCol w="2040702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  <a:gridCol w="2040702">
                  <a:extLst>
                    <a:ext uri="{9D8B030D-6E8A-4147-A177-3AD203B41FA5}">
                      <a16:colId xmlns:a16="http://schemas.microsoft.com/office/drawing/2014/main" val="104712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Paste Jetting – Do you have paste jetting capability?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in what application do you use it?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paste jetting machine is required for stacked Cap SMT process, would this be a show stopper for implementing concept?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Reflow – Is a 3rd reflow cycle a concern for implementing the stacked Cap concept?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why?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Not used anymore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 from customer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 from customer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Cost, reliability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Quality, reliability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Depends on customer requirement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May have influence on the BGA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Quality, reliability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MTL-M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Reliability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Depends on customer requirement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Line layout update, 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Depends on customer requirement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Cost, reliability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40C07F6-4F8F-294B-A960-711E349A0133}"/>
              </a:ext>
            </a:extLst>
          </p:cNvPr>
          <p:cNvSpPr txBox="1"/>
          <p:nvPr/>
        </p:nvSpPr>
        <p:spPr>
          <a:xfrm>
            <a:off x="210551" y="4903023"/>
            <a:ext cx="10686438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accent1"/>
                </a:solidFill>
              </a:rPr>
              <a:t>Only LCFC and Compal KS have paste jetting capability.</a:t>
            </a:r>
          </a:p>
        </p:txBody>
      </p:sp>
      <p:sp>
        <p:nvSpPr>
          <p:cNvPr id="4" name="Action Button: Go Hom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4535612-AD8A-986B-7C1B-AA506A8B044A}"/>
              </a:ext>
            </a:extLst>
          </p:cNvPr>
          <p:cNvSpPr/>
          <p:nvPr/>
        </p:nvSpPr>
        <p:spPr>
          <a:xfrm>
            <a:off x="10686180" y="5786468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8677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7C550-8534-4752-A750-4145E956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Rework</a:t>
            </a:r>
          </a:p>
        </p:txBody>
      </p:sp>
    </p:spTree>
    <p:extLst>
      <p:ext uri="{BB962C8B-B14F-4D97-AF65-F5344CB8AC3E}">
        <p14:creationId xmlns:p14="http://schemas.microsoft.com/office/powerpoint/2010/main" val="270786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DF2F4-58CC-22CE-32B0-8D0F550B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362205-4A47-40FF-1671-3A569BE0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Rework Related(1 Of 3)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7C7BFF33-2634-056B-5D2C-74DFDFA47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90255"/>
              </p:ext>
            </p:extLst>
          </p:nvPr>
        </p:nvGraphicFramePr>
        <p:xfrm>
          <a:off x="210551" y="675827"/>
          <a:ext cx="11010818" cy="35198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93624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293813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3355260">
                  <a:extLst>
                    <a:ext uri="{9D8B030D-6E8A-4147-A177-3AD203B41FA5}">
                      <a16:colId xmlns:a16="http://schemas.microsoft.com/office/drawing/2014/main" val="3848910107"/>
                    </a:ext>
                  </a:extLst>
                </a:gridCol>
                <a:gridCol w="2536120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equipment vendor do you use for automated rework?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model of equipment do you use for automated rework?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mode of heating does your tool use?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the largest BGA package you have successfully reworked?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RD500-V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Combination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50mmX25mm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Ersa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Ersa Hybrid Rework 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Combination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50mmX25mm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Yeou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Electric(local brand)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BTF-950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Convection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50mmX25mm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Microasm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MLX- E6250C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Combination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41.5mm x41.5mm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VTTECH, SRT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360SAM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Convection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52mm*52mm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QUICK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EA-H15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Infrared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50mm*31mm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QUICK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EA-H00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Convection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50mmX25mm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DIC, Quick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RD500III    RD500S III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Combination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50mmX25mm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312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606A6-5407-E930-6476-CF5F86BF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A0613A-9E61-B2F2-AF76-4A8A1455B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Rework Related(2 Of 3)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A425D6DD-70D1-8986-5449-E7FF71B44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575637"/>
              </p:ext>
            </p:extLst>
          </p:nvPr>
        </p:nvGraphicFramePr>
        <p:xfrm>
          <a:off x="210551" y="675827"/>
          <a:ext cx="11010818" cy="351980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93624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547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3495526">
                  <a:extLst>
                    <a:ext uri="{9D8B030D-6E8A-4147-A177-3AD203B41FA5}">
                      <a16:colId xmlns:a16="http://schemas.microsoft.com/office/drawing/2014/main" val="3848910107"/>
                    </a:ext>
                  </a:extLst>
                </a:gridCol>
                <a:gridCol w="2536120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the thickest board you are capable of reworking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Have you successfully reworked Package on Package?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use specialized collaterals for Package on Package rework, and if so, please list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Have you successfully reworked packages with edge or corner glue?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1.6 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Scraper Tool, PCBA pallet, customized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nozzel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 study @LNL MOP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1.6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Customized fixture, rework station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1.6 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Site heater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1.6 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Site heater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1.78mm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Flux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1.6 mm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1.6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1.27 mm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04DEE13-2926-3921-FAC3-8F007A8550B0}"/>
              </a:ext>
            </a:extLst>
          </p:cNvPr>
          <p:cNvSpPr txBox="1"/>
          <p:nvPr/>
        </p:nvSpPr>
        <p:spPr>
          <a:xfrm>
            <a:off x="210553" y="4697550"/>
            <a:ext cx="10686438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accent1"/>
                </a:solidFill>
              </a:rPr>
              <a:t>LCFC, </a:t>
            </a:r>
            <a:r>
              <a:rPr lang="en-US" sz="1600" dirty="0" err="1">
                <a:solidFill>
                  <a:schemeClr val="accent1"/>
                </a:solidFill>
              </a:rPr>
              <a:t>Huaqin</a:t>
            </a:r>
            <a:r>
              <a:rPr lang="en-US" sz="1600" dirty="0">
                <a:solidFill>
                  <a:schemeClr val="accent1"/>
                </a:solidFill>
              </a:rPr>
              <a:t>, </a:t>
            </a:r>
            <a:r>
              <a:rPr lang="en-US" sz="1600" dirty="0" err="1">
                <a:solidFill>
                  <a:schemeClr val="accent1"/>
                </a:solidFill>
              </a:rPr>
              <a:t>Inventec</a:t>
            </a:r>
            <a:r>
              <a:rPr lang="en-US" sz="1600" dirty="0">
                <a:solidFill>
                  <a:schemeClr val="accent1"/>
                </a:solidFill>
              </a:rPr>
              <a:t> CQ and Compal KS have successfully reworked </a:t>
            </a:r>
            <a:r>
              <a:rPr lang="en-US" sz="1600" dirty="0" err="1">
                <a:solidFill>
                  <a:schemeClr val="accent1"/>
                </a:solidFill>
              </a:rPr>
              <a:t>PoP</a:t>
            </a:r>
            <a:r>
              <a:rPr lang="en-US" sz="1600" dirty="0">
                <a:solidFill>
                  <a:schemeClr val="accent1"/>
                </a:solidFill>
              </a:rPr>
              <a:t> package, but all customers have not successfully reworked packages with edge or corner glue.</a:t>
            </a:r>
          </a:p>
        </p:txBody>
      </p:sp>
    </p:spTree>
    <p:extLst>
      <p:ext uri="{BB962C8B-B14F-4D97-AF65-F5344CB8AC3E}">
        <p14:creationId xmlns:p14="http://schemas.microsoft.com/office/powerpoint/2010/main" val="133689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DB5D7-5072-8A6F-0150-745E475FD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3B900A-8BA4-8542-2842-A547EFF5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Rework Related(3 Of 3)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379FC4F2-570A-2F20-89FE-D137828DC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286502"/>
              </p:ext>
            </p:extLst>
          </p:nvPr>
        </p:nvGraphicFramePr>
        <p:xfrm>
          <a:off x="210551" y="675827"/>
          <a:ext cx="11010815" cy="434721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93624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3268372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2713121">
                  <a:extLst>
                    <a:ext uri="{9D8B030D-6E8A-4147-A177-3AD203B41FA5}">
                      <a16:colId xmlns:a16="http://schemas.microsoft.com/office/drawing/2014/main" val="3848910107"/>
                    </a:ext>
                  </a:extLst>
                </a:gridCol>
                <a:gridCol w="2203698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preferred rework method to replace memory on package on package?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is your method of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reflashing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BIOS when repairing a failing board?</a:t>
                      </a:r>
                    </a:p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1. Remove and replace SPI Chip</a:t>
                      </a:r>
                    </a:p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2. Reflash the BIOS using EFI or 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WinOS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tool (</a:t>
                      </a:r>
                      <a:r>
                        <a:rPr lang="en-US" sz="1200" b="1" i="0" u="none" strike="noStrike" cap="none" spc="0" baseline="0" dirty="0" err="1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ie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. FPT- Flash Programmable Tool)</a:t>
                      </a:r>
                    </a:p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3. Both #1 and #2</a:t>
                      </a:r>
                    </a:p>
                    <a:p>
                      <a:pPr algn="ctr" fontAlgn="b"/>
                      <a:endParaRPr lang="en-US" sz="1200" b="1" i="0" u="none" strike="noStrike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have Debug POST card?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how many card do you usually have in your repair station?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Flux brushing, automatic placement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Both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1pc/Person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Automatic placement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Both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1pc/Person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Flux brushing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Both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1pc/Person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Automatic alignment and placement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Both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 card/station,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typec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and HDMI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Manual placement and alignment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Both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No, use SAM/UEFI log file, output from debug port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Flux brushing, automatic placement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Both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Customer not answered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Remove and replace SPI Chip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Not used now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Prefer automatic placement, but current machine does not support this function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1 card/station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48441E7-8D79-43A9-E09B-AAC275AECBE7}"/>
              </a:ext>
            </a:extLst>
          </p:cNvPr>
          <p:cNvSpPr txBox="1"/>
          <p:nvPr/>
        </p:nvSpPr>
        <p:spPr>
          <a:xfrm>
            <a:off x="210551" y="5587998"/>
            <a:ext cx="10686438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600" dirty="0">
                <a:solidFill>
                  <a:schemeClr val="accent1"/>
                </a:solidFill>
              </a:rPr>
              <a:t>Most</a:t>
            </a:r>
            <a:r>
              <a:rPr lang="en-US" sz="1600" dirty="0">
                <a:solidFill>
                  <a:schemeClr val="accent1"/>
                </a:solidFill>
              </a:rPr>
              <a:t> customers have Debug POST card at their debug station. </a:t>
            </a:r>
          </a:p>
        </p:txBody>
      </p:sp>
      <p:sp>
        <p:nvSpPr>
          <p:cNvPr id="4" name="Action Button: Go Hom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498140E-AC59-C990-14C5-AD4394138599}"/>
              </a:ext>
            </a:extLst>
          </p:cNvPr>
          <p:cNvSpPr/>
          <p:nvPr/>
        </p:nvSpPr>
        <p:spPr>
          <a:xfrm>
            <a:off x="10796384" y="5834219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93068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E6568-BFD2-5A3E-2D95-799ADAAEA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3AE1C1-DF3F-816E-188E-44A03628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MOP &amp; POP Test Related</a:t>
            </a:r>
          </a:p>
        </p:txBody>
      </p:sp>
    </p:spTree>
    <p:extLst>
      <p:ext uri="{BB962C8B-B14F-4D97-AF65-F5344CB8AC3E}">
        <p14:creationId xmlns:p14="http://schemas.microsoft.com/office/powerpoint/2010/main" val="427982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596AD-F593-3D51-E78D-A3051A16E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A66BDD-06C3-D3F7-F4B4-72439C0A0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553" y="132550"/>
            <a:ext cx="11010816" cy="952499"/>
          </a:xfrm>
        </p:spPr>
        <p:txBody>
          <a:bodyPr/>
          <a:lstStyle/>
          <a:p>
            <a:r>
              <a:rPr lang="en-US" sz="3200" dirty="0"/>
              <a:t>MOP &amp; POP Test Related(1 Of 1)</a:t>
            </a:r>
          </a:p>
        </p:txBody>
      </p:sp>
      <p:graphicFrame>
        <p:nvGraphicFramePr>
          <p:cNvPr id="3" name="Table 9">
            <a:extLst>
              <a:ext uri="{FF2B5EF4-FFF2-40B4-BE49-F238E27FC236}">
                <a16:creationId xmlns:a16="http://schemas.microsoft.com/office/drawing/2014/main" id="{B5D85BB2-6A5B-1A02-EAC7-93577503A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775597"/>
              </p:ext>
            </p:extLst>
          </p:nvPr>
        </p:nvGraphicFramePr>
        <p:xfrm>
          <a:off x="210551" y="675827"/>
          <a:ext cx="11010816" cy="352425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45050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1651590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1750382">
                  <a:extLst>
                    <a:ext uri="{9D8B030D-6E8A-4147-A177-3AD203B41FA5}">
                      <a16:colId xmlns:a16="http://schemas.microsoft.com/office/drawing/2014/main" val="2540138070"/>
                    </a:ext>
                  </a:extLst>
                </a:gridCol>
                <a:gridCol w="2841128">
                  <a:extLst>
                    <a:ext uri="{9D8B030D-6E8A-4147-A177-3AD203B41FA5}">
                      <a16:colId xmlns:a16="http://schemas.microsoft.com/office/drawing/2014/main" val="3848910107"/>
                    </a:ext>
                  </a:extLst>
                </a:gridCol>
                <a:gridCol w="2061333">
                  <a:extLst>
                    <a:ext uri="{9D8B030D-6E8A-4147-A177-3AD203B41FA5}">
                      <a16:colId xmlns:a16="http://schemas.microsoft.com/office/drawing/2014/main" val="1360623046"/>
                    </a:ext>
                  </a:extLst>
                </a:gridCol>
                <a:gridCol w="2061333">
                  <a:extLst>
                    <a:ext uri="{9D8B030D-6E8A-4147-A177-3AD203B41FA5}">
                      <a16:colId xmlns:a16="http://schemas.microsoft.com/office/drawing/2014/main" val="877122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Does your SMT implement ICT or ATE test?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only ICT or ATE or Both?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 If yes, do you cover power signal test related to memory?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yes, do you cover memory data signals?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yes, do you cover boundary scan test on memory data signals?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ICT ATE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Huaqin</a:t>
                      </a:r>
                      <a:endParaRPr lang="en-US" sz="1200" b="1" i="0" u="none" strike="noStrike" cap="none" spc="0" baseline="0" dirty="0">
                        <a:solidFill>
                          <a:schemeClr val="tx1"/>
                        </a:solidFill>
                        <a:effectLst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ICT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0" cap="none" spc="0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  <a:endParaRPr kumimoji="0" lang="en-US" sz="10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Inventec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ICT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9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ICT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75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Only FCT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9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ATE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5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09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noProof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CQ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ICT desktop/notebook MDA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9940"/>
                  </a:ext>
                </a:extLst>
              </a:tr>
            </a:tbl>
          </a:graphicData>
        </a:graphic>
      </p:graphicFrame>
      <p:sp>
        <p:nvSpPr>
          <p:cNvPr id="4" name="Action Button: Go Hom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9A58ECA-A69C-97E2-E31C-BA2A21CE0F45}"/>
              </a:ext>
            </a:extLst>
          </p:cNvPr>
          <p:cNvSpPr/>
          <p:nvPr/>
        </p:nvSpPr>
        <p:spPr>
          <a:xfrm>
            <a:off x="10796382" y="5732326"/>
            <a:ext cx="424985" cy="294398"/>
          </a:xfrm>
          <a:prstGeom prst="actionButtonHome">
            <a:avLst/>
          </a:prstGeom>
          <a:solidFill>
            <a:srgbClr val="00B0F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FillTx/>
              <a:latin typeface="IntelOne Display Regular" panose="020B05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78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2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9" ma:contentTypeDescription="Create a new document." ma:contentTypeScope="" ma:versionID="772cae2c305b4f62e85a22adf2aa3c79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28598a7512f346c30fccd3bc93b29e17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A3110697-A938-4795-8C22-FBCB70EFF831}"/>
</file>

<file path=customXml/itemProps2.xml><?xml version="1.0" encoding="utf-8"?>
<ds:datastoreItem xmlns:ds="http://schemas.openxmlformats.org/officeDocument/2006/customXml" ds:itemID="{201C66F3-FBD8-4B0F-98D9-445FE3649D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B8A99-8161-4D52-8DFD-478F5C1B3170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30359</TotalTime>
  <Words>4703</Words>
  <Application>Microsoft Office PowerPoint</Application>
  <PresentationFormat>Widescreen</PresentationFormat>
  <Paragraphs>1274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Helvetica Neue</vt:lpstr>
      <vt:lpstr>Helvetica Neue Medium</vt:lpstr>
      <vt:lpstr>Arial</vt:lpstr>
      <vt:lpstr>Calibri</vt:lpstr>
      <vt:lpstr>Helvetica</vt:lpstr>
      <vt:lpstr>Intel Clear</vt:lpstr>
      <vt:lpstr>Intel Clear Light</vt:lpstr>
      <vt:lpstr>IntelOne Display Regular</vt:lpstr>
      <vt:lpstr>Wingdings</vt:lpstr>
      <vt:lpstr>21_BasicWhite</vt:lpstr>
      <vt:lpstr>2025 Nova Lake CRD_ODM Summary Report</vt:lpstr>
      <vt:lpstr>General SMT Line Layout</vt:lpstr>
      <vt:lpstr>Objectives</vt:lpstr>
      <vt:lpstr>Agenda</vt:lpstr>
      <vt:lpstr>Highlights</vt:lpstr>
      <vt:lpstr>MOB Related</vt:lpstr>
      <vt:lpstr>MOB(1 Of 2)</vt:lpstr>
      <vt:lpstr>MOB(2 Of 2)</vt:lpstr>
      <vt:lpstr>MOP and POP Related</vt:lpstr>
      <vt:lpstr>MOP and POP(1 Of 5)</vt:lpstr>
      <vt:lpstr>MOP and POP(2 Of 5)</vt:lpstr>
      <vt:lpstr>MOP and POP(3 Of 5)</vt:lpstr>
      <vt:lpstr>MOP and POP(4 Of 5)</vt:lpstr>
      <vt:lpstr>MOP and POP(5 Of 5)</vt:lpstr>
      <vt:lpstr>Adhesive Related</vt:lpstr>
      <vt:lpstr>Adhesive(1 Of 5)</vt:lpstr>
      <vt:lpstr>Adhesive(2 Of 5)</vt:lpstr>
      <vt:lpstr>Adhesive(3 Of 5)</vt:lpstr>
      <vt:lpstr>Adhesive(4 Of 5)</vt:lpstr>
      <vt:lpstr>Adhesive(5 Of 5)</vt:lpstr>
      <vt:lpstr>Machine Related</vt:lpstr>
      <vt:lpstr>Machine(1 Of 3)</vt:lpstr>
      <vt:lpstr>Machine(2 Of 3)</vt:lpstr>
      <vt:lpstr>Machine(3 Of 3)</vt:lpstr>
      <vt:lpstr>Pick &amp; Place (miniaturization - TK3)</vt:lpstr>
      <vt:lpstr>Pick &amp; Place (miniaturization - TK3)</vt:lpstr>
      <vt:lpstr>Recycled Solder Paste</vt:lpstr>
      <vt:lpstr>Recycled Solder paste</vt:lpstr>
      <vt:lpstr>SMT Process</vt:lpstr>
      <vt:lpstr>SMT Process Related(1 Of 4)</vt:lpstr>
      <vt:lpstr>SMT Process Related(2 Of 4)</vt:lpstr>
      <vt:lpstr>SMT Process Related(3 Of 4)</vt:lpstr>
      <vt:lpstr>SMT Process Related(4 Of 4)</vt:lpstr>
      <vt:lpstr>Stacked Capacitor</vt:lpstr>
      <vt:lpstr>Stacked Capacitor Related (1 Of 2)</vt:lpstr>
      <vt:lpstr>Stacked Capacitor Related(2 Of 2)</vt:lpstr>
      <vt:lpstr>Rework</vt:lpstr>
      <vt:lpstr>Rework Related(1 Of 3)</vt:lpstr>
      <vt:lpstr>Rework Related(2 Of 3)</vt:lpstr>
      <vt:lpstr>Rework Related(3 Of 3)</vt:lpstr>
      <vt:lpstr>MOP &amp; POP Test Related</vt:lpstr>
      <vt:lpstr>MOP &amp; POP Test Related(1 Of 1)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Killeen, Kristine</dc:creator>
  <cp:keywords>CTPClassification=CTP_NT</cp:keywords>
  <cp:lastModifiedBy>Zheng, Binghuan</cp:lastModifiedBy>
  <cp:revision>187</cp:revision>
  <dcterms:modified xsi:type="dcterms:W3CDTF">2025-10-24T06:25:16Z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0x010100C25921F9D4874B40A69C72F5C132575A</vt:lpwstr>
  </property>
</Properties>
</file>