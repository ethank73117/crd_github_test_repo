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59"/>
  </p:notesMasterIdLst>
  <p:handoutMasterIdLst>
    <p:handoutMasterId r:id="rId60"/>
  </p:handoutMasterIdLst>
  <p:sldIdLst>
    <p:sldId id="256" r:id="rId5"/>
    <p:sldId id="345" r:id="rId6"/>
    <p:sldId id="346" r:id="rId7"/>
    <p:sldId id="526" r:id="rId8"/>
    <p:sldId id="402" r:id="rId9"/>
    <p:sldId id="437" r:id="rId10"/>
    <p:sldId id="451" r:id="rId11"/>
    <p:sldId id="486" r:id="rId12"/>
    <p:sldId id="487" r:id="rId13"/>
    <p:sldId id="488" r:id="rId14"/>
    <p:sldId id="444" r:id="rId15"/>
    <p:sldId id="489" r:id="rId16"/>
    <p:sldId id="490" r:id="rId17"/>
    <p:sldId id="491" r:id="rId18"/>
    <p:sldId id="447" r:id="rId19"/>
    <p:sldId id="492" r:id="rId20"/>
    <p:sldId id="493" r:id="rId21"/>
    <p:sldId id="494" r:id="rId22"/>
    <p:sldId id="495" r:id="rId23"/>
    <p:sldId id="496" r:id="rId24"/>
    <p:sldId id="497" r:id="rId25"/>
    <p:sldId id="450" r:id="rId26"/>
    <p:sldId id="498" r:id="rId27"/>
    <p:sldId id="499" r:id="rId28"/>
    <p:sldId id="500" r:id="rId29"/>
    <p:sldId id="501" r:id="rId30"/>
    <p:sldId id="502" r:id="rId31"/>
    <p:sldId id="503" r:id="rId32"/>
    <p:sldId id="504" r:id="rId33"/>
    <p:sldId id="505" r:id="rId34"/>
    <p:sldId id="506" r:id="rId35"/>
    <p:sldId id="507" r:id="rId36"/>
    <p:sldId id="508" r:id="rId37"/>
    <p:sldId id="509" r:id="rId38"/>
    <p:sldId id="510" r:id="rId39"/>
    <p:sldId id="511" r:id="rId40"/>
    <p:sldId id="512" r:id="rId41"/>
    <p:sldId id="513" r:id="rId42"/>
    <p:sldId id="514" r:id="rId43"/>
    <p:sldId id="515" r:id="rId44"/>
    <p:sldId id="516" r:id="rId45"/>
    <p:sldId id="517" r:id="rId46"/>
    <p:sldId id="518" r:id="rId47"/>
    <p:sldId id="519" r:id="rId48"/>
    <p:sldId id="520" r:id="rId49"/>
    <p:sldId id="521" r:id="rId50"/>
    <p:sldId id="522" r:id="rId51"/>
    <p:sldId id="523" r:id="rId52"/>
    <p:sldId id="524" r:id="rId53"/>
    <p:sldId id="528" r:id="rId54"/>
    <p:sldId id="292" r:id="rId55"/>
    <p:sldId id="525" r:id="rId56"/>
    <p:sldId id="527" r:id="rId57"/>
    <p:sldId id="529" r:id="rId58"/>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0F0"/>
    <a:srgbClr val="FC6467"/>
    <a:srgbClr val="0068B5"/>
    <a:srgbClr val="E7EBF3"/>
    <a:srgbClr val="2872C5"/>
    <a:srgbClr val="525252"/>
    <a:srgbClr val="FFFFFF"/>
    <a:srgbClr val="00C7FD"/>
    <a:srgbClr val="004A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289620-1A04-4CBE-8F79-62382FF4C4DB}" v="17" dt="2024-11-07T02:34:17.242"/>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001" autoAdjust="0"/>
    <p:restoredTop sz="97423" autoAdjust="0"/>
  </p:normalViewPr>
  <p:slideViewPr>
    <p:cSldViewPr snapToGrid="0" snapToObjects="1">
      <p:cViewPr varScale="1">
        <p:scale>
          <a:sx n="110" d="100"/>
          <a:sy n="110" d="100"/>
        </p:scale>
        <p:origin x="1092" y="114"/>
      </p:cViewPr>
      <p:guideLst>
        <p:guide orient="horz" pos="4032"/>
        <p:guide pos="739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045"/>
    </p:cViewPr>
  </p:sorterViewPr>
  <p:notesViewPr>
    <p:cSldViewPr snapToGrid="0" snapToObjects="1">
      <p:cViewPr varScale="1">
        <p:scale>
          <a:sx n="59" d="100"/>
          <a:sy n="59" d="100"/>
        </p:scale>
        <p:origin x="1603" y="6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microsoft.com/office/2015/10/relationships/revisionInfo" Target="revisionInfo.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65"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eng, Binghuan" userId="0c8cd837-2f89-4b12-8657-4317aa4b18aa" providerId="ADAL" clId="{B33377D4-29D8-4F12-AE62-723DC9A54F46}"/>
    <pc:docChg chg="undo custSel addSld modSld">
      <pc:chgData name="Zheng, Binghuan" userId="0c8cd837-2f89-4b12-8657-4317aa4b18aa" providerId="ADAL" clId="{B33377D4-29D8-4F12-AE62-723DC9A54F46}" dt="2024-09-20T08:10:45.158" v="1209" actId="20577"/>
      <pc:docMkLst>
        <pc:docMk/>
      </pc:docMkLst>
      <pc:sldChg chg="modSp mod">
        <pc:chgData name="Zheng, Binghuan" userId="0c8cd837-2f89-4b12-8657-4317aa4b18aa" providerId="ADAL" clId="{B33377D4-29D8-4F12-AE62-723DC9A54F46}" dt="2024-09-20T08:09:10.089" v="1195" actId="20577"/>
        <pc:sldMkLst>
          <pc:docMk/>
          <pc:sldMk cId="723533408" sldId="402"/>
        </pc:sldMkLst>
        <pc:spChg chg="mod">
          <ac:chgData name="Zheng, Binghuan" userId="0c8cd837-2f89-4b12-8657-4317aa4b18aa" providerId="ADAL" clId="{B33377D4-29D8-4F12-AE62-723DC9A54F46}" dt="2024-09-20T08:09:10.089" v="1195" actId="20577"/>
          <ac:spMkLst>
            <pc:docMk/>
            <pc:sldMk cId="723533408" sldId="402"/>
            <ac:spMk id="3" creationId="{96457946-1483-4C9A-8FE4-A2862E3EFF3F}"/>
          </ac:spMkLst>
        </pc:spChg>
      </pc:sldChg>
      <pc:sldChg chg="modSp mod">
        <pc:chgData name="Zheng, Binghuan" userId="0c8cd837-2f89-4b12-8657-4317aa4b18aa" providerId="ADAL" clId="{B33377D4-29D8-4F12-AE62-723DC9A54F46}" dt="2024-09-18T06:16:59.548" v="144" actId="20577"/>
        <pc:sldMkLst>
          <pc:docMk/>
          <pc:sldMk cId="2050256125" sldId="451"/>
        </pc:sldMkLst>
        <pc:spChg chg="mod">
          <ac:chgData name="Zheng, Binghuan" userId="0c8cd837-2f89-4b12-8657-4317aa4b18aa" providerId="ADAL" clId="{B33377D4-29D8-4F12-AE62-723DC9A54F46}" dt="2024-09-18T06:16:59.548" v="144" actId="20577"/>
          <ac:spMkLst>
            <pc:docMk/>
            <pc:sldMk cId="2050256125" sldId="451"/>
            <ac:spMk id="4" creationId="{739ED610-7AC8-45CD-BCC6-B494109E5D9F}"/>
          </ac:spMkLst>
        </pc:spChg>
        <pc:graphicFrameChg chg="modGraphic">
          <ac:chgData name="Zheng, Binghuan" userId="0c8cd837-2f89-4b12-8657-4317aa4b18aa" providerId="ADAL" clId="{B33377D4-29D8-4F12-AE62-723DC9A54F46}" dt="2024-09-18T06:11:40.657" v="22" actId="13926"/>
          <ac:graphicFrameMkLst>
            <pc:docMk/>
            <pc:sldMk cId="2050256125" sldId="451"/>
            <ac:graphicFrameMk id="3" creationId="{503B5CA7-8C98-49CD-062E-DAB370D359FC}"/>
          </ac:graphicFrameMkLst>
        </pc:graphicFrameChg>
      </pc:sldChg>
      <pc:sldChg chg="modSp mod">
        <pc:chgData name="Zheng, Binghuan" userId="0c8cd837-2f89-4b12-8657-4317aa4b18aa" providerId="ADAL" clId="{B33377D4-29D8-4F12-AE62-723DC9A54F46}" dt="2024-09-18T06:16:53.756" v="143" actId="20577"/>
        <pc:sldMkLst>
          <pc:docMk/>
          <pc:sldMk cId="1443141661" sldId="486"/>
        </pc:sldMkLst>
        <pc:spChg chg="mod">
          <ac:chgData name="Zheng, Binghuan" userId="0c8cd837-2f89-4b12-8657-4317aa4b18aa" providerId="ADAL" clId="{B33377D4-29D8-4F12-AE62-723DC9A54F46}" dt="2024-09-18T06:16:53.756" v="143" actId="20577"/>
          <ac:spMkLst>
            <pc:docMk/>
            <pc:sldMk cId="1443141661" sldId="486"/>
            <ac:spMk id="4" creationId="{739ED610-7AC8-45CD-BCC6-B494109E5D9F}"/>
          </ac:spMkLst>
        </pc:spChg>
        <pc:graphicFrameChg chg="modGraphic">
          <ac:chgData name="Zheng, Binghuan" userId="0c8cd837-2f89-4b12-8657-4317aa4b18aa" providerId="ADAL" clId="{B33377D4-29D8-4F12-AE62-723DC9A54F46}" dt="2024-09-18T06:14:59.545" v="42" actId="20577"/>
          <ac:graphicFrameMkLst>
            <pc:docMk/>
            <pc:sldMk cId="1443141661" sldId="486"/>
            <ac:graphicFrameMk id="3" creationId="{503B5CA7-8C98-49CD-062E-DAB370D359FC}"/>
          </ac:graphicFrameMkLst>
        </pc:graphicFrameChg>
      </pc:sldChg>
      <pc:sldChg chg="modSp mod">
        <pc:chgData name="Zheng, Binghuan" userId="0c8cd837-2f89-4b12-8657-4317aa4b18aa" providerId="ADAL" clId="{B33377D4-29D8-4F12-AE62-723DC9A54F46}" dt="2024-09-18T06:19:12.952" v="145" actId="20577"/>
        <pc:sldMkLst>
          <pc:docMk/>
          <pc:sldMk cId="2985871454" sldId="487"/>
        </pc:sldMkLst>
        <pc:spChg chg="mod">
          <ac:chgData name="Zheng, Binghuan" userId="0c8cd837-2f89-4b12-8657-4317aa4b18aa" providerId="ADAL" clId="{B33377D4-29D8-4F12-AE62-723DC9A54F46}" dt="2024-09-18T06:19:12.952" v="145" actId="20577"/>
          <ac:spMkLst>
            <pc:docMk/>
            <pc:sldMk cId="2985871454" sldId="487"/>
            <ac:spMk id="4" creationId="{739ED610-7AC8-45CD-BCC6-B494109E5D9F}"/>
          </ac:spMkLst>
        </pc:spChg>
      </pc:sldChg>
      <pc:sldChg chg="modSp mod">
        <pc:chgData name="Zheng, Binghuan" userId="0c8cd837-2f89-4b12-8657-4317aa4b18aa" providerId="ADAL" clId="{B33377D4-29D8-4F12-AE62-723DC9A54F46}" dt="2024-09-18T06:22:12.309" v="167" actId="20577"/>
        <pc:sldMkLst>
          <pc:docMk/>
          <pc:sldMk cId="2918012652" sldId="488"/>
        </pc:sldMkLst>
        <pc:graphicFrameChg chg="mod modGraphic">
          <ac:chgData name="Zheng, Binghuan" userId="0c8cd837-2f89-4b12-8657-4317aa4b18aa" providerId="ADAL" clId="{B33377D4-29D8-4F12-AE62-723DC9A54F46}" dt="2024-09-18T06:22:12.309" v="167" actId="20577"/>
          <ac:graphicFrameMkLst>
            <pc:docMk/>
            <pc:sldMk cId="2918012652" sldId="488"/>
            <ac:graphicFrameMk id="3" creationId="{503B5CA7-8C98-49CD-062E-DAB370D359FC}"/>
          </ac:graphicFrameMkLst>
        </pc:graphicFrameChg>
      </pc:sldChg>
      <pc:sldChg chg="modSp mod">
        <pc:chgData name="Zheng, Binghuan" userId="0c8cd837-2f89-4b12-8657-4317aa4b18aa" providerId="ADAL" clId="{B33377D4-29D8-4F12-AE62-723DC9A54F46}" dt="2024-09-18T06:25:18.830" v="174" actId="13926"/>
        <pc:sldMkLst>
          <pc:docMk/>
          <pc:sldMk cId="2729596788" sldId="489"/>
        </pc:sldMkLst>
        <pc:graphicFrameChg chg="modGraphic">
          <ac:chgData name="Zheng, Binghuan" userId="0c8cd837-2f89-4b12-8657-4317aa4b18aa" providerId="ADAL" clId="{B33377D4-29D8-4F12-AE62-723DC9A54F46}" dt="2024-09-18T06:25:18.830" v="174" actId="13926"/>
          <ac:graphicFrameMkLst>
            <pc:docMk/>
            <pc:sldMk cId="2729596788" sldId="489"/>
            <ac:graphicFrameMk id="3" creationId="{503B5CA7-8C98-49CD-062E-DAB370D359FC}"/>
          </ac:graphicFrameMkLst>
        </pc:graphicFrameChg>
      </pc:sldChg>
      <pc:sldChg chg="modSp mod">
        <pc:chgData name="Zheng, Binghuan" userId="0c8cd837-2f89-4b12-8657-4317aa4b18aa" providerId="ADAL" clId="{B33377D4-29D8-4F12-AE62-723DC9A54F46}" dt="2024-09-18T06:27:48.619" v="179"/>
        <pc:sldMkLst>
          <pc:docMk/>
          <pc:sldMk cId="522948719" sldId="490"/>
        </pc:sldMkLst>
        <pc:graphicFrameChg chg="mod modGraphic">
          <ac:chgData name="Zheng, Binghuan" userId="0c8cd837-2f89-4b12-8657-4317aa4b18aa" providerId="ADAL" clId="{B33377D4-29D8-4F12-AE62-723DC9A54F46}" dt="2024-09-18T06:27:48.619" v="179"/>
          <ac:graphicFrameMkLst>
            <pc:docMk/>
            <pc:sldMk cId="522948719" sldId="490"/>
            <ac:graphicFrameMk id="3" creationId="{503B5CA7-8C98-49CD-062E-DAB370D359FC}"/>
          </ac:graphicFrameMkLst>
        </pc:graphicFrameChg>
      </pc:sldChg>
      <pc:sldChg chg="modSp mod">
        <pc:chgData name="Zheng, Binghuan" userId="0c8cd837-2f89-4b12-8657-4317aa4b18aa" providerId="ADAL" clId="{B33377D4-29D8-4F12-AE62-723DC9A54F46}" dt="2024-09-18T06:32:51.558" v="290" actId="20577"/>
        <pc:sldMkLst>
          <pc:docMk/>
          <pc:sldMk cId="3011713260" sldId="492"/>
        </pc:sldMkLst>
        <pc:spChg chg="mod">
          <ac:chgData name="Zheng, Binghuan" userId="0c8cd837-2f89-4b12-8657-4317aa4b18aa" providerId="ADAL" clId="{B33377D4-29D8-4F12-AE62-723DC9A54F46}" dt="2024-09-18T06:32:51.558" v="290" actId="20577"/>
          <ac:spMkLst>
            <pc:docMk/>
            <pc:sldMk cId="3011713260" sldId="492"/>
            <ac:spMk id="4" creationId="{739ED610-7AC8-45CD-BCC6-B494109E5D9F}"/>
          </ac:spMkLst>
        </pc:spChg>
        <pc:graphicFrameChg chg="mod modGraphic">
          <ac:chgData name="Zheng, Binghuan" userId="0c8cd837-2f89-4b12-8657-4317aa4b18aa" providerId="ADAL" clId="{B33377D4-29D8-4F12-AE62-723DC9A54F46}" dt="2024-09-18T06:31:02.357" v="183" actId="20577"/>
          <ac:graphicFrameMkLst>
            <pc:docMk/>
            <pc:sldMk cId="3011713260" sldId="492"/>
            <ac:graphicFrameMk id="3" creationId="{503B5CA7-8C98-49CD-062E-DAB370D359FC}"/>
          </ac:graphicFrameMkLst>
        </pc:graphicFrameChg>
      </pc:sldChg>
      <pc:sldChg chg="modSp mod">
        <pc:chgData name="Zheng, Binghuan" userId="0c8cd837-2f89-4b12-8657-4317aa4b18aa" providerId="ADAL" clId="{B33377D4-29D8-4F12-AE62-723DC9A54F46}" dt="2024-09-18T06:34:18.900" v="295" actId="13926"/>
        <pc:sldMkLst>
          <pc:docMk/>
          <pc:sldMk cId="1857770909" sldId="493"/>
        </pc:sldMkLst>
        <pc:graphicFrameChg chg="modGraphic">
          <ac:chgData name="Zheng, Binghuan" userId="0c8cd837-2f89-4b12-8657-4317aa4b18aa" providerId="ADAL" clId="{B33377D4-29D8-4F12-AE62-723DC9A54F46}" dt="2024-09-18T06:34:18.900" v="295" actId="13926"/>
          <ac:graphicFrameMkLst>
            <pc:docMk/>
            <pc:sldMk cId="1857770909" sldId="493"/>
            <ac:graphicFrameMk id="3" creationId="{503B5CA7-8C98-49CD-062E-DAB370D359FC}"/>
          </ac:graphicFrameMkLst>
        </pc:graphicFrameChg>
      </pc:sldChg>
      <pc:sldChg chg="modSp mod">
        <pc:chgData name="Zheng, Binghuan" userId="0c8cd837-2f89-4b12-8657-4317aa4b18aa" providerId="ADAL" clId="{B33377D4-29D8-4F12-AE62-723DC9A54F46}" dt="2024-09-18T06:37:27.946" v="302" actId="13926"/>
        <pc:sldMkLst>
          <pc:docMk/>
          <pc:sldMk cId="638383612" sldId="494"/>
        </pc:sldMkLst>
        <pc:graphicFrameChg chg="modGraphic">
          <ac:chgData name="Zheng, Binghuan" userId="0c8cd837-2f89-4b12-8657-4317aa4b18aa" providerId="ADAL" clId="{B33377D4-29D8-4F12-AE62-723DC9A54F46}" dt="2024-09-18T06:37:27.946" v="302" actId="13926"/>
          <ac:graphicFrameMkLst>
            <pc:docMk/>
            <pc:sldMk cId="638383612" sldId="494"/>
            <ac:graphicFrameMk id="3" creationId="{503B5CA7-8C98-49CD-062E-DAB370D359FC}"/>
          </ac:graphicFrameMkLst>
        </pc:graphicFrameChg>
      </pc:sldChg>
      <pc:sldChg chg="modSp mod">
        <pc:chgData name="Zheng, Binghuan" userId="0c8cd837-2f89-4b12-8657-4317aa4b18aa" providerId="ADAL" clId="{B33377D4-29D8-4F12-AE62-723DC9A54F46}" dt="2024-09-18T06:39:55.788" v="336" actId="20577"/>
        <pc:sldMkLst>
          <pc:docMk/>
          <pc:sldMk cId="3986514883" sldId="495"/>
        </pc:sldMkLst>
        <pc:spChg chg="mod">
          <ac:chgData name="Zheng, Binghuan" userId="0c8cd837-2f89-4b12-8657-4317aa4b18aa" providerId="ADAL" clId="{B33377D4-29D8-4F12-AE62-723DC9A54F46}" dt="2024-09-18T06:39:55.788" v="336" actId="20577"/>
          <ac:spMkLst>
            <pc:docMk/>
            <pc:sldMk cId="3986514883" sldId="495"/>
            <ac:spMk id="4" creationId="{739ED610-7AC8-45CD-BCC6-B494109E5D9F}"/>
          </ac:spMkLst>
        </pc:spChg>
        <pc:graphicFrameChg chg="modGraphic">
          <ac:chgData name="Zheng, Binghuan" userId="0c8cd837-2f89-4b12-8657-4317aa4b18aa" providerId="ADAL" clId="{B33377D4-29D8-4F12-AE62-723DC9A54F46}" dt="2024-09-18T06:39:28.495" v="304" actId="13926"/>
          <ac:graphicFrameMkLst>
            <pc:docMk/>
            <pc:sldMk cId="3986514883" sldId="495"/>
            <ac:graphicFrameMk id="3" creationId="{503B5CA7-8C98-49CD-062E-DAB370D359FC}"/>
          </ac:graphicFrameMkLst>
        </pc:graphicFrameChg>
      </pc:sldChg>
      <pc:sldChg chg="modSp mod">
        <pc:chgData name="Zheng, Binghuan" userId="0c8cd837-2f89-4b12-8657-4317aa4b18aa" providerId="ADAL" clId="{B33377D4-29D8-4F12-AE62-723DC9A54F46}" dt="2024-09-18T06:41:17.596" v="349" actId="20577"/>
        <pc:sldMkLst>
          <pc:docMk/>
          <pc:sldMk cId="4127238824" sldId="496"/>
        </pc:sldMkLst>
        <pc:spChg chg="mod">
          <ac:chgData name="Zheng, Binghuan" userId="0c8cd837-2f89-4b12-8657-4317aa4b18aa" providerId="ADAL" clId="{B33377D4-29D8-4F12-AE62-723DC9A54F46}" dt="2024-09-18T06:41:17.596" v="349" actId="20577"/>
          <ac:spMkLst>
            <pc:docMk/>
            <pc:sldMk cId="4127238824" sldId="496"/>
            <ac:spMk id="4" creationId="{739ED610-7AC8-45CD-BCC6-B494109E5D9F}"/>
          </ac:spMkLst>
        </pc:spChg>
        <pc:graphicFrameChg chg="modGraphic">
          <ac:chgData name="Zheng, Binghuan" userId="0c8cd837-2f89-4b12-8657-4317aa4b18aa" providerId="ADAL" clId="{B33377D4-29D8-4F12-AE62-723DC9A54F46}" dt="2024-09-18T06:40:32.868" v="338" actId="13926"/>
          <ac:graphicFrameMkLst>
            <pc:docMk/>
            <pc:sldMk cId="4127238824" sldId="496"/>
            <ac:graphicFrameMk id="3" creationId="{503B5CA7-8C98-49CD-062E-DAB370D359FC}"/>
          </ac:graphicFrameMkLst>
        </pc:graphicFrameChg>
      </pc:sldChg>
      <pc:sldChg chg="modSp mod">
        <pc:chgData name="Zheng, Binghuan" userId="0c8cd837-2f89-4b12-8657-4317aa4b18aa" providerId="ADAL" clId="{B33377D4-29D8-4F12-AE62-723DC9A54F46}" dt="2024-09-18T06:42:41.749" v="359" actId="20577"/>
        <pc:sldMkLst>
          <pc:docMk/>
          <pc:sldMk cId="1975868213" sldId="497"/>
        </pc:sldMkLst>
        <pc:spChg chg="mod">
          <ac:chgData name="Zheng, Binghuan" userId="0c8cd837-2f89-4b12-8657-4317aa4b18aa" providerId="ADAL" clId="{B33377D4-29D8-4F12-AE62-723DC9A54F46}" dt="2024-09-18T06:42:41.749" v="359" actId="20577"/>
          <ac:spMkLst>
            <pc:docMk/>
            <pc:sldMk cId="1975868213" sldId="497"/>
            <ac:spMk id="2" creationId="{BF5712C1-0BCA-00E4-A3B2-03DF90AB06E2}"/>
          </ac:spMkLst>
        </pc:spChg>
        <pc:graphicFrameChg chg="modGraphic">
          <ac:chgData name="Zheng, Binghuan" userId="0c8cd837-2f89-4b12-8657-4317aa4b18aa" providerId="ADAL" clId="{B33377D4-29D8-4F12-AE62-723DC9A54F46}" dt="2024-09-18T06:42:16.703" v="350" actId="13926"/>
          <ac:graphicFrameMkLst>
            <pc:docMk/>
            <pc:sldMk cId="1975868213" sldId="497"/>
            <ac:graphicFrameMk id="3" creationId="{503B5CA7-8C98-49CD-062E-DAB370D359FC}"/>
          </ac:graphicFrameMkLst>
        </pc:graphicFrameChg>
      </pc:sldChg>
      <pc:sldChg chg="modSp mod">
        <pc:chgData name="Zheng, Binghuan" userId="0c8cd837-2f89-4b12-8657-4317aa4b18aa" providerId="ADAL" clId="{B33377D4-29D8-4F12-AE62-723DC9A54F46}" dt="2024-09-18T06:44:28.214" v="364" actId="20577"/>
        <pc:sldMkLst>
          <pc:docMk/>
          <pc:sldMk cId="2815045398" sldId="498"/>
        </pc:sldMkLst>
        <pc:spChg chg="mod">
          <ac:chgData name="Zheng, Binghuan" userId="0c8cd837-2f89-4b12-8657-4317aa4b18aa" providerId="ADAL" clId="{B33377D4-29D8-4F12-AE62-723DC9A54F46}" dt="2024-09-18T06:44:28.214" v="364" actId="20577"/>
          <ac:spMkLst>
            <pc:docMk/>
            <pc:sldMk cId="2815045398" sldId="498"/>
            <ac:spMk id="2" creationId="{BF5712C1-0BCA-00E4-A3B2-03DF90AB06E2}"/>
          </ac:spMkLst>
        </pc:spChg>
        <pc:graphicFrameChg chg="modGraphic">
          <ac:chgData name="Zheng, Binghuan" userId="0c8cd837-2f89-4b12-8657-4317aa4b18aa" providerId="ADAL" clId="{B33377D4-29D8-4F12-AE62-723DC9A54F46}" dt="2024-09-18T06:43:58.008" v="363" actId="13926"/>
          <ac:graphicFrameMkLst>
            <pc:docMk/>
            <pc:sldMk cId="2815045398" sldId="498"/>
            <ac:graphicFrameMk id="3" creationId="{503B5CA7-8C98-49CD-062E-DAB370D359FC}"/>
          </ac:graphicFrameMkLst>
        </pc:graphicFrameChg>
      </pc:sldChg>
      <pc:sldChg chg="modSp mod">
        <pc:chgData name="Zheng, Binghuan" userId="0c8cd837-2f89-4b12-8657-4317aa4b18aa" providerId="ADAL" clId="{B33377D4-29D8-4F12-AE62-723DC9A54F46}" dt="2024-09-18T07:25:55.691" v="543" actId="14734"/>
        <pc:sldMkLst>
          <pc:docMk/>
          <pc:sldMk cId="1560715043" sldId="499"/>
        </pc:sldMkLst>
        <pc:spChg chg="mod">
          <ac:chgData name="Zheng, Binghuan" userId="0c8cd837-2f89-4b12-8657-4317aa4b18aa" providerId="ADAL" clId="{B33377D4-29D8-4F12-AE62-723DC9A54F46}" dt="2024-09-18T07:25:39.846" v="538" actId="1076"/>
          <ac:spMkLst>
            <pc:docMk/>
            <pc:sldMk cId="1560715043" sldId="499"/>
            <ac:spMk id="2" creationId="{BF5712C1-0BCA-00E4-A3B2-03DF90AB06E2}"/>
          </ac:spMkLst>
        </pc:spChg>
        <pc:graphicFrameChg chg="modGraphic">
          <ac:chgData name="Zheng, Binghuan" userId="0c8cd837-2f89-4b12-8657-4317aa4b18aa" providerId="ADAL" clId="{B33377D4-29D8-4F12-AE62-723DC9A54F46}" dt="2024-09-18T07:25:55.691" v="543" actId="14734"/>
          <ac:graphicFrameMkLst>
            <pc:docMk/>
            <pc:sldMk cId="1560715043" sldId="499"/>
            <ac:graphicFrameMk id="3" creationId="{503B5CA7-8C98-49CD-062E-DAB370D359FC}"/>
          </ac:graphicFrameMkLst>
        </pc:graphicFrameChg>
      </pc:sldChg>
      <pc:sldChg chg="modSp mod">
        <pc:chgData name="Zheng, Binghuan" userId="0c8cd837-2f89-4b12-8657-4317aa4b18aa" providerId="ADAL" clId="{B33377D4-29D8-4F12-AE62-723DC9A54F46}" dt="2024-09-18T06:49:18.247" v="450" actId="20577"/>
        <pc:sldMkLst>
          <pc:docMk/>
          <pc:sldMk cId="2993275724" sldId="500"/>
        </pc:sldMkLst>
        <pc:spChg chg="mod">
          <ac:chgData name="Zheng, Binghuan" userId="0c8cd837-2f89-4b12-8657-4317aa4b18aa" providerId="ADAL" clId="{B33377D4-29D8-4F12-AE62-723DC9A54F46}" dt="2024-09-18T06:49:18.247" v="450" actId="20577"/>
          <ac:spMkLst>
            <pc:docMk/>
            <pc:sldMk cId="2993275724" sldId="500"/>
            <ac:spMk id="2" creationId="{BF5712C1-0BCA-00E4-A3B2-03DF90AB06E2}"/>
          </ac:spMkLst>
        </pc:spChg>
        <pc:graphicFrameChg chg="modGraphic">
          <ac:chgData name="Zheng, Binghuan" userId="0c8cd837-2f89-4b12-8657-4317aa4b18aa" providerId="ADAL" clId="{B33377D4-29D8-4F12-AE62-723DC9A54F46}" dt="2024-09-18T06:48:16.465" v="420" actId="13926"/>
          <ac:graphicFrameMkLst>
            <pc:docMk/>
            <pc:sldMk cId="2993275724" sldId="500"/>
            <ac:graphicFrameMk id="3" creationId="{503B5CA7-8C98-49CD-062E-DAB370D359FC}"/>
          </ac:graphicFrameMkLst>
        </pc:graphicFrameChg>
      </pc:sldChg>
      <pc:sldChg chg="modSp mod">
        <pc:chgData name="Zheng, Binghuan" userId="0c8cd837-2f89-4b12-8657-4317aa4b18aa" providerId="ADAL" clId="{B33377D4-29D8-4F12-AE62-723DC9A54F46}" dt="2024-09-18T06:50:40.850" v="454" actId="20577"/>
        <pc:sldMkLst>
          <pc:docMk/>
          <pc:sldMk cId="1264831888" sldId="501"/>
        </pc:sldMkLst>
        <pc:graphicFrameChg chg="modGraphic">
          <ac:chgData name="Zheng, Binghuan" userId="0c8cd837-2f89-4b12-8657-4317aa4b18aa" providerId="ADAL" clId="{B33377D4-29D8-4F12-AE62-723DC9A54F46}" dt="2024-09-18T06:50:40.850" v="454" actId="20577"/>
          <ac:graphicFrameMkLst>
            <pc:docMk/>
            <pc:sldMk cId="1264831888" sldId="501"/>
            <ac:graphicFrameMk id="3" creationId="{503B5CA7-8C98-49CD-062E-DAB370D359FC}"/>
          </ac:graphicFrameMkLst>
        </pc:graphicFrameChg>
      </pc:sldChg>
      <pc:sldChg chg="modSp mod">
        <pc:chgData name="Zheng, Binghuan" userId="0c8cd837-2f89-4b12-8657-4317aa4b18aa" providerId="ADAL" clId="{B33377D4-29D8-4F12-AE62-723DC9A54F46}" dt="2024-09-18T07:26:38.510" v="544" actId="14734"/>
        <pc:sldMkLst>
          <pc:docMk/>
          <pc:sldMk cId="3481064182" sldId="503"/>
        </pc:sldMkLst>
        <pc:graphicFrameChg chg="modGraphic">
          <ac:chgData name="Zheng, Binghuan" userId="0c8cd837-2f89-4b12-8657-4317aa4b18aa" providerId="ADAL" clId="{B33377D4-29D8-4F12-AE62-723DC9A54F46}" dt="2024-09-18T07:26:38.510" v="544" actId="14734"/>
          <ac:graphicFrameMkLst>
            <pc:docMk/>
            <pc:sldMk cId="3481064182" sldId="503"/>
            <ac:graphicFrameMk id="3" creationId="{503B5CA7-8C98-49CD-062E-DAB370D359FC}"/>
          </ac:graphicFrameMkLst>
        </pc:graphicFrameChg>
      </pc:sldChg>
      <pc:sldChg chg="modSp mod">
        <pc:chgData name="Zheng, Binghuan" userId="0c8cd837-2f89-4b12-8657-4317aa4b18aa" providerId="ADAL" clId="{B33377D4-29D8-4F12-AE62-723DC9A54F46}" dt="2024-09-18T06:55:43.502" v="502" actId="20577"/>
        <pc:sldMkLst>
          <pc:docMk/>
          <pc:sldMk cId="2294451221" sldId="504"/>
        </pc:sldMkLst>
        <pc:spChg chg="mod">
          <ac:chgData name="Zheng, Binghuan" userId="0c8cd837-2f89-4b12-8657-4317aa4b18aa" providerId="ADAL" clId="{B33377D4-29D8-4F12-AE62-723DC9A54F46}" dt="2024-09-18T06:55:43.502" v="502" actId="20577"/>
          <ac:spMkLst>
            <pc:docMk/>
            <pc:sldMk cId="2294451221" sldId="504"/>
            <ac:spMk id="2" creationId="{BF5712C1-0BCA-00E4-A3B2-03DF90AB06E2}"/>
          </ac:spMkLst>
        </pc:spChg>
        <pc:graphicFrameChg chg="mod modGraphic">
          <ac:chgData name="Zheng, Binghuan" userId="0c8cd837-2f89-4b12-8657-4317aa4b18aa" providerId="ADAL" clId="{B33377D4-29D8-4F12-AE62-723DC9A54F46}" dt="2024-09-18T06:54:40.493" v="477" actId="20577"/>
          <ac:graphicFrameMkLst>
            <pc:docMk/>
            <pc:sldMk cId="2294451221" sldId="504"/>
            <ac:graphicFrameMk id="3" creationId="{503B5CA7-8C98-49CD-062E-DAB370D359FC}"/>
          </ac:graphicFrameMkLst>
        </pc:graphicFrameChg>
      </pc:sldChg>
      <pc:sldChg chg="delSp modSp mod">
        <pc:chgData name="Zheng, Binghuan" userId="0c8cd837-2f89-4b12-8657-4317aa4b18aa" providerId="ADAL" clId="{B33377D4-29D8-4F12-AE62-723DC9A54F46}" dt="2024-09-18T06:56:42.589" v="512" actId="20577"/>
        <pc:sldMkLst>
          <pc:docMk/>
          <pc:sldMk cId="1237411496" sldId="505"/>
        </pc:sldMkLst>
        <pc:spChg chg="del">
          <ac:chgData name="Zheng, Binghuan" userId="0c8cd837-2f89-4b12-8657-4317aa4b18aa" providerId="ADAL" clId="{B33377D4-29D8-4F12-AE62-723DC9A54F46}" dt="2024-09-18T06:56:14.478" v="503" actId="478"/>
          <ac:spMkLst>
            <pc:docMk/>
            <pc:sldMk cId="1237411496" sldId="505"/>
            <ac:spMk id="2" creationId="{BF5712C1-0BCA-00E4-A3B2-03DF90AB06E2}"/>
          </ac:spMkLst>
        </pc:spChg>
        <pc:graphicFrameChg chg="modGraphic">
          <ac:chgData name="Zheng, Binghuan" userId="0c8cd837-2f89-4b12-8657-4317aa4b18aa" providerId="ADAL" clId="{B33377D4-29D8-4F12-AE62-723DC9A54F46}" dt="2024-09-18T06:56:42.589" v="512" actId="20577"/>
          <ac:graphicFrameMkLst>
            <pc:docMk/>
            <pc:sldMk cId="1237411496" sldId="505"/>
            <ac:graphicFrameMk id="3" creationId="{503B5CA7-8C98-49CD-062E-DAB370D359FC}"/>
          </ac:graphicFrameMkLst>
        </pc:graphicFrameChg>
      </pc:sldChg>
      <pc:sldChg chg="delSp modSp mod">
        <pc:chgData name="Zheng, Binghuan" userId="0c8cd837-2f89-4b12-8657-4317aa4b18aa" providerId="ADAL" clId="{B33377D4-29D8-4F12-AE62-723DC9A54F46}" dt="2024-09-18T06:59:05.887" v="531"/>
        <pc:sldMkLst>
          <pc:docMk/>
          <pc:sldMk cId="1691443480" sldId="506"/>
        </pc:sldMkLst>
        <pc:spChg chg="del">
          <ac:chgData name="Zheng, Binghuan" userId="0c8cd837-2f89-4b12-8657-4317aa4b18aa" providerId="ADAL" clId="{B33377D4-29D8-4F12-AE62-723DC9A54F46}" dt="2024-09-18T06:56:56.069" v="513" actId="478"/>
          <ac:spMkLst>
            <pc:docMk/>
            <pc:sldMk cId="1691443480" sldId="506"/>
            <ac:spMk id="2" creationId="{BF5712C1-0BCA-00E4-A3B2-03DF90AB06E2}"/>
          </ac:spMkLst>
        </pc:spChg>
        <pc:graphicFrameChg chg="mod modGraphic">
          <ac:chgData name="Zheng, Binghuan" userId="0c8cd837-2f89-4b12-8657-4317aa4b18aa" providerId="ADAL" clId="{B33377D4-29D8-4F12-AE62-723DC9A54F46}" dt="2024-09-18T06:59:05.887" v="531"/>
          <ac:graphicFrameMkLst>
            <pc:docMk/>
            <pc:sldMk cId="1691443480" sldId="506"/>
            <ac:graphicFrameMk id="3" creationId="{503B5CA7-8C98-49CD-062E-DAB370D359FC}"/>
          </ac:graphicFrameMkLst>
        </pc:graphicFrameChg>
      </pc:sldChg>
      <pc:sldChg chg="modSp mod">
        <pc:chgData name="Zheng, Binghuan" userId="0c8cd837-2f89-4b12-8657-4317aa4b18aa" providerId="ADAL" clId="{B33377D4-29D8-4F12-AE62-723DC9A54F46}" dt="2024-09-20T06:44:57.982" v="552" actId="13926"/>
        <pc:sldMkLst>
          <pc:docMk/>
          <pc:sldMk cId="91791109" sldId="508"/>
        </pc:sldMkLst>
        <pc:graphicFrameChg chg="modGraphic">
          <ac:chgData name="Zheng, Binghuan" userId="0c8cd837-2f89-4b12-8657-4317aa4b18aa" providerId="ADAL" clId="{B33377D4-29D8-4F12-AE62-723DC9A54F46}" dt="2024-09-20T06:44:57.982" v="552" actId="13926"/>
          <ac:graphicFrameMkLst>
            <pc:docMk/>
            <pc:sldMk cId="91791109" sldId="508"/>
            <ac:graphicFrameMk id="3" creationId="{503B5CA7-8C98-49CD-062E-DAB370D359FC}"/>
          </ac:graphicFrameMkLst>
        </pc:graphicFrameChg>
      </pc:sldChg>
      <pc:sldChg chg="modSp mod">
        <pc:chgData name="Zheng, Binghuan" userId="0c8cd837-2f89-4b12-8657-4317aa4b18aa" providerId="ADAL" clId="{B33377D4-29D8-4F12-AE62-723DC9A54F46}" dt="2024-09-20T06:47:17.368" v="596" actId="20577"/>
        <pc:sldMkLst>
          <pc:docMk/>
          <pc:sldMk cId="3317381244" sldId="509"/>
        </pc:sldMkLst>
        <pc:spChg chg="mod">
          <ac:chgData name="Zheng, Binghuan" userId="0c8cd837-2f89-4b12-8657-4317aa4b18aa" providerId="ADAL" clId="{B33377D4-29D8-4F12-AE62-723DC9A54F46}" dt="2024-09-20T06:47:17.368" v="596" actId="20577"/>
          <ac:spMkLst>
            <pc:docMk/>
            <pc:sldMk cId="3317381244" sldId="509"/>
            <ac:spMk id="4" creationId="{5332E2C5-A397-831F-3E45-BDA2D6AE9676}"/>
          </ac:spMkLst>
        </pc:spChg>
        <pc:graphicFrameChg chg="modGraphic">
          <ac:chgData name="Zheng, Binghuan" userId="0c8cd837-2f89-4b12-8657-4317aa4b18aa" providerId="ADAL" clId="{B33377D4-29D8-4F12-AE62-723DC9A54F46}" dt="2024-09-20T06:46:55.778" v="582" actId="20577"/>
          <ac:graphicFrameMkLst>
            <pc:docMk/>
            <pc:sldMk cId="3317381244" sldId="509"/>
            <ac:graphicFrameMk id="3" creationId="{503B5CA7-8C98-49CD-062E-DAB370D359FC}"/>
          </ac:graphicFrameMkLst>
        </pc:graphicFrameChg>
      </pc:sldChg>
      <pc:sldChg chg="modSp mod">
        <pc:chgData name="Zheng, Binghuan" userId="0c8cd837-2f89-4b12-8657-4317aa4b18aa" providerId="ADAL" clId="{B33377D4-29D8-4F12-AE62-723DC9A54F46}" dt="2024-09-20T06:49:57.551" v="646" actId="14734"/>
        <pc:sldMkLst>
          <pc:docMk/>
          <pc:sldMk cId="3724086086" sldId="510"/>
        </pc:sldMkLst>
        <pc:spChg chg="mod">
          <ac:chgData name="Zheng, Binghuan" userId="0c8cd837-2f89-4b12-8657-4317aa4b18aa" providerId="ADAL" clId="{B33377D4-29D8-4F12-AE62-723DC9A54F46}" dt="2024-09-20T06:49:51.646" v="645"/>
          <ac:spMkLst>
            <pc:docMk/>
            <pc:sldMk cId="3724086086" sldId="510"/>
            <ac:spMk id="2" creationId="{BF5712C1-0BCA-00E4-A3B2-03DF90AB06E2}"/>
          </ac:spMkLst>
        </pc:spChg>
        <pc:graphicFrameChg chg="modGraphic">
          <ac:chgData name="Zheng, Binghuan" userId="0c8cd837-2f89-4b12-8657-4317aa4b18aa" providerId="ADAL" clId="{B33377D4-29D8-4F12-AE62-723DC9A54F46}" dt="2024-09-20T06:49:57.551" v="646" actId="14734"/>
          <ac:graphicFrameMkLst>
            <pc:docMk/>
            <pc:sldMk cId="3724086086" sldId="510"/>
            <ac:graphicFrameMk id="3" creationId="{503B5CA7-8C98-49CD-062E-DAB370D359FC}"/>
          </ac:graphicFrameMkLst>
        </pc:graphicFrameChg>
      </pc:sldChg>
      <pc:sldChg chg="modSp mod">
        <pc:chgData name="Zheng, Binghuan" userId="0c8cd837-2f89-4b12-8657-4317aa4b18aa" providerId="ADAL" clId="{B33377D4-29D8-4F12-AE62-723DC9A54F46}" dt="2024-09-20T06:50:14.955" v="647" actId="14734"/>
        <pc:sldMkLst>
          <pc:docMk/>
          <pc:sldMk cId="1885676024" sldId="511"/>
        </pc:sldMkLst>
        <pc:graphicFrameChg chg="modGraphic">
          <ac:chgData name="Zheng, Binghuan" userId="0c8cd837-2f89-4b12-8657-4317aa4b18aa" providerId="ADAL" clId="{B33377D4-29D8-4F12-AE62-723DC9A54F46}" dt="2024-09-20T06:50:14.955" v="647" actId="14734"/>
          <ac:graphicFrameMkLst>
            <pc:docMk/>
            <pc:sldMk cId="1885676024" sldId="511"/>
            <ac:graphicFrameMk id="3" creationId="{503B5CA7-8C98-49CD-062E-DAB370D359FC}"/>
          </ac:graphicFrameMkLst>
        </pc:graphicFrameChg>
      </pc:sldChg>
      <pc:sldChg chg="modSp mod">
        <pc:chgData name="Zheng, Binghuan" userId="0c8cd837-2f89-4b12-8657-4317aa4b18aa" providerId="ADAL" clId="{B33377D4-29D8-4F12-AE62-723DC9A54F46}" dt="2024-09-20T08:08:29.627" v="1194" actId="13926"/>
        <pc:sldMkLst>
          <pc:docMk/>
          <pc:sldMk cId="453494785" sldId="513"/>
        </pc:sldMkLst>
        <pc:graphicFrameChg chg="mod modGraphic">
          <ac:chgData name="Zheng, Binghuan" userId="0c8cd837-2f89-4b12-8657-4317aa4b18aa" providerId="ADAL" clId="{B33377D4-29D8-4F12-AE62-723DC9A54F46}" dt="2024-09-20T08:08:29.627" v="1194" actId="13926"/>
          <ac:graphicFrameMkLst>
            <pc:docMk/>
            <pc:sldMk cId="453494785" sldId="513"/>
            <ac:graphicFrameMk id="3" creationId="{503B5CA7-8C98-49CD-062E-DAB370D359FC}"/>
          </ac:graphicFrameMkLst>
        </pc:graphicFrameChg>
      </pc:sldChg>
      <pc:sldChg chg="modSp mod">
        <pc:chgData name="Zheng, Binghuan" userId="0c8cd837-2f89-4b12-8657-4317aa4b18aa" providerId="ADAL" clId="{B33377D4-29D8-4F12-AE62-723DC9A54F46}" dt="2024-09-20T06:56:08.938" v="654" actId="13926"/>
        <pc:sldMkLst>
          <pc:docMk/>
          <pc:sldMk cId="486828748" sldId="514"/>
        </pc:sldMkLst>
        <pc:graphicFrameChg chg="modGraphic">
          <ac:chgData name="Zheng, Binghuan" userId="0c8cd837-2f89-4b12-8657-4317aa4b18aa" providerId="ADAL" clId="{B33377D4-29D8-4F12-AE62-723DC9A54F46}" dt="2024-09-20T06:56:08.938" v="654" actId="13926"/>
          <ac:graphicFrameMkLst>
            <pc:docMk/>
            <pc:sldMk cId="486828748" sldId="514"/>
            <ac:graphicFrameMk id="3" creationId="{503B5CA7-8C98-49CD-062E-DAB370D359FC}"/>
          </ac:graphicFrameMkLst>
        </pc:graphicFrameChg>
      </pc:sldChg>
      <pc:sldChg chg="modSp mod">
        <pc:chgData name="Zheng, Binghuan" userId="0c8cd837-2f89-4b12-8657-4317aa4b18aa" providerId="ADAL" clId="{B33377D4-29D8-4F12-AE62-723DC9A54F46}" dt="2024-09-20T06:56:44.329" v="656" actId="108"/>
        <pc:sldMkLst>
          <pc:docMk/>
          <pc:sldMk cId="3115430750" sldId="515"/>
        </pc:sldMkLst>
        <pc:graphicFrameChg chg="mod modGraphic">
          <ac:chgData name="Zheng, Binghuan" userId="0c8cd837-2f89-4b12-8657-4317aa4b18aa" providerId="ADAL" clId="{B33377D4-29D8-4F12-AE62-723DC9A54F46}" dt="2024-09-20T06:56:44.329" v="656" actId="108"/>
          <ac:graphicFrameMkLst>
            <pc:docMk/>
            <pc:sldMk cId="3115430750" sldId="515"/>
            <ac:graphicFrameMk id="3" creationId="{503B5CA7-8C98-49CD-062E-DAB370D359FC}"/>
          </ac:graphicFrameMkLst>
        </pc:graphicFrameChg>
      </pc:sldChg>
      <pc:sldChg chg="modSp mod">
        <pc:chgData name="Zheng, Binghuan" userId="0c8cd837-2f89-4b12-8657-4317aa4b18aa" providerId="ADAL" clId="{B33377D4-29D8-4F12-AE62-723DC9A54F46}" dt="2024-09-20T06:57:26.870" v="657" actId="13926"/>
        <pc:sldMkLst>
          <pc:docMk/>
          <pc:sldMk cId="4027813640" sldId="516"/>
        </pc:sldMkLst>
        <pc:graphicFrameChg chg="modGraphic">
          <ac:chgData name="Zheng, Binghuan" userId="0c8cd837-2f89-4b12-8657-4317aa4b18aa" providerId="ADAL" clId="{B33377D4-29D8-4F12-AE62-723DC9A54F46}" dt="2024-09-20T06:57:26.870" v="657" actId="13926"/>
          <ac:graphicFrameMkLst>
            <pc:docMk/>
            <pc:sldMk cId="4027813640" sldId="516"/>
            <ac:graphicFrameMk id="3" creationId="{503B5CA7-8C98-49CD-062E-DAB370D359FC}"/>
          </ac:graphicFrameMkLst>
        </pc:graphicFrameChg>
      </pc:sldChg>
      <pc:sldChg chg="modSp mod">
        <pc:chgData name="Zheng, Binghuan" userId="0c8cd837-2f89-4b12-8657-4317aa4b18aa" providerId="ADAL" clId="{B33377D4-29D8-4F12-AE62-723DC9A54F46}" dt="2024-09-20T07:00:43.546" v="673" actId="20577"/>
        <pc:sldMkLst>
          <pc:docMk/>
          <pc:sldMk cId="3494725010" sldId="518"/>
        </pc:sldMkLst>
        <pc:graphicFrameChg chg="modGraphic">
          <ac:chgData name="Zheng, Binghuan" userId="0c8cd837-2f89-4b12-8657-4317aa4b18aa" providerId="ADAL" clId="{B33377D4-29D8-4F12-AE62-723DC9A54F46}" dt="2024-09-20T07:00:43.546" v="673" actId="20577"/>
          <ac:graphicFrameMkLst>
            <pc:docMk/>
            <pc:sldMk cId="3494725010" sldId="518"/>
            <ac:graphicFrameMk id="3" creationId="{503B5CA7-8C98-49CD-062E-DAB370D359FC}"/>
          </ac:graphicFrameMkLst>
        </pc:graphicFrameChg>
      </pc:sldChg>
      <pc:sldChg chg="addSp delSp modSp add mod">
        <pc:chgData name="Zheng, Binghuan" userId="0c8cd837-2f89-4b12-8657-4317aa4b18aa" providerId="ADAL" clId="{B33377D4-29D8-4F12-AE62-723DC9A54F46}" dt="2024-09-20T08:10:45.158" v="1209" actId="20577"/>
        <pc:sldMkLst>
          <pc:docMk/>
          <pc:sldMk cId="2826538445" sldId="528"/>
        </pc:sldMkLst>
        <pc:spChg chg="add mod">
          <ac:chgData name="Zheng, Binghuan" userId="0c8cd837-2f89-4b12-8657-4317aa4b18aa" providerId="ADAL" clId="{B33377D4-29D8-4F12-AE62-723DC9A54F46}" dt="2024-09-20T08:10:45.158" v="1209" actId="20577"/>
          <ac:spMkLst>
            <pc:docMk/>
            <pc:sldMk cId="2826538445" sldId="528"/>
            <ac:spMk id="2" creationId="{694B5F30-8CC7-3484-23A9-27B1C623B18C}"/>
          </ac:spMkLst>
        </pc:spChg>
        <pc:spChg chg="mod">
          <ac:chgData name="Zheng, Binghuan" userId="0c8cd837-2f89-4b12-8657-4317aa4b18aa" providerId="ADAL" clId="{B33377D4-29D8-4F12-AE62-723DC9A54F46}" dt="2024-09-20T07:12:45.975" v="754" actId="20577"/>
          <ac:spMkLst>
            <pc:docMk/>
            <pc:sldMk cId="2826538445" sldId="528"/>
            <ac:spMk id="6" creationId="{0ED065AC-F3EF-42B0-A34B-DF7EED7FF8B9}"/>
          </ac:spMkLst>
        </pc:spChg>
        <pc:graphicFrameChg chg="del">
          <ac:chgData name="Zheng, Binghuan" userId="0c8cd837-2f89-4b12-8657-4317aa4b18aa" providerId="ADAL" clId="{B33377D4-29D8-4F12-AE62-723DC9A54F46}" dt="2024-09-20T07:11:22.687" v="675" actId="478"/>
          <ac:graphicFrameMkLst>
            <pc:docMk/>
            <pc:sldMk cId="2826538445" sldId="528"/>
            <ac:graphicFrameMk id="3" creationId="{503B5CA7-8C98-49CD-062E-DAB370D359FC}"/>
          </ac:graphicFrameMkLst>
        </pc:graphicFrameChg>
      </pc:sldChg>
    </pc:docChg>
  </pc:docChgLst>
  <pc:docChgLst>
    <pc:chgData name="Zheng, Binghuan" userId="0c8cd837-2f89-4b12-8657-4317aa4b18aa" providerId="ADAL" clId="{DB00DB67-FA87-4343-A891-4AD2DE0A735E}"/>
    <pc:docChg chg="undo redo custSel addSld delSld modSld sldOrd">
      <pc:chgData name="Zheng, Binghuan" userId="0c8cd837-2f89-4b12-8657-4317aa4b18aa" providerId="ADAL" clId="{DB00DB67-FA87-4343-A891-4AD2DE0A735E}" dt="2023-05-18T12:13:11.035" v="5302"/>
      <pc:docMkLst>
        <pc:docMk/>
      </pc:docMkLst>
      <pc:sldChg chg="modSp mod">
        <pc:chgData name="Zheng, Binghuan" userId="0c8cd837-2f89-4b12-8657-4317aa4b18aa" providerId="ADAL" clId="{DB00DB67-FA87-4343-A891-4AD2DE0A735E}" dt="2023-05-11T05:46:37.214" v="27" actId="1076"/>
        <pc:sldMkLst>
          <pc:docMk/>
          <pc:sldMk cId="2086400740" sldId="256"/>
        </pc:sldMkLst>
        <pc:spChg chg="mod">
          <ac:chgData name="Zheng, Binghuan" userId="0c8cd837-2f89-4b12-8657-4317aa4b18aa" providerId="ADAL" clId="{DB00DB67-FA87-4343-A891-4AD2DE0A735E}" dt="2023-05-11T05:46:37.214" v="27" actId="1076"/>
          <ac:spMkLst>
            <pc:docMk/>
            <pc:sldMk cId="2086400740" sldId="256"/>
            <ac:spMk id="5" creationId="{679F4BE2-8E4A-4003-B816-9E34781F7E88}"/>
          </ac:spMkLst>
        </pc:spChg>
        <pc:spChg chg="mod">
          <ac:chgData name="Zheng, Binghuan" userId="0c8cd837-2f89-4b12-8657-4317aa4b18aa" providerId="ADAL" clId="{DB00DB67-FA87-4343-A891-4AD2DE0A735E}" dt="2023-05-11T05:46:33.134" v="26" actId="1076"/>
          <ac:spMkLst>
            <pc:docMk/>
            <pc:sldMk cId="2086400740" sldId="256"/>
            <ac:spMk id="8" creationId="{6042841E-0D98-468A-8176-AB4F17BB07E7}"/>
          </ac:spMkLst>
        </pc:spChg>
        <pc:spChg chg="mod">
          <ac:chgData name="Zheng, Binghuan" userId="0c8cd837-2f89-4b12-8657-4317aa4b18aa" providerId="ADAL" clId="{DB00DB67-FA87-4343-A891-4AD2DE0A735E}" dt="2023-05-11T05:46:01.791" v="23" actId="20577"/>
          <ac:spMkLst>
            <pc:docMk/>
            <pc:sldMk cId="2086400740" sldId="256"/>
            <ac:spMk id="9" creationId="{ABEAF9F9-E88D-44A4-A1B6-BAA2E532B65E}"/>
          </ac:spMkLst>
        </pc:spChg>
      </pc:sldChg>
      <pc:sldChg chg="modSp del mod">
        <pc:chgData name="Zheng, Binghuan" userId="0c8cd837-2f89-4b12-8657-4317aa4b18aa" providerId="ADAL" clId="{DB00DB67-FA87-4343-A891-4AD2DE0A735E}" dt="2023-05-18T09:16:30.599" v="4731" actId="47"/>
        <pc:sldMkLst>
          <pc:docMk/>
          <pc:sldMk cId="3615015588" sldId="272"/>
        </pc:sldMkLst>
        <pc:spChg chg="mod">
          <ac:chgData name="Zheng, Binghuan" userId="0c8cd837-2f89-4b12-8657-4317aa4b18aa" providerId="ADAL" clId="{DB00DB67-FA87-4343-A891-4AD2DE0A735E}" dt="2023-05-11T05:58:13.328" v="53"/>
          <ac:spMkLst>
            <pc:docMk/>
            <pc:sldMk cId="3615015588" sldId="272"/>
            <ac:spMk id="4" creationId="{1567C550-8534-4752-A750-4145E9563059}"/>
          </ac:spMkLst>
        </pc:spChg>
      </pc:sldChg>
      <pc:sldChg chg="modSp mod">
        <pc:chgData name="Zheng, Binghuan" userId="0c8cd837-2f89-4b12-8657-4317aa4b18aa" providerId="ADAL" clId="{DB00DB67-FA87-4343-A891-4AD2DE0A735E}" dt="2023-05-11T07:48:14.416" v="693" actId="20577"/>
        <pc:sldMkLst>
          <pc:docMk/>
          <pc:sldMk cId="1970846983" sldId="346"/>
        </pc:sldMkLst>
        <pc:spChg chg="mod">
          <ac:chgData name="Zheng, Binghuan" userId="0c8cd837-2f89-4b12-8657-4317aa4b18aa" providerId="ADAL" clId="{DB00DB67-FA87-4343-A891-4AD2DE0A735E}" dt="2023-05-11T07:48:14.416" v="693" actId="20577"/>
          <ac:spMkLst>
            <pc:docMk/>
            <pc:sldMk cId="1970846983" sldId="346"/>
            <ac:spMk id="3" creationId="{96457946-1483-4C9A-8FE4-A2862E3EFF3F}"/>
          </ac:spMkLst>
        </pc:spChg>
        <pc:spChg chg="mod">
          <ac:chgData name="Zheng, Binghuan" userId="0c8cd837-2f89-4b12-8657-4317aa4b18aa" providerId="ADAL" clId="{DB00DB67-FA87-4343-A891-4AD2DE0A735E}" dt="2023-05-11T05:49:30.264" v="37" actId="20577"/>
          <ac:spMkLst>
            <pc:docMk/>
            <pc:sldMk cId="1970846983" sldId="346"/>
            <ac:spMk id="4" creationId="{F40B3903-56DF-4903-AAAF-FFE7DC00ED5A}"/>
          </ac:spMkLst>
        </pc:spChg>
      </pc:sldChg>
      <pc:sldChg chg="del">
        <pc:chgData name="Zheng, Binghuan" userId="0c8cd837-2f89-4b12-8657-4317aa4b18aa" providerId="ADAL" clId="{DB00DB67-FA87-4343-A891-4AD2DE0A735E}" dt="2023-05-11T07:47:57.583" v="655" actId="47"/>
        <pc:sldMkLst>
          <pc:docMk/>
          <pc:sldMk cId="1807581627" sldId="353"/>
        </pc:sldMkLst>
      </pc:sldChg>
      <pc:sldChg chg="del">
        <pc:chgData name="Zheng, Binghuan" userId="0c8cd837-2f89-4b12-8657-4317aa4b18aa" providerId="ADAL" clId="{DB00DB67-FA87-4343-A891-4AD2DE0A735E}" dt="2023-05-11T07:47:57.615" v="656" actId="47"/>
        <pc:sldMkLst>
          <pc:docMk/>
          <pc:sldMk cId="2793958940" sldId="354"/>
        </pc:sldMkLst>
      </pc:sldChg>
      <pc:sldChg chg="del">
        <pc:chgData name="Zheng, Binghuan" userId="0c8cd837-2f89-4b12-8657-4317aa4b18aa" providerId="ADAL" clId="{DB00DB67-FA87-4343-A891-4AD2DE0A735E}" dt="2023-05-11T07:47:57.680" v="658" actId="47"/>
        <pc:sldMkLst>
          <pc:docMk/>
          <pc:sldMk cId="2684987239" sldId="355"/>
        </pc:sldMkLst>
      </pc:sldChg>
      <pc:sldChg chg="del">
        <pc:chgData name="Zheng, Binghuan" userId="0c8cd837-2f89-4b12-8657-4317aa4b18aa" providerId="ADAL" clId="{DB00DB67-FA87-4343-A891-4AD2DE0A735E}" dt="2023-05-11T07:47:58.338" v="678" actId="47"/>
        <pc:sldMkLst>
          <pc:docMk/>
          <pc:sldMk cId="2573751591" sldId="358"/>
        </pc:sldMkLst>
      </pc:sldChg>
      <pc:sldChg chg="del">
        <pc:chgData name="Zheng, Binghuan" userId="0c8cd837-2f89-4b12-8657-4317aa4b18aa" providerId="ADAL" clId="{DB00DB67-FA87-4343-A891-4AD2DE0A735E}" dt="2023-05-11T07:47:57.756" v="660" actId="47"/>
        <pc:sldMkLst>
          <pc:docMk/>
          <pc:sldMk cId="830645897" sldId="363"/>
        </pc:sldMkLst>
      </pc:sldChg>
      <pc:sldChg chg="del">
        <pc:chgData name="Zheng, Binghuan" userId="0c8cd837-2f89-4b12-8657-4317aa4b18aa" providerId="ADAL" clId="{DB00DB67-FA87-4343-A891-4AD2DE0A735E}" dt="2023-05-11T07:47:57.879" v="664" actId="47"/>
        <pc:sldMkLst>
          <pc:docMk/>
          <pc:sldMk cId="2886081286" sldId="367"/>
        </pc:sldMkLst>
      </pc:sldChg>
      <pc:sldChg chg="del">
        <pc:chgData name="Zheng, Binghuan" userId="0c8cd837-2f89-4b12-8657-4317aa4b18aa" providerId="ADAL" clId="{DB00DB67-FA87-4343-A891-4AD2DE0A735E}" dt="2023-05-11T07:47:58.375" v="679" actId="47"/>
        <pc:sldMkLst>
          <pc:docMk/>
          <pc:sldMk cId="914646431" sldId="368"/>
        </pc:sldMkLst>
      </pc:sldChg>
      <pc:sldChg chg="del">
        <pc:chgData name="Zheng, Binghuan" userId="0c8cd837-2f89-4b12-8657-4317aa4b18aa" providerId="ADAL" clId="{DB00DB67-FA87-4343-A891-4AD2DE0A735E}" dt="2023-05-11T07:47:58.142" v="672" actId="47"/>
        <pc:sldMkLst>
          <pc:docMk/>
          <pc:sldMk cId="224488440" sldId="381"/>
        </pc:sldMkLst>
      </pc:sldChg>
      <pc:sldChg chg="del">
        <pc:chgData name="Zheng, Binghuan" userId="0c8cd837-2f89-4b12-8657-4317aa4b18aa" providerId="ADAL" clId="{DB00DB67-FA87-4343-A891-4AD2DE0A735E}" dt="2023-05-11T07:47:58.399" v="680" actId="47"/>
        <pc:sldMkLst>
          <pc:docMk/>
          <pc:sldMk cId="3968152520" sldId="384"/>
        </pc:sldMkLst>
      </pc:sldChg>
      <pc:sldChg chg="del">
        <pc:chgData name="Zheng, Binghuan" userId="0c8cd837-2f89-4b12-8657-4317aa4b18aa" providerId="ADAL" clId="{DB00DB67-FA87-4343-A891-4AD2DE0A735E}" dt="2023-05-11T07:47:57.511" v="652" actId="47"/>
        <pc:sldMkLst>
          <pc:docMk/>
          <pc:sldMk cId="3675676484" sldId="387"/>
        </pc:sldMkLst>
      </pc:sldChg>
      <pc:sldChg chg="del">
        <pc:chgData name="Zheng, Binghuan" userId="0c8cd837-2f89-4b12-8657-4317aa4b18aa" providerId="ADAL" clId="{DB00DB67-FA87-4343-A891-4AD2DE0A735E}" dt="2023-05-11T07:47:58.464" v="682" actId="47"/>
        <pc:sldMkLst>
          <pc:docMk/>
          <pc:sldMk cId="3933054710" sldId="388"/>
        </pc:sldMkLst>
      </pc:sldChg>
      <pc:sldChg chg="del">
        <pc:chgData name="Zheng, Binghuan" userId="0c8cd837-2f89-4b12-8657-4317aa4b18aa" providerId="ADAL" clId="{DB00DB67-FA87-4343-A891-4AD2DE0A735E}" dt="2023-05-11T07:47:58.066" v="670" actId="47"/>
        <pc:sldMkLst>
          <pc:docMk/>
          <pc:sldMk cId="3818488837" sldId="392"/>
        </pc:sldMkLst>
      </pc:sldChg>
      <pc:sldChg chg="del">
        <pc:chgData name="Zheng, Binghuan" userId="0c8cd837-2f89-4b12-8657-4317aa4b18aa" providerId="ADAL" clId="{DB00DB67-FA87-4343-A891-4AD2DE0A735E}" dt="2023-05-11T07:47:58.607" v="686" actId="47"/>
        <pc:sldMkLst>
          <pc:docMk/>
          <pc:sldMk cId="2484212312" sldId="397"/>
        </pc:sldMkLst>
      </pc:sldChg>
      <pc:sldChg chg="modSp mod">
        <pc:chgData name="Zheng, Binghuan" userId="0c8cd837-2f89-4b12-8657-4317aa4b18aa" providerId="ADAL" clId="{DB00DB67-FA87-4343-A891-4AD2DE0A735E}" dt="2023-05-11T05:55:19.374" v="52" actId="207"/>
        <pc:sldMkLst>
          <pc:docMk/>
          <pc:sldMk cId="723533408" sldId="402"/>
        </pc:sldMkLst>
        <pc:spChg chg="mod">
          <ac:chgData name="Zheng, Binghuan" userId="0c8cd837-2f89-4b12-8657-4317aa4b18aa" providerId="ADAL" clId="{DB00DB67-FA87-4343-A891-4AD2DE0A735E}" dt="2023-05-11T05:55:19.374" v="52" actId="207"/>
          <ac:spMkLst>
            <pc:docMk/>
            <pc:sldMk cId="723533408" sldId="402"/>
            <ac:spMk id="2" creationId="{B2DCC6B2-4893-4AFD-A933-7468A12B60AF}"/>
          </ac:spMkLst>
        </pc:spChg>
      </pc:sldChg>
      <pc:sldChg chg="addSp delSp modSp del mod">
        <pc:chgData name="Zheng, Binghuan" userId="0c8cd837-2f89-4b12-8657-4317aa4b18aa" providerId="ADAL" clId="{DB00DB67-FA87-4343-A891-4AD2DE0A735E}" dt="2023-05-18T09:16:31.260" v="4732" actId="47"/>
        <pc:sldMkLst>
          <pc:docMk/>
          <pc:sldMk cId="2144906693" sldId="404"/>
        </pc:sldMkLst>
        <pc:spChg chg="add del">
          <ac:chgData name="Zheng, Binghuan" userId="0c8cd837-2f89-4b12-8657-4317aa4b18aa" providerId="ADAL" clId="{DB00DB67-FA87-4343-A891-4AD2DE0A735E}" dt="2023-05-11T06:31:03.831" v="213" actId="22"/>
          <ac:spMkLst>
            <pc:docMk/>
            <pc:sldMk cId="2144906693" sldId="404"/>
            <ac:spMk id="3" creationId="{0A52A4DA-6D91-1F11-D200-FEEE9BE2F84F}"/>
          </ac:spMkLst>
        </pc:spChg>
        <pc:spChg chg="mod">
          <ac:chgData name="Zheng, Binghuan" userId="0c8cd837-2f89-4b12-8657-4317aa4b18aa" providerId="ADAL" clId="{DB00DB67-FA87-4343-A891-4AD2DE0A735E}" dt="2023-05-11T07:47:36.224" v="649" actId="20577"/>
          <ac:spMkLst>
            <pc:docMk/>
            <pc:sldMk cId="2144906693" sldId="404"/>
            <ac:spMk id="4" creationId="{739ED610-7AC8-45CD-BCC6-B494109E5D9F}"/>
          </ac:spMkLst>
        </pc:spChg>
        <pc:spChg chg="mod">
          <ac:chgData name="Zheng, Binghuan" userId="0c8cd837-2f89-4b12-8657-4317aa4b18aa" providerId="ADAL" clId="{DB00DB67-FA87-4343-A891-4AD2DE0A735E}" dt="2023-05-11T07:19:10.963" v="642" actId="20577"/>
          <ac:spMkLst>
            <pc:docMk/>
            <pc:sldMk cId="2144906693" sldId="404"/>
            <ac:spMk id="6" creationId="{0ED065AC-F3EF-42B0-A34B-DF7EED7FF8B9}"/>
          </ac:spMkLst>
        </pc:spChg>
        <pc:graphicFrameChg chg="mod modGraphic">
          <ac:chgData name="Zheng, Binghuan" userId="0c8cd837-2f89-4b12-8657-4317aa4b18aa" providerId="ADAL" clId="{DB00DB67-FA87-4343-A891-4AD2DE0A735E}" dt="2023-05-11T06:17:02.504" v="117"/>
          <ac:graphicFrameMkLst>
            <pc:docMk/>
            <pc:sldMk cId="2144906693" sldId="404"/>
            <ac:graphicFrameMk id="9" creationId="{A471383B-87D3-406F-AEC8-A1732EA53B37}"/>
          </ac:graphicFrameMkLst>
        </pc:graphicFrameChg>
      </pc:sldChg>
      <pc:sldChg chg="del">
        <pc:chgData name="Zheng, Binghuan" userId="0c8cd837-2f89-4b12-8657-4317aa4b18aa" providerId="ADAL" clId="{DB00DB67-FA87-4343-A891-4AD2DE0A735E}" dt="2023-05-11T07:47:56.970" v="650" actId="47"/>
        <pc:sldMkLst>
          <pc:docMk/>
          <pc:sldMk cId="3009095594" sldId="405"/>
        </pc:sldMkLst>
      </pc:sldChg>
      <pc:sldChg chg="del">
        <pc:chgData name="Zheng, Binghuan" userId="0c8cd837-2f89-4b12-8657-4317aa4b18aa" providerId="ADAL" clId="{DB00DB67-FA87-4343-A891-4AD2DE0A735E}" dt="2023-05-11T07:47:57.469" v="651" actId="47"/>
        <pc:sldMkLst>
          <pc:docMk/>
          <pc:sldMk cId="3247937829" sldId="406"/>
        </pc:sldMkLst>
      </pc:sldChg>
      <pc:sldChg chg="del">
        <pc:chgData name="Zheng, Binghuan" userId="0c8cd837-2f89-4b12-8657-4317aa4b18aa" providerId="ADAL" clId="{DB00DB67-FA87-4343-A891-4AD2DE0A735E}" dt="2023-05-11T07:47:57.542" v="653" actId="47"/>
        <pc:sldMkLst>
          <pc:docMk/>
          <pc:sldMk cId="1787811616" sldId="407"/>
        </pc:sldMkLst>
      </pc:sldChg>
      <pc:sldChg chg="del">
        <pc:chgData name="Zheng, Binghuan" userId="0c8cd837-2f89-4b12-8657-4317aa4b18aa" providerId="ADAL" clId="{DB00DB67-FA87-4343-A891-4AD2DE0A735E}" dt="2023-05-11T07:47:57.551" v="654" actId="47"/>
        <pc:sldMkLst>
          <pc:docMk/>
          <pc:sldMk cId="702712558" sldId="408"/>
        </pc:sldMkLst>
      </pc:sldChg>
      <pc:sldChg chg="del">
        <pc:chgData name="Zheng, Binghuan" userId="0c8cd837-2f89-4b12-8657-4317aa4b18aa" providerId="ADAL" clId="{DB00DB67-FA87-4343-A891-4AD2DE0A735E}" dt="2023-05-11T07:47:57.632" v="657" actId="47"/>
        <pc:sldMkLst>
          <pc:docMk/>
          <pc:sldMk cId="2914717653" sldId="409"/>
        </pc:sldMkLst>
      </pc:sldChg>
      <pc:sldChg chg="del">
        <pc:chgData name="Zheng, Binghuan" userId="0c8cd837-2f89-4b12-8657-4317aa4b18aa" providerId="ADAL" clId="{DB00DB67-FA87-4343-A891-4AD2DE0A735E}" dt="2023-05-11T07:47:57.738" v="659" actId="47"/>
        <pc:sldMkLst>
          <pc:docMk/>
          <pc:sldMk cId="3552434572" sldId="410"/>
        </pc:sldMkLst>
      </pc:sldChg>
      <pc:sldChg chg="del">
        <pc:chgData name="Zheng, Binghuan" userId="0c8cd837-2f89-4b12-8657-4317aa4b18aa" providerId="ADAL" clId="{DB00DB67-FA87-4343-A891-4AD2DE0A735E}" dt="2023-05-11T07:47:57.786" v="661" actId="47"/>
        <pc:sldMkLst>
          <pc:docMk/>
          <pc:sldMk cId="510519173" sldId="411"/>
        </pc:sldMkLst>
      </pc:sldChg>
      <pc:sldChg chg="del">
        <pc:chgData name="Zheng, Binghuan" userId="0c8cd837-2f89-4b12-8657-4317aa4b18aa" providerId="ADAL" clId="{DB00DB67-FA87-4343-A891-4AD2DE0A735E}" dt="2023-05-11T07:47:57.817" v="662" actId="47"/>
        <pc:sldMkLst>
          <pc:docMk/>
          <pc:sldMk cId="722008205" sldId="412"/>
        </pc:sldMkLst>
      </pc:sldChg>
      <pc:sldChg chg="del">
        <pc:chgData name="Zheng, Binghuan" userId="0c8cd837-2f89-4b12-8657-4317aa4b18aa" providerId="ADAL" clId="{DB00DB67-FA87-4343-A891-4AD2DE0A735E}" dt="2023-05-11T07:47:57.863" v="663" actId="47"/>
        <pc:sldMkLst>
          <pc:docMk/>
          <pc:sldMk cId="561797139" sldId="413"/>
        </pc:sldMkLst>
      </pc:sldChg>
      <pc:sldChg chg="del">
        <pc:chgData name="Zheng, Binghuan" userId="0c8cd837-2f89-4b12-8657-4317aa4b18aa" providerId="ADAL" clId="{DB00DB67-FA87-4343-A891-4AD2DE0A735E}" dt="2023-05-11T07:47:57.963" v="666" actId="47"/>
        <pc:sldMkLst>
          <pc:docMk/>
          <pc:sldMk cId="2489166660" sldId="415"/>
        </pc:sldMkLst>
      </pc:sldChg>
      <pc:sldChg chg="del">
        <pc:chgData name="Zheng, Binghuan" userId="0c8cd837-2f89-4b12-8657-4317aa4b18aa" providerId="ADAL" clId="{DB00DB67-FA87-4343-A891-4AD2DE0A735E}" dt="2023-05-11T07:47:57.937" v="665" actId="47"/>
        <pc:sldMkLst>
          <pc:docMk/>
          <pc:sldMk cId="3585669597" sldId="416"/>
        </pc:sldMkLst>
      </pc:sldChg>
      <pc:sldChg chg="del">
        <pc:chgData name="Zheng, Binghuan" userId="0c8cd837-2f89-4b12-8657-4317aa4b18aa" providerId="ADAL" clId="{DB00DB67-FA87-4343-A891-4AD2DE0A735E}" dt="2023-05-11T07:47:57.985" v="667" actId="47"/>
        <pc:sldMkLst>
          <pc:docMk/>
          <pc:sldMk cId="1282720685" sldId="417"/>
        </pc:sldMkLst>
      </pc:sldChg>
      <pc:sldChg chg="del">
        <pc:chgData name="Zheng, Binghuan" userId="0c8cd837-2f89-4b12-8657-4317aa4b18aa" providerId="ADAL" clId="{DB00DB67-FA87-4343-A891-4AD2DE0A735E}" dt="2023-05-11T07:47:58.001" v="668" actId="47"/>
        <pc:sldMkLst>
          <pc:docMk/>
          <pc:sldMk cId="943981249" sldId="418"/>
        </pc:sldMkLst>
      </pc:sldChg>
      <pc:sldChg chg="del">
        <pc:chgData name="Zheng, Binghuan" userId="0c8cd837-2f89-4b12-8657-4317aa4b18aa" providerId="ADAL" clId="{DB00DB67-FA87-4343-A891-4AD2DE0A735E}" dt="2023-05-11T07:47:58.032" v="669" actId="47"/>
        <pc:sldMkLst>
          <pc:docMk/>
          <pc:sldMk cId="2968888852" sldId="419"/>
        </pc:sldMkLst>
      </pc:sldChg>
      <pc:sldChg chg="del">
        <pc:chgData name="Zheng, Binghuan" userId="0c8cd837-2f89-4b12-8657-4317aa4b18aa" providerId="ADAL" clId="{DB00DB67-FA87-4343-A891-4AD2DE0A735E}" dt="2023-05-11T07:47:58.110" v="671" actId="47"/>
        <pc:sldMkLst>
          <pc:docMk/>
          <pc:sldMk cId="1065416071" sldId="420"/>
        </pc:sldMkLst>
      </pc:sldChg>
      <pc:sldChg chg="del">
        <pc:chgData name="Zheng, Binghuan" userId="0c8cd837-2f89-4b12-8657-4317aa4b18aa" providerId="ADAL" clId="{DB00DB67-FA87-4343-A891-4AD2DE0A735E}" dt="2023-05-11T07:47:58.204" v="673" actId="47"/>
        <pc:sldMkLst>
          <pc:docMk/>
          <pc:sldMk cId="3034569877" sldId="421"/>
        </pc:sldMkLst>
      </pc:sldChg>
      <pc:sldChg chg="del">
        <pc:chgData name="Zheng, Binghuan" userId="0c8cd837-2f89-4b12-8657-4317aa4b18aa" providerId="ADAL" clId="{DB00DB67-FA87-4343-A891-4AD2DE0A735E}" dt="2023-05-11T07:47:58.221" v="674" actId="47"/>
        <pc:sldMkLst>
          <pc:docMk/>
          <pc:sldMk cId="4238224736" sldId="422"/>
        </pc:sldMkLst>
      </pc:sldChg>
      <pc:sldChg chg="del">
        <pc:chgData name="Zheng, Binghuan" userId="0c8cd837-2f89-4b12-8657-4317aa4b18aa" providerId="ADAL" clId="{DB00DB67-FA87-4343-A891-4AD2DE0A735E}" dt="2023-05-11T07:47:58.254" v="675" actId="47"/>
        <pc:sldMkLst>
          <pc:docMk/>
          <pc:sldMk cId="1488326449" sldId="423"/>
        </pc:sldMkLst>
      </pc:sldChg>
      <pc:sldChg chg="del">
        <pc:chgData name="Zheng, Binghuan" userId="0c8cd837-2f89-4b12-8657-4317aa4b18aa" providerId="ADAL" clId="{DB00DB67-FA87-4343-A891-4AD2DE0A735E}" dt="2023-05-11T07:47:58.269" v="676" actId="47"/>
        <pc:sldMkLst>
          <pc:docMk/>
          <pc:sldMk cId="574681852" sldId="424"/>
        </pc:sldMkLst>
      </pc:sldChg>
      <pc:sldChg chg="del">
        <pc:chgData name="Zheng, Binghuan" userId="0c8cd837-2f89-4b12-8657-4317aa4b18aa" providerId="ADAL" clId="{DB00DB67-FA87-4343-A891-4AD2DE0A735E}" dt="2023-05-11T07:47:58.287" v="677" actId="47"/>
        <pc:sldMkLst>
          <pc:docMk/>
          <pc:sldMk cId="776038252" sldId="425"/>
        </pc:sldMkLst>
      </pc:sldChg>
      <pc:sldChg chg="del">
        <pc:chgData name="Zheng, Binghuan" userId="0c8cd837-2f89-4b12-8657-4317aa4b18aa" providerId="ADAL" clId="{DB00DB67-FA87-4343-A891-4AD2DE0A735E}" dt="2023-05-11T07:47:58.435" v="681" actId="47"/>
        <pc:sldMkLst>
          <pc:docMk/>
          <pc:sldMk cId="2176729132" sldId="426"/>
        </pc:sldMkLst>
      </pc:sldChg>
      <pc:sldChg chg="del">
        <pc:chgData name="Zheng, Binghuan" userId="0c8cd837-2f89-4b12-8657-4317aa4b18aa" providerId="ADAL" clId="{DB00DB67-FA87-4343-A891-4AD2DE0A735E}" dt="2023-05-11T07:47:58.592" v="685" actId="47"/>
        <pc:sldMkLst>
          <pc:docMk/>
          <pc:sldMk cId="1693173128" sldId="427"/>
        </pc:sldMkLst>
      </pc:sldChg>
      <pc:sldChg chg="del">
        <pc:chgData name="Zheng, Binghuan" userId="0c8cd837-2f89-4b12-8657-4317aa4b18aa" providerId="ADAL" clId="{DB00DB67-FA87-4343-A891-4AD2DE0A735E}" dt="2023-05-11T07:47:58.520" v="683" actId="47"/>
        <pc:sldMkLst>
          <pc:docMk/>
          <pc:sldMk cId="1898914133" sldId="428"/>
        </pc:sldMkLst>
      </pc:sldChg>
      <pc:sldChg chg="del">
        <pc:chgData name="Zheng, Binghuan" userId="0c8cd837-2f89-4b12-8657-4317aa4b18aa" providerId="ADAL" clId="{DB00DB67-FA87-4343-A891-4AD2DE0A735E}" dt="2023-05-11T07:47:58.549" v="684" actId="47"/>
        <pc:sldMkLst>
          <pc:docMk/>
          <pc:sldMk cId="2549360784" sldId="429"/>
        </pc:sldMkLst>
      </pc:sldChg>
      <pc:sldChg chg="del">
        <pc:chgData name="Zheng, Binghuan" userId="0c8cd837-2f89-4b12-8657-4317aa4b18aa" providerId="ADAL" clId="{DB00DB67-FA87-4343-A891-4AD2DE0A735E}" dt="2023-05-11T07:47:58.655" v="687" actId="47"/>
        <pc:sldMkLst>
          <pc:docMk/>
          <pc:sldMk cId="3710500859" sldId="430"/>
        </pc:sldMkLst>
      </pc:sldChg>
      <pc:sldChg chg="del">
        <pc:chgData name="Zheng, Binghuan" userId="0c8cd837-2f89-4b12-8657-4317aa4b18aa" providerId="ADAL" clId="{DB00DB67-FA87-4343-A891-4AD2DE0A735E}" dt="2023-05-11T07:47:59.065" v="688" actId="47"/>
        <pc:sldMkLst>
          <pc:docMk/>
          <pc:sldMk cId="3766124570" sldId="431"/>
        </pc:sldMkLst>
      </pc:sldChg>
      <pc:sldChg chg="del">
        <pc:chgData name="Zheng, Binghuan" userId="0c8cd837-2f89-4b12-8657-4317aa4b18aa" providerId="ADAL" clId="{DB00DB67-FA87-4343-A891-4AD2DE0A735E}" dt="2023-05-11T07:47:59.279" v="689" actId="47"/>
        <pc:sldMkLst>
          <pc:docMk/>
          <pc:sldMk cId="2231879138" sldId="432"/>
        </pc:sldMkLst>
      </pc:sldChg>
      <pc:sldChg chg="del">
        <pc:chgData name="Zheng, Binghuan" userId="0c8cd837-2f89-4b12-8657-4317aa4b18aa" providerId="ADAL" clId="{DB00DB67-FA87-4343-A891-4AD2DE0A735E}" dt="2023-05-11T07:47:59.477" v="690" actId="47"/>
        <pc:sldMkLst>
          <pc:docMk/>
          <pc:sldMk cId="2330827398" sldId="433"/>
        </pc:sldMkLst>
      </pc:sldChg>
      <pc:sldChg chg="modSp add del mod">
        <pc:chgData name="Zheng, Binghuan" userId="0c8cd837-2f89-4b12-8657-4317aa4b18aa" providerId="ADAL" clId="{DB00DB67-FA87-4343-A891-4AD2DE0A735E}" dt="2023-05-18T09:16:31.753" v="4733" actId="47"/>
        <pc:sldMkLst>
          <pc:docMk/>
          <pc:sldMk cId="115201031" sldId="434"/>
        </pc:sldMkLst>
        <pc:spChg chg="mod">
          <ac:chgData name="Zheng, Binghuan" userId="0c8cd837-2f89-4b12-8657-4317aa4b18aa" providerId="ADAL" clId="{DB00DB67-FA87-4343-A891-4AD2DE0A735E}" dt="2023-05-11T06:52:55.337" v="381" actId="20577"/>
          <ac:spMkLst>
            <pc:docMk/>
            <pc:sldMk cId="115201031" sldId="434"/>
            <ac:spMk id="4" creationId="{739ED610-7AC8-45CD-BCC6-B494109E5D9F}"/>
          </ac:spMkLst>
        </pc:spChg>
        <pc:spChg chg="mod">
          <ac:chgData name="Zheng, Binghuan" userId="0c8cd837-2f89-4b12-8657-4317aa4b18aa" providerId="ADAL" clId="{DB00DB67-FA87-4343-A891-4AD2DE0A735E}" dt="2023-05-11T07:19:16.668" v="644" actId="20577"/>
          <ac:spMkLst>
            <pc:docMk/>
            <pc:sldMk cId="115201031" sldId="434"/>
            <ac:spMk id="6" creationId="{0ED065AC-F3EF-42B0-A34B-DF7EED7FF8B9}"/>
          </ac:spMkLst>
        </pc:spChg>
        <pc:graphicFrameChg chg="mod modGraphic">
          <ac:chgData name="Zheng, Binghuan" userId="0c8cd837-2f89-4b12-8657-4317aa4b18aa" providerId="ADAL" clId="{DB00DB67-FA87-4343-A891-4AD2DE0A735E}" dt="2023-05-11T06:51:38.359" v="311" actId="122"/>
          <ac:graphicFrameMkLst>
            <pc:docMk/>
            <pc:sldMk cId="115201031" sldId="434"/>
            <ac:graphicFrameMk id="9" creationId="{A471383B-87D3-406F-AEC8-A1732EA53B37}"/>
          </ac:graphicFrameMkLst>
        </pc:graphicFrameChg>
      </pc:sldChg>
      <pc:sldChg chg="modSp add del mod">
        <pc:chgData name="Zheng, Binghuan" userId="0c8cd837-2f89-4b12-8657-4317aa4b18aa" providerId="ADAL" clId="{DB00DB67-FA87-4343-A891-4AD2DE0A735E}" dt="2023-05-18T09:16:32.386" v="4734" actId="47"/>
        <pc:sldMkLst>
          <pc:docMk/>
          <pc:sldMk cId="428685846" sldId="435"/>
        </pc:sldMkLst>
        <pc:spChg chg="mod">
          <ac:chgData name="Zheng, Binghuan" userId="0c8cd837-2f89-4b12-8657-4317aa4b18aa" providerId="ADAL" clId="{DB00DB67-FA87-4343-A891-4AD2DE0A735E}" dt="2023-05-11T07:14:04.056" v="484" actId="20577"/>
          <ac:spMkLst>
            <pc:docMk/>
            <pc:sldMk cId="428685846" sldId="435"/>
            <ac:spMk id="4" creationId="{739ED610-7AC8-45CD-BCC6-B494109E5D9F}"/>
          </ac:spMkLst>
        </pc:spChg>
        <pc:spChg chg="mod">
          <ac:chgData name="Zheng, Binghuan" userId="0c8cd837-2f89-4b12-8657-4317aa4b18aa" providerId="ADAL" clId="{DB00DB67-FA87-4343-A891-4AD2DE0A735E}" dt="2023-05-11T07:19:27.778" v="646" actId="20577"/>
          <ac:spMkLst>
            <pc:docMk/>
            <pc:sldMk cId="428685846" sldId="435"/>
            <ac:spMk id="6" creationId="{0ED065AC-F3EF-42B0-A34B-DF7EED7FF8B9}"/>
          </ac:spMkLst>
        </pc:spChg>
        <pc:graphicFrameChg chg="mod modGraphic">
          <ac:chgData name="Zheng, Binghuan" userId="0c8cd837-2f89-4b12-8657-4317aa4b18aa" providerId="ADAL" clId="{DB00DB67-FA87-4343-A891-4AD2DE0A735E}" dt="2023-05-11T07:13:17.567" v="443"/>
          <ac:graphicFrameMkLst>
            <pc:docMk/>
            <pc:sldMk cId="428685846" sldId="435"/>
            <ac:graphicFrameMk id="9" creationId="{A471383B-87D3-406F-AEC8-A1732EA53B37}"/>
          </ac:graphicFrameMkLst>
        </pc:graphicFrameChg>
      </pc:sldChg>
      <pc:sldChg chg="modSp add del mod">
        <pc:chgData name="Zheng, Binghuan" userId="0c8cd837-2f89-4b12-8657-4317aa4b18aa" providerId="ADAL" clId="{DB00DB67-FA87-4343-A891-4AD2DE0A735E}" dt="2023-05-18T09:16:33.009" v="4735" actId="47"/>
        <pc:sldMkLst>
          <pc:docMk/>
          <pc:sldMk cId="2110459600" sldId="436"/>
        </pc:sldMkLst>
        <pc:spChg chg="mod">
          <ac:chgData name="Zheng, Binghuan" userId="0c8cd837-2f89-4b12-8657-4317aa4b18aa" providerId="ADAL" clId="{DB00DB67-FA87-4343-A891-4AD2DE0A735E}" dt="2023-05-11T07:19:04.850" v="641" actId="20577"/>
          <ac:spMkLst>
            <pc:docMk/>
            <pc:sldMk cId="2110459600" sldId="436"/>
            <ac:spMk id="4" creationId="{739ED610-7AC8-45CD-BCC6-B494109E5D9F}"/>
          </ac:spMkLst>
        </pc:spChg>
        <pc:spChg chg="mod">
          <ac:chgData name="Zheng, Binghuan" userId="0c8cd837-2f89-4b12-8657-4317aa4b18aa" providerId="ADAL" clId="{DB00DB67-FA87-4343-A891-4AD2DE0A735E}" dt="2023-05-11T07:19:32.058" v="648" actId="20577"/>
          <ac:spMkLst>
            <pc:docMk/>
            <pc:sldMk cId="2110459600" sldId="436"/>
            <ac:spMk id="6" creationId="{0ED065AC-F3EF-42B0-A34B-DF7EED7FF8B9}"/>
          </ac:spMkLst>
        </pc:spChg>
        <pc:graphicFrameChg chg="mod modGraphic">
          <ac:chgData name="Zheng, Binghuan" userId="0c8cd837-2f89-4b12-8657-4317aa4b18aa" providerId="ADAL" clId="{DB00DB67-FA87-4343-A891-4AD2DE0A735E}" dt="2023-05-11T07:17:52.604" v="520"/>
          <ac:graphicFrameMkLst>
            <pc:docMk/>
            <pc:sldMk cId="2110459600" sldId="436"/>
            <ac:graphicFrameMk id="9" creationId="{A471383B-87D3-406F-AEC8-A1732EA53B37}"/>
          </ac:graphicFrameMkLst>
        </pc:graphicFrameChg>
      </pc:sldChg>
      <pc:sldChg chg="modSp add mod ord">
        <pc:chgData name="Zheng, Binghuan" userId="0c8cd837-2f89-4b12-8657-4317aa4b18aa" providerId="ADAL" clId="{DB00DB67-FA87-4343-A891-4AD2DE0A735E}" dt="2023-05-11T07:49:01.437" v="700"/>
        <pc:sldMkLst>
          <pc:docMk/>
          <pc:sldMk cId="2059096030" sldId="437"/>
        </pc:sldMkLst>
        <pc:spChg chg="mod">
          <ac:chgData name="Zheng, Binghuan" userId="0c8cd837-2f89-4b12-8657-4317aa4b18aa" providerId="ADAL" clId="{DB00DB67-FA87-4343-A891-4AD2DE0A735E}" dt="2023-05-11T07:49:01.437" v="700"/>
          <ac:spMkLst>
            <pc:docMk/>
            <pc:sldMk cId="2059096030" sldId="437"/>
            <ac:spMk id="4" creationId="{1567C550-8534-4752-A750-4145E9563059}"/>
          </ac:spMkLst>
        </pc:spChg>
      </pc:sldChg>
      <pc:sldChg chg="modSp add del mod ord">
        <pc:chgData name="Zheng, Binghuan" userId="0c8cd837-2f89-4b12-8657-4317aa4b18aa" providerId="ADAL" clId="{DB00DB67-FA87-4343-A891-4AD2DE0A735E}" dt="2023-05-18T11:58:41.357" v="5153" actId="47"/>
        <pc:sldMkLst>
          <pc:docMk/>
          <pc:sldMk cId="652883061" sldId="438"/>
        </pc:sldMkLst>
        <pc:spChg chg="mod">
          <ac:chgData name="Zheng, Binghuan" userId="0c8cd837-2f89-4b12-8657-4317aa4b18aa" providerId="ADAL" clId="{DB00DB67-FA87-4343-A891-4AD2DE0A735E}" dt="2023-05-11T08:53:23.512" v="840" actId="20577"/>
          <ac:spMkLst>
            <pc:docMk/>
            <pc:sldMk cId="652883061" sldId="438"/>
            <ac:spMk id="4" creationId="{739ED610-7AC8-45CD-BCC6-B494109E5D9F}"/>
          </ac:spMkLst>
        </pc:spChg>
        <pc:spChg chg="mod">
          <ac:chgData name="Zheng, Binghuan" userId="0c8cd837-2f89-4b12-8657-4317aa4b18aa" providerId="ADAL" clId="{DB00DB67-FA87-4343-A891-4AD2DE0A735E}" dt="2023-05-12T06:39:18.601" v="1408" actId="20577"/>
          <ac:spMkLst>
            <pc:docMk/>
            <pc:sldMk cId="652883061" sldId="438"/>
            <ac:spMk id="6" creationId="{0ED065AC-F3EF-42B0-A34B-DF7EED7FF8B9}"/>
          </ac:spMkLst>
        </pc:spChg>
        <pc:graphicFrameChg chg="mod modGraphic">
          <ac:chgData name="Zheng, Binghuan" userId="0c8cd837-2f89-4b12-8657-4317aa4b18aa" providerId="ADAL" clId="{DB00DB67-FA87-4343-A891-4AD2DE0A735E}" dt="2023-05-11T08:47:24.904" v="729" actId="20577"/>
          <ac:graphicFrameMkLst>
            <pc:docMk/>
            <pc:sldMk cId="652883061" sldId="438"/>
            <ac:graphicFrameMk id="9" creationId="{A471383B-87D3-406F-AEC8-A1732EA53B37}"/>
          </ac:graphicFrameMkLst>
        </pc:graphicFrameChg>
      </pc:sldChg>
      <pc:sldChg chg="addSp delSp modSp add mod">
        <pc:chgData name="Zheng, Binghuan" userId="0c8cd837-2f89-4b12-8657-4317aa4b18aa" providerId="ADAL" clId="{DB00DB67-FA87-4343-A891-4AD2DE0A735E}" dt="2023-05-12T06:39:20.633" v="1409" actId="20577"/>
        <pc:sldMkLst>
          <pc:docMk/>
          <pc:sldMk cId="9024894" sldId="439"/>
        </pc:sldMkLst>
        <pc:spChg chg="add del">
          <ac:chgData name="Zheng, Binghuan" userId="0c8cd837-2f89-4b12-8657-4317aa4b18aa" providerId="ADAL" clId="{DB00DB67-FA87-4343-A891-4AD2DE0A735E}" dt="2023-05-12T02:24:14.246" v="982" actId="22"/>
          <ac:spMkLst>
            <pc:docMk/>
            <pc:sldMk cId="9024894" sldId="439"/>
            <ac:spMk id="3" creationId="{4FA6E3B7-2AF1-EE72-EABC-95EAAC030816}"/>
          </ac:spMkLst>
        </pc:spChg>
        <pc:spChg chg="mod">
          <ac:chgData name="Zheng, Binghuan" userId="0c8cd837-2f89-4b12-8657-4317aa4b18aa" providerId="ADAL" clId="{DB00DB67-FA87-4343-A891-4AD2DE0A735E}" dt="2023-05-11T09:08:42.100" v="980" actId="20577"/>
          <ac:spMkLst>
            <pc:docMk/>
            <pc:sldMk cId="9024894" sldId="439"/>
            <ac:spMk id="4" creationId="{739ED610-7AC8-45CD-BCC6-B494109E5D9F}"/>
          </ac:spMkLst>
        </pc:spChg>
        <pc:spChg chg="mod">
          <ac:chgData name="Zheng, Binghuan" userId="0c8cd837-2f89-4b12-8657-4317aa4b18aa" providerId="ADAL" clId="{DB00DB67-FA87-4343-A891-4AD2DE0A735E}" dt="2023-05-12T06:39:20.633" v="1409" actId="20577"/>
          <ac:spMkLst>
            <pc:docMk/>
            <pc:sldMk cId="9024894" sldId="439"/>
            <ac:spMk id="6" creationId="{0ED065AC-F3EF-42B0-A34B-DF7EED7FF8B9}"/>
          </ac:spMkLst>
        </pc:spChg>
        <pc:graphicFrameChg chg="mod modGraphic">
          <ac:chgData name="Zheng, Binghuan" userId="0c8cd837-2f89-4b12-8657-4317aa4b18aa" providerId="ADAL" clId="{DB00DB67-FA87-4343-A891-4AD2DE0A735E}" dt="2023-05-11T09:08:23.956" v="939" actId="20577"/>
          <ac:graphicFrameMkLst>
            <pc:docMk/>
            <pc:sldMk cId="9024894" sldId="439"/>
            <ac:graphicFrameMk id="9" creationId="{A471383B-87D3-406F-AEC8-A1732EA53B37}"/>
          </ac:graphicFrameMkLst>
        </pc:graphicFrameChg>
      </pc:sldChg>
      <pc:sldChg chg="modSp add mod">
        <pc:chgData name="Zheng, Binghuan" userId="0c8cd837-2f89-4b12-8657-4317aa4b18aa" providerId="ADAL" clId="{DB00DB67-FA87-4343-A891-4AD2DE0A735E}" dt="2023-05-12T06:39:24.912" v="1411" actId="20577"/>
        <pc:sldMkLst>
          <pc:docMk/>
          <pc:sldMk cId="3674131767" sldId="440"/>
        </pc:sldMkLst>
        <pc:spChg chg="mod">
          <ac:chgData name="Zheng, Binghuan" userId="0c8cd837-2f89-4b12-8657-4317aa4b18aa" providerId="ADAL" clId="{DB00DB67-FA87-4343-A891-4AD2DE0A735E}" dt="2023-05-12T06:00:46.325" v="1117" actId="20577"/>
          <ac:spMkLst>
            <pc:docMk/>
            <pc:sldMk cId="3674131767" sldId="440"/>
            <ac:spMk id="4" creationId="{739ED610-7AC8-45CD-BCC6-B494109E5D9F}"/>
          </ac:spMkLst>
        </pc:spChg>
        <pc:spChg chg="mod">
          <ac:chgData name="Zheng, Binghuan" userId="0c8cd837-2f89-4b12-8657-4317aa4b18aa" providerId="ADAL" clId="{DB00DB67-FA87-4343-A891-4AD2DE0A735E}" dt="2023-05-12T06:39:24.912" v="1411" actId="20577"/>
          <ac:spMkLst>
            <pc:docMk/>
            <pc:sldMk cId="3674131767" sldId="440"/>
            <ac:spMk id="6" creationId="{0ED065AC-F3EF-42B0-A34B-DF7EED7FF8B9}"/>
          </ac:spMkLst>
        </pc:spChg>
        <pc:graphicFrameChg chg="mod modGraphic">
          <ac:chgData name="Zheng, Binghuan" userId="0c8cd837-2f89-4b12-8657-4317aa4b18aa" providerId="ADAL" clId="{DB00DB67-FA87-4343-A891-4AD2DE0A735E}" dt="2023-05-12T05:56:42.487" v="1055"/>
          <ac:graphicFrameMkLst>
            <pc:docMk/>
            <pc:sldMk cId="3674131767" sldId="440"/>
            <ac:graphicFrameMk id="9" creationId="{A471383B-87D3-406F-AEC8-A1732EA53B37}"/>
          </ac:graphicFrameMkLst>
        </pc:graphicFrameChg>
      </pc:sldChg>
      <pc:sldChg chg="modSp add mod">
        <pc:chgData name="Zheng, Binghuan" userId="0c8cd837-2f89-4b12-8657-4317aa4b18aa" providerId="ADAL" clId="{DB00DB67-FA87-4343-A891-4AD2DE0A735E}" dt="2023-05-12T06:39:30.374" v="1413" actId="20577"/>
        <pc:sldMkLst>
          <pc:docMk/>
          <pc:sldMk cId="1388188829" sldId="441"/>
        </pc:sldMkLst>
        <pc:spChg chg="mod">
          <ac:chgData name="Zheng, Binghuan" userId="0c8cd837-2f89-4b12-8657-4317aa4b18aa" providerId="ADAL" clId="{DB00DB67-FA87-4343-A891-4AD2DE0A735E}" dt="2023-05-12T06:08:19.712" v="1160" actId="20577"/>
          <ac:spMkLst>
            <pc:docMk/>
            <pc:sldMk cId="1388188829" sldId="441"/>
            <ac:spMk id="4" creationId="{739ED610-7AC8-45CD-BCC6-B494109E5D9F}"/>
          </ac:spMkLst>
        </pc:spChg>
        <pc:spChg chg="mod">
          <ac:chgData name="Zheng, Binghuan" userId="0c8cd837-2f89-4b12-8657-4317aa4b18aa" providerId="ADAL" clId="{DB00DB67-FA87-4343-A891-4AD2DE0A735E}" dt="2023-05-12T06:39:30.374" v="1413" actId="20577"/>
          <ac:spMkLst>
            <pc:docMk/>
            <pc:sldMk cId="1388188829" sldId="441"/>
            <ac:spMk id="6" creationId="{0ED065AC-F3EF-42B0-A34B-DF7EED7FF8B9}"/>
          </ac:spMkLst>
        </pc:spChg>
        <pc:graphicFrameChg chg="mod modGraphic">
          <ac:chgData name="Zheng, Binghuan" userId="0c8cd837-2f89-4b12-8657-4317aa4b18aa" providerId="ADAL" clId="{DB00DB67-FA87-4343-A891-4AD2DE0A735E}" dt="2023-05-12T06:06:17.322" v="1140" actId="207"/>
          <ac:graphicFrameMkLst>
            <pc:docMk/>
            <pc:sldMk cId="1388188829" sldId="441"/>
            <ac:graphicFrameMk id="9" creationId="{A471383B-87D3-406F-AEC8-A1732EA53B37}"/>
          </ac:graphicFrameMkLst>
        </pc:graphicFrameChg>
      </pc:sldChg>
      <pc:sldChg chg="modSp add mod">
        <pc:chgData name="Zheng, Binghuan" userId="0c8cd837-2f89-4b12-8657-4317aa4b18aa" providerId="ADAL" clId="{DB00DB67-FA87-4343-A891-4AD2DE0A735E}" dt="2023-05-12T06:39:39.653" v="1418" actId="20577"/>
        <pc:sldMkLst>
          <pc:docMk/>
          <pc:sldMk cId="1448590864" sldId="442"/>
        </pc:sldMkLst>
        <pc:spChg chg="mod">
          <ac:chgData name="Zheng, Binghuan" userId="0c8cd837-2f89-4b12-8657-4317aa4b18aa" providerId="ADAL" clId="{DB00DB67-FA87-4343-A891-4AD2DE0A735E}" dt="2023-05-12T06:26:11.329" v="1311" actId="20577"/>
          <ac:spMkLst>
            <pc:docMk/>
            <pc:sldMk cId="1448590864" sldId="442"/>
            <ac:spMk id="4" creationId="{739ED610-7AC8-45CD-BCC6-B494109E5D9F}"/>
          </ac:spMkLst>
        </pc:spChg>
        <pc:spChg chg="mod">
          <ac:chgData name="Zheng, Binghuan" userId="0c8cd837-2f89-4b12-8657-4317aa4b18aa" providerId="ADAL" clId="{DB00DB67-FA87-4343-A891-4AD2DE0A735E}" dt="2023-05-12T06:39:39.653" v="1418" actId="20577"/>
          <ac:spMkLst>
            <pc:docMk/>
            <pc:sldMk cId="1448590864" sldId="442"/>
            <ac:spMk id="6" creationId="{0ED065AC-F3EF-42B0-A34B-DF7EED7FF8B9}"/>
          </ac:spMkLst>
        </pc:spChg>
        <pc:graphicFrameChg chg="mod modGraphic">
          <ac:chgData name="Zheng, Binghuan" userId="0c8cd837-2f89-4b12-8657-4317aa4b18aa" providerId="ADAL" clId="{DB00DB67-FA87-4343-A891-4AD2DE0A735E}" dt="2023-05-12T06:24:49.064" v="1205" actId="108"/>
          <ac:graphicFrameMkLst>
            <pc:docMk/>
            <pc:sldMk cId="1448590864" sldId="442"/>
            <ac:graphicFrameMk id="9" creationId="{A471383B-87D3-406F-AEC8-A1732EA53B37}"/>
          </ac:graphicFrameMkLst>
        </pc:graphicFrameChg>
      </pc:sldChg>
      <pc:sldChg chg="modSp add del mod">
        <pc:chgData name="Zheng, Binghuan" userId="0c8cd837-2f89-4b12-8657-4317aa4b18aa" providerId="ADAL" clId="{DB00DB67-FA87-4343-A891-4AD2DE0A735E}" dt="2023-05-18T11:57:36.609" v="5151" actId="47"/>
        <pc:sldMkLst>
          <pc:docMk/>
          <pc:sldMk cId="435700087" sldId="443"/>
        </pc:sldMkLst>
        <pc:spChg chg="mod">
          <ac:chgData name="Zheng, Binghuan" userId="0c8cd837-2f89-4b12-8657-4317aa4b18aa" providerId="ADAL" clId="{DB00DB67-FA87-4343-A891-4AD2DE0A735E}" dt="2023-05-12T06:35:06.706" v="1396" actId="20577"/>
          <ac:spMkLst>
            <pc:docMk/>
            <pc:sldMk cId="435700087" sldId="443"/>
            <ac:spMk id="4" creationId="{739ED610-7AC8-45CD-BCC6-B494109E5D9F}"/>
          </ac:spMkLst>
        </pc:spChg>
        <pc:spChg chg="mod">
          <ac:chgData name="Zheng, Binghuan" userId="0c8cd837-2f89-4b12-8657-4317aa4b18aa" providerId="ADAL" clId="{DB00DB67-FA87-4343-A891-4AD2DE0A735E}" dt="2023-05-12T06:39:45.541" v="1420" actId="20577"/>
          <ac:spMkLst>
            <pc:docMk/>
            <pc:sldMk cId="435700087" sldId="443"/>
            <ac:spMk id="6" creationId="{0ED065AC-F3EF-42B0-A34B-DF7EED7FF8B9}"/>
          </ac:spMkLst>
        </pc:spChg>
        <pc:graphicFrameChg chg="mod modGraphic">
          <ac:chgData name="Zheng, Binghuan" userId="0c8cd837-2f89-4b12-8657-4317aa4b18aa" providerId="ADAL" clId="{DB00DB67-FA87-4343-A891-4AD2DE0A735E}" dt="2023-05-12T06:38:06.833" v="1407"/>
          <ac:graphicFrameMkLst>
            <pc:docMk/>
            <pc:sldMk cId="435700087" sldId="443"/>
            <ac:graphicFrameMk id="9" creationId="{A471383B-87D3-406F-AEC8-A1732EA53B37}"/>
          </ac:graphicFrameMkLst>
        </pc:graphicFrameChg>
      </pc:sldChg>
      <pc:sldChg chg="modSp add mod ord">
        <pc:chgData name="Zheng, Binghuan" userId="0c8cd837-2f89-4b12-8657-4317aa4b18aa" providerId="ADAL" clId="{DB00DB67-FA87-4343-A891-4AD2DE0A735E}" dt="2023-05-12T06:40:51.610" v="1424"/>
        <pc:sldMkLst>
          <pc:docMk/>
          <pc:sldMk cId="1495955687" sldId="444"/>
        </pc:sldMkLst>
        <pc:spChg chg="mod">
          <ac:chgData name="Zheng, Binghuan" userId="0c8cd837-2f89-4b12-8657-4317aa4b18aa" providerId="ADAL" clId="{DB00DB67-FA87-4343-A891-4AD2DE0A735E}" dt="2023-05-12T06:40:51.610" v="1424"/>
          <ac:spMkLst>
            <pc:docMk/>
            <pc:sldMk cId="1495955687" sldId="444"/>
            <ac:spMk id="4" creationId="{1567C550-8534-4752-A750-4145E9563059}"/>
          </ac:spMkLst>
        </pc:spChg>
      </pc:sldChg>
      <pc:sldChg chg="modSp add mod ord">
        <pc:chgData name="Zheng, Binghuan" userId="0c8cd837-2f89-4b12-8657-4317aa4b18aa" providerId="ADAL" clId="{DB00DB67-FA87-4343-A891-4AD2DE0A735E}" dt="2023-05-12T07:08:29.367" v="1655" actId="20577"/>
        <pc:sldMkLst>
          <pc:docMk/>
          <pc:sldMk cId="2211459611" sldId="445"/>
        </pc:sldMkLst>
        <pc:spChg chg="mod">
          <ac:chgData name="Zheng, Binghuan" userId="0c8cd837-2f89-4b12-8657-4317aa4b18aa" providerId="ADAL" clId="{DB00DB67-FA87-4343-A891-4AD2DE0A735E}" dt="2023-05-12T06:56:16.250" v="1526" actId="20577"/>
          <ac:spMkLst>
            <pc:docMk/>
            <pc:sldMk cId="2211459611" sldId="445"/>
            <ac:spMk id="4" creationId="{739ED610-7AC8-45CD-BCC6-B494109E5D9F}"/>
          </ac:spMkLst>
        </pc:spChg>
        <pc:spChg chg="mod">
          <ac:chgData name="Zheng, Binghuan" userId="0c8cd837-2f89-4b12-8657-4317aa4b18aa" providerId="ADAL" clId="{DB00DB67-FA87-4343-A891-4AD2DE0A735E}" dt="2023-05-12T07:08:29.367" v="1655" actId="20577"/>
          <ac:spMkLst>
            <pc:docMk/>
            <pc:sldMk cId="2211459611" sldId="445"/>
            <ac:spMk id="6" creationId="{0ED065AC-F3EF-42B0-A34B-DF7EED7FF8B9}"/>
          </ac:spMkLst>
        </pc:spChg>
        <pc:graphicFrameChg chg="mod modGraphic">
          <ac:chgData name="Zheng, Binghuan" userId="0c8cd837-2f89-4b12-8657-4317aa4b18aa" providerId="ADAL" clId="{DB00DB67-FA87-4343-A891-4AD2DE0A735E}" dt="2023-05-12T06:55:23.916" v="1442"/>
          <ac:graphicFrameMkLst>
            <pc:docMk/>
            <pc:sldMk cId="2211459611" sldId="445"/>
            <ac:graphicFrameMk id="9" creationId="{A471383B-87D3-406F-AEC8-A1732EA53B37}"/>
          </ac:graphicFrameMkLst>
        </pc:graphicFrameChg>
      </pc:sldChg>
      <pc:sldChg chg="modSp add mod">
        <pc:chgData name="Zheng, Binghuan" userId="0c8cd837-2f89-4b12-8657-4317aa4b18aa" providerId="ADAL" clId="{DB00DB67-FA87-4343-A891-4AD2DE0A735E}" dt="2023-05-12T07:26:43.921" v="1714" actId="20577"/>
        <pc:sldMkLst>
          <pc:docMk/>
          <pc:sldMk cId="3498928025" sldId="446"/>
        </pc:sldMkLst>
        <pc:spChg chg="mod">
          <ac:chgData name="Zheng, Binghuan" userId="0c8cd837-2f89-4b12-8657-4317aa4b18aa" providerId="ADAL" clId="{DB00DB67-FA87-4343-A891-4AD2DE0A735E}" dt="2023-05-12T07:26:43.921" v="1714" actId="20577"/>
          <ac:spMkLst>
            <pc:docMk/>
            <pc:sldMk cId="3498928025" sldId="446"/>
            <ac:spMk id="4" creationId="{739ED610-7AC8-45CD-BCC6-B494109E5D9F}"/>
          </ac:spMkLst>
        </pc:spChg>
        <pc:spChg chg="mod">
          <ac:chgData name="Zheng, Binghuan" userId="0c8cd837-2f89-4b12-8657-4317aa4b18aa" providerId="ADAL" clId="{DB00DB67-FA87-4343-A891-4AD2DE0A735E}" dt="2023-05-12T07:08:26.707" v="1654" actId="20577"/>
          <ac:spMkLst>
            <pc:docMk/>
            <pc:sldMk cId="3498928025" sldId="446"/>
            <ac:spMk id="6" creationId="{0ED065AC-F3EF-42B0-A34B-DF7EED7FF8B9}"/>
          </ac:spMkLst>
        </pc:spChg>
        <pc:graphicFrameChg chg="mod modGraphic">
          <ac:chgData name="Zheng, Binghuan" userId="0c8cd837-2f89-4b12-8657-4317aa4b18aa" providerId="ADAL" clId="{DB00DB67-FA87-4343-A891-4AD2DE0A735E}" dt="2023-05-12T07:25:03.466" v="1659" actId="20577"/>
          <ac:graphicFrameMkLst>
            <pc:docMk/>
            <pc:sldMk cId="3498928025" sldId="446"/>
            <ac:graphicFrameMk id="9" creationId="{A471383B-87D3-406F-AEC8-A1732EA53B37}"/>
          </ac:graphicFrameMkLst>
        </pc:graphicFrameChg>
      </pc:sldChg>
      <pc:sldChg chg="modSp add mod ord">
        <pc:chgData name="Zheng, Binghuan" userId="0c8cd837-2f89-4b12-8657-4317aa4b18aa" providerId="ADAL" clId="{DB00DB67-FA87-4343-A891-4AD2DE0A735E}" dt="2023-05-12T07:27:20.030" v="1718"/>
        <pc:sldMkLst>
          <pc:docMk/>
          <pc:sldMk cId="2988194818" sldId="447"/>
        </pc:sldMkLst>
        <pc:spChg chg="mod">
          <ac:chgData name="Zheng, Binghuan" userId="0c8cd837-2f89-4b12-8657-4317aa4b18aa" providerId="ADAL" clId="{DB00DB67-FA87-4343-A891-4AD2DE0A735E}" dt="2023-05-12T07:27:20.030" v="1718"/>
          <ac:spMkLst>
            <pc:docMk/>
            <pc:sldMk cId="2988194818" sldId="447"/>
            <ac:spMk id="4" creationId="{1567C550-8534-4752-A750-4145E9563059}"/>
          </ac:spMkLst>
        </pc:spChg>
      </pc:sldChg>
      <pc:sldChg chg="modSp add mod ord">
        <pc:chgData name="Zheng, Binghuan" userId="0c8cd837-2f89-4b12-8657-4317aa4b18aa" providerId="ADAL" clId="{DB00DB67-FA87-4343-A891-4AD2DE0A735E}" dt="2023-05-12T08:23:13.291" v="1810"/>
        <pc:sldMkLst>
          <pc:docMk/>
          <pc:sldMk cId="732527161" sldId="448"/>
        </pc:sldMkLst>
        <pc:spChg chg="mod">
          <ac:chgData name="Zheng, Binghuan" userId="0c8cd837-2f89-4b12-8657-4317aa4b18aa" providerId="ADAL" clId="{DB00DB67-FA87-4343-A891-4AD2DE0A735E}" dt="2023-05-12T08:17:25.811" v="1788" actId="1076"/>
          <ac:spMkLst>
            <pc:docMk/>
            <pc:sldMk cId="732527161" sldId="448"/>
            <ac:spMk id="4" creationId="{739ED610-7AC8-45CD-BCC6-B494109E5D9F}"/>
          </ac:spMkLst>
        </pc:spChg>
        <pc:spChg chg="mod">
          <ac:chgData name="Zheng, Binghuan" userId="0c8cd837-2f89-4b12-8657-4317aa4b18aa" providerId="ADAL" clId="{DB00DB67-FA87-4343-A891-4AD2DE0A735E}" dt="2023-05-12T07:27:28.753" v="1719"/>
          <ac:spMkLst>
            <pc:docMk/>
            <pc:sldMk cId="732527161" sldId="448"/>
            <ac:spMk id="6" creationId="{0ED065AC-F3EF-42B0-A34B-DF7EED7FF8B9}"/>
          </ac:spMkLst>
        </pc:spChg>
        <pc:graphicFrameChg chg="mod modGraphic">
          <ac:chgData name="Zheng, Binghuan" userId="0c8cd837-2f89-4b12-8657-4317aa4b18aa" providerId="ADAL" clId="{DB00DB67-FA87-4343-A891-4AD2DE0A735E}" dt="2023-05-12T08:23:13.291" v="1810"/>
          <ac:graphicFrameMkLst>
            <pc:docMk/>
            <pc:sldMk cId="732527161" sldId="448"/>
            <ac:graphicFrameMk id="9" creationId="{A471383B-87D3-406F-AEC8-A1732EA53B37}"/>
          </ac:graphicFrameMkLst>
        </pc:graphicFrameChg>
      </pc:sldChg>
      <pc:sldChg chg="addSp delSp modSp add mod">
        <pc:chgData name="Zheng, Binghuan" userId="0c8cd837-2f89-4b12-8657-4317aa4b18aa" providerId="ADAL" clId="{DB00DB67-FA87-4343-A891-4AD2DE0A735E}" dt="2023-05-12T08:35:47.801" v="1850" actId="1076"/>
        <pc:sldMkLst>
          <pc:docMk/>
          <pc:sldMk cId="1002335632" sldId="449"/>
        </pc:sldMkLst>
        <pc:spChg chg="mod">
          <ac:chgData name="Zheng, Binghuan" userId="0c8cd837-2f89-4b12-8657-4317aa4b18aa" providerId="ADAL" clId="{DB00DB67-FA87-4343-A891-4AD2DE0A735E}" dt="2023-05-12T07:29:58.730" v="1759" actId="20577"/>
          <ac:spMkLst>
            <pc:docMk/>
            <pc:sldMk cId="1002335632" sldId="449"/>
            <ac:spMk id="6" creationId="{0ED065AC-F3EF-42B0-A34B-DF7EED7FF8B9}"/>
          </ac:spMkLst>
        </pc:spChg>
        <pc:spChg chg="add mod">
          <ac:chgData name="Zheng, Binghuan" userId="0c8cd837-2f89-4b12-8657-4317aa4b18aa" providerId="ADAL" clId="{DB00DB67-FA87-4343-A891-4AD2DE0A735E}" dt="2023-05-12T08:35:47.801" v="1850" actId="1076"/>
          <ac:spMkLst>
            <pc:docMk/>
            <pc:sldMk cId="1002335632" sldId="449"/>
            <ac:spMk id="7" creationId="{D04F7035-CA7B-5CE2-54FD-79F4D98DA9AB}"/>
          </ac:spMkLst>
        </pc:spChg>
        <pc:graphicFrameChg chg="add del mod modGraphic">
          <ac:chgData name="Zheng, Binghuan" userId="0c8cd837-2f89-4b12-8657-4317aa4b18aa" providerId="ADAL" clId="{DB00DB67-FA87-4343-A891-4AD2DE0A735E}" dt="2023-05-12T08:25:58.523" v="1827"/>
          <ac:graphicFrameMkLst>
            <pc:docMk/>
            <pc:sldMk cId="1002335632" sldId="449"/>
            <ac:graphicFrameMk id="9" creationId="{A471383B-87D3-406F-AEC8-A1732EA53B37}"/>
          </ac:graphicFrameMkLst>
        </pc:graphicFrameChg>
        <pc:picChg chg="add mod modCrop">
          <ac:chgData name="Zheng, Binghuan" userId="0c8cd837-2f89-4b12-8657-4317aa4b18aa" providerId="ADAL" clId="{DB00DB67-FA87-4343-A891-4AD2DE0A735E}" dt="2023-05-12T08:34:51.113" v="1842" actId="1076"/>
          <ac:picMkLst>
            <pc:docMk/>
            <pc:sldMk cId="1002335632" sldId="449"/>
            <ac:picMk id="2" creationId="{403E9D65-B913-7FFB-8CA2-8C436560239B}"/>
          </ac:picMkLst>
        </pc:picChg>
        <pc:cxnChg chg="add del mod">
          <ac:chgData name="Zheng, Binghuan" userId="0c8cd837-2f89-4b12-8657-4317aa4b18aa" providerId="ADAL" clId="{DB00DB67-FA87-4343-A891-4AD2DE0A735E}" dt="2023-05-12T08:35:22.332" v="1845" actId="478"/>
          <ac:cxnSpMkLst>
            <pc:docMk/>
            <pc:sldMk cId="1002335632" sldId="449"/>
            <ac:cxnSpMk id="5" creationId="{8587E9E7-67D5-D21E-35D8-831A245945C9}"/>
          </ac:cxnSpMkLst>
        </pc:cxnChg>
      </pc:sldChg>
      <pc:sldChg chg="modSp add mod ord">
        <pc:chgData name="Zheng, Binghuan" userId="0c8cd837-2f89-4b12-8657-4317aa4b18aa" providerId="ADAL" clId="{DB00DB67-FA87-4343-A891-4AD2DE0A735E}" dt="2023-05-12T08:36:24.672" v="1854"/>
        <pc:sldMkLst>
          <pc:docMk/>
          <pc:sldMk cId="2209356476" sldId="450"/>
        </pc:sldMkLst>
        <pc:spChg chg="mod">
          <ac:chgData name="Zheng, Binghuan" userId="0c8cd837-2f89-4b12-8657-4317aa4b18aa" providerId="ADAL" clId="{DB00DB67-FA87-4343-A891-4AD2DE0A735E}" dt="2023-05-12T08:36:24.672" v="1854"/>
          <ac:spMkLst>
            <pc:docMk/>
            <pc:sldMk cId="2209356476" sldId="450"/>
            <ac:spMk id="4" creationId="{1567C550-8534-4752-A750-4145E9563059}"/>
          </ac:spMkLst>
        </pc:spChg>
      </pc:sldChg>
      <pc:sldChg chg="addSp delSp modSp add mod ord">
        <pc:chgData name="Zheng, Binghuan" userId="0c8cd837-2f89-4b12-8657-4317aa4b18aa" providerId="ADAL" clId="{DB00DB67-FA87-4343-A891-4AD2DE0A735E}" dt="2023-05-18T11:59:15.427" v="5160" actId="14734"/>
        <pc:sldMkLst>
          <pc:docMk/>
          <pc:sldMk cId="2050256125" sldId="451"/>
        </pc:sldMkLst>
        <pc:spChg chg="mod">
          <ac:chgData name="Zheng, Binghuan" userId="0c8cd837-2f89-4b12-8657-4317aa4b18aa" providerId="ADAL" clId="{DB00DB67-FA87-4343-A891-4AD2DE0A735E}" dt="2023-05-18T09:18:00.433" v="4739"/>
          <ac:spMkLst>
            <pc:docMk/>
            <pc:sldMk cId="2050256125" sldId="451"/>
            <ac:spMk id="6" creationId="{0ED065AC-F3EF-42B0-A34B-DF7EED7FF8B9}"/>
          </ac:spMkLst>
        </pc:spChg>
        <pc:graphicFrameChg chg="add del">
          <ac:chgData name="Zheng, Binghuan" userId="0c8cd837-2f89-4b12-8657-4317aa4b18aa" providerId="ADAL" clId="{DB00DB67-FA87-4343-A891-4AD2DE0A735E}" dt="2023-05-12T13:44:23.968" v="2055" actId="478"/>
          <ac:graphicFrameMkLst>
            <pc:docMk/>
            <pc:sldMk cId="2050256125" sldId="451"/>
            <ac:graphicFrameMk id="2" creationId="{D71B9FB4-57E6-0A5A-A9AF-084DE2BBF2AD}"/>
          </ac:graphicFrameMkLst>
        </pc:graphicFrameChg>
        <pc:graphicFrameChg chg="add mod modGraphic">
          <ac:chgData name="Zheng, Binghuan" userId="0c8cd837-2f89-4b12-8657-4317aa4b18aa" providerId="ADAL" clId="{DB00DB67-FA87-4343-A891-4AD2DE0A735E}" dt="2023-05-18T11:59:15.427" v="5160" actId="14734"/>
          <ac:graphicFrameMkLst>
            <pc:docMk/>
            <pc:sldMk cId="2050256125" sldId="451"/>
            <ac:graphicFrameMk id="3" creationId="{503B5CA7-8C98-49CD-062E-DAB370D359FC}"/>
          </ac:graphicFrameMkLst>
        </pc:graphicFrameChg>
        <pc:graphicFrameChg chg="add del mod modGraphic">
          <ac:chgData name="Zheng, Binghuan" userId="0c8cd837-2f89-4b12-8657-4317aa4b18aa" providerId="ADAL" clId="{DB00DB67-FA87-4343-A891-4AD2DE0A735E}" dt="2023-05-12T13:43:52.506" v="2053" actId="478"/>
          <ac:graphicFrameMkLst>
            <pc:docMk/>
            <pc:sldMk cId="2050256125" sldId="451"/>
            <ac:graphicFrameMk id="9" creationId="{A471383B-87D3-406F-AEC8-A1732EA53B37}"/>
          </ac:graphicFrameMkLst>
        </pc:graphicFrameChg>
      </pc:sldChg>
      <pc:sldChg chg="modSp add mod ord">
        <pc:chgData name="Zheng, Binghuan" userId="0c8cd837-2f89-4b12-8657-4317aa4b18aa" providerId="ADAL" clId="{DB00DB67-FA87-4343-A891-4AD2DE0A735E}" dt="2023-05-12T08:37:08.195" v="1863"/>
        <pc:sldMkLst>
          <pc:docMk/>
          <pc:sldMk cId="3319544129" sldId="452"/>
        </pc:sldMkLst>
        <pc:spChg chg="mod">
          <ac:chgData name="Zheng, Binghuan" userId="0c8cd837-2f89-4b12-8657-4317aa4b18aa" providerId="ADAL" clId="{DB00DB67-FA87-4343-A891-4AD2DE0A735E}" dt="2023-05-12T08:37:08.195" v="1863"/>
          <ac:spMkLst>
            <pc:docMk/>
            <pc:sldMk cId="3319544129" sldId="452"/>
            <ac:spMk id="4" creationId="{1567C550-8534-4752-A750-4145E9563059}"/>
          </ac:spMkLst>
        </pc:spChg>
      </pc:sldChg>
      <pc:sldChg chg="modSp add mod">
        <pc:chgData name="Zheng, Binghuan" userId="0c8cd837-2f89-4b12-8657-4317aa4b18aa" providerId="ADAL" clId="{DB00DB67-FA87-4343-A891-4AD2DE0A735E}" dt="2023-05-16T04:48:57.011" v="3621" actId="20577"/>
        <pc:sldMkLst>
          <pc:docMk/>
          <pc:sldMk cId="2776444572" sldId="453"/>
        </pc:sldMkLst>
        <pc:spChg chg="mod">
          <ac:chgData name="Zheng, Binghuan" userId="0c8cd837-2f89-4b12-8657-4317aa4b18aa" providerId="ADAL" clId="{DB00DB67-FA87-4343-A891-4AD2DE0A735E}" dt="2023-05-16T04:48:57.011" v="3621" actId="20577"/>
          <ac:spMkLst>
            <pc:docMk/>
            <pc:sldMk cId="2776444572" sldId="453"/>
            <ac:spMk id="4" creationId="{1567C550-8534-4752-A750-4145E9563059}"/>
          </ac:spMkLst>
        </pc:spChg>
      </pc:sldChg>
      <pc:sldChg chg="modSp add mod">
        <pc:chgData name="Zheng, Binghuan" userId="0c8cd837-2f89-4b12-8657-4317aa4b18aa" providerId="ADAL" clId="{DB00DB67-FA87-4343-A891-4AD2DE0A735E}" dt="2023-05-12T08:37:55.306" v="1867"/>
        <pc:sldMkLst>
          <pc:docMk/>
          <pc:sldMk cId="71352314" sldId="454"/>
        </pc:sldMkLst>
        <pc:spChg chg="mod">
          <ac:chgData name="Zheng, Binghuan" userId="0c8cd837-2f89-4b12-8657-4317aa4b18aa" providerId="ADAL" clId="{DB00DB67-FA87-4343-A891-4AD2DE0A735E}" dt="2023-05-12T08:37:55.306" v="1867"/>
          <ac:spMkLst>
            <pc:docMk/>
            <pc:sldMk cId="71352314" sldId="454"/>
            <ac:spMk id="4" creationId="{1567C550-8534-4752-A750-4145E9563059}"/>
          </ac:spMkLst>
        </pc:spChg>
      </pc:sldChg>
      <pc:sldChg chg="modSp add mod">
        <pc:chgData name="Zheng, Binghuan" userId="0c8cd837-2f89-4b12-8657-4317aa4b18aa" providerId="ADAL" clId="{DB00DB67-FA87-4343-A891-4AD2DE0A735E}" dt="2023-05-12T08:38:16.568" v="1868"/>
        <pc:sldMkLst>
          <pc:docMk/>
          <pc:sldMk cId="1539297286" sldId="455"/>
        </pc:sldMkLst>
        <pc:spChg chg="mod">
          <ac:chgData name="Zheng, Binghuan" userId="0c8cd837-2f89-4b12-8657-4317aa4b18aa" providerId="ADAL" clId="{DB00DB67-FA87-4343-A891-4AD2DE0A735E}" dt="2023-05-12T08:38:16.568" v="1868"/>
          <ac:spMkLst>
            <pc:docMk/>
            <pc:sldMk cId="1539297286" sldId="455"/>
            <ac:spMk id="4" creationId="{1567C550-8534-4752-A750-4145E9563059}"/>
          </ac:spMkLst>
        </pc:spChg>
      </pc:sldChg>
      <pc:sldChg chg="addSp delSp modSp add mod">
        <pc:chgData name="Zheng, Binghuan" userId="0c8cd837-2f89-4b12-8657-4317aa4b18aa" providerId="ADAL" clId="{DB00DB67-FA87-4343-A891-4AD2DE0A735E}" dt="2023-05-15T02:17:35.953" v="2614"/>
        <pc:sldMkLst>
          <pc:docMk/>
          <pc:sldMk cId="731146122" sldId="456"/>
        </pc:sldMkLst>
        <pc:spChg chg="add del mod">
          <ac:chgData name="Zheng, Binghuan" userId="0c8cd837-2f89-4b12-8657-4317aa4b18aa" providerId="ADAL" clId="{DB00DB67-FA87-4343-A891-4AD2DE0A735E}" dt="2023-05-15T02:17:35.953" v="2614"/>
          <ac:spMkLst>
            <pc:docMk/>
            <pc:sldMk cId="731146122" sldId="456"/>
            <ac:spMk id="2" creationId="{7661A0C2-A142-4F5C-20A9-50601DB33B34}"/>
          </ac:spMkLst>
        </pc:spChg>
        <pc:spChg chg="mod">
          <ac:chgData name="Zheng, Binghuan" userId="0c8cd837-2f89-4b12-8657-4317aa4b18aa" providerId="ADAL" clId="{DB00DB67-FA87-4343-A891-4AD2DE0A735E}" dt="2023-05-15T02:12:42.741" v="2548" actId="20577"/>
          <ac:spMkLst>
            <pc:docMk/>
            <pc:sldMk cId="731146122" sldId="456"/>
            <ac:spMk id="6" creationId="{0ED065AC-F3EF-42B0-A34B-DF7EED7FF8B9}"/>
          </ac:spMkLst>
        </pc:spChg>
        <pc:graphicFrameChg chg="mod modGraphic">
          <ac:chgData name="Zheng, Binghuan" userId="0c8cd837-2f89-4b12-8657-4317aa4b18aa" providerId="ADAL" clId="{DB00DB67-FA87-4343-A891-4AD2DE0A735E}" dt="2023-05-15T02:16:57.478" v="2612"/>
          <ac:graphicFrameMkLst>
            <pc:docMk/>
            <pc:sldMk cId="731146122" sldId="456"/>
            <ac:graphicFrameMk id="3" creationId="{503B5CA7-8C98-49CD-062E-DAB370D359FC}"/>
          </ac:graphicFrameMkLst>
        </pc:graphicFrameChg>
      </pc:sldChg>
      <pc:sldChg chg="modSp add del">
        <pc:chgData name="Zheng, Binghuan" userId="0c8cd837-2f89-4b12-8657-4317aa4b18aa" providerId="ADAL" clId="{DB00DB67-FA87-4343-A891-4AD2DE0A735E}" dt="2023-05-15T02:11:14.094" v="2544" actId="47"/>
        <pc:sldMkLst>
          <pc:docMk/>
          <pc:sldMk cId="3180429713" sldId="456"/>
        </pc:sldMkLst>
        <pc:graphicFrameChg chg="mod">
          <ac:chgData name="Zheng, Binghuan" userId="0c8cd837-2f89-4b12-8657-4317aa4b18aa" providerId="ADAL" clId="{DB00DB67-FA87-4343-A891-4AD2DE0A735E}" dt="2023-05-12T09:24:19.001" v="1898"/>
          <ac:graphicFrameMkLst>
            <pc:docMk/>
            <pc:sldMk cId="3180429713" sldId="456"/>
            <ac:graphicFrameMk id="9" creationId="{A471383B-87D3-406F-AEC8-A1732EA53B37}"/>
          </ac:graphicFrameMkLst>
        </pc:graphicFrameChg>
      </pc:sldChg>
      <pc:sldChg chg="add del">
        <pc:chgData name="Zheng, Binghuan" userId="0c8cd837-2f89-4b12-8657-4317aa4b18aa" providerId="ADAL" clId="{DB00DB67-FA87-4343-A891-4AD2DE0A735E}" dt="2023-05-15T02:08:29.523" v="2442" actId="47"/>
        <pc:sldMkLst>
          <pc:docMk/>
          <pc:sldMk cId="1303432005" sldId="457"/>
        </pc:sldMkLst>
      </pc:sldChg>
      <pc:sldChg chg="modSp add mod">
        <pc:chgData name="Zheng, Binghuan" userId="0c8cd837-2f89-4b12-8657-4317aa4b18aa" providerId="ADAL" clId="{DB00DB67-FA87-4343-A891-4AD2DE0A735E}" dt="2023-05-15T02:46:51.197" v="2743" actId="14734"/>
        <pc:sldMkLst>
          <pc:docMk/>
          <pc:sldMk cId="1628488132" sldId="457"/>
        </pc:sldMkLst>
        <pc:spChg chg="mod">
          <ac:chgData name="Zheng, Binghuan" userId="0c8cd837-2f89-4b12-8657-4317aa4b18aa" providerId="ADAL" clId="{DB00DB67-FA87-4343-A891-4AD2DE0A735E}" dt="2023-05-15T02:17:40.293" v="2616" actId="20577"/>
          <ac:spMkLst>
            <pc:docMk/>
            <pc:sldMk cId="1628488132" sldId="457"/>
            <ac:spMk id="6" creationId="{0ED065AC-F3EF-42B0-A34B-DF7EED7FF8B9}"/>
          </ac:spMkLst>
        </pc:spChg>
        <pc:graphicFrameChg chg="mod modGraphic">
          <ac:chgData name="Zheng, Binghuan" userId="0c8cd837-2f89-4b12-8657-4317aa4b18aa" providerId="ADAL" clId="{DB00DB67-FA87-4343-A891-4AD2DE0A735E}" dt="2023-05-15T02:46:51.197" v="2743" actId="14734"/>
          <ac:graphicFrameMkLst>
            <pc:docMk/>
            <pc:sldMk cId="1628488132" sldId="457"/>
            <ac:graphicFrameMk id="3" creationId="{503B5CA7-8C98-49CD-062E-DAB370D359FC}"/>
          </ac:graphicFrameMkLst>
        </pc:graphicFrameChg>
      </pc:sldChg>
      <pc:sldChg chg="addSp delSp modSp add del mod">
        <pc:chgData name="Zheng, Binghuan" userId="0c8cd837-2f89-4b12-8657-4317aa4b18aa" providerId="ADAL" clId="{DB00DB67-FA87-4343-A891-4AD2DE0A735E}" dt="2023-05-15T02:10:10.213" v="2516" actId="47"/>
        <pc:sldMkLst>
          <pc:docMk/>
          <pc:sldMk cId="3199596788" sldId="457"/>
        </pc:sldMkLst>
        <pc:spChg chg="add del mod">
          <ac:chgData name="Zheng, Binghuan" userId="0c8cd837-2f89-4b12-8657-4317aa4b18aa" providerId="ADAL" clId="{DB00DB67-FA87-4343-A891-4AD2DE0A735E}" dt="2023-05-15T02:09:12.843" v="2473" actId="478"/>
          <ac:spMkLst>
            <pc:docMk/>
            <pc:sldMk cId="3199596788" sldId="457"/>
            <ac:spMk id="5" creationId="{98D930C3-99F1-2093-8AB5-11366002FB01}"/>
          </ac:spMkLst>
        </pc:spChg>
        <pc:spChg chg="del">
          <ac:chgData name="Zheng, Binghuan" userId="0c8cd837-2f89-4b12-8657-4317aa4b18aa" providerId="ADAL" clId="{DB00DB67-FA87-4343-A891-4AD2DE0A735E}" dt="2023-05-15T02:08:59.859" v="2444" actId="478"/>
          <ac:spMkLst>
            <pc:docMk/>
            <pc:sldMk cId="3199596788" sldId="457"/>
            <ac:spMk id="6" creationId="{0ED065AC-F3EF-42B0-A34B-DF7EED7FF8B9}"/>
          </ac:spMkLst>
        </pc:spChg>
        <pc:spChg chg="add mod">
          <ac:chgData name="Zheng, Binghuan" userId="0c8cd837-2f89-4b12-8657-4317aa4b18aa" providerId="ADAL" clId="{DB00DB67-FA87-4343-A891-4AD2DE0A735E}" dt="2023-05-15T02:09:20.268" v="2474"/>
          <ac:spMkLst>
            <pc:docMk/>
            <pc:sldMk cId="3199596788" sldId="457"/>
            <ac:spMk id="7" creationId="{C7C2CCAB-E8BB-75E5-5448-130ABED43CB7}"/>
          </ac:spMkLst>
        </pc:spChg>
        <pc:graphicFrameChg chg="mod">
          <ac:chgData name="Zheng, Binghuan" userId="0c8cd837-2f89-4b12-8657-4317aa4b18aa" providerId="ADAL" clId="{DB00DB67-FA87-4343-A891-4AD2DE0A735E}" dt="2023-05-15T02:09:31.331" v="2515" actId="1036"/>
          <ac:graphicFrameMkLst>
            <pc:docMk/>
            <pc:sldMk cId="3199596788" sldId="457"/>
            <ac:graphicFrameMk id="3" creationId="{503B5CA7-8C98-49CD-062E-DAB370D359FC}"/>
          </ac:graphicFrameMkLst>
        </pc:graphicFrameChg>
      </pc:sldChg>
      <pc:sldChg chg="modSp add mod ord">
        <pc:chgData name="Zheng, Binghuan" userId="0c8cd837-2f89-4b12-8657-4317aa4b18aa" providerId="ADAL" clId="{DB00DB67-FA87-4343-A891-4AD2DE0A735E}" dt="2023-05-18T12:13:11.035" v="5302"/>
        <pc:sldMkLst>
          <pc:docMk/>
          <pc:sldMk cId="3275979725" sldId="458"/>
        </pc:sldMkLst>
        <pc:spChg chg="mod">
          <ac:chgData name="Zheng, Binghuan" userId="0c8cd837-2f89-4b12-8657-4317aa4b18aa" providerId="ADAL" clId="{DB00DB67-FA87-4343-A891-4AD2DE0A735E}" dt="2023-05-18T12:08:53.688" v="5265" actId="20577"/>
          <ac:spMkLst>
            <pc:docMk/>
            <pc:sldMk cId="3275979725" sldId="458"/>
            <ac:spMk id="6" creationId="{0ED065AC-F3EF-42B0-A34B-DF7EED7FF8B9}"/>
          </ac:spMkLst>
        </pc:spChg>
        <pc:graphicFrameChg chg="mod modGraphic">
          <ac:chgData name="Zheng, Binghuan" userId="0c8cd837-2f89-4b12-8657-4317aa4b18aa" providerId="ADAL" clId="{DB00DB67-FA87-4343-A891-4AD2DE0A735E}" dt="2023-05-18T12:13:11.035" v="5302"/>
          <ac:graphicFrameMkLst>
            <pc:docMk/>
            <pc:sldMk cId="3275979725" sldId="458"/>
            <ac:graphicFrameMk id="3" creationId="{503B5CA7-8C98-49CD-062E-DAB370D359FC}"/>
          </ac:graphicFrameMkLst>
        </pc:graphicFrameChg>
      </pc:sldChg>
      <pc:sldChg chg="modSp add mod ord">
        <pc:chgData name="Zheng, Binghuan" userId="0c8cd837-2f89-4b12-8657-4317aa4b18aa" providerId="ADAL" clId="{DB00DB67-FA87-4343-A891-4AD2DE0A735E}" dt="2023-05-18T09:15:07.369" v="4730" actId="20577"/>
        <pc:sldMkLst>
          <pc:docMk/>
          <pc:sldMk cId="1593563696" sldId="459"/>
        </pc:sldMkLst>
        <pc:spChg chg="mod">
          <ac:chgData name="Zheng, Binghuan" userId="0c8cd837-2f89-4b12-8657-4317aa4b18aa" providerId="ADAL" clId="{DB00DB67-FA87-4343-A891-4AD2DE0A735E}" dt="2023-05-15T03:17:04.280" v="2910" actId="20577"/>
          <ac:spMkLst>
            <pc:docMk/>
            <pc:sldMk cId="1593563696" sldId="459"/>
            <ac:spMk id="6" creationId="{0ED065AC-F3EF-42B0-A34B-DF7EED7FF8B9}"/>
          </ac:spMkLst>
        </pc:spChg>
        <pc:graphicFrameChg chg="mod modGraphic">
          <ac:chgData name="Zheng, Binghuan" userId="0c8cd837-2f89-4b12-8657-4317aa4b18aa" providerId="ADAL" clId="{DB00DB67-FA87-4343-A891-4AD2DE0A735E}" dt="2023-05-18T09:15:07.369" v="4730" actId="20577"/>
          <ac:graphicFrameMkLst>
            <pc:docMk/>
            <pc:sldMk cId="1593563696" sldId="459"/>
            <ac:graphicFrameMk id="3" creationId="{503B5CA7-8C98-49CD-062E-DAB370D359FC}"/>
          </ac:graphicFrameMkLst>
        </pc:graphicFrameChg>
      </pc:sldChg>
      <pc:sldChg chg="modSp add mod ord">
        <pc:chgData name="Zheng, Binghuan" userId="0c8cd837-2f89-4b12-8657-4317aa4b18aa" providerId="ADAL" clId="{DB00DB67-FA87-4343-A891-4AD2DE0A735E}" dt="2023-05-16T03:05:34.499" v="3617"/>
        <pc:sldMkLst>
          <pc:docMk/>
          <pc:sldMk cId="3580862102" sldId="460"/>
        </pc:sldMkLst>
        <pc:spChg chg="mod">
          <ac:chgData name="Zheng, Binghuan" userId="0c8cd837-2f89-4b12-8657-4317aa4b18aa" providerId="ADAL" clId="{DB00DB67-FA87-4343-A891-4AD2DE0A735E}" dt="2023-05-16T03:05:34.499" v="3617"/>
          <ac:spMkLst>
            <pc:docMk/>
            <pc:sldMk cId="3580862102" sldId="460"/>
            <ac:spMk id="6" creationId="{0ED065AC-F3EF-42B0-A34B-DF7EED7FF8B9}"/>
          </ac:spMkLst>
        </pc:spChg>
        <pc:graphicFrameChg chg="mod modGraphic">
          <ac:chgData name="Zheng, Binghuan" userId="0c8cd837-2f89-4b12-8657-4317aa4b18aa" providerId="ADAL" clId="{DB00DB67-FA87-4343-A891-4AD2DE0A735E}" dt="2023-05-15T03:40:55.474" v="2972" actId="14734"/>
          <ac:graphicFrameMkLst>
            <pc:docMk/>
            <pc:sldMk cId="3580862102" sldId="460"/>
            <ac:graphicFrameMk id="3" creationId="{503B5CA7-8C98-49CD-062E-DAB370D359FC}"/>
          </ac:graphicFrameMkLst>
        </pc:graphicFrameChg>
      </pc:sldChg>
      <pc:sldChg chg="modSp add mod">
        <pc:chgData name="Zheng, Binghuan" userId="0c8cd837-2f89-4b12-8657-4317aa4b18aa" providerId="ADAL" clId="{DB00DB67-FA87-4343-A891-4AD2DE0A735E}" dt="2023-05-16T03:05:17.113" v="3615"/>
        <pc:sldMkLst>
          <pc:docMk/>
          <pc:sldMk cId="1419580613" sldId="461"/>
        </pc:sldMkLst>
        <pc:spChg chg="mod">
          <ac:chgData name="Zheng, Binghuan" userId="0c8cd837-2f89-4b12-8657-4317aa4b18aa" providerId="ADAL" clId="{DB00DB67-FA87-4343-A891-4AD2DE0A735E}" dt="2023-05-16T03:05:17.113" v="3615"/>
          <ac:spMkLst>
            <pc:docMk/>
            <pc:sldMk cId="1419580613" sldId="461"/>
            <ac:spMk id="6" creationId="{0ED065AC-F3EF-42B0-A34B-DF7EED7FF8B9}"/>
          </ac:spMkLst>
        </pc:spChg>
        <pc:graphicFrameChg chg="mod modGraphic">
          <ac:chgData name="Zheng, Binghuan" userId="0c8cd837-2f89-4b12-8657-4317aa4b18aa" providerId="ADAL" clId="{DB00DB67-FA87-4343-A891-4AD2DE0A735E}" dt="2023-05-15T03:48:35.991" v="3079"/>
          <ac:graphicFrameMkLst>
            <pc:docMk/>
            <pc:sldMk cId="1419580613" sldId="461"/>
            <ac:graphicFrameMk id="3" creationId="{503B5CA7-8C98-49CD-062E-DAB370D359FC}"/>
          </ac:graphicFrameMkLst>
        </pc:graphicFrameChg>
      </pc:sldChg>
      <pc:sldChg chg="modSp add mod ord">
        <pc:chgData name="Zheng, Binghuan" userId="0c8cd837-2f89-4b12-8657-4317aa4b18aa" providerId="ADAL" clId="{DB00DB67-FA87-4343-A891-4AD2DE0A735E}" dt="2023-05-16T03:05:40.371" v="3618"/>
        <pc:sldMkLst>
          <pc:docMk/>
          <pc:sldMk cId="43316218" sldId="462"/>
        </pc:sldMkLst>
        <pc:spChg chg="mod">
          <ac:chgData name="Zheng, Binghuan" userId="0c8cd837-2f89-4b12-8657-4317aa4b18aa" providerId="ADAL" clId="{DB00DB67-FA87-4343-A891-4AD2DE0A735E}" dt="2023-05-15T05:21:00.941" v="3120" actId="1036"/>
          <ac:spMkLst>
            <pc:docMk/>
            <pc:sldMk cId="43316218" sldId="462"/>
            <ac:spMk id="4" creationId="{739ED610-7AC8-45CD-BCC6-B494109E5D9F}"/>
          </ac:spMkLst>
        </pc:spChg>
        <pc:spChg chg="mod">
          <ac:chgData name="Zheng, Binghuan" userId="0c8cd837-2f89-4b12-8657-4317aa4b18aa" providerId="ADAL" clId="{DB00DB67-FA87-4343-A891-4AD2DE0A735E}" dt="2023-05-16T03:05:40.371" v="3618"/>
          <ac:spMkLst>
            <pc:docMk/>
            <pc:sldMk cId="43316218" sldId="462"/>
            <ac:spMk id="6" creationId="{0ED065AC-F3EF-42B0-A34B-DF7EED7FF8B9}"/>
          </ac:spMkLst>
        </pc:spChg>
        <pc:graphicFrameChg chg="mod modGraphic">
          <ac:chgData name="Zheng, Binghuan" userId="0c8cd837-2f89-4b12-8657-4317aa4b18aa" providerId="ADAL" clId="{DB00DB67-FA87-4343-A891-4AD2DE0A735E}" dt="2023-05-15T05:34:20.094" v="3290" actId="122"/>
          <ac:graphicFrameMkLst>
            <pc:docMk/>
            <pc:sldMk cId="43316218" sldId="462"/>
            <ac:graphicFrameMk id="3" creationId="{503B5CA7-8C98-49CD-062E-DAB370D359FC}"/>
          </ac:graphicFrameMkLst>
        </pc:graphicFrameChg>
      </pc:sldChg>
      <pc:sldChg chg="modSp add mod ord">
        <pc:chgData name="Zheng, Binghuan" userId="0c8cd837-2f89-4b12-8657-4317aa4b18aa" providerId="ADAL" clId="{DB00DB67-FA87-4343-A891-4AD2DE0A735E}" dt="2023-05-16T03:05:48.004" v="3619"/>
        <pc:sldMkLst>
          <pc:docMk/>
          <pc:sldMk cId="3731721025" sldId="463"/>
        </pc:sldMkLst>
        <pc:spChg chg="mod">
          <ac:chgData name="Zheng, Binghuan" userId="0c8cd837-2f89-4b12-8657-4317aa4b18aa" providerId="ADAL" clId="{DB00DB67-FA87-4343-A891-4AD2DE0A735E}" dt="2023-05-16T03:05:48.004" v="3619"/>
          <ac:spMkLst>
            <pc:docMk/>
            <pc:sldMk cId="3731721025" sldId="463"/>
            <ac:spMk id="6" creationId="{0ED065AC-F3EF-42B0-A34B-DF7EED7FF8B9}"/>
          </ac:spMkLst>
        </pc:spChg>
        <pc:graphicFrameChg chg="mod modGraphic">
          <ac:chgData name="Zheng, Binghuan" userId="0c8cd837-2f89-4b12-8657-4317aa4b18aa" providerId="ADAL" clId="{DB00DB67-FA87-4343-A891-4AD2DE0A735E}" dt="2023-05-15T05:57:13.190" v="3419" actId="20577"/>
          <ac:graphicFrameMkLst>
            <pc:docMk/>
            <pc:sldMk cId="3731721025" sldId="463"/>
            <ac:graphicFrameMk id="3" creationId="{503B5CA7-8C98-49CD-062E-DAB370D359FC}"/>
          </ac:graphicFrameMkLst>
        </pc:graphicFrameChg>
      </pc:sldChg>
      <pc:sldChg chg="addSp delSp modSp add mod ord">
        <pc:chgData name="Zheng, Binghuan" userId="0c8cd837-2f89-4b12-8657-4317aa4b18aa" providerId="ADAL" clId="{DB00DB67-FA87-4343-A891-4AD2DE0A735E}" dt="2023-05-16T04:50:07.055" v="3626" actId="14734"/>
        <pc:sldMkLst>
          <pc:docMk/>
          <pc:sldMk cId="697485291" sldId="464"/>
        </pc:sldMkLst>
        <pc:spChg chg="mod">
          <ac:chgData name="Zheng, Binghuan" userId="0c8cd837-2f89-4b12-8657-4317aa4b18aa" providerId="ADAL" clId="{DB00DB67-FA87-4343-A891-4AD2DE0A735E}" dt="2023-05-16T02:29:23.018" v="3435" actId="1076"/>
          <ac:spMkLst>
            <pc:docMk/>
            <pc:sldMk cId="697485291" sldId="464"/>
            <ac:spMk id="4" creationId="{739ED610-7AC8-45CD-BCC6-B494109E5D9F}"/>
          </ac:spMkLst>
        </pc:spChg>
        <pc:spChg chg="add del">
          <ac:chgData name="Zheng, Binghuan" userId="0c8cd837-2f89-4b12-8657-4317aa4b18aa" providerId="ADAL" clId="{DB00DB67-FA87-4343-A891-4AD2DE0A735E}" dt="2023-05-16T02:41:23.516" v="3512" actId="22"/>
          <ac:spMkLst>
            <pc:docMk/>
            <pc:sldMk cId="697485291" sldId="464"/>
            <ac:spMk id="5" creationId="{584CF2EC-BB69-6F5D-9ECB-52827D1328F7}"/>
          </ac:spMkLst>
        </pc:spChg>
        <pc:spChg chg="mod">
          <ac:chgData name="Zheng, Binghuan" userId="0c8cd837-2f89-4b12-8657-4317aa4b18aa" providerId="ADAL" clId="{DB00DB67-FA87-4343-A891-4AD2DE0A735E}" dt="2023-05-16T04:49:13.984" v="3622"/>
          <ac:spMkLst>
            <pc:docMk/>
            <pc:sldMk cId="697485291" sldId="464"/>
            <ac:spMk id="6" creationId="{0ED065AC-F3EF-42B0-A34B-DF7EED7FF8B9}"/>
          </ac:spMkLst>
        </pc:spChg>
        <pc:graphicFrameChg chg="mod modGraphic">
          <ac:chgData name="Zheng, Binghuan" userId="0c8cd837-2f89-4b12-8657-4317aa4b18aa" providerId="ADAL" clId="{DB00DB67-FA87-4343-A891-4AD2DE0A735E}" dt="2023-05-16T04:50:07.055" v="3626" actId="14734"/>
          <ac:graphicFrameMkLst>
            <pc:docMk/>
            <pc:sldMk cId="697485291" sldId="464"/>
            <ac:graphicFrameMk id="3" creationId="{503B5CA7-8C98-49CD-062E-DAB370D359FC}"/>
          </ac:graphicFrameMkLst>
        </pc:graphicFrameChg>
      </pc:sldChg>
      <pc:sldChg chg="modSp add mod">
        <pc:chgData name="Zheng, Binghuan" userId="0c8cd837-2f89-4b12-8657-4317aa4b18aa" providerId="ADAL" clId="{DB00DB67-FA87-4343-A891-4AD2DE0A735E}" dt="2023-05-16T10:33:15.674" v="3805"/>
        <pc:sldMkLst>
          <pc:docMk/>
          <pc:sldMk cId="56375173" sldId="465"/>
        </pc:sldMkLst>
        <pc:spChg chg="mod">
          <ac:chgData name="Zheng, Binghuan" userId="0c8cd837-2f89-4b12-8657-4317aa4b18aa" providerId="ADAL" clId="{DB00DB67-FA87-4343-A891-4AD2DE0A735E}" dt="2023-05-16T04:49:19.116" v="3623"/>
          <ac:spMkLst>
            <pc:docMk/>
            <pc:sldMk cId="56375173" sldId="465"/>
            <ac:spMk id="6" creationId="{0ED065AC-F3EF-42B0-A34B-DF7EED7FF8B9}"/>
          </ac:spMkLst>
        </pc:spChg>
        <pc:graphicFrameChg chg="mod modGraphic">
          <ac:chgData name="Zheng, Binghuan" userId="0c8cd837-2f89-4b12-8657-4317aa4b18aa" providerId="ADAL" clId="{DB00DB67-FA87-4343-A891-4AD2DE0A735E}" dt="2023-05-16T10:33:15.674" v="3805"/>
          <ac:graphicFrameMkLst>
            <pc:docMk/>
            <pc:sldMk cId="56375173" sldId="465"/>
            <ac:graphicFrameMk id="3" creationId="{503B5CA7-8C98-49CD-062E-DAB370D359FC}"/>
          </ac:graphicFrameMkLst>
        </pc:graphicFrameChg>
      </pc:sldChg>
      <pc:sldChg chg="modSp add del mod ord">
        <pc:chgData name="Zheng, Binghuan" userId="0c8cd837-2f89-4b12-8657-4317aa4b18aa" providerId="ADAL" clId="{DB00DB67-FA87-4343-A891-4AD2DE0A735E}" dt="2023-05-16T05:11:04.980" v="3672" actId="47"/>
        <pc:sldMkLst>
          <pc:docMk/>
          <pc:sldMk cId="2397749029" sldId="466"/>
        </pc:sldMkLst>
        <pc:spChg chg="mod">
          <ac:chgData name="Zheng, Binghuan" userId="0c8cd837-2f89-4b12-8657-4317aa4b18aa" providerId="ADAL" clId="{DB00DB67-FA87-4343-A891-4AD2DE0A735E}" dt="2023-05-16T04:49:35.473" v="3624"/>
          <ac:spMkLst>
            <pc:docMk/>
            <pc:sldMk cId="2397749029" sldId="466"/>
            <ac:spMk id="6" creationId="{0ED065AC-F3EF-42B0-A34B-DF7EED7FF8B9}"/>
          </ac:spMkLst>
        </pc:spChg>
      </pc:sldChg>
      <pc:sldChg chg="modSp add del mod ord">
        <pc:chgData name="Zheng, Binghuan" userId="0c8cd837-2f89-4b12-8657-4317aa4b18aa" providerId="ADAL" clId="{DB00DB67-FA87-4343-A891-4AD2DE0A735E}" dt="2023-05-18T06:38:21.347" v="4338" actId="20577"/>
        <pc:sldMkLst>
          <pc:docMk/>
          <pc:sldMk cId="3136376735" sldId="467"/>
        </pc:sldMkLst>
        <pc:spChg chg="mod">
          <ac:chgData name="Zheng, Binghuan" userId="0c8cd837-2f89-4b12-8657-4317aa4b18aa" providerId="ADAL" clId="{DB00DB67-FA87-4343-A891-4AD2DE0A735E}" dt="2023-05-18T06:38:21.347" v="4338" actId="20577"/>
          <ac:spMkLst>
            <pc:docMk/>
            <pc:sldMk cId="3136376735" sldId="467"/>
            <ac:spMk id="6" creationId="{0ED065AC-F3EF-42B0-A34B-DF7EED7FF8B9}"/>
          </ac:spMkLst>
        </pc:spChg>
        <pc:graphicFrameChg chg="mod modGraphic">
          <ac:chgData name="Zheng, Binghuan" userId="0c8cd837-2f89-4b12-8657-4317aa4b18aa" providerId="ADAL" clId="{DB00DB67-FA87-4343-A891-4AD2DE0A735E}" dt="2023-05-16T05:16:04.688" v="3687"/>
          <ac:graphicFrameMkLst>
            <pc:docMk/>
            <pc:sldMk cId="3136376735" sldId="467"/>
            <ac:graphicFrameMk id="3" creationId="{503B5CA7-8C98-49CD-062E-DAB370D359FC}"/>
          </ac:graphicFrameMkLst>
        </pc:graphicFrameChg>
      </pc:sldChg>
      <pc:sldChg chg="addSp delSp modSp add mod ord">
        <pc:chgData name="Zheng, Binghuan" userId="0c8cd837-2f89-4b12-8657-4317aa4b18aa" providerId="ADAL" clId="{DB00DB67-FA87-4343-A891-4AD2DE0A735E}" dt="2023-05-18T07:52:23.656" v="4553" actId="14734"/>
        <pc:sldMkLst>
          <pc:docMk/>
          <pc:sldMk cId="559823900" sldId="468"/>
        </pc:sldMkLst>
        <pc:spChg chg="add del">
          <ac:chgData name="Zheng, Binghuan" userId="0c8cd837-2f89-4b12-8657-4317aa4b18aa" providerId="ADAL" clId="{DB00DB67-FA87-4343-A891-4AD2DE0A735E}" dt="2023-05-16T05:20:36.199" v="3804" actId="22"/>
          <ac:spMkLst>
            <pc:docMk/>
            <pc:sldMk cId="559823900" sldId="468"/>
            <ac:spMk id="5" creationId="{5D362299-C1AD-3292-84EC-63B731A43188}"/>
          </ac:spMkLst>
        </pc:spChg>
        <pc:spChg chg="mod">
          <ac:chgData name="Zheng, Binghuan" userId="0c8cd837-2f89-4b12-8657-4317aa4b18aa" providerId="ADAL" clId="{DB00DB67-FA87-4343-A891-4AD2DE0A735E}" dt="2023-05-18T06:38:23.568" v="4339" actId="20577"/>
          <ac:spMkLst>
            <pc:docMk/>
            <pc:sldMk cId="559823900" sldId="468"/>
            <ac:spMk id="6" creationId="{0ED065AC-F3EF-42B0-A34B-DF7EED7FF8B9}"/>
          </ac:spMkLst>
        </pc:spChg>
        <pc:graphicFrameChg chg="mod modGraphic">
          <ac:chgData name="Zheng, Binghuan" userId="0c8cd837-2f89-4b12-8657-4317aa4b18aa" providerId="ADAL" clId="{DB00DB67-FA87-4343-A891-4AD2DE0A735E}" dt="2023-05-18T07:52:23.656" v="4553" actId="14734"/>
          <ac:graphicFrameMkLst>
            <pc:docMk/>
            <pc:sldMk cId="559823900" sldId="468"/>
            <ac:graphicFrameMk id="3" creationId="{503B5CA7-8C98-49CD-062E-DAB370D359FC}"/>
          </ac:graphicFrameMkLst>
        </pc:graphicFrameChg>
      </pc:sldChg>
      <pc:sldChg chg="modSp add mod">
        <pc:chgData name="Zheng, Binghuan" userId="0c8cd837-2f89-4b12-8657-4317aa4b18aa" providerId="ADAL" clId="{DB00DB67-FA87-4343-A891-4AD2DE0A735E}" dt="2023-05-18T06:38:26.263" v="4340" actId="20577"/>
        <pc:sldMkLst>
          <pc:docMk/>
          <pc:sldMk cId="1148473252" sldId="469"/>
        </pc:sldMkLst>
        <pc:spChg chg="mod">
          <ac:chgData name="Zheng, Binghuan" userId="0c8cd837-2f89-4b12-8657-4317aa4b18aa" providerId="ADAL" clId="{DB00DB67-FA87-4343-A891-4AD2DE0A735E}" dt="2023-05-18T06:38:26.263" v="4340" actId="20577"/>
          <ac:spMkLst>
            <pc:docMk/>
            <pc:sldMk cId="1148473252" sldId="469"/>
            <ac:spMk id="6" creationId="{0ED065AC-F3EF-42B0-A34B-DF7EED7FF8B9}"/>
          </ac:spMkLst>
        </pc:spChg>
        <pc:graphicFrameChg chg="mod modGraphic">
          <ac:chgData name="Zheng, Binghuan" userId="0c8cd837-2f89-4b12-8657-4317aa4b18aa" providerId="ADAL" clId="{DB00DB67-FA87-4343-A891-4AD2DE0A735E}" dt="2023-05-18T05:56:53.855" v="3850" actId="20577"/>
          <ac:graphicFrameMkLst>
            <pc:docMk/>
            <pc:sldMk cId="1148473252" sldId="469"/>
            <ac:graphicFrameMk id="3" creationId="{503B5CA7-8C98-49CD-062E-DAB370D359FC}"/>
          </ac:graphicFrameMkLst>
        </pc:graphicFrameChg>
      </pc:sldChg>
      <pc:sldChg chg="modSp add mod">
        <pc:chgData name="Zheng, Binghuan" userId="0c8cd837-2f89-4b12-8657-4317aa4b18aa" providerId="ADAL" clId="{DB00DB67-FA87-4343-A891-4AD2DE0A735E}" dt="2023-05-18T06:38:29.198" v="4341" actId="20577"/>
        <pc:sldMkLst>
          <pc:docMk/>
          <pc:sldMk cId="141679243" sldId="470"/>
        </pc:sldMkLst>
        <pc:spChg chg="mod">
          <ac:chgData name="Zheng, Binghuan" userId="0c8cd837-2f89-4b12-8657-4317aa4b18aa" providerId="ADAL" clId="{DB00DB67-FA87-4343-A891-4AD2DE0A735E}" dt="2023-05-18T06:38:29.198" v="4341" actId="20577"/>
          <ac:spMkLst>
            <pc:docMk/>
            <pc:sldMk cId="141679243" sldId="470"/>
            <ac:spMk id="6" creationId="{0ED065AC-F3EF-42B0-A34B-DF7EED7FF8B9}"/>
          </ac:spMkLst>
        </pc:spChg>
        <pc:graphicFrameChg chg="mod modGraphic">
          <ac:chgData name="Zheng, Binghuan" userId="0c8cd837-2f89-4b12-8657-4317aa4b18aa" providerId="ADAL" clId="{DB00DB67-FA87-4343-A891-4AD2DE0A735E}" dt="2023-05-18T06:11:12.598" v="4062"/>
          <ac:graphicFrameMkLst>
            <pc:docMk/>
            <pc:sldMk cId="141679243" sldId="470"/>
            <ac:graphicFrameMk id="3" creationId="{503B5CA7-8C98-49CD-062E-DAB370D359FC}"/>
          </ac:graphicFrameMkLst>
        </pc:graphicFrameChg>
      </pc:sldChg>
      <pc:sldChg chg="modSp add mod">
        <pc:chgData name="Zheng, Binghuan" userId="0c8cd837-2f89-4b12-8657-4317aa4b18aa" providerId="ADAL" clId="{DB00DB67-FA87-4343-A891-4AD2DE0A735E}" dt="2023-05-18T06:38:31.678" v="4342" actId="20577"/>
        <pc:sldMkLst>
          <pc:docMk/>
          <pc:sldMk cId="2447273490" sldId="471"/>
        </pc:sldMkLst>
        <pc:spChg chg="mod">
          <ac:chgData name="Zheng, Binghuan" userId="0c8cd837-2f89-4b12-8657-4317aa4b18aa" providerId="ADAL" clId="{DB00DB67-FA87-4343-A891-4AD2DE0A735E}" dt="2023-05-18T06:38:31.678" v="4342" actId="20577"/>
          <ac:spMkLst>
            <pc:docMk/>
            <pc:sldMk cId="2447273490" sldId="471"/>
            <ac:spMk id="6" creationId="{0ED065AC-F3EF-42B0-A34B-DF7EED7FF8B9}"/>
          </ac:spMkLst>
        </pc:spChg>
        <pc:graphicFrameChg chg="mod modGraphic">
          <ac:chgData name="Zheng, Binghuan" userId="0c8cd837-2f89-4b12-8657-4317aa4b18aa" providerId="ADAL" clId="{DB00DB67-FA87-4343-A891-4AD2DE0A735E}" dt="2023-05-18T06:17:57.018" v="4140" actId="122"/>
          <ac:graphicFrameMkLst>
            <pc:docMk/>
            <pc:sldMk cId="2447273490" sldId="471"/>
            <ac:graphicFrameMk id="3" creationId="{503B5CA7-8C98-49CD-062E-DAB370D359FC}"/>
          </ac:graphicFrameMkLst>
        </pc:graphicFrameChg>
      </pc:sldChg>
      <pc:sldChg chg="modSp add mod">
        <pc:chgData name="Zheng, Binghuan" userId="0c8cd837-2f89-4b12-8657-4317aa4b18aa" providerId="ADAL" clId="{DB00DB67-FA87-4343-A891-4AD2DE0A735E}" dt="2023-05-18T06:38:34.228" v="4343" actId="20577"/>
        <pc:sldMkLst>
          <pc:docMk/>
          <pc:sldMk cId="3949367011" sldId="472"/>
        </pc:sldMkLst>
        <pc:spChg chg="mod">
          <ac:chgData name="Zheng, Binghuan" userId="0c8cd837-2f89-4b12-8657-4317aa4b18aa" providerId="ADAL" clId="{DB00DB67-FA87-4343-A891-4AD2DE0A735E}" dt="2023-05-18T06:38:34.228" v="4343" actId="20577"/>
          <ac:spMkLst>
            <pc:docMk/>
            <pc:sldMk cId="3949367011" sldId="472"/>
            <ac:spMk id="6" creationId="{0ED065AC-F3EF-42B0-A34B-DF7EED7FF8B9}"/>
          </ac:spMkLst>
        </pc:spChg>
        <pc:graphicFrameChg chg="mod modGraphic">
          <ac:chgData name="Zheng, Binghuan" userId="0c8cd837-2f89-4b12-8657-4317aa4b18aa" providerId="ADAL" clId="{DB00DB67-FA87-4343-A891-4AD2DE0A735E}" dt="2023-05-18T06:23:13.504" v="4213" actId="20577"/>
          <ac:graphicFrameMkLst>
            <pc:docMk/>
            <pc:sldMk cId="3949367011" sldId="472"/>
            <ac:graphicFrameMk id="3" creationId="{503B5CA7-8C98-49CD-062E-DAB370D359FC}"/>
          </ac:graphicFrameMkLst>
        </pc:graphicFrameChg>
      </pc:sldChg>
      <pc:sldChg chg="modSp add mod">
        <pc:chgData name="Zheng, Binghuan" userId="0c8cd837-2f89-4b12-8657-4317aa4b18aa" providerId="ADAL" clId="{DB00DB67-FA87-4343-A891-4AD2DE0A735E}" dt="2023-05-18T06:38:37.637" v="4344" actId="20577"/>
        <pc:sldMkLst>
          <pc:docMk/>
          <pc:sldMk cId="1608275893" sldId="473"/>
        </pc:sldMkLst>
        <pc:spChg chg="mod">
          <ac:chgData name="Zheng, Binghuan" userId="0c8cd837-2f89-4b12-8657-4317aa4b18aa" providerId="ADAL" clId="{DB00DB67-FA87-4343-A891-4AD2DE0A735E}" dt="2023-05-18T06:38:37.637" v="4344" actId="20577"/>
          <ac:spMkLst>
            <pc:docMk/>
            <pc:sldMk cId="1608275893" sldId="473"/>
            <ac:spMk id="6" creationId="{0ED065AC-F3EF-42B0-A34B-DF7EED7FF8B9}"/>
          </ac:spMkLst>
        </pc:spChg>
        <pc:graphicFrameChg chg="mod modGraphic">
          <ac:chgData name="Zheng, Binghuan" userId="0c8cd837-2f89-4b12-8657-4317aa4b18aa" providerId="ADAL" clId="{DB00DB67-FA87-4343-A891-4AD2DE0A735E}" dt="2023-05-18T06:28:22.727" v="4250"/>
          <ac:graphicFrameMkLst>
            <pc:docMk/>
            <pc:sldMk cId="1608275893" sldId="473"/>
            <ac:graphicFrameMk id="3" creationId="{503B5CA7-8C98-49CD-062E-DAB370D359FC}"/>
          </ac:graphicFrameMkLst>
        </pc:graphicFrameChg>
      </pc:sldChg>
      <pc:sldChg chg="modSp add mod">
        <pc:chgData name="Zheng, Binghuan" userId="0c8cd837-2f89-4b12-8657-4317aa4b18aa" providerId="ADAL" clId="{DB00DB67-FA87-4343-A891-4AD2DE0A735E}" dt="2023-05-18T06:38:55.796" v="4348" actId="20577"/>
        <pc:sldMkLst>
          <pc:docMk/>
          <pc:sldMk cId="3735186540" sldId="474"/>
        </pc:sldMkLst>
        <pc:spChg chg="mod">
          <ac:chgData name="Zheng, Binghuan" userId="0c8cd837-2f89-4b12-8657-4317aa4b18aa" providerId="ADAL" clId="{DB00DB67-FA87-4343-A891-4AD2DE0A735E}" dt="2023-05-18T06:38:55.796" v="4348" actId="20577"/>
          <ac:spMkLst>
            <pc:docMk/>
            <pc:sldMk cId="3735186540" sldId="474"/>
            <ac:spMk id="6" creationId="{0ED065AC-F3EF-42B0-A34B-DF7EED7FF8B9}"/>
          </ac:spMkLst>
        </pc:spChg>
        <pc:graphicFrameChg chg="mod modGraphic">
          <ac:chgData name="Zheng, Binghuan" userId="0c8cd837-2f89-4b12-8657-4317aa4b18aa" providerId="ADAL" clId="{DB00DB67-FA87-4343-A891-4AD2DE0A735E}" dt="2023-05-18T06:38:02.225" v="4337"/>
          <ac:graphicFrameMkLst>
            <pc:docMk/>
            <pc:sldMk cId="3735186540" sldId="474"/>
            <ac:graphicFrameMk id="3" creationId="{503B5CA7-8C98-49CD-062E-DAB370D359FC}"/>
          </ac:graphicFrameMkLst>
        </pc:graphicFrameChg>
      </pc:sldChg>
      <pc:sldChg chg="modSp add mod ord">
        <pc:chgData name="Zheng, Binghuan" userId="0c8cd837-2f89-4b12-8657-4317aa4b18aa" providerId="ADAL" clId="{DB00DB67-FA87-4343-A891-4AD2DE0A735E}" dt="2023-05-18T06:38:48.624" v="4346" actId="20577"/>
        <pc:sldMkLst>
          <pc:docMk/>
          <pc:sldMk cId="1933954306" sldId="475"/>
        </pc:sldMkLst>
        <pc:spChg chg="mod">
          <ac:chgData name="Zheng, Binghuan" userId="0c8cd837-2f89-4b12-8657-4317aa4b18aa" providerId="ADAL" clId="{DB00DB67-FA87-4343-A891-4AD2DE0A735E}" dt="2023-05-18T06:38:48.624" v="4346" actId="20577"/>
          <ac:spMkLst>
            <pc:docMk/>
            <pc:sldMk cId="1933954306" sldId="475"/>
            <ac:spMk id="6" creationId="{0ED065AC-F3EF-42B0-A34B-DF7EED7FF8B9}"/>
          </ac:spMkLst>
        </pc:spChg>
        <pc:graphicFrameChg chg="mod modGraphic">
          <ac:chgData name="Zheng, Binghuan" userId="0c8cd837-2f89-4b12-8657-4317aa4b18aa" providerId="ADAL" clId="{DB00DB67-FA87-4343-A891-4AD2DE0A735E}" dt="2023-05-18T06:36:04.641" v="4323"/>
          <ac:graphicFrameMkLst>
            <pc:docMk/>
            <pc:sldMk cId="1933954306" sldId="475"/>
            <ac:graphicFrameMk id="3" creationId="{503B5CA7-8C98-49CD-062E-DAB370D359FC}"/>
          </ac:graphicFrameMkLst>
        </pc:graphicFrameChg>
      </pc:sldChg>
      <pc:sldChg chg="addSp modSp add mod ord">
        <pc:chgData name="Zheng, Binghuan" userId="0c8cd837-2f89-4b12-8657-4317aa4b18aa" providerId="ADAL" clId="{DB00DB67-FA87-4343-A891-4AD2DE0A735E}" dt="2023-05-18T07:26:52.303" v="4552" actId="1076"/>
        <pc:sldMkLst>
          <pc:docMk/>
          <pc:sldMk cId="3848952280" sldId="476"/>
        </pc:sldMkLst>
        <pc:spChg chg="mod">
          <ac:chgData name="Zheng, Binghuan" userId="0c8cd837-2f89-4b12-8657-4317aa4b18aa" providerId="ADAL" clId="{DB00DB67-FA87-4343-A891-4AD2DE0A735E}" dt="2023-05-18T07:14:54.179" v="4356" actId="20577"/>
          <ac:spMkLst>
            <pc:docMk/>
            <pc:sldMk cId="3848952280" sldId="476"/>
            <ac:spMk id="6" creationId="{0ED065AC-F3EF-42B0-A34B-DF7EED7FF8B9}"/>
          </ac:spMkLst>
        </pc:spChg>
        <pc:graphicFrameChg chg="mod modGraphic">
          <ac:chgData name="Zheng, Binghuan" userId="0c8cd837-2f89-4b12-8657-4317aa4b18aa" providerId="ADAL" clId="{DB00DB67-FA87-4343-A891-4AD2DE0A735E}" dt="2023-05-18T07:26:46.483" v="4549" actId="20577"/>
          <ac:graphicFrameMkLst>
            <pc:docMk/>
            <pc:sldMk cId="3848952280" sldId="476"/>
            <ac:graphicFrameMk id="3" creationId="{503B5CA7-8C98-49CD-062E-DAB370D359FC}"/>
          </ac:graphicFrameMkLst>
        </pc:graphicFrameChg>
        <pc:picChg chg="add mod">
          <ac:chgData name="Zheng, Binghuan" userId="0c8cd837-2f89-4b12-8657-4317aa4b18aa" providerId="ADAL" clId="{DB00DB67-FA87-4343-A891-4AD2DE0A735E}" dt="2023-05-18T07:26:39.597" v="4494"/>
          <ac:picMkLst>
            <pc:docMk/>
            <pc:sldMk cId="3848952280" sldId="476"/>
            <ac:picMk id="2" creationId="{CD5782C0-B512-4660-A603-3D57A0200961}"/>
          </ac:picMkLst>
        </pc:picChg>
        <pc:picChg chg="add mod">
          <ac:chgData name="Zheng, Binghuan" userId="0c8cd837-2f89-4b12-8657-4317aa4b18aa" providerId="ADAL" clId="{DB00DB67-FA87-4343-A891-4AD2DE0A735E}" dt="2023-05-18T07:26:52.303" v="4552" actId="1076"/>
          <ac:picMkLst>
            <pc:docMk/>
            <pc:sldMk cId="3848952280" sldId="476"/>
            <ac:picMk id="5" creationId="{CD5782C0-B512-4660-A603-3D57A0200961}"/>
          </ac:picMkLst>
        </pc:picChg>
      </pc:sldChg>
      <pc:sldChg chg="delSp modSp add del mod ord">
        <pc:chgData name="Zheng, Binghuan" userId="0c8cd837-2f89-4b12-8657-4317aa4b18aa" providerId="ADAL" clId="{DB00DB67-FA87-4343-A891-4AD2DE0A735E}" dt="2023-05-18T08:13:57.423" v="4628" actId="47"/>
        <pc:sldMkLst>
          <pc:docMk/>
          <pc:sldMk cId="2065549270" sldId="477"/>
        </pc:sldMkLst>
        <pc:graphicFrameChg chg="del mod modGraphic">
          <ac:chgData name="Zheng, Binghuan" userId="0c8cd837-2f89-4b12-8657-4317aa4b18aa" providerId="ADAL" clId="{DB00DB67-FA87-4343-A891-4AD2DE0A735E}" dt="2023-05-18T07:57:39.201" v="4560" actId="478"/>
          <ac:graphicFrameMkLst>
            <pc:docMk/>
            <pc:sldMk cId="2065549270" sldId="477"/>
            <ac:graphicFrameMk id="3" creationId="{503B5CA7-8C98-49CD-062E-DAB370D359FC}"/>
          </ac:graphicFrameMkLst>
        </pc:graphicFrameChg>
      </pc:sldChg>
      <pc:sldChg chg="delSp modSp add mod">
        <pc:chgData name="Zheng, Binghuan" userId="0c8cd837-2f89-4b12-8657-4317aa4b18aa" providerId="ADAL" clId="{DB00DB67-FA87-4343-A891-4AD2DE0A735E}" dt="2023-05-18T08:13:37.002" v="4627" actId="20577"/>
        <pc:sldMkLst>
          <pc:docMk/>
          <pc:sldMk cId="1789271270" sldId="478"/>
        </pc:sldMkLst>
        <pc:spChg chg="mod">
          <ac:chgData name="Zheng, Binghuan" userId="0c8cd837-2f89-4b12-8657-4317aa4b18aa" providerId="ADAL" clId="{DB00DB67-FA87-4343-A891-4AD2DE0A735E}" dt="2023-05-18T07:58:39.377" v="4580" actId="20577"/>
          <ac:spMkLst>
            <pc:docMk/>
            <pc:sldMk cId="1789271270" sldId="478"/>
            <ac:spMk id="6" creationId="{0ED065AC-F3EF-42B0-A34B-DF7EED7FF8B9}"/>
          </ac:spMkLst>
        </pc:spChg>
        <pc:graphicFrameChg chg="mod modGraphic">
          <ac:chgData name="Zheng, Binghuan" userId="0c8cd837-2f89-4b12-8657-4317aa4b18aa" providerId="ADAL" clId="{DB00DB67-FA87-4343-A891-4AD2DE0A735E}" dt="2023-05-18T08:13:37.002" v="4627" actId="20577"/>
          <ac:graphicFrameMkLst>
            <pc:docMk/>
            <pc:sldMk cId="1789271270" sldId="478"/>
            <ac:graphicFrameMk id="3" creationId="{503B5CA7-8C98-49CD-062E-DAB370D359FC}"/>
          </ac:graphicFrameMkLst>
        </pc:graphicFrameChg>
        <pc:picChg chg="del">
          <ac:chgData name="Zheng, Binghuan" userId="0c8cd837-2f89-4b12-8657-4317aa4b18aa" providerId="ADAL" clId="{DB00DB67-FA87-4343-A891-4AD2DE0A735E}" dt="2023-05-18T07:58:28.190" v="4576" actId="478"/>
          <ac:picMkLst>
            <pc:docMk/>
            <pc:sldMk cId="1789271270" sldId="478"/>
            <ac:picMk id="5" creationId="{CD5782C0-B512-4660-A603-3D57A0200961}"/>
          </ac:picMkLst>
        </pc:picChg>
      </pc:sldChg>
      <pc:sldChg chg="addSp delSp modSp add del mod">
        <pc:chgData name="Zheng, Binghuan" userId="0c8cd837-2f89-4b12-8657-4317aa4b18aa" providerId="ADAL" clId="{DB00DB67-FA87-4343-A891-4AD2DE0A735E}" dt="2023-05-18T07:58:18.200" v="4574"/>
        <pc:sldMkLst>
          <pc:docMk/>
          <pc:sldMk cId="4074081102" sldId="478"/>
        </pc:sldMkLst>
        <pc:graphicFrameChg chg="modGraphic">
          <ac:chgData name="Zheng, Binghuan" userId="0c8cd837-2f89-4b12-8657-4317aa4b18aa" providerId="ADAL" clId="{DB00DB67-FA87-4343-A891-4AD2DE0A735E}" dt="2023-05-18T07:58:17.509" v="4572" actId="6549"/>
          <ac:graphicFrameMkLst>
            <pc:docMk/>
            <pc:sldMk cId="4074081102" sldId="478"/>
            <ac:graphicFrameMk id="3" creationId="{503B5CA7-8C98-49CD-062E-DAB370D359FC}"/>
          </ac:graphicFrameMkLst>
        </pc:graphicFrameChg>
        <pc:picChg chg="add del">
          <ac:chgData name="Zheng, Binghuan" userId="0c8cd837-2f89-4b12-8657-4317aa4b18aa" providerId="ADAL" clId="{DB00DB67-FA87-4343-A891-4AD2DE0A735E}" dt="2023-05-18T07:58:17.783" v="4573" actId="478"/>
          <ac:picMkLst>
            <pc:docMk/>
            <pc:sldMk cId="4074081102" sldId="478"/>
            <ac:picMk id="5" creationId="{CD5782C0-B512-4660-A603-3D57A0200961}"/>
          </ac:picMkLst>
        </pc:picChg>
      </pc:sldChg>
      <pc:sldChg chg="modSp add mod ord">
        <pc:chgData name="Zheng, Binghuan" userId="0c8cd837-2f89-4b12-8657-4317aa4b18aa" providerId="ADAL" clId="{DB00DB67-FA87-4343-A891-4AD2DE0A735E}" dt="2023-05-18T08:35:06.297" v="4657" actId="14734"/>
        <pc:sldMkLst>
          <pc:docMk/>
          <pc:sldMk cId="4177327766" sldId="479"/>
        </pc:sldMkLst>
        <pc:spChg chg="mod">
          <ac:chgData name="Zheng, Binghuan" userId="0c8cd837-2f89-4b12-8657-4317aa4b18aa" providerId="ADAL" clId="{DB00DB67-FA87-4343-A891-4AD2DE0A735E}" dt="2023-05-18T08:31:23.738" v="4655" actId="20577"/>
          <ac:spMkLst>
            <pc:docMk/>
            <pc:sldMk cId="4177327766" sldId="479"/>
            <ac:spMk id="6" creationId="{0ED065AC-F3EF-42B0-A34B-DF7EED7FF8B9}"/>
          </ac:spMkLst>
        </pc:spChg>
        <pc:graphicFrameChg chg="mod modGraphic">
          <ac:chgData name="Zheng, Binghuan" userId="0c8cd837-2f89-4b12-8657-4317aa4b18aa" providerId="ADAL" clId="{DB00DB67-FA87-4343-A891-4AD2DE0A735E}" dt="2023-05-18T08:35:06.297" v="4657" actId="14734"/>
          <ac:graphicFrameMkLst>
            <pc:docMk/>
            <pc:sldMk cId="4177327766" sldId="479"/>
            <ac:graphicFrameMk id="3" creationId="{503B5CA7-8C98-49CD-062E-DAB370D359FC}"/>
          </ac:graphicFrameMkLst>
        </pc:graphicFrameChg>
      </pc:sldChg>
      <pc:sldChg chg="modSp add mod ord">
        <pc:chgData name="Zheng, Binghuan" userId="0c8cd837-2f89-4b12-8657-4317aa4b18aa" providerId="ADAL" clId="{DB00DB67-FA87-4343-A891-4AD2DE0A735E}" dt="2023-05-18T08:39:43.116" v="4691"/>
        <pc:sldMkLst>
          <pc:docMk/>
          <pc:sldMk cId="536687498" sldId="480"/>
        </pc:sldMkLst>
        <pc:spChg chg="mod">
          <ac:chgData name="Zheng, Binghuan" userId="0c8cd837-2f89-4b12-8657-4317aa4b18aa" providerId="ADAL" clId="{DB00DB67-FA87-4343-A891-4AD2DE0A735E}" dt="2023-05-18T08:31:28.156" v="4656" actId="20577"/>
          <ac:spMkLst>
            <pc:docMk/>
            <pc:sldMk cId="536687498" sldId="480"/>
            <ac:spMk id="6" creationId="{0ED065AC-F3EF-42B0-A34B-DF7EED7FF8B9}"/>
          </ac:spMkLst>
        </pc:spChg>
        <pc:graphicFrameChg chg="mod modGraphic">
          <ac:chgData name="Zheng, Binghuan" userId="0c8cd837-2f89-4b12-8657-4317aa4b18aa" providerId="ADAL" clId="{DB00DB67-FA87-4343-A891-4AD2DE0A735E}" dt="2023-05-18T08:39:43.116" v="4691"/>
          <ac:graphicFrameMkLst>
            <pc:docMk/>
            <pc:sldMk cId="536687498" sldId="480"/>
            <ac:graphicFrameMk id="3" creationId="{503B5CA7-8C98-49CD-062E-DAB370D359FC}"/>
          </ac:graphicFrameMkLst>
        </pc:graphicFrameChg>
      </pc:sldChg>
      <pc:sldChg chg="modSp add mod">
        <pc:chgData name="Zheng, Binghuan" userId="0c8cd837-2f89-4b12-8657-4317aa4b18aa" providerId="ADAL" clId="{DB00DB67-FA87-4343-A891-4AD2DE0A735E}" dt="2023-05-18T12:08:27.513" v="5259"/>
        <pc:sldMkLst>
          <pc:docMk/>
          <pc:sldMk cId="788278670" sldId="481"/>
        </pc:sldMkLst>
        <pc:spChg chg="mod">
          <ac:chgData name="Zheng, Binghuan" userId="0c8cd837-2f89-4b12-8657-4317aa4b18aa" providerId="ADAL" clId="{DB00DB67-FA87-4343-A891-4AD2DE0A735E}" dt="2023-05-18T12:08:27.513" v="5259"/>
          <ac:spMkLst>
            <pc:docMk/>
            <pc:sldMk cId="788278670" sldId="481"/>
            <ac:spMk id="6" creationId="{0ED065AC-F3EF-42B0-A34B-DF7EED7FF8B9}"/>
          </ac:spMkLst>
        </pc:spChg>
      </pc:sldChg>
      <pc:sldChg chg="modSp add mod">
        <pc:chgData name="Zheng, Binghuan" userId="0c8cd837-2f89-4b12-8657-4317aa4b18aa" providerId="ADAL" clId="{DB00DB67-FA87-4343-A891-4AD2DE0A735E}" dt="2023-05-18T09:38:24.922" v="5002" actId="20577"/>
        <pc:sldMkLst>
          <pc:docMk/>
          <pc:sldMk cId="345076665" sldId="482"/>
        </pc:sldMkLst>
        <pc:spChg chg="mod">
          <ac:chgData name="Zheng, Binghuan" userId="0c8cd837-2f89-4b12-8657-4317aa4b18aa" providerId="ADAL" clId="{DB00DB67-FA87-4343-A891-4AD2DE0A735E}" dt="2023-05-18T09:27:35.111" v="4813" actId="20577"/>
          <ac:spMkLst>
            <pc:docMk/>
            <pc:sldMk cId="345076665" sldId="482"/>
            <ac:spMk id="6" creationId="{0ED065AC-F3EF-42B0-A34B-DF7EED7FF8B9}"/>
          </ac:spMkLst>
        </pc:spChg>
        <pc:graphicFrameChg chg="mod modGraphic">
          <ac:chgData name="Zheng, Binghuan" userId="0c8cd837-2f89-4b12-8657-4317aa4b18aa" providerId="ADAL" clId="{DB00DB67-FA87-4343-A891-4AD2DE0A735E}" dt="2023-05-18T09:38:24.922" v="5002" actId="20577"/>
          <ac:graphicFrameMkLst>
            <pc:docMk/>
            <pc:sldMk cId="345076665" sldId="482"/>
            <ac:graphicFrameMk id="3" creationId="{503B5CA7-8C98-49CD-062E-DAB370D359FC}"/>
          </ac:graphicFrameMkLst>
        </pc:graphicFrameChg>
      </pc:sldChg>
      <pc:sldChg chg="modSp add mod ord">
        <pc:chgData name="Zheng, Binghuan" userId="0c8cd837-2f89-4b12-8657-4317aa4b18aa" providerId="ADAL" clId="{DB00DB67-FA87-4343-A891-4AD2DE0A735E}" dt="2023-05-18T11:57:13.526" v="5149"/>
        <pc:sldMkLst>
          <pc:docMk/>
          <pc:sldMk cId="1916881881" sldId="483"/>
        </pc:sldMkLst>
        <pc:spChg chg="mod">
          <ac:chgData name="Zheng, Binghuan" userId="0c8cd837-2f89-4b12-8657-4317aa4b18aa" providerId="ADAL" clId="{DB00DB67-FA87-4343-A891-4AD2DE0A735E}" dt="2023-05-18T09:43:20.025" v="5006" actId="20577"/>
          <ac:spMkLst>
            <pc:docMk/>
            <pc:sldMk cId="1916881881" sldId="483"/>
            <ac:spMk id="6" creationId="{0ED065AC-F3EF-42B0-A34B-DF7EED7FF8B9}"/>
          </ac:spMkLst>
        </pc:spChg>
        <pc:graphicFrameChg chg="mod modGraphic">
          <ac:chgData name="Zheng, Binghuan" userId="0c8cd837-2f89-4b12-8657-4317aa4b18aa" providerId="ADAL" clId="{DB00DB67-FA87-4343-A891-4AD2DE0A735E}" dt="2023-05-18T11:57:13.526" v="5149"/>
          <ac:graphicFrameMkLst>
            <pc:docMk/>
            <pc:sldMk cId="1916881881" sldId="483"/>
            <ac:graphicFrameMk id="3" creationId="{503B5CA7-8C98-49CD-062E-DAB370D359FC}"/>
          </ac:graphicFrameMkLst>
        </pc:graphicFrameChg>
      </pc:sldChg>
      <pc:sldChg chg="modSp add mod ord">
        <pc:chgData name="Zheng, Binghuan" userId="0c8cd837-2f89-4b12-8657-4317aa4b18aa" providerId="ADAL" clId="{DB00DB67-FA87-4343-A891-4AD2DE0A735E}" dt="2023-05-18T12:07:25.895" v="5252"/>
        <pc:sldMkLst>
          <pc:docMk/>
          <pc:sldMk cId="2882291423" sldId="484"/>
        </pc:sldMkLst>
        <pc:spChg chg="mod">
          <ac:chgData name="Zheng, Binghuan" userId="0c8cd837-2f89-4b12-8657-4317aa4b18aa" providerId="ADAL" clId="{DB00DB67-FA87-4343-A891-4AD2DE0A735E}" dt="2023-05-18T12:00:55.392" v="5168" actId="20577"/>
          <ac:spMkLst>
            <pc:docMk/>
            <pc:sldMk cId="2882291423" sldId="484"/>
            <ac:spMk id="6" creationId="{0ED065AC-F3EF-42B0-A34B-DF7EED7FF8B9}"/>
          </ac:spMkLst>
        </pc:spChg>
        <pc:graphicFrameChg chg="mod modGraphic">
          <ac:chgData name="Zheng, Binghuan" userId="0c8cd837-2f89-4b12-8657-4317aa4b18aa" providerId="ADAL" clId="{DB00DB67-FA87-4343-A891-4AD2DE0A735E}" dt="2023-05-18T12:07:25.895" v="5252"/>
          <ac:graphicFrameMkLst>
            <pc:docMk/>
            <pc:sldMk cId="2882291423" sldId="484"/>
            <ac:graphicFrameMk id="3" creationId="{503B5CA7-8C98-49CD-062E-DAB370D359FC}"/>
          </ac:graphicFrameMkLst>
        </pc:graphicFrameChg>
      </pc:sldChg>
      <pc:sldChg chg="add ord">
        <pc:chgData name="Zheng, Binghuan" userId="0c8cd837-2f89-4b12-8657-4317aa4b18aa" providerId="ADAL" clId="{DB00DB67-FA87-4343-A891-4AD2DE0A735E}" dt="2023-05-18T12:08:28.226" v="5260" actId="20578"/>
        <pc:sldMkLst>
          <pc:docMk/>
          <pc:sldMk cId="837894073" sldId="485"/>
        </pc:sldMkLst>
      </pc:sldChg>
    </pc:docChg>
  </pc:docChgLst>
  <pc:docChgLst>
    <pc:chgData name="Yu, Harry" userId="d07dd713-323b-41c6-b24d-c18be50fb4fc" providerId="ADAL" clId="{F08C8037-C502-4E6D-8951-FBC0DBE5BF1B}"/>
    <pc:docChg chg="undo redo custSel addSld delSld modSld sldOrd">
      <pc:chgData name="Yu, Harry" userId="d07dd713-323b-41c6-b24d-c18be50fb4fc" providerId="ADAL" clId="{F08C8037-C502-4E6D-8951-FBC0DBE5BF1B}" dt="2021-09-16T06:13:24.393" v="4621" actId="20577"/>
      <pc:docMkLst>
        <pc:docMk/>
      </pc:docMkLst>
      <pc:sldChg chg="modSp mod">
        <pc:chgData name="Yu, Harry" userId="d07dd713-323b-41c6-b24d-c18be50fb4fc" providerId="ADAL" clId="{F08C8037-C502-4E6D-8951-FBC0DBE5BF1B}" dt="2021-07-30T06:56:42.379" v="15" actId="20577"/>
        <pc:sldMkLst>
          <pc:docMk/>
          <pc:sldMk cId="2086400740" sldId="256"/>
        </pc:sldMkLst>
        <pc:spChg chg="mod">
          <ac:chgData name="Yu, Harry" userId="d07dd713-323b-41c6-b24d-c18be50fb4fc" providerId="ADAL" clId="{F08C8037-C502-4E6D-8951-FBC0DBE5BF1B}" dt="2021-07-30T06:56:32.261" v="7" actId="20577"/>
          <ac:spMkLst>
            <pc:docMk/>
            <pc:sldMk cId="2086400740" sldId="256"/>
            <ac:spMk id="5" creationId="{679F4BE2-8E4A-4003-B816-9E34781F7E88}"/>
          </ac:spMkLst>
        </pc:spChg>
        <pc:spChg chg="mod">
          <ac:chgData name="Yu, Harry" userId="d07dd713-323b-41c6-b24d-c18be50fb4fc" providerId="ADAL" clId="{F08C8037-C502-4E6D-8951-FBC0DBE5BF1B}" dt="2021-07-30T06:56:42.379" v="15" actId="20577"/>
          <ac:spMkLst>
            <pc:docMk/>
            <pc:sldMk cId="2086400740" sldId="256"/>
            <ac:spMk id="9" creationId="{ABEAF9F9-E88D-44A4-A1B6-BAA2E532B65E}"/>
          </ac:spMkLst>
        </pc:spChg>
      </pc:sldChg>
      <pc:sldChg chg="modSp mod">
        <pc:chgData name="Yu, Harry" userId="d07dd713-323b-41c6-b24d-c18be50fb4fc" providerId="ADAL" clId="{F08C8037-C502-4E6D-8951-FBC0DBE5BF1B}" dt="2021-08-09T02:06:30.873" v="634" actId="20577"/>
        <pc:sldMkLst>
          <pc:docMk/>
          <pc:sldMk cId="1970846983" sldId="346"/>
        </pc:sldMkLst>
        <pc:spChg chg="mod">
          <ac:chgData name="Yu, Harry" userId="d07dd713-323b-41c6-b24d-c18be50fb4fc" providerId="ADAL" clId="{F08C8037-C502-4E6D-8951-FBC0DBE5BF1B}" dt="2021-08-09T02:06:30.873" v="634" actId="20577"/>
          <ac:spMkLst>
            <pc:docMk/>
            <pc:sldMk cId="1970846983" sldId="346"/>
            <ac:spMk id="3" creationId="{96457946-1483-4C9A-8FE4-A2862E3EFF3F}"/>
          </ac:spMkLst>
        </pc:spChg>
        <pc:spChg chg="mod">
          <ac:chgData name="Yu, Harry" userId="d07dd713-323b-41c6-b24d-c18be50fb4fc" providerId="ADAL" clId="{F08C8037-C502-4E6D-8951-FBC0DBE5BF1B}" dt="2021-08-09T02:04:51.540" v="561" actId="20577"/>
          <ac:spMkLst>
            <pc:docMk/>
            <pc:sldMk cId="1970846983" sldId="346"/>
            <ac:spMk id="4" creationId="{F40B3903-56DF-4903-AAAF-FFE7DC00ED5A}"/>
          </ac:spMkLst>
        </pc:spChg>
      </pc:sldChg>
      <pc:sldChg chg="modSp del mod">
        <pc:chgData name="Yu, Harry" userId="d07dd713-323b-41c6-b24d-c18be50fb4fc" providerId="ADAL" clId="{F08C8037-C502-4E6D-8951-FBC0DBE5BF1B}" dt="2021-07-30T07:29:33.142" v="50" actId="47"/>
        <pc:sldMkLst>
          <pc:docMk/>
          <pc:sldMk cId="1720989735" sldId="347"/>
        </pc:sldMkLst>
        <pc:graphicFrameChg chg="mod modGraphic">
          <ac:chgData name="Yu, Harry" userId="d07dd713-323b-41c6-b24d-c18be50fb4fc" providerId="ADAL" clId="{F08C8037-C502-4E6D-8951-FBC0DBE5BF1B}" dt="2021-07-30T07:28:21.727" v="49" actId="108"/>
          <ac:graphicFrameMkLst>
            <pc:docMk/>
            <pc:sldMk cId="1720989735" sldId="347"/>
            <ac:graphicFrameMk id="9" creationId="{A471383B-87D3-406F-AEC8-A1732EA53B37}"/>
          </ac:graphicFrameMkLst>
        </pc:graphicFrameChg>
      </pc:sldChg>
      <pc:sldChg chg="del">
        <pc:chgData name="Yu, Harry" userId="d07dd713-323b-41c6-b24d-c18be50fb4fc" providerId="ADAL" clId="{F08C8037-C502-4E6D-8951-FBC0DBE5BF1B}" dt="2021-07-30T08:21:06.404" v="154" actId="47"/>
        <pc:sldMkLst>
          <pc:docMk/>
          <pc:sldMk cId="1047594624" sldId="348"/>
        </pc:sldMkLst>
      </pc:sldChg>
      <pc:sldChg chg="del">
        <pc:chgData name="Yu, Harry" userId="d07dd713-323b-41c6-b24d-c18be50fb4fc" providerId="ADAL" clId="{F08C8037-C502-4E6D-8951-FBC0DBE5BF1B}" dt="2021-07-30T08:21:06.404" v="154" actId="47"/>
        <pc:sldMkLst>
          <pc:docMk/>
          <pc:sldMk cId="1430307301" sldId="349"/>
        </pc:sldMkLst>
      </pc:sldChg>
      <pc:sldChg chg="del">
        <pc:chgData name="Yu, Harry" userId="d07dd713-323b-41c6-b24d-c18be50fb4fc" providerId="ADAL" clId="{F08C8037-C502-4E6D-8951-FBC0DBE5BF1B}" dt="2021-07-30T08:21:06.404" v="154" actId="47"/>
        <pc:sldMkLst>
          <pc:docMk/>
          <pc:sldMk cId="2694536849" sldId="350"/>
        </pc:sldMkLst>
      </pc:sldChg>
      <pc:sldChg chg="del">
        <pc:chgData name="Yu, Harry" userId="d07dd713-323b-41c6-b24d-c18be50fb4fc" providerId="ADAL" clId="{F08C8037-C502-4E6D-8951-FBC0DBE5BF1B}" dt="2021-07-30T08:21:06.404" v="154" actId="47"/>
        <pc:sldMkLst>
          <pc:docMk/>
          <pc:sldMk cId="744400410" sldId="351"/>
        </pc:sldMkLst>
      </pc:sldChg>
      <pc:sldChg chg="modSp del">
        <pc:chgData name="Yu, Harry" userId="d07dd713-323b-41c6-b24d-c18be50fb4fc" providerId="ADAL" clId="{F08C8037-C502-4E6D-8951-FBC0DBE5BF1B}" dt="2021-08-06T08:17:04.461" v="496" actId="47"/>
        <pc:sldMkLst>
          <pc:docMk/>
          <pc:sldMk cId="20239079" sldId="352"/>
        </pc:sldMkLst>
        <pc:spChg chg="mod">
          <ac:chgData name="Yu, Harry" userId="d07dd713-323b-41c6-b24d-c18be50fb4fc" providerId="ADAL" clId="{F08C8037-C502-4E6D-8951-FBC0DBE5BF1B}" dt="2021-08-05T08:30:47.882" v="395"/>
          <ac:spMkLst>
            <pc:docMk/>
            <pc:sldMk cId="20239079" sldId="352"/>
            <ac:spMk id="8" creationId="{F49B172A-BAE7-4B0D-8D1C-5E422BCB57BD}"/>
          </ac:spMkLst>
        </pc:spChg>
      </pc:sldChg>
      <pc:sldChg chg="addSp modSp mod">
        <pc:chgData name="Yu, Harry" userId="d07dd713-323b-41c6-b24d-c18be50fb4fc" providerId="ADAL" clId="{F08C8037-C502-4E6D-8951-FBC0DBE5BF1B}" dt="2021-08-24T00:23:22.995" v="4301" actId="20577"/>
        <pc:sldMkLst>
          <pc:docMk/>
          <pc:sldMk cId="2793958940" sldId="354"/>
        </pc:sldMkLst>
        <pc:spChg chg="add mod">
          <ac:chgData name="Yu, Harry" userId="d07dd713-323b-41c6-b24d-c18be50fb4fc" providerId="ADAL" clId="{F08C8037-C502-4E6D-8951-FBC0DBE5BF1B}" dt="2021-08-24T00:23:22.995" v="4301" actId="20577"/>
          <ac:spMkLst>
            <pc:docMk/>
            <pc:sldMk cId="2793958940" sldId="354"/>
            <ac:spMk id="4" creationId="{546F09EE-FEAD-4FF4-800B-158D6A164333}"/>
          </ac:spMkLst>
        </pc:spChg>
        <pc:spChg chg="mod">
          <ac:chgData name="Yu, Harry" userId="d07dd713-323b-41c6-b24d-c18be50fb4fc" providerId="ADAL" clId="{F08C8037-C502-4E6D-8951-FBC0DBE5BF1B}" dt="2021-08-09T02:41:23.132" v="943" actId="20577"/>
          <ac:spMkLst>
            <pc:docMk/>
            <pc:sldMk cId="2793958940" sldId="354"/>
            <ac:spMk id="6" creationId="{0ED065AC-F3EF-42B0-A34B-DF7EED7FF8B9}"/>
          </ac:spMkLst>
        </pc:spChg>
        <pc:graphicFrameChg chg="mod modGraphic">
          <ac:chgData name="Yu, Harry" userId="d07dd713-323b-41c6-b24d-c18be50fb4fc" providerId="ADAL" clId="{F08C8037-C502-4E6D-8951-FBC0DBE5BF1B}" dt="2021-08-05T08:31:06.805" v="396"/>
          <ac:graphicFrameMkLst>
            <pc:docMk/>
            <pc:sldMk cId="2793958940" sldId="354"/>
            <ac:graphicFrameMk id="9" creationId="{A471383B-87D3-406F-AEC8-A1732EA53B37}"/>
          </ac:graphicFrameMkLst>
        </pc:graphicFrameChg>
      </pc:sldChg>
      <pc:sldChg chg="del">
        <pc:chgData name="Yu, Harry" userId="d07dd713-323b-41c6-b24d-c18be50fb4fc" providerId="ADAL" clId="{F08C8037-C502-4E6D-8951-FBC0DBE5BF1B}" dt="2021-07-30T08:43:06.423" v="194" actId="2696"/>
        <pc:sldMkLst>
          <pc:docMk/>
          <pc:sldMk cId="1265383617" sldId="356"/>
        </pc:sldMkLst>
      </pc:sldChg>
      <pc:sldChg chg="del">
        <pc:chgData name="Yu, Harry" userId="d07dd713-323b-41c6-b24d-c18be50fb4fc" providerId="ADAL" clId="{F08C8037-C502-4E6D-8951-FBC0DBE5BF1B}" dt="2021-07-30T08:43:06.423" v="194" actId="2696"/>
        <pc:sldMkLst>
          <pc:docMk/>
          <pc:sldMk cId="516112021" sldId="357"/>
        </pc:sldMkLst>
      </pc:sldChg>
      <pc:sldChg chg="del">
        <pc:chgData name="Yu, Harry" userId="d07dd713-323b-41c6-b24d-c18be50fb4fc" providerId="ADAL" clId="{F08C8037-C502-4E6D-8951-FBC0DBE5BF1B}" dt="2021-07-30T08:46:56.506" v="205" actId="47"/>
        <pc:sldMkLst>
          <pc:docMk/>
          <pc:sldMk cId="762571728" sldId="359"/>
        </pc:sldMkLst>
      </pc:sldChg>
      <pc:sldChg chg="del">
        <pc:chgData name="Yu, Harry" userId="d07dd713-323b-41c6-b24d-c18be50fb4fc" providerId="ADAL" clId="{F08C8037-C502-4E6D-8951-FBC0DBE5BF1B}" dt="2021-07-30T08:46:56.506" v="205" actId="47"/>
        <pc:sldMkLst>
          <pc:docMk/>
          <pc:sldMk cId="1738908870" sldId="361"/>
        </pc:sldMkLst>
      </pc:sldChg>
      <pc:sldChg chg="del">
        <pc:chgData name="Yu, Harry" userId="d07dd713-323b-41c6-b24d-c18be50fb4fc" providerId="ADAL" clId="{F08C8037-C502-4E6D-8951-FBC0DBE5BF1B}" dt="2021-07-30T08:46:56.506" v="205" actId="47"/>
        <pc:sldMkLst>
          <pc:docMk/>
          <pc:sldMk cId="1803848135" sldId="362"/>
        </pc:sldMkLst>
      </pc:sldChg>
      <pc:sldChg chg="ord">
        <pc:chgData name="Yu, Harry" userId="d07dd713-323b-41c6-b24d-c18be50fb4fc" providerId="ADAL" clId="{F08C8037-C502-4E6D-8951-FBC0DBE5BF1B}" dt="2021-07-30T08:46:48.605" v="204"/>
        <pc:sldMkLst>
          <pc:docMk/>
          <pc:sldMk cId="830645897" sldId="363"/>
        </pc:sldMkLst>
      </pc:sldChg>
      <pc:sldChg chg="del">
        <pc:chgData name="Yu, Harry" userId="d07dd713-323b-41c6-b24d-c18be50fb4fc" providerId="ADAL" clId="{F08C8037-C502-4E6D-8951-FBC0DBE5BF1B}" dt="2021-07-30T08:46:56.506" v="205" actId="47"/>
        <pc:sldMkLst>
          <pc:docMk/>
          <pc:sldMk cId="2483991268" sldId="364"/>
        </pc:sldMkLst>
      </pc:sldChg>
      <pc:sldChg chg="del">
        <pc:chgData name="Yu, Harry" userId="d07dd713-323b-41c6-b24d-c18be50fb4fc" providerId="ADAL" clId="{F08C8037-C502-4E6D-8951-FBC0DBE5BF1B}" dt="2021-07-30T08:46:56.506" v="205" actId="47"/>
        <pc:sldMkLst>
          <pc:docMk/>
          <pc:sldMk cId="4124176753" sldId="365"/>
        </pc:sldMkLst>
      </pc:sldChg>
      <pc:sldChg chg="del">
        <pc:chgData name="Yu, Harry" userId="d07dd713-323b-41c6-b24d-c18be50fb4fc" providerId="ADAL" clId="{F08C8037-C502-4E6D-8951-FBC0DBE5BF1B}" dt="2021-07-30T08:46:56.506" v="205" actId="47"/>
        <pc:sldMkLst>
          <pc:docMk/>
          <pc:sldMk cId="1291149336" sldId="366"/>
        </pc:sldMkLst>
      </pc:sldChg>
      <pc:sldChg chg="ord">
        <pc:chgData name="Yu, Harry" userId="d07dd713-323b-41c6-b24d-c18be50fb4fc" providerId="ADAL" clId="{F08C8037-C502-4E6D-8951-FBC0DBE5BF1B}" dt="2021-08-04T06:36:21.500" v="276"/>
        <pc:sldMkLst>
          <pc:docMk/>
          <pc:sldMk cId="2886081286" sldId="367"/>
        </pc:sldMkLst>
      </pc:sldChg>
      <pc:sldChg chg="addSp delSp modSp mod">
        <pc:chgData name="Yu, Harry" userId="d07dd713-323b-41c6-b24d-c18be50fb4fc" providerId="ADAL" clId="{F08C8037-C502-4E6D-8951-FBC0DBE5BF1B}" dt="2021-09-09T03:28:56.933" v="4610" actId="207"/>
        <pc:sldMkLst>
          <pc:docMk/>
          <pc:sldMk cId="914646431" sldId="368"/>
        </pc:sldMkLst>
        <pc:spChg chg="add del mod">
          <ac:chgData name="Yu, Harry" userId="d07dd713-323b-41c6-b24d-c18be50fb4fc" providerId="ADAL" clId="{F08C8037-C502-4E6D-8951-FBC0DBE5BF1B}" dt="2021-09-09T03:28:08.334" v="4583" actId="478"/>
          <ac:spMkLst>
            <pc:docMk/>
            <pc:sldMk cId="914646431" sldId="368"/>
            <ac:spMk id="2" creationId="{D3A62DCA-53DA-4704-ABCE-E08B6A040B2E}"/>
          </ac:spMkLst>
        </pc:spChg>
        <pc:spChg chg="add mod">
          <ac:chgData name="Yu, Harry" userId="d07dd713-323b-41c6-b24d-c18be50fb4fc" providerId="ADAL" clId="{F08C8037-C502-4E6D-8951-FBC0DBE5BF1B}" dt="2021-09-09T03:28:56.933" v="4610" actId="207"/>
          <ac:spMkLst>
            <pc:docMk/>
            <pc:sldMk cId="914646431" sldId="368"/>
            <ac:spMk id="3" creationId="{EA58FA56-130E-4D6D-A0F3-D10C0C15DD3F}"/>
          </ac:spMkLst>
        </pc:spChg>
        <pc:spChg chg="mod">
          <ac:chgData name="Yu, Harry" userId="d07dd713-323b-41c6-b24d-c18be50fb4fc" providerId="ADAL" clId="{F08C8037-C502-4E6D-8951-FBC0DBE5BF1B}" dt="2021-08-10T05:38:13.660" v="1766" actId="20577"/>
          <ac:spMkLst>
            <pc:docMk/>
            <pc:sldMk cId="914646431" sldId="368"/>
            <ac:spMk id="6" creationId="{0ED065AC-F3EF-42B0-A34B-DF7EED7FF8B9}"/>
          </ac:spMkLst>
        </pc:spChg>
        <pc:spChg chg="mod">
          <ac:chgData name="Yu, Harry" userId="d07dd713-323b-41c6-b24d-c18be50fb4fc" providerId="ADAL" clId="{F08C8037-C502-4E6D-8951-FBC0DBE5BF1B}" dt="2021-08-10T05:38:56.858" v="1837" actId="20577"/>
          <ac:spMkLst>
            <pc:docMk/>
            <pc:sldMk cId="914646431" sldId="368"/>
            <ac:spMk id="11" creationId="{3B0E5B35-F8D6-4092-AA4A-BCC690B2229D}"/>
          </ac:spMkLst>
        </pc:spChg>
        <pc:graphicFrameChg chg="mod">
          <ac:chgData name="Yu, Harry" userId="d07dd713-323b-41c6-b24d-c18be50fb4fc" providerId="ADAL" clId="{F08C8037-C502-4E6D-8951-FBC0DBE5BF1B}" dt="2021-08-05T09:05:18.534" v="440"/>
          <ac:graphicFrameMkLst>
            <pc:docMk/>
            <pc:sldMk cId="914646431" sldId="368"/>
            <ac:graphicFrameMk id="9" creationId="{A471383B-87D3-406F-AEC8-A1732EA53B37}"/>
          </ac:graphicFrameMkLst>
        </pc:graphicFrameChg>
      </pc:sldChg>
      <pc:sldChg chg="modSp del">
        <pc:chgData name="Yu, Harry" userId="d07dd713-323b-41c6-b24d-c18be50fb4fc" providerId="ADAL" clId="{F08C8037-C502-4E6D-8951-FBC0DBE5BF1B}" dt="2021-08-05T09:23:31.821" v="454" actId="47"/>
        <pc:sldMkLst>
          <pc:docMk/>
          <pc:sldMk cId="3718417336" sldId="369"/>
        </pc:sldMkLst>
        <pc:graphicFrameChg chg="mod">
          <ac:chgData name="Yu, Harry" userId="d07dd713-323b-41c6-b24d-c18be50fb4fc" providerId="ADAL" clId="{F08C8037-C502-4E6D-8951-FBC0DBE5BF1B}" dt="2021-08-05T08:31:06.805" v="396"/>
          <ac:graphicFrameMkLst>
            <pc:docMk/>
            <pc:sldMk cId="3718417336" sldId="369"/>
            <ac:graphicFrameMk id="9" creationId="{A471383B-87D3-406F-AEC8-A1732EA53B37}"/>
          </ac:graphicFrameMkLst>
        </pc:graphicFrameChg>
      </pc:sldChg>
      <pc:sldChg chg="modSp del">
        <pc:chgData name="Yu, Harry" userId="d07dd713-323b-41c6-b24d-c18be50fb4fc" providerId="ADAL" clId="{F08C8037-C502-4E6D-8951-FBC0DBE5BF1B}" dt="2021-08-06T08:16:43.127" v="494" actId="47"/>
        <pc:sldMkLst>
          <pc:docMk/>
          <pc:sldMk cId="332865271" sldId="370"/>
        </pc:sldMkLst>
        <pc:graphicFrameChg chg="mod">
          <ac:chgData name="Yu, Harry" userId="d07dd713-323b-41c6-b24d-c18be50fb4fc" providerId="ADAL" clId="{F08C8037-C502-4E6D-8951-FBC0DBE5BF1B}" dt="2021-08-05T08:31:06.805" v="396"/>
          <ac:graphicFrameMkLst>
            <pc:docMk/>
            <pc:sldMk cId="332865271" sldId="370"/>
            <ac:graphicFrameMk id="9" creationId="{A471383B-87D3-406F-AEC8-A1732EA53B37}"/>
          </ac:graphicFrameMkLst>
        </pc:graphicFrameChg>
      </pc:sldChg>
      <pc:sldChg chg="modSp del">
        <pc:chgData name="Yu, Harry" userId="d07dd713-323b-41c6-b24d-c18be50fb4fc" providerId="ADAL" clId="{F08C8037-C502-4E6D-8951-FBC0DBE5BF1B}" dt="2021-08-06T08:16:54.019" v="495" actId="47"/>
        <pc:sldMkLst>
          <pc:docMk/>
          <pc:sldMk cId="1301221291" sldId="371"/>
        </pc:sldMkLst>
        <pc:graphicFrameChg chg="mod">
          <ac:chgData name="Yu, Harry" userId="d07dd713-323b-41c6-b24d-c18be50fb4fc" providerId="ADAL" clId="{F08C8037-C502-4E6D-8951-FBC0DBE5BF1B}" dt="2021-08-05T08:31:06.805" v="396"/>
          <ac:graphicFrameMkLst>
            <pc:docMk/>
            <pc:sldMk cId="1301221291" sldId="371"/>
            <ac:graphicFrameMk id="9" creationId="{A471383B-87D3-406F-AEC8-A1732EA53B37}"/>
          </ac:graphicFrameMkLst>
        </pc:graphicFrameChg>
      </pc:sldChg>
      <pc:sldChg chg="del">
        <pc:chgData name="Yu, Harry" userId="d07dd713-323b-41c6-b24d-c18be50fb4fc" providerId="ADAL" clId="{F08C8037-C502-4E6D-8951-FBC0DBE5BF1B}" dt="2021-08-06T08:16:54.019" v="495" actId="47"/>
        <pc:sldMkLst>
          <pc:docMk/>
          <pc:sldMk cId="777599342" sldId="372"/>
        </pc:sldMkLst>
      </pc:sldChg>
      <pc:sldChg chg="del">
        <pc:chgData name="Yu, Harry" userId="d07dd713-323b-41c6-b24d-c18be50fb4fc" providerId="ADAL" clId="{F08C8037-C502-4E6D-8951-FBC0DBE5BF1B}" dt="2021-08-06T08:16:54.019" v="495" actId="47"/>
        <pc:sldMkLst>
          <pc:docMk/>
          <pc:sldMk cId="1828527808" sldId="373"/>
        </pc:sldMkLst>
      </pc:sldChg>
      <pc:sldChg chg="del">
        <pc:chgData name="Yu, Harry" userId="d07dd713-323b-41c6-b24d-c18be50fb4fc" providerId="ADAL" clId="{F08C8037-C502-4E6D-8951-FBC0DBE5BF1B}" dt="2021-08-06T08:16:54.019" v="495" actId="47"/>
        <pc:sldMkLst>
          <pc:docMk/>
          <pc:sldMk cId="2145281802" sldId="374"/>
        </pc:sldMkLst>
      </pc:sldChg>
      <pc:sldChg chg="del">
        <pc:chgData name="Yu, Harry" userId="d07dd713-323b-41c6-b24d-c18be50fb4fc" providerId="ADAL" clId="{F08C8037-C502-4E6D-8951-FBC0DBE5BF1B}" dt="2021-08-06T08:17:04.461" v="496" actId="47"/>
        <pc:sldMkLst>
          <pc:docMk/>
          <pc:sldMk cId="4193153865" sldId="375"/>
        </pc:sldMkLst>
      </pc:sldChg>
      <pc:sldChg chg="modSp del">
        <pc:chgData name="Yu, Harry" userId="d07dd713-323b-41c6-b24d-c18be50fb4fc" providerId="ADAL" clId="{F08C8037-C502-4E6D-8951-FBC0DBE5BF1B}" dt="2021-08-06T08:16:54.019" v="495" actId="47"/>
        <pc:sldMkLst>
          <pc:docMk/>
          <pc:sldMk cId="1741195623" sldId="376"/>
        </pc:sldMkLst>
        <pc:graphicFrameChg chg="mod">
          <ac:chgData name="Yu, Harry" userId="d07dd713-323b-41c6-b24d-c18be50fb4fc" providerId="ADAL" clId="{F08C8037-C502-4E6D-8951-FBC0DBE5BF1B}" dt="2021-08-05T08:31:06.805" v="396"/>
          <ac:graphicFrameMkLst>
            <pc:docMk/>
            <pc:sldMk cId="1741195623" sldId="376"/>
            <ac:graphicFrameMk id="9" creationId="{A471383B-87D3-406F-AEC8-A1732EA53B37}"/>
          </ac:graphicFrameMkLst>
        </pc:graphicFrameChg>
      </pc:sldChg>
      <pc:sldChg chg="modSp del">
        <pc:chgData name="Yu, Harry" userId="d07dd713-323b-41c6-b24d-c18be50fb4fc" providerId="ADAL" clId="{F08C8037-C502-4E6D-8951-FBC0DBE5BF1B}" dt="2021-08-06T08:16:54.019" v="495" actId="47"/>
        <pc:sldMkLst>
          <pc:docMk/>
          <pc:sldMk cId="36743268" sldId="377"/>
        </pc:sldMkLst>
        <pc:graphicFrameChg chg="mod">
          <ac:chgData name="Yu, Harry" userId="d07dd713-323b-41c6-b24d-c18be50fb4fc" providerId="ADAL" clId="{F08C8037-C502-4E6D-8951-FBC0DBE5BF1B}" dt="2021-08-05T08:31:06.805" v="396"/>
          <ac:graphicFrameMkLst>
            <pc:docMk/>
            <pc:sldMk cId="36743268" sldId="377"/>
            <ac:graphicFrameMk id="9" creationId="{A471383B-87D3-406F-AEC8-A1732EA53B37}"/>
          </ac:graphicFrameMkLst>
        </pc:graphicFrameChg>
      </pc:sldChg>
      <pc:sldChg chg="modSp del">
        <pc:chgData name="Yu, Harry" userId="d07dd713-323b-41c6-b24d-c18be50fb4fc" providerId="ADAL" clId="{F08C8037-C502-4E6D-8951-FBC0DBE5BF1B}" dt="2021-08-06T08:16:54.019" v="495" actId="47"/>
        <pc:sldMkLst>
          <pc:docMk/>
          <pc:sldMk cId="3668215363" sldId="378"/>
        </pc:sldMkLst>
        <pc:graphicFrameChg chg="mod">
          <ac:chgData name="Yu, Harry" userId="d07dd713-323b-41c6-b24d-c18be50fb4fc" providerId="ADAL" clId="{F08C8037-C502-4E6D-8951-FBC0DBE5BF1B}" dt="2021-08-05T08:31:06.805" v="396"/>
          <ac:graphicFrameMkLst>
            <pc:docMk/>
            <pc:sldMk cId="3668215363" sldId="378"/>
            <ac:graphicFrameMk id="9" creationId="{A471383B-87D3-406F-AEC8-A1732EA53B37}"/>
          </ac:graphicFrameMkLst>
        </pc:graphicFrameChg>
      </pc:sldChg>
      <pc:sldChg chg="del">
        <pc:chgData name="Yu, Harry" userId="d07dd713-323b-41c6-b24d-c18be50fb4fc" providerId="ADAL" clId="{F08C8037-C502-4E6D-8951-FBC0DBE5BF1B}" dt="2021-08-06T08:16:54.019" v="495" actId="47"/>
        <pc:sldMkLst>
          <pc:docMk/>
          <pc:sldMk cId="400289930" sldId="379"/>
        </pc:sldMkLst>
      </pc:sldChg>
      <pc:sldChg chg="modSp del">
        <pc:chgData name="Yu, Harry" userId="d07dd713-323b-41c6-b24d-c18be50fb4fc" providerId="ADAL" clId="{F08C8037-C502-4E6D-8951-FBC0DBE5BF1B}" dt="2021-08-06T08:16:54.019" v="495" actId="47"/>
        <pc:sldMkLst>
          <pc:docMk/>
          <pc:sldMk cId="1634231022" sldId="380"/>
        </pc:sldMkLst>
        <pc:graphicFrameChg chg="mod">
          <ac:chgData name="Yu, Harry" userId="d07dd713-323b-41c6-b24d-c18be50fb4fc" providerId="ADAL" clId="{F08C8037-C502-4E6D-8951-FBC0DBE5BF1B}" dt="2021-08-05T08:31:06.805" v="396"/>
          <ac:graphicFrameMkLst>
            <pc:docMk/>
            <pc:sldMk cId="1634231022" sldId="380"/>
            <ac:graphicFrameMk id="9" creationId="{A471383B-87D3-406F-AEC8-A1732EA53B37}"/>
          </ac:graphicFrameMkLst>
        </pc:graphicFrameChg>
      </pc:sldChg>
      <pc:sldChg chg="ord">
        <pc:chgData name="Yu, Harry" userId="d07dd713-323b-41c6-b24d-c18be50fb4fc" providerId="ADAL" clId="{F08C8037-C502-4E6D-8951-FBC0DBE5BF1B}" dt="2021-08-05T07:58:39.026" v="326"/>
        <pc:sldMkLst>
          <pc:docMk/>
          <pc:sldMk cId="224488440" sldId="381"/>
        </pc:sldMkLst>
      </pc:sldChg>
      <pc:sldChg chg="modSp del">
        <pc:chgData name="Yu, Harry" userId="d07dd713-323b-41c6-b24d-c18be50fb4fc" providerId="ADAL" clId="{F08C8037-C502-4E6D-8951-FBC0DBE5BF1B}" dt="2021-08-06T08:16:54.019" v="495" actId="47"/>
        <pc:sldMkLst>
          <pc:docMk/>
          <pc:sldMk cId="3386074264" sldId="382"/>
        </pc:sldMkLst>
        <pc:graphicFrameChg chg="mod">
          <ac:chgData name="Yu, Harry" userId="d07dd713-323b-41c6-b24d-c18be50fb4fc" providerId="ADAL" clId="{F08C8037-C502-4E6D-8951-FBC0DBE5BF1B}" dt="2021-08-05T08:31:06.805" v="396"/>
          <ac:graphicFrameMkLst>
            <pc:docMk/>
            <pc:sldMk cId="3386074264" sldId="382"/>
            <ac:graphicFrameMk id="9" creationId="{A471383B-87D3-406F-AEC8-A1732EA53B37}"/>
          </ac:graphicFrameMkLst>
        </pc:graphicFrameChg>
      </pc:sldChg>
      <pc:sldChg chg="modSp del">
        <pc:chgData name="Yu, Harry" userId="d07dd713-323b-41c6-b24d-c18be50fb4fc" providerId="ADAL" clId="{F08C8037-C502-4E6D-8951-FBC0DBE5BF1B}" dt="2021-08-06T08:16:54.019" v="495" actId="47"/>
        <pc:sldMkLst>
          <pc:docMk/>
          <pc:sldMk cId="1106017697" sldId="383"/>
        </pc:sldMkLst>
        <pc:graphicFrameChg chg="mod">
          <ac:chgData name="Yu, Harry" userId="d07dd713-323b-41c6-b24d-c18be50fb4fc" providerId="ADAL" clId="{F08C8037-C502-4E6D-8951-FBC0DBE5BF1B}" dt="2021-08-05T08:31:06.805" v="396"/>
          <ac:graphicFrameMkLst>
            <pc:docMk/>
            <pc:sldMk cId="1106017697" sldId="383"/>
            <ac:graphicFrameMk id="9" creationId="{A471383B-87D3-406F-AEC8-A1732EA53B37}"/>
          </ac:graphicFrameMkLst>
        </pc:graphicFrameChg>
      </pc:sldChg>
      <pc:sldChg chg="ord">
        <pc:chgData name="Yu, Harry" userId="d07dd713-323b-41c6-b24d-c18be50fb4fc" providerId="ADAL" clId="{F08C8037-C502-4E6D-8951-FBC0DBE5BF1B}" dt="2021-08-05T09:05:46.725" v="442"/>
        <pc:sldMkLst>
          <pc:docMk/>
          <pc:sldMk cId="3968152520" sldId="384"/>
        </pc:sldMkLst>
      </pc:sldChg>
      <pc:sldChg chg="modSp del">
        <pc:chgData name="Yu, Harry" userId="d07dd713-323b-41c6-b24d-c18be50fb4fc" providerId="ADAL" clId="{F08C8037-C502-4E6D-8951-FBC0DBE5BF1B}" dt="2021-08-06T08:16:54.019" v="495" actId="47"/>
        <pc:sldMkLst>
          <pc:docMk/>
          <pc:sldMk cId="4141823049" sldId="385"/>
        </pc:sldMkLst>
        <pc:graphicFrameChg chg="mod">
          <ac:chgData name="Yu, Harry" userId="d07dd713-323b-41c6-b24d-c18be50fb4fc" providerId="ADAL" clId="{F08C8037-C502-4E6D-8951-FBC0DBE5BF1B}" dt="2021-08-05T08:31:06.805" v="396"/>
          <ac:graphicFrameMkLst>
            <pc:docMk/>
            <pc:sldMk cId="4141823049" sldId="385"/>
            <ac:graphicFrameMk id="9" creationId="{A471383B-87D3-406F-AEC8-A1732EA53B37}"/>
          </ac:graphicFrameMkLst>
        </pc:graphicFrameChg>
      </pc:sldChg>
      <pc:sldChg chg="modSp del">
        <pc:chgData name="Yu, Harry" userId="d07dd713-323b-41c6-b24d-c18be50fb4fc" providerId="ADAL" clId="{F08C8037-C502-4E6D-8951-FBC0DBE5BF1B}" dt="2021-08-06T08:16:54.019" v="495" actId="47"/>
        <pc:sldMkLst>
          <pc:docMk/>
          <pc:sldMk cId="4009894245" sldId="386"/>
        </pc:sldMkLst>
        <pc:graphicFrameChg chg="mod">
          <ac:chgData name="Yu, Harry" userId="d07dd713-323b-41c6-b24d-c18be50fb4fc" providerId="ADAL" clId="{F08C8037-C502-4E6D-8951-FBC0DBE5BF1B}" dt="2021-08-05T08:31:06.805" v="396"/>
          <ac:graphicFrameMkLst>
            <pc:docMk/>
            <pc:sldMk cId="4009894245" sldId="386"/>
            <ac:graphicFrameMk id="9" creationId="{A471383B-87D3-406F-AEC8-A1732EA53B37}"/>
          </ac:graphicFrameMkLst>
        </pc:graphicFrameChg>
      </pc:sldChg>
      <pc:sldChg chg="addSp delSp modSp mod ord">
        <pc:chgData name="Yu, Harry" userId="d07dd713-323b-41c6-b24d-c18be50fb4fc" providerId="ADAL" clId="{F08C8037-C502-4E6D-8951-FBC0DBE5BF1B}" dt="2021-08-24T00:17:09.968" v="4220" actId="1036"/>
        <pc:sldMkLst>
          <pc:docMk/>
          <pc:sldMk cId="3675676484" sldId="387"/>
        </pc:sldMkLst>
        <pc:spChg chg="add del mod">
          <ac:chgData name="Yu, Harry" userId="d07dd713-323b-41c6-b24d-c18be50fb4fc" providerId="ADAL" clId="{F08C8037-C502-4E6D-8951-FBC0DBE5BF1B}" dt="2021-08-09T02:07:52.516" v="654" actId="478"/>
          <ac:spMkLst>
            <pc:docMk/>
            <pc:sldMk cId="3675676484" sldId="387"/>
            <ac:spMk id="3" creationId="{78D176CB-8430-4C81-A43C-7D3BC6CAC8BC}"/>
          </ac:spMkLst>
        </pc:spChg>
        <pc:spChg chg="add mod">
          <ac:chgData name="Yu, Harry" userId="d07dd713-323b-41c6-b24d-c18be50fb4fc" providerId="ADAL" clId="{F08C8037-C502-4E6D-8951-FBC0DBE5BF1B}" dt="2021-08-24T00:17:09.968" v="4220" actId="1036"/>
          <ac:spMkLst>
            <pc:docMk/>
            <pc:sldMk cId="3675676484" sldId="387"/>
            <ac:spMk id="4" creationId="{76EB80B2-3743-4B23-8220-D0BA5623526B}"/>
          </ac:spMkLst>
        </pc:spChg>
        <pc:spChg chg="del">
          <ac:chgData name="Yu, Harry" userId="d07dd713-323b-41c6-b24d-c18be50fb4fc" providerId="ADAL" clId="{F08C8037-C502-4E6D-8951-FBC0DBE5BF1B}" dt="2021-08-09T02:07:42.245" v="651" actId="478"/>
          <ac:spMkLst>
            <pc:docMk/>
            <pc:sldMk cId="3675676484" sldId="387"/>
            <ac:spMk id="5" creationId="{CB048E8A-DE1E-46FD-9C13-99B8CDEAC8DA}"/>
          </ac:spMkLst>
        </pc:spChg>
        <pc:spChg chg="del">
          <ac:chgData name="Yu, Harry" userId="d07dd713-323b-41c6-b24d-c18be50fb4fc" providerId="ADAL" clId="{F08C8037-C502-4E6D-8951-FBC0DBE5BF1B}" dt="2021-08-09T02:07:49.771" v="653" actId="478"/>
          <ac:spMkLst>
            <pc:docMk/>
            <pc:sldMk cId="3675676484" sldId="387"/>
            <ac:spMk id="6" creationId="{0ED065AC-F3EF-42B0-A34B-DF7EED7FF8B9}"/>
          </ac:spMkLst>
        </pc:spChg>
        <pc:spChg chg="del">
          <ac:chgData name="Yu, Harry" userId="d07dd713-323b-41c6-b24d-c18be50fb4fc" providerId="ADAL" clId="{F08C8037-C502-4E6D-8951-FBC0DBE5BF1B}" dt="2021-08-09T02:07:45.849" v="652" actId="478"/>
          <ac:spMkLst>
            <pc:docMk/>
            <pc:sldMk cId="3675676484" sldId="387"/>
            <ac:spMk id="7" creationId="{E979D3E5-B107-4EED-9369-B2A655B62703}"/>
          </ac:spMkLst>
        </pc:spChg>
        <pc:spChg chg="add mod">
          <ac:chgData name="Yu, Harry" userId="d07dd713-323b-41c6-b24d-c18be50fb4fc" providerId="ADAL" clId="{F08C8037-C502-4E6D-8951-FBC0DBE5BF1B}" dt="2021-08-09T02:08:05.062" v="678" actId="20577"/>
          <ac:spMkLst>
            <pc:docMk/>
            <pc:sldMk cId="3675676484" sldId="387"/>
            <ac:spMk id="8" creationId="{12673608-296C-4EF8-B666-2574FF5B5548}"/>
          </ac:spMkLst>
        </pc:spChg>
        <pc:graphicFrameChg chg="mod modGraphic">
          <ac:chgData name="Yu, Harry" userId="d07dd713-323b-41c6-b24d-c18be50fb4fc" providerId="ADAL" clId="{F08C8037-C502-4E6D-8951-FBC0DBE5BF1B}" dt="2021-08-24T00:16:47.009" v="4192" actId="1035"/>
          <ac:graphicFrameMkLst>
            <pc:docMk/>
            <pc:sldMk cId="3675676484" sldId="387"/>
            <ac:graphicFrameMk id="9" creationId="{A471383B-87D3-406F-AEC8-A1732EA53B37}"/>
          </ac:graphicFrameMkLst>
        </pc:graphicFrameChg>
      </pc:sldChg>
      <pc:sldChg chg="ord">
        <pc:chgData name="Yu, Harry" userId="d07dd713-323b-41c6-b24d-c18be50fb4fc" providerId="ADAL" clId="{F08C8037-C502-4E6D-8951-FBC0DBE5BF1B}" dt="2021-08-05T09:15:47.720" v="450"/>
        <pc:sldMkLst>
          <pc:docMk/>
          <pc:sldMk cId="3933054710" sldId="388"/>
        </pc:sldMkLst>
      </pc:sldChg>
      <pc:sldChg chg="modSp del">
        <pc:chgData name="Yu, Harry" userId="d07dd713-323b-41c6-b24d-c18be50fb4fc" providerId="ADAL" clId="{F08C8037-C502-4E6D-8951-FBC0DBE5BF1B}" dt="2021-08-06T08:16:54.019" v="495" actId="47"/>
        <pc:sldMkLst>
          <pc:docMk/>
          <pc:sldMk cId="4023221386" sldId="389"/>
        </pc:sldMkLst>
        <pc:graphicFrameChg chg="mod">
          <ac:chgData name="Yu, Harry" userId="d07dd713-323b-41c6-b24d-c18be50fb4fc" providerId="ADAL" clId="{F08C8037-C502-4E6D-8951-FBC0DBE5BF1B}" dt="2021-08-05T08:31:06.805" v="396"/>
          <ac:graphicFrameMkLst>
            <pc:docMk/>
            <pc:sldMk cId="4023221386" sldId="389"/>
            <ac:graphicFrameMk id="5" creationId="{E49FB377-936F-45F0-B02D-15081C30623D}"/>
          </ac:graphicFrameMkLst>
        </pc:graphicFrameChg>
      </pc:sldChg>
      <pc:sldChg chg="modSp del">
        <pc:chgData name="Yu, Harry" userId="d07dd713-323b-41c6-b24d-c18be50fb4fc" providerId="ADAL" clId="{F08C8037-C502-4E6D-8951-FBC0DBE5BF1B}" dt="2021-08-06T08:16:54.019" v="495" actId="47"/>
        <pc:sldMkLst>
          <pc:docMk/>
          <pc:sldMk cId="1891120556" sldId="390"/>
        </pc:sldMkLst>
        <pc:graphicFrameChg chg="mod">
          <ac:chgData name="Yu, Harry" userId="d07dd713-323b-41c6-b24d-c18be50fb4fc" providerId="ADAL" clId="{F08C8037-C502-4E6D-8951-FBC0DBE5BF1B}" dt="2021-08-05T08:31:06.805" v="396"/>
          <ac:graphicFrameMkLst>
            <pc:docMk/>
            <pc:sldMk cId="1891120556" sldId="390"/>
            <ac:graphicFrameMk id="5" creationId="{E49FB377-936F-45F0-B02D-15081C30623D}"/>
          </ac:graphicFrameMkLst>
        </pc:graphicFrameChg>
      </pc:sldChg>
      <pc:sldChg chg="modSp del">
        <pc:chgData name="Yu, Harry" userId="d07dd713-323b-41c6-b24d-c18be50fb4fc" providerId="ADAL" clId="{F08C8037-C502-4E6D-8951-FBC0DBE5BF1B}" dt="2021-08-06T08:16:54.019" v="495" actId="47"/>
        <pc:sldMkLst>
          <pc:docMk/>
          <pc:sldMk cId="1220728675" sldId="391"/>
        </pc:sldMkLst>
        <pc:graphicFrameChg chg="mod">
          <ac:chgData name="Yu, Harry" userId="d07dd713-323b-41c6-b24d-c18be50fb4fc" providerId="ADAL" clId="{F08C8037-C502-4E6D-8951-FBC0DBE5BF1B}" dt="2021-08-05T08:31:06.805" v="396"/>
          <ac:graphicFrameMkLst>
            <pc:docMk/>
            <pc:sldMk cId="1220728675" sldId="391"/>
            <ac:graphicFrameMk id="5" creationId="{E49FB377-936F-45F0-B02D-15081C30623D}"/>
          </ac:graphicFrameMkLst>
        </pc:graphicFrameChg>
      </pc:sldChg>
      <pc:sldChg chg="ord">
        <pc:chgData name="Yu, Harry" userId="d07dd713-323b-41c6-b24d-c18be50fb4fc" providerId="ADAL" clId="{F08C8037-C502-4E6D-8951-FBC0DBE5BF1B}" dt="2021-08-05T03:43:37.931" v="318"/>
        <pc:sldMkLst>
          <pc:docMk/>
          <pc:sldMk cId="3818488837" sldId="392"/>
        </pc:sldMkLst>
      </pc:sldChg>
      <pc:sldChg chg="modSp del">
        <pc:chgData name="Yu, Harry" userId="d07dd713-323b-41c6-b24d-c18be50fb4fc" providerId="ADAL" clId="{F08C8037-C502-4E6D-8951-FBC0DBE5BF1B}" dt="2021-08-06T08:16:54.019" v="495" actId="47"/>
        <pc:sldMkLst>
          <pc:docMk/>
          <pc:sldMk cId="20146493" sldId="393"/>
        </pc:sldMkLst>
        <pc:graphicFrameChg chg="mod">
          <ac:chgData name="Yu, Harry" userId="d07dd713-323b-41c6-b24d-c18be50fb4fc" providerId="ADAL" clId="{F08C8037-C502-4E6D-8951-FBC0DBE5BF1B}" dt="2021-08-05T08:31:06.805" v="396"/>
          <ac:graphicFrameMkLst>
            <pc:docMk/>
            <pc:sldMk cId="20146493" sldId="393"/>
            <ac:graphicFrameMk id="9" creationId="{A471383B-87D3-406F-AEC8-A1732EA53B37}"/>
          </ac:graphicFrameMkLst>
        </pc:graphicFrameChg>
      </pc:sldChg>
      <pc:sldChg chg="modSp del">
        <pc:chgData name="Yu, Harry" userId="d07dd713-323b-41c6-b24d-c18be50fb4fc" providerId="ADAL" clId="{F08C8037-C502-4E6D-8951-FBC0DBE5BF1B}" dt="2021-08-06T08:16:54.019" v="495" actId="47"/>
        <pc:sldMkLst>
          <pc:docMk/>
          <pc:sldMk cId="1885818837" sldId="394"/>
        </pc:sldMkLst>
        <pc:graphicFrameChg chg="mod">
          <ac:chgData name="Yu, Harry" userId="d07dd713-323b-41c6-b24d-c18be50fb4fc" providerId="ADAL" clId="{F08C8037-C502-4E6D-8951-FBC0DBE5BF1B}" dt="2021-08-05T08:31:06.805" v="396"/>
          <ac:graphicFrameMkLst>
            <pc:docMk/>
            <pc:sldMk cId="1885818837" sldId="394"/>
            <ac:graphicFrameMk id="9" creationId="{A471383B-87D3-406F-AEC8-A1732EA53B37}"/>
          </ac:graphicFrameMkLst>
        </pc:graphicFrameChg>
      </pc:sldChg>
      <pc:sldChg chg="modSp del">
        <pc:chgData name="Yu, Harry" userId="d07dd713-323b-41c6-b24d-c18be50fb4fc" providerId="ADAL" clId="{F08C8037-C502-4E6D-8951-FBC0DBE5BF1B}" dt="2021-08-06T08:16:54.019" v="495" actId="47"/>
        <pc:sldMkLst>
          <pc:docMk/>
          <pc:sldMk cId="3029800416" sldId="396"/>
        </pc:sldMkLst>
        <pc:graphicFrameChg chg="mod">
          <ac:chgData name="Yu, Harry" userId="d07dd713-323b-41c6-b24d-c18be50fb4fc" providerId="ADAL" clId="{F08C8037-C502-4E6D-8951-FBC0DBE5BF1B}" dt="2021-08-05T08:31:06.805" v="396"/>
          <ac:graphicFrameMkLst>
            <pc:docMk/>
            <pc:sldMk cId="3029800416" sldId="396"/>
            <ac:graphicFrameMk id="9" creationId="{A471383B-87D3-406F-AEC8-A1732EA53B37}"/>
          </ac:graphicFrameMkLst>
        </pc:graphicFrameChg>
      </pc:sldChg>
      <pc:sldChg chg="ord">
        <pc:chgData name="Yu, Harry" userId="d07dd713-323b-41c6-b24d-c18be50fb4fc" providerId="ADAL" clId="{F08C8037-C502-4E6D-8951-FBC0DBE5BF1B}" dt="2021-08-05T09:23:26.364" v="453"/>
        <pc:sldMkLst>
          <pc:docMk/>
          <pc:sldMk cId="2484212312" sldId="397"/>
        </pc:sldMkLst>
      </pc:sldChg>
      <pc:sldChg chg="modSp del">
        <pc:chgData name="Yu, Harry" userId="d07dd713-323b-41c6-b24d-c18be50fb4fc" providerId="ADAL" clId="{F08C8037-C502-4E6D-8951-FBC0DBE5BF1B}" dt="2021-08-06T08:16:54.019" v="495" actId="47"/>
        <pc:sldMkLst>
          <pc:docMk/>
          <pc:sldMk cId="4033781814" sldId="398"/>
        </pc:sldMkLst>
        <pc:graphicFrameChg chg="mod">
          <ac:chgData name="Yu, Harry" userId="d07dd713-323b-41c6-b24d-c18be50fb4fc" providerId="ADAL" clId="{F08C8037-C502-4E6D-8951-FBC0DBE5BF1B}" dt="2021-08-05T08:31:06.805" v="396"/>
          <ac:graphicFrameMkLst>
            <pc:docMk/>
            <pc:sldMk cId="4033781814" sldId="398"/>
            <ac:graphicFrameMk id="9" creationId="{A471383B-87D3-406F-AEC8-A1732EA53B37}"/>
          </ac:graphicFrameMkLst>
        </pc:graphicFrameChg>
      </pc:sldChg>
      <pc:sldChg chg="modSp del">
        <pc:chgData name="Yu, Harry" userId="d07dd713-323b-41c6-b24d-c18be50fb4fc" providerId="ADAL" clId="{F08C8037-C502-4E6D-8951-FBC0DBE5BF1B}" dt="2021-08-06T08:16:54.019" v="495" actId="47"/>
        <pc:sldMkLst>
          <pc:docMk/>
          <pc:sldMk cId="1399147271" sldId="399"/>
        </pc:sldMkLst>
        <pc:graphicFrameChg chg="mod">
          <ac:chgData name="Yu, Harry" userId="d07dd713-323b-41c6-b24d-c18be50fb4fc" providerId="ADAL" clId="{F08C8037-C502-4E6D-8951-FBC0DBE5BF1B}" dt="2021-08-05T08:31:06.805" v="396"/>
          <ac:graphicFrameMkLst>
            <pc:docMk/>
            <pc:sldMk cId="1399147271" sldId="399"/>
            <ac:graphicFrameMk id="9" creationId="{A471383B-87D3-406F-AEC8-A1732EA53B37}"/>
          </ac:graphicFrameMkLst>
        </pc:graphicFrameChg>
      </pc:sldChg>
      <pc:sldChg chg="modSp del">
        <pc:chgData name="Yu, Harry" userId="d07dd713-323b-41c6-b24d-c18be50fb4fc" providerId="ADAL" clId="{F08C8037-C502-4E6D-8951-FBC0DBE5BF1B}" dt="2021-08-06T08:16:54.019" v="495" actId="47"/>
        <pc:sldMkLst>
          <pc:docMk/>
          <pc:sldMk cId="2963989402" sldId="400"/>
        </pc:sldMkLst>
        <pc:graphicFrameChg chg="mod">
          <ac:chgData name="Yu, Harry" userId="d07dd713-323b-41c6-b24d-c18be50fb4fc" providerId="ADAL" clId="{F08C8037-C502-4E6D-8951-FBC0DBE5BF1B}" dt="2021-08-05T08:31:06.805" v="396"/>
          <ac:graphicFrameMkLst>
            <pc:docMk/>
            <pc:sldMk cId="2963989402" sldId="400"/>
            <ac:graphicFrameMk id="9" creationId="{A471383B-87D3-406F-AEC8-A1732EA53B37}"/>
          </ac:graphicFrameMkLst>
        </pc:graphicFrameChg>
      </pc:sldChg>
      <pc:sldChg chg="modSp del">
        <pc:chgData name="Yu, Harry" userId="d07dd713-323b-41c6-b24d-c18be50fb4fc" providerId="ADAL" clId="{F08C8037-C502-4E6D-8951-FBC0DBE5BF1B}" dt="2021-08-06T08:16:54.019" v="495" actId="47"/>
        <pc:sldMkLst>
          <pc:docMk/>
          <pc:sldMk cId="4220464762" sldId="401"/>
        </pc:sldMkLst>
        <pc:graphicFrameChg chg="mod">
          <ac:chgData name="Yu, Harry" userId="d07dd713-323b-41c6-b24d-c18be50fb4fc" providerId="ADAL" clId="{F08C8037-C502-4E6D-8951-FBC0DBE5BF1B}" dt="2021-08-05T08:31:06.805" v="396"/>
          <ac:graphicFrameMkLst>
            <pc:docMk/>
            <pc:sldMk cId="4220464762" sldId="401"/>
            <ac:graphicFrameMk id="9" creationId="{A471383B-87D3-406F-AEC8-A1732EA53B37}"/>
          </ac:graphicFrameMkLst>
        </pc:graphicFrameChg>
      </pc:sldChg>
      <pc:sldChg chg="modSp mod">
        <pc:chgData name="Yu, Harry" userId="d07dd713-323b-41c6-b24d-c18be50fb4fc" providerId="ADAL" clId="{F08C8037-C502-4E6D-8951-FBC0DBE5BF1B}" dt="2021-08-24T02:49:14.317" v="4376" actId="20577"/>
        <pc:sldMkLst>
          <pc:docMk/>
          <pc:sldMk cId="723533408" sldId="402"/>
        </pc:sldMkLst>
        <pc:spChg chg="mod">
          <ac:chgData name="Yu, Harry" userId="d07dd713-323b-41c6-b24d-c18be50fb4fc" providerId="ADAL" clId="{F08C8037-C502-4E6D-8951-FBC0DBE5BF1B}" dt="2021-08-24T02:49:14.317" v="4376" actId="20577"/>
          <ac:spMkLst>
            <pc:docMk/>
            <pc:sldMk cId="723533408" sldId="402"/>
            <ac:spMk id="3" creationId="{96457946-1483-4C9A-8FE4-A2862E3EFF3F}"/>
          </ac:spMkLst>
        </pc:spChg>
      </pc:sldChg>
      <pc:sldChg chg="del">
        <pc:chgData name="Yu, Harry" userId="d07dd713-323b-41c6-b24d-c18be50fb4fc" providerId="ADAL" clId="{F08C8037-C502-4E6D-8951-FBC0DBE5BF1B}" dt="2021-08-06T08:17:04.461" v="496" actId="47"/>
        <pc:sldMkLst>
          <pc:docMk/>
          <pc:sldMk cId="3004043700" sldId="403"/>
        </pc:sldMkLst>
      </pc:sldChg>
      <pc:sldChg chg="delSp modSp mod">
        <pc:chgData name="Yu, Harry" userId="d07dd713-323b-41c6-b24d-c18be50fb4fc" providerId="ADAL" clId="{F08C8037-C502-4E6D-8951-FBC0DBE5BF1B}" dt="2021-08-17T05:58:58.971" v="3361" actId="20577"/>
        <pc:sldMkLst>
          <pc:docMk/>
          <pc:sldMk cId="2144906693" sldId="404"/>
        </pc:sldMkLst>
        <pc:spChg chg="mod">
          <ac:chgData name="Yu, Harry" userId="d07dd713-323b-41c6-b24d-c18be50fb4fc" providerId="ADAL" clId="{F08C8037-C502-4E6D-8951-FBC0DBE5BF1B}" dt="2021-08-17T05:58:58.971" v="3361" actId="20577"/>
          <ac:spMkLst>
            <pc:docMk/>
            <pc:sldMk cId="2144906693" sldId="404"/>
            <ac:spMk id="4" creationId="{739ED610-7AC8-45CD-BCC6-B494109E5D9F}"/>
          </ac:spMkLst>
        </pc:spChg>
        <pc:spChg chg="del">
          <ac:chgData name="Yu, Harry" userId="d07dd713-323b-41c6-b24d-c18be50fb4fc" providerId="ADAL" clId="{F08C8037-C502-4E6D-8951-FBC0DBE5BF1B}" dt="2021-08-09T02:07:01.668" v="639" actId="478"/>
          <ac:spMkLst>
            <pc:docMk/>
            <pc:sldMk cId="2144906693" sldId="404"/>
            <ac:spMk id="5" creationId="{890758CC-83DF-4863-A9EA-FE890100E4C7}"/>
          </ac:spMkLst>
        </pc:spChg>
        <pc:spChg chg="mod">
          <ac:chgData name="Yu, Harry" userId="d07dd713-323b-41c6-b24d-c18be50fb4fc" providerId="ADAL" clId="{F08C8037-C502-4E6D-8951-FBC0DBE5BF1B}" dt="2021-08-09T02:06:58.591" v="638" actId="20577"/>
          <ac:spMkLst>
            <pc:docMk/>
            <pc:sldMk cId="2144906693" sldId="404"/>
            <ac:spMk id="6" creationId="{0ED065AC-F3EF-42B0-A34B-DF7EED7FF8B9}"/>
          </ac:spMkLst>
        </pc:spChg>
        <pc:graphicFrameChg chg="mod modGraphic">
          <ac:chgData name="Yu, Harry" userId="d07dd713-323b-41c6-b24d-c18be50fb4fc" providerId="ADAL" clId="{F08C8037-C502-4E6D-8951-FBC0DBE5BF1B}" dt="2021-08-09T02:09:52.426" v="696" actId="207"/>
          <ac:graphicFrameMkLst>
            <pc:docMk/>
            <pc:sldMk cId="2144906693" sldId="404"/>
            <ac:graphicFrameMk id="9" creationId="{A471383B-87D3-406F-AEC8-A1732EA53B37}"/>
          </ac:graphicFrameMkLst>
        </pc:graphicFrameChg>
      </pc:sldChg>
      <pc:sldChg chg="addSp delSp modSp mod modNotesTx">
        <pc:chgData name="Yu, Harry" userId="d07dd713-323b-41c6-b24d-c18be50fb4fc" providerId="ADAL" clId="{F08C8037-C502-4E6D-8951-FBC0DBE5BF1B}" dt="2021-09-16T06:13:24.393" v="4621" actId="20577"/>
        <pc:sldMkLst>
          <pc:docMk/>
          <pc:sldMk cId="3009095594" sldId="405"/>
        </pc:sldMkLst>
        <pc:spChg chg="add mod">
          <ac:chgData name="Yu, Harry" userId="d07dd713-323b-41c6-b24d-c18be50fb4fc" providerId="ADAL" clId="{F08C8037-C502-4E6D-8951-FBC0DBE5BF1B}" dt="2021-08-24T00:09:40.995" v="4046" actId="20577"/>
          <ac:spMkLst>
            <pc:docMk/>
            <pc:sldMk cId="3009095594" sldId="405"/>
            <ac:spMk id="2" creationId="{66C51D0D-1C4A-4608-BD46-150ECCEC054C}"/>
          </ac:spMkLst>
        </pc:spChg>
        <pc:spChg chg="del">
          <ac:chgData name="Yu, Harry" userId="d07dd713-323b-41c6-b24d-c18be50fb4fc" providerId="ADAL" clId="{F08C8037-C502-4E6D-8951-FBC0DBE5BF1B}" dt="2021-07-30T07:37:45.883" v="84" actId="478"/>
          <ac:spMkLst>
            <pc:docMk/>
            <pc:sldMk cId="3009095594" sldId="405"/>
            <ac:spMk id="2" creationId="{8E4E1CAD-729D-40A3-AA83-C93644CA1EF8}"/>
          </ac:spMkLst>
        </pc:spChg>
        <pc:spChg chg="add del mod">
          <ac:chgData name="Yu, Harry" userId="d07dd713-323b-41c6-b24d-c18be50fb4fc" providerId="ADAL" clId="{F08C8037-C502-4E6D-8951-FBC0DBE5BF1B}" dt="2021-08-09T02:07:15.308" v="641" actId="478"/>
          <ac:spMkLst>
            <pc:docMk/>
            <pc:sldMk cId="3009095594" sldId="405"/>
            <ac:spMk id="3" creationId="{8E135EFB-9C79-4029-ABCB-BCEAE777EF13}"/>
          </ac:spMkLst>
        </pc:spChg>
        <pc:spChg chg="del">
          <ac:chgData name="Yu, Harry" userId="d07dd713-323b-41c6-b24d-c18be50fb4fc" providerId="ADAL" clId="{F08C8037-C502-4E6D-8951-FBC0DBE5BF1B}" dt="2021-07-30T07:37:48.645" v="85" actId="478"/>
          <ac:spMkLst>
            <pc:docMk/>
            <pc:sldMk cId="3009095594" sldId="405"/>
            <ac:spMk id="5" creationId="{E64EDFB3-FFC1-4F3C-9668-8E0017D7B384}"/>
          </ac:spMkLst>
        </pc:spChg>
        <pc:spChg chg="del">
          <ac:chgData name="Yu, Harry" userId="d07dd713-323b-41c6-b24d-c18be50fb4fc" providerId="ADAL" clId="{F08C8037-C502-4E6D-8951-FBC0DBE5BF1B}" dt="2021-08-09T02:07:13.341" v="640" actId="478"/>
          <ac:spMkLst>
            <pc:docMk/>
            <pc:sldMk cId="3009095594" sldId="405"/>
            <ac:spMk id="6" creationId="{0ED065AC-F3EF-42B0-A34B-DF7EED7FF8B9}"/>
          </ac:spMkLst>
        </pc:spChg>
        <pc:spChg chg="add mod">
          <ac:chgData name="Yu, Harry" userId="d07dd713-323b-41c6-b24d-c18be50fb4fc" providerId="ADAL" clId="{F08C8037-C502-4E6D-8951-FBC0DBE5BF1B}" dt="2021-08-09T02:07:19.711" v="644" actId="20577"/>
          <ac:spMkLst>
            <pc:docMk/>
            <pc:sldMk cId="3009095594" sldId="405"/>
            <ac:spMk id="7" creationId="{629E619C-8B59-415A-B693-FD918BC19595}"/>
          </ac:spMkLst>
        </pc:spChg>
        <pc:spChg chg="add mod">
          <ac:chgData name="Yu, Harry" userId="d07dd713-323b-41c6-b24d-c18be50fb4fc" providerId="ADAL" clId="{F08C8037-C502-4E6D-8951-FBC0DBE5BF1B}" dt="2021-08-17T05:10:21.350" v="2701" actId="20577"/>
          <ac:spMkLst>
            <pc:docMk/>
            <pc:sldMk cId="3009095594" sldId="405"/>
            <ac:spMk id="8" creationId="{696F6F8F-FEB5-45D4-9BB9-8820763444D8}"/>
          </ac:spMkLst>
        </pc:spChg>
        <pc:spChg chg="del">
          <ac:chgData name="Yu, Harry" userId="d07dd713-323b-41c6-b24d-c18be50fb4fc" providerId="ADAL" clId="{F08C8037-C502-4E6D-8951-FBC0DBE5BF1B}" dt="2021-08-09T02:12:39.254" v="799" actId="478"/>
          <ac:spMkLst>
            <pc:docMk/>
            <pc:sldMk cId="3009095594" sldId="405"/>
            <ac:spMk id="11" creationId="{3B0E5B35-F8D6-4092-AA4A-BCC690B2229D}"/>
          </ac:spMkLst>
        </pc:spChg>
        <pc:graphicFrameChg chg="mod modGraphic">
          <ac:chgData name="Yu, Harry" userId="d07dd713-323b-41c6-b24d-c18be50fb4fc" providerId="ADAL" clId="{F08C8037-C502-4E6D-8951-FBC0DBE5BF1B}" dt="2021-09-16T06:13:24.393" v="4621" actId="20577"/>
          <ac:graphicFrameMkLst>
            <pc:docMk/>
            <pc:sldMk cId="3009095594" sldId="405"/>
            <ac:graphicFrameMk id="9" creationId="{A471383B-87D3-406F-AEC8-A1732EA53B37}"/>
          </ac:graphicFrameMkLst>
        </pc:graphicFrameChg>
      </pc:sldChg>
      <pc:sldChg chg="addSp delSp modSp mod">
        <pc:chgData name="Yu, Harry" userId="d07dd713-323b-41c6-b24d-c18be50fb4fc" providerId="ADAL" clId="{F08C8037-C502-4E6D-8951-FBC0DBE5BF1B}" dt="2021-08-24T00:13:23.712" v="4101" actId="20577"/>
        <pc:sldMkLst>
          <pc:docMk/>
          <pc:sldMk cId="3247937829" sldId="406"/>
        </pc:sldMkLst>
        <pc:spChg chg="add mod">
          <ac:chgData name="Yu, Harry" userId="d07dd713-323b-41c6-b24d-c18be50fb4fc" providerId="ADAL" clId="{F08C8037-C502-4E6D-8951-FBC0DBE5BF1B}" dt="2021-08-17T06:01:09.856" v="3485" actId="11529"/>
          <ac:spMkLst>
            <pc:docMk/>
            <pc:sldMk cId="3247937829" sldId="406"/>
            <ac:spMk id="2" creationId="{3A6C5708-6263-48D7-AB97-9D4DFB664AE7}"/>
          </ac:spMkLst>
        </pc:spChg>
        <pc:spChg chg="add del mod">
          <ac:chgData name="Yu, Harry" userId="d07dd713-323b-41c6-b24d-c18be50fb4fc" providerId="ADAL" clId="{F08C8037-C502-4E6D-8951-FBC0DBE5BF1B}" dt="2021-08-09T02:07:32.323" v="647" actId="478"/>
          <ac:spMkLst>
            <pc:docMk/>
            <pc:sldMk cId="3247937829" sldId="406"/>
            <ac:spMk id="3" creationId="{E74C70AD-E70C-4F0D-B1B1-F5C1E42FE0CA}"/>
          </ac:spMkLst>
        </pc:spChg>
        <pc:spChg chg="mod">
          <ac:chgData name="Yu, Harry" userId="d07dd713-323b-41c6-b24d-c18be50fb4fc" providerId="ADAL" clId="{F08C8037-C502-4E6D-8951-FBC0DBE5BF1B}" dt="2021-08-24T00:13:23.712" v="4101" actId="20577"/>
          <ac:spMkLst>
            <pc:docMk/>
            <pc:sldMk cId="3247937829" sldId="406"/>
            <ac:spMk id="4" creationId="{739ED610-7AC8-45CD-BCC6-B494109E5D9F}"/>
          </ac:spMkLst>
        </pc:spChg>
        <pc:spChg chg="del">
          <ac:chgData name="Yu, Harry" userId="d07dd713-323b-41c6-b24d-c18be50fb4fc" providerId="ADAL" clId="{F08C8037-C502-4E6D-8951-FBC0DBE5BF1B}" dt="2021-08-09T02:07:25.581" v="645" actId="478"/>
          <ac:spMkLst>
            <pc:docMk/>
            <pc:sldMk cId="3247937829" sldId="406"/>
            <ac:spMk id="5" creationId="{890758CC-83DF-4863-A9EA-FE890100E4C7}"/>
          </ac:spMkLst>
        </pc:spChg>
        <pc:spChg chg="del">
          <ac:chgData name="Yu, Harry" userId="d07dd713-323b-41c6-b24d-c18be50fb4fc" providerId="ADAL" clId="{F08C8037-C502-4E6D-8951-FBC0DBE5BF1B}" dt="2021-08-09T02:07:28.757" v="646" actId="478"/>
          <ac:spMkLst>
            <pc:docMk/>
            <pc:sldMk cId="3247937829" sldId="406"/>
            <ac:spMk id="6" creationId="{0ED065AC-F3EF-42B0-A34B-DF7EED7FF8B9}"/>
          </ac:spMkLst>
        </pc:spChg>
        <pc:spChg chg="add mod">
          <ac:chgData name="Yu, Harry" userId="d07dd713-323b-41c6-b24d-c18be50fb4fc" providerId="ADAL" clId="{F08C8037-C502-4E6D-8951-FBC0DBE5BF1B}" dt="2021-08-09T02:07:36.988" v="650" actId="20577"/>
          <ac:spMkLst>
            <pc:docMk/>
            <pc:sldMk cId="3247937829" sldId="406"/>
            <ac:spMk id="8" creationId="{63049DF1-CB24-4105-8420-E845C0282291}"/>
          </ac:spMkLst>
        </pc:spChg>
        <pc:graphicFrameChg chg="mod modGraphic">
          <ac:chgData name="Yu, Harry" userId="d07dd713-323b-41c6-b24d-c18be50fb4fc" providerId="ADAL" clId="{F08C8037-C502-4E6D-8951-FBC0DBE5BF1B}" dt="2021-08-09T02:37:54.752" v="917" actId="313"/>
          <ac:graphicFrameMkLst>
            <pc:docMk/>
            <pc:sldMk cId="3247937829" sldId="406"/>
            <ac:graphicFrameMk id="9" creationId="{A471383B-87D3-406F-AEC8-A1732EA53B37}"/>
          </ac:graphicFrameMkLst>
        </pc:graphicFrameChg>
      </pc:sldChg>
      <pc:sldChg chg="addSp delSp modSp mod">
        <pc:chgData name="Yu, Harry" userId="d07dd713-323b-41c6-b24d-c18be50fb4fc" providerId="ADAL" clId="{F08C8037-C502-4E6D-8951-FBC0DBE5BF1B}" dt="2021-08-24T00:19:41.940" v="4266" actId="20577"/>
        <pc:sldMkLst>
          <pc:docMk/>
          <pc:sldMk cId="1787811616" sldId="407"/>
        </pc:sldMkLst>
        <pc:spChg chg="add del mod">
          <ac:chgData name="Yu, Harry" userId="d07dd713-323b-41c6-b24d-c18be50fb4fc" providerId="ADAL" clId="{F08C8037-C502-4E6D-8951-FBC0DBE5BF1B}" dt="2021-08-09T02:08:24.290" v="682" actId="478"/>
          <ac:spMkLst>
            <pc:docMk/>
            <pc:sldMk cId="1787811616" sldId="407"/>
            <ac:spMk id="3" creationId="{8A7AF988-CB1C-4C51-AE6F-772297CD2C09}"/>
          </ac:spMkLst>
        </pc:spChg>
        <pc:spChg chg="del">
          <ac:chgData name="Yu, Harry" userId="d07dd713-323b-41c6-b24d-c18be50fb4fc" providerId="ADAL" clId="{F08C8037-C502-4E6D-8951-FBC0DBE5BF1B}" dt="2021-08-09T02:08:15.013" v="680" actId="478"/>
          <ac:spMkLst>
            <pc:docMk/>
            <pc:sldMk cId="1787811616" sldId="407"/>
            <ac:spMk id="5" creationId="{CB048E8A-DE1E-46FD-9C13-99B8CDEAC8DA}"/>
          </ac:spMkLst>
        </pc:spChg>
        <pc:spChg chg="del">
          <ac:chgData name="Yu, Harry" userId="d07dd713-323b-41c6-b24d-c18be50fb4fc" providerId="ADAL" clId="{F08C8037-C502-4E6D-8951-FBC0DBE5BF1B}" dt="2021-08-09T02:08:18.434" v="681" actId="478"/>
          <ac:spMkLst>
            <pc:docMk/>
            <pc:sldMk cId="1787811616" sldId="407"/>
            <ac:spMk id="6" creationId="{0ED065AC-F3EF-42B0-A34B-DF7EED7FF8B9}"/>
          </ac:spMkLst>
        </pc:spChg>
        <pc:spChg chg="del">
          <ac:chgData name="Yu, Harry" userId="d07dd713-323b-41c6-b24d-c18be50fb4fc" providerId="ADAL" clId="{F08C8037-C502-4E6D-8951-FBC0DBE5BF1B}" dt="2021-08-09T02:08:13.044" v="679" actId="478"/>
          <ac:spMkLst>
            <pc:docMk/>
            <pc:sldMk cId="1787811616" sldId="407"/>
            <ac:spMk id="7" creationId="{E979D3E5-B107-4EED-9369-B2A655B62703}"/>
          </ac:spMkLst>
        </pc:spChg>
        <pc:spChg chg="add mod">
          <ac:chgData name="Yu, Harry" userId="d07dd713-323b-41c6-b24d-c18be50fb4fc" providerId="ADAL" clId="{F08C8037-C502-4E6D-8951-FBC0DBE5BF1B}" dt="2021-08-09T02:08:37.825" v="685" actId="20577"/>
          <ac:spMkLst>
            <pc:docMk/>
            <pc:sldMk cId="1787811616" sldId="407"/>
            <ac:spMk id="8" creationId="{F669C231-FD24-40C2-AFC4-CF67CC3C3EF6}"/>
          </ac:spMkLst>
        </pc:spChg>
        <pc:graphicFrameChg chg="mod modGraphic">
          <ac:chgData name="Yu, Harry" userId="d07dd713-323b-41c6-b24d-c18be50fb4fc" providerId="ADAL" clId="{F08C8037-C502-4E6D-8951-FBC0DBE5BF1B}" dt="2021-08-24T00:19:41.940" v="4266" actId="20577"/>
          <ac:graphicFrameMkLst>
            <pc:docMk/>
            <pc:sldMk cId="1787811616" sldId="407"/>
            <ac:graphicFrameMk id="9" creationId="{A471383B-87D3-406F-AEC8-A1732EA53B37}"/>
          </ac:graphicFrameMkLst>
        </pc:graphicFrameChg>
      </pc:sldChg>
      <pc:sldChg chg="addSp delSp modSp mod">
        <pc:chgData name="Yu, Harry" userId="d07dd713-323b-41c6-b24d-c18be50fb4fc" providerId="ADAL" clId="{F08C8037-C502-4E6D-8951-FBC0DBE5BF1B}" dt="2021-08-17T05:12:42.837" v="2773" actId="20577"/>
        <pc:sldMkLst>
          <pc:docMk/>
          <pc:sldMk cId="702712558" sldId="408"/>
        </pc:sldMkLst>
        <pc:spChg chg="add del mod">
          <ac:chgData name="Yu, Harry" userId="d07dd713-323b-41c6-b24d-c18be50fb4fc" providerId="ADAL" clId="{F08C8037-C502-4E6D-8951-FBC0DBE5BF1B}" dt="2021-08-09T02:08:47.769" v="688" actId="478"/>
          <ac:spMkLst>
            <pc:docMk/>
            <pc:sldMk cId="702712558" sldId="408"/>
            <ac:spMk id="3" creationId="{759C194F-7DBC-4578-B343-80CF4675742B}"/>
          </ac:spMkLst>
        </pc:spChg>
        <pc:spChg chg="del">
          <ac:chgData name="Yu, Harry" userId="d07dd713-323b-41c6-b24d-c18be50fb4fc" providerId="ADAL" clId="{F08C8037-C502-4E6D-8951-FBC0DBE5BF1B}" dt="2021-08-09T02:40:50.419" v="931" actId="478"/>
          <ac:spMkLst>
            <pc:docMk/>
            <pc:sldMk cId="702712558" sldId="408"/>
            <ac:spMk id="4" creationId="{739ED610-7AC8-45CD-BCC6-B494109E5D9F}"/>
          </ac:spMkLst>
        </pc:spChg>
        <pc:spChg chg="add mod">
          <ac:chgData name="Yu, Harry" userId="d07dd713-323b-41c6-b24d-c18be50fb4fc" providerId="ADAL" clId="{F08C8037-C502-4E6D-8951-FBC0DBE5BF1B}" dt="2021-08-17T05:12:42.837" v="2773" actId="20577"/>
          <ac:spMkLst>
            <pc:docMk/>
            <pc:sldMk cId="702712558" sldId="408"/>
            <ac:spMk id="4" creationId="{E8BCA230-A956-4C8E-B80A-0FD85E93661B}"/>
          </ac:spMkLst>
        </pc:spChg>
        <pc:spChg chg="del">
          <ac:chgData name="Yu, Harry" userId="d07dd713-323b-41c6-b24d-c18be50fb4fc" providerId="ADAL" clId="{F08C8037-C502-4E6D-8951-FBC0DBE5BF1B}" dt="2021-08-09T02:08:43.094" v="686" actId="478"/>
          <ac:spMkLst>
            <pc:docMk/>
            <pc:sldMk cId="702712558" sldId="408"/>
            <ac:spMk id="5" creationId="{890758CC-83DF-4863-A9EA-FE890100E4C7}"/>
          </ac:spMkLst>
        </pc:spChg>
        <pc:spChg chg="del">
          <ac:chgData name="Yu, Harry" userId="d07dd713-323b-41c6-b24d-c18be50fb4fc" providerId="ADAL" clId="{F08C8037-C502-4E6D-8951-FBC0DBE5BF1B}" dt="2021-08-09T02:08:45.903" v="687" actId="478"/>
          <ac:spMkLst>
            <pc:docMk/>
            <pc:sldMk cId="702712558" sldId="408"/>
            <ac:spMk id="6" creationId="{0ED065AC-F3EF-42B0-A34B-DF7EED7FF8B9}"/>
          </ac:spMkLst>
        </pc:spChg>
        <pc:spChg chg="add mod">
          <ac:chgData name="Yu, Harry" userId="d07dd713-323b-41c6-b24d-c18be50fb4fc" providerId="ADAL" clId="{F08C8037-C502-4E6D-8951-FBC0DBE5BF1B}" dt="2021-08-09T02:08:59.857" v="691" actId="20577"/>
          <ac:spMkLst>
            <pc:docMk/>
            <pc:sldMk cId="702712558" sldId="408"/>
            <ac:spMk id="8" creationId="{0B7D234A-9F99-4C35-A8A0-6D0F9AEECE71}"/>
          </ac:spMkLst>
        </pc:spChg>
        <pc:spChg chg="add del mod">
          <ac:chgData name="Yu, Harry" userId="d07dd713-323b-41c6-b24d-c18be50fb4fc" providerId="ADAL" clId="{F08C8037-C502-4E6D-8951-FBC0DBE5BF1B}" dt="2021-08-09T03:39:20.389" v="1019" actId="21"/>
          <ac:spMkLst>
            <pc:docMk/>
            <pc:sldMk cId="702712558" sldId="408"/>
            <ac:spMk id="10" creationId="{5F95D868-B614-42AF-9951-E230D440D965}"/>
          </ac:spMkLst>
        </pc:spChg>
        <pc:graphicFrameChg chg="mod modGraphic">
          <ac:chgData name="Yu, Harry" userId="d07dd713-323b-41c6-b24d-c18be50fb4fc" providerId="ADAL" clId="{F08C8037-C502-4E6D-8951-FBC0DBE5BF1B}" dt="2021-08-09T02:40:46.225" v="930" actId="207"/>
          <ac:graphicFrameMkLst>
            <pc:docMk/>
            <pc:sldMk cId="702712558" sldId="408"/>
            <ac:graphicFrameMk id="9" creationId="{A471383B-87D3-406F-AEC8-A1732EA53B37}"/>
          </ac:graphicFrameMkLst>
        </pc:graphicFrameChg>
      </pc:sldChg>
      <pc:sldChg chg="add del">
        <pc:chgData name="Yu, Harry" userId="d07dd713-323b-41c6-b24d-c18be50fb4fc" providerId="ADAL" clId="{F08C8037-C502-4E6D-8951-FBC0DBE5BF1B}" dt="2021-07-30T08:21:06.404" v="154" actId="47"/>
        <pc:sldMkLst>
          <pc:docMk/>
          <pc:sldMk cId="1210686159" sldId="408"/>
        </pc:sldMkLst>
      </pc:sldChg>
      <pc:sldChg chg="add del replId">
        <pc:chgData name="Yu, Harry" userId="d07dd713-323b-41c6-b24d-c18be50fb4fc" providerId="ADAL" clId="{F08C8037-C502-4E6D-8951-FBC0DBE5BF1B}" dt="2021-07-30T08:21:06.404" v="154" actId="47"/>
        <pc:sldMkLst>
          <pc:docMk/>
          <pc:sldMk cId="108597143" sldId="409"/>
        </pc:sldMkLst>
      </pc:sldChg>
      <pc:sldChg chg="addSp delSp modSp mod">
        <pc:chgData name="Yu, Harry" userId="d07dd713-323b-41c6-b24d-c18be50fb4fc" providerId="ADAL" clId="{F08C8037-C502-4E6D-8951-FBC0DBE5BF1B}" dt="2021-08-24T00:24:42.844" v="4312" actId="313"/>
        <pc:sldMkLst>
          <pc:docMk/>
          <pc:sldMk cId="2914717653" sldId="409"/>
        </pc:sldMkLst>
        <pc:spChg chg="add del mod">
          <ac:chgData name="Yu, Harry" userId="d07dd713-323b-41c6-b24d-c18be50fb4fc" providerId="ADAL" clId="{F08C8037-C502-4E6D-8951-FBC0DBE5BF1B}" dt="2021-08-09T02:41:31.368" v="945" actId="478"/>
          <ac:spMkLst>
            <pc:docMk/>
            <pc:sldMk cId="2914717653" sldId="409"/>
            <ac:spMk id="3" creationId="{43291827-3657-4EDC-836A-58766A03309D}"/>
          </ac:spMkLst>
        </pc:spChg>
        <pc:spChg chg="del">
          <ac:chgData name="Yu, Harry" userId="d07dd713-323b-41c6-b24d-c18be50fb4fc" providerId="ADAL" clId="{F08C8037-C502-4E6D-8951-FBC0DBE5BF1B}" dt="2021-08-09T02:41:28.093" v="944" actId="478"/>
          <ac:spMkLst>
            <pc:docMk/>
            <pc:sldMk cId="2914717653" sldId="409"/>
            <ac:spMk id="6" creationId="{0ED065AC-F3EF-42B0-A34B-DF7EED7FF8B9}"/>
          </ac:spMkLst>
        </pc:spChg>
        <pc:spChg chg="add mod">
          <ac:chgData name="Yu, Harry" userId="d07dd713-323b-41c6-b24d-c18be50fb4fc" providerId="ADAL" clId="{F08C8037-C502-4E6D-8951-FBC0DBE5BF1B}" dt="2021-08-09T02:41:44.231" v="948" actId="20577"/>
          <ac:spMkLst>
            <pc:docMk/>
            <pc:sldMk cId="2914717653" sldId="409"/>
            <ac:spMk id="7" creationId="{14999E37-738F-4DDF-830D-1F0F2ACF1ECD}"/>
          </ac:spMkLst>
        </pc:spChg>
        <pc:graphicFrameChg chg="mod modGraphic">
          <ac:chgData name="Yu, Harry" userId="d07dd713-323b-41c6-b24d-c18be50fb4fc" providerId="ADAL" clId="{F08C8037-C502-4E6D-8951-FBC0DBE5BF1B}" dt="2021-08-24T00:24:42.844" v="4312" actId="313"/>
          <ac:graphicFrameMkLst>
            <pc:docMk/>
            <pc:sldMk cId="2914717653" sldId="409"/>
            <ac:graphicFrameMk id="9" creationId="{A471383B-87D3-406F-AEC8-A1732EA53B37}"/>
          </ac:graphicFrameMkLst>
        </pc:graphicFrameChg>
      </pc:sldChg>
      <pc:sldChg chg="add del replId">
        <pc:chgData name="Yu, Harry" userId="d07dd713-323b-41c6-b24d-c18be50fb4fc" providerId="ADAL" clId="{F08C8037-C502-4E6D-8951-FBC0DBE5BF1B}" dt="2021-07-30T08:21:06.404" v="154" actId="47"/>
        <pc:sldMkLst>
          <pc:docMk/>
          <pc:sldMk cId="1967063898" sldId="410"/>
        </pc:sldMkLst>
      </pc:sldChg>
      <pc:sldChg chg="addSp modSp mod">
        <pc:chgData name="Yu, Harry" userId="d07dd713-323b-41c6-b24d-c18be50fb4fc" providerId="ADAL" clId="{F08C8037-C502-4E6D-8951-FBC0DBE5BF1B}" dt="2021-08-17T05:17:49.147" v="2985" actId="404"/>
        <pc:sldMkLst>
          <pc:docMk/>
          <pc:sldMk cId="3552434572" sldId="410"/>
        </pc:sldMkLst>
        <pc:spChg chg="add mod">
          <ac:chgData name="Yu, Harry" userId="d07dd713-323b-41c6-b24d-c18be50fb4fc" providerId="ADAL" clId="{F08C8037-C502-4E6D-8951-FBC0DBE5BF1B}" dt="2021-08-17T05:17:49.147" v="2985" actId="404"/>
          <ac:spMkLst>
            <pc:docMk/>
            <pc:sldMk cId="3552434572" sldId="410"/>
            <ac:spMk id="4" creationId="{9F82CBC9-2951-4E33-B11B-A6D1DDB3C631}"/>
          </ac:spMkLst>
        </pc:spChg>
        <pc:spChg chg="mod">
          <ac:chgData name="Yu, Harry" userId="d07dd713-323b-41c6-b24d-c18be50fb4fc" providerId="ADAL" clId="{F08C8037-C502-4E6D-8951-FBC0DBE5BF1B}" dt="2021-08-09T03:40:38.426" v="1024"/>
          <ac:spMkLst>
            <pc:docMk/>
            <pc:sldMk cId="3552434572" sldId="410"/>
            <ac:spMk id="6" creationId="{0ED065AC-F3EF-42B0-A34B-DF7EED7FF8B9}"/>
          </ac:spMkLst>
        </pc:spChg>
        <pc:graphicFrameChg chg="mod modGraphic">
          <ac:chgData name="Yu, Harry" userId="d07dd713-323b-41c6-b24d-c18be50fb4fc" providerId="ADAL" clId="{F08C8037-C502-4E6D-8951-FBC0DBE5BF1B}" dt="2021-08-09T03:40:52.974" v="1025" actId="207"/>
          <ac:graphicFrameMkLst>
            <pc:docMk/>
            <pc:sldMk cId="3552434572" sldId="410"/>
            <ac:graphicFrameMk id="9" creationId="{A471383B-87D3-406F-AEC8-A1732EA53B37}"/>
          </ac:graphicFrameMkLst>
        </pc:graphicFrameChg>
      </pc:sldChg>
      <pc:sldChg chg="addSp delSp modSp mod">
        <pc:chgData name="Yu, Harry" userId="d07dd713-323b-41c6-b24d-c18be50fb4fc" providerId="ADAL" clId="{F08C8037-C502-4E6D-8951-FBC0DBE5BF1B}" dt="2021-08-24T00:27:50.287" v="4313" actId="20577"/>
        <pc:sldMkLst>
          <pc:docMk/>
          <pc:sldMk cId="510519173" sldId="411"/>
        </pc:sldMkLst>
        <pc:spChg chg="add mod">
          <ac:chgData name="Yu, Harry" userId="d07dd713-323b-41c6-b24d-c18be50fb4fc" providerId="ADAL" clId="{F08C8037-C502-4E6D-8951-FBC0DBE5BF1B}" dt="2021-08-24T00:27:50.287" v="4313" actId="20577"/>
          <ac:spMkLst>
            <pc:docMk/>
            <pc:sldMk cId="510519173" sldId="411"/>
            <ac:spMk id="5" creationId="{2E652490-9A07-4E50-A800-4062BB06E679}"/>
          </ac:spMkLst>
        </pc:spChg>
        <pc:spChg chg="del">
          <ac:chgData name="Yu, Harry" userId="d07dd713-323b-41c6-b24d-c18be50fb4fc" providerId="ADAL" clId="{F08C8037-C502-4E6D-8951-FBC0DBE5BF1B}" dt="2021-08-10T03:49:52.616" v="1077" actId="478"/>
          <ac:spMkLst>
            <pc:docMk/>
            <pc:sldMk cId="510519173" sldId="411"/>
            <ac:spMk id="11" creationId="{3B0E5B35-F8D6-4092-AA4A-BCC690B2229D}"/>
          </ac:spMkLst>
        </pc:spChg>
        <pc:graphicFrameChg chg="mod modGraphic">
          <ac:chgData name="Yu, Harry" userId="d07dd713-323b-41c6-b24d-c18be50fb4fc" providerId="ADAL" clId="{F08C8037-C502-4E6D-8951-FBC0DBE5BF1B}" dt="2021-08-10T03:49:26.794" v="1076" actId="207"/>
          <ac:graphicFrameMkLst>
            <pc:docMk/>
            <pc:sldMk cId="510519173" sldId="411"/>
            <ac:graphicFrameMk id="9" creationId="{A471383B-87D3-406F-AEC8-A1732EA53B37}"/>
          </ac:graphicFrameMkLst>
        </pc:graphicFrameChg>
      </pc:sldChg>
      <pc:sldChg chg="add del replId">
        <pc:chgData name="Yu, Harry" userId="d07dd713-323b-41c6-b24d-c18be50fb4fc" providerId="ADAL" clId="{F08C8037-C502-4E6D-8951-FBC0DBE5BF1B}" dt="2021-07-30T08:21:06.404" v="154" actId="47"/>
        <pc:sldMkLst>
          <pc:docMk/>
          <pc:sldMk cId="2609235885" sldId="411"/>
        </pc:sldMkLst>
      </pc:sldChg>
      <pc:sldChg chg="addSp delSp modSp mod modNotesTx">
        <pc:chgData name="Yu, Harry" userId="d07dd713-323b-41c6-b24d-c18be50fb4fc" providerId="ADAL" clId="{F08C8037-C502-4E6D-8951-FBC0DBE5BF1B}" dt="2021-09-02T00:02:29.487" v="4480" actId="21"/>
        <pc:sldMkLst>
          <pc:docMk/>
          <pc:sldMk cId="722008205" sldId="412"/>
        </pc:sldMkLst>
        <pc:spChg chg="add del mod">
          <ac:chgData name="Yu, Harry" userId="d07dd713-323b-41c6-b24d-c18be50fb4fc" providerId="ADAL" clId="{F08C8037-C502-4E6D-8951-FBC0DBE5BF1B}" dt="2021-09-02T00:02:29.487" v="4480" actId="21"/>
          <ac:spMkLst>
            <pc:docMk/>
            <pc:sldMk cId="722008205" sldId="412"/>
            <ac:spMk id="2" creationId="{ABFE04D2-2E71-43C7-90BF-6C08DAA41E2E}"/>
          </ac:spMkLst>
        </pc:spChg>
        <pc:spChg chg="add del mod">
          <ac:chgData name="Yu, Harry" userId="d07dd713-323b-41c6-b24d-c18be50fb4fc" providerId="ADAL" clId="{F08C8037-C502-4E6D-8951-FBC0DBE5BF1B}" dt="2021-08-09T23:28:42.017" v="1029" actId="478"/>
          <ac:spMkLst>
            <pc:docMk/>
            <pc:sldMk cId="722008205" sldId="412"/>
            <ac:spMk id="3" creationId="{B019D7EB-27FB-4383-B477-3B4C4F5FED73}"/>
          </ac:spMkLst>
        </pc:spChg>
        <pc:spChg chg="del">
          <ac:chgData name="Yu, Harry" userId="d07dd713-323b-41c6-b24d-c18be50fb4fc" providerId="ADAL" clId="{F08C8037-C502-4E6D-8951-FBC0DBE5BF1B}" dt="2021-08-09T03:52:12.799" v="1026" actId="478"/>
          <ac:spMkLst>
            <pc:docMk/>
            <pc:sldMk cId="722008205" sldId="412"/>
            <ac:spMk id="5" creationId="{CB048E8A-DE1E-46FD-9C13-99B8CDEAC8DA}"/>
          </ac:spMkLst>
        </pc:spChg>
        <pc:spChg chg="del">
          <ac:chgData name="Yu, Harry" userId="d07dd713-323b-41c6-b24d-c18be50fb4fc" providerId="ADAL" clId="{F08C8037-C502-4E6D-8951-FBC0DBE5BF1B}" dt="2021-08-09T23:28:38.937" v="1028" actId="478"/>
          <ac:spMkLst>
            <pc:docMk/>
            <pc:sldMk cId="722008205" sldId="412"/>
            <ac:spMk id="6" creationId="{0ED065AC-F3EF-42B0-A34B-DF7EED7FF8B9}"/>
          </ac:spMkLst>
        </pc:spChg>
        <pc:spChg chg="del">
          <ac:chgData name="Yu, Harry" userId="d07dd713-323b-41c6-b24d-c18be50fb4fc" providerId="ADAL" clId="{F08C8037-C502-4E6D-8951-FBC0DBE5BF1B}" dt="2021-08-09T03:52:16.241" v="1027" actId="21"/>
          <ac:spMkLst>
            <pc:docMk/>
            <pc:sldMk cId="722008205" sldId="412"/>
            <ac:spMk id="7" creationId="{E979D3E5-B107-4EED-9369-B2A655B62703}"/>
          </ac:spMkLst>
        </pc:spChg>
        <pc:spChg chg="add mod">
          <ac:chgData name="Yu, Harry" userId="d07dd713-323b-41c6-b24d-c18be50fb4fc" providerId="ADAL" clId="{F08C8037-C502-4E6D-8951-FBC0DBE5BF1B}" dt="2021-08-09T23:29:00.289" v="1066" actId="20577"/>
          <ac:spMkLst>
            <pc:docMk/>
            <pc:sldMk cId="722008205" sldId="412"/>
            <ac:spMk id="8" creationId="{B8347B9F-ABAF-4E66-8C1B-59C3294E6BF3}"/>
          </ac:spMkLst>
        </pc:spChg>
        <pc:graphicFrameChg chg="mod modGraphic">
          <ac:chgData name="Yu, Harry" userId="d07dd713-323b-41c6-b24d-c18be50fb4fc" providerId="ADAL" clId="{F08C8037-C502-4E6D-8951-FBC0DBE5BF1B}" dt="2021-08-10T03:52:14.241" v="1147" actId="207"/>
          <ac:graphicFrameMkLst>
            <pc:docMk/>
            <pc:sldMk cId="722008205" sldId="412"/>
            <ac:graphicFrameMk id="9" creationId="{A471383B-87D3-406F-AEC8-A1732EA53B37}"/>
          </ac:graphicFrameMkLst>
        </pc:graphicFrameChg>
      </pc:sldChg>
      <pc:sldChg chg="addSp delSp modSp mod">
        <pc:chgData name="Yu, Harry" userId="d07dd713-323b-41c6-b24d-c18be50fb4fc" providerId="ADAL" clId="{F08C8037-C502-4E6D-8951-FBC0DBE5BF1B}" dt="2021-09-08T23:25:54.546" v="4550" actId="478"/>
        <pc:sldMkLst>
          <pc:docMk/>
          <pc:sldMk cId="561797139" sldId="413"/>
        </pc:sldMkLst>
        <pc:spChg chg="add del mod">
          <ac:chgData name="Yu, Harry" userId="d07dd713-323b-41c6-b24d-c18be50fb4fc" providerId="ADAL" clId="{F08C8037-C502-4E6D-8951-FBC0DBE5BF1B}" dt="2021-08-09T23:29:18.152" v="1070" actId="478"/>
          <ac:spMkLst>
            <pc:docMk/>
            <pc:sldMk cId="561797139" sldId="413"/>
            <ac:spMk id="3" creationId="{6B290CF4-096E-4783-9FEF-8F5B33908820}"/>
          </ac:spMkLst>
        </pc:spChg>
        <pc:spChg chg="add del mod">
          <ac:chgData name="Yu, Harry" userId="d07dd713-323b-41c6-b24d-c18be50fb4fc" providerId="ADAL" clId="{F08C8037-C502-4E6D-8951-FBC0DBE5BF1B}" dt="2021-09-08T23:25:54.546" v="4550" actId="478"/>
          <ac:spMkLst>
            <pc:docMk/>
            <pc:sldMk cId="561797139" sldId="413"/>
            <ac:spMk id="4" creationId="{CA2150CF-476A-4387-8F8E-B1F21C1CDDA9}"/>
          </ac:spMkLst>
        </pc:spChg>
        <pc:spChg chg="del">
          <ac:chgData name="Yu, Harry" userId="d07dd713-323b-41c6-b24d-c18be50fb4fc" providerId="ADAL" clId="{F08C8037-C502-4E6D-8951-FBC0DBE5BF1B}" dt="2021-08-09T23:29:06.894" v="1067" actId="478"/>
          <ac:spMkLst>
            <pc:docMk/>
            <pc:sldMk cId="561797139" sldId="413"/>
            <ac:spMk id="5" creationId="{CB048E8A-DE1E-46FD-9C13-99B8CDEAC8DA}"/>
          </ac:spMkLst>
        </pc:spChg>
        <pc:spChg chg="del">
          <ac:chgData name="Yu, Harry" userId="d07dd713-323b-41c6-b24d-c18be50fb4fc" providerId="ADAL" clId="{F08C8037-C502-4E6D-8951-FBC0DBE5BF1B}" dt="2021-08-09T23:29:14.673" v="1069" actId="478"/>
          <ac:spMkLst>
            <pc:docMk/>
            <pc:sldMk cId="561797139" sldId="413"/>
            <ac:spMk id="6" creationId="{0ED065AC-F3EF-42B0-A34B-DF7EED7FF8B9}"/>
          </ac:spMkLst>
        </pc:spChg>
        <pc:spChg chg="del">
          <ac:chgData name="Yu, Harry" userId="d07dd713-323b-41c6-b24d-c18be50fb4fc" providerId="ADAL" clId="{F08C8037-C502-4E6D-8951-FBC0DBE5BF1B}" dt="2021-08-09T23:29:10.569" v="1068" actId="478"/>
          <ac:spMkLst>
            <pc:docMk/>
            <pc:sldMk cId="561797139" sldId="413"/>
            <ac:spMk id="7" creationId="{E979D3E5-B107-4EED-9369-B2A655B62703}"/>
          </ac:spMkLst>
        </pc:spChg>
        <pc:spChg chg="add mod">
          <ac:chgData name="Yu, Harry" userId="d07dd713-323b-41c6-b24d-c18be50fb4fc" providerId="ADAL" clId="{F08C8037-C502-4E6D-8951-FBC0DBE5BF1B}" dt="2021-08-09T23:29:30.633" v="1073" actId="20577"/>
          <ac:spMkLst>
            <pc:docMk/>
            <pc:sldMk cId="561797139" sldId="413"/>
            <ac:spMk id="8" creationId="{86F37CCB-1060-459C-B37D-912E0D6894F7}"/>
          </ac:spMkLst>
        </pc:spChg>
        <pc:graphicFrameChg chg="mod modGraphic">
          <ac:chgData name="Yu, Harry" userId="d07dd713-323b-41c6-b24d-c18be50fb4fc" providerId="ADAL" clId="{F08C8037-C502-4E6D-8951-FBC0DBE5BF1B}" dt="2021-08-24T00:32:28.931" v="4319" actId="20577"/>
          <ac:graphicFrameMkLst>
            <pc:docMk/>
            <pc:sldMk cId="561797139" sldId="413"/>
            <ac:graphicFrameMk id="9" creationId="{A471383B-87D3-406F-AEC8-A1732EA53B37}"/>
          </ac:graphicFrameMkLst>
        </pc:graphicFrameChg>
      </pc:sldChg>
      <pc:sldChg chg="modSp del mod">
        <pc:chgData name="Yu, Harry" userId="d07dd713-323b-41c6-b24d-c18be50fb4fc" providerId="ADAL" clId="{F08C8037-C502-4E6D-8951-FBC0DBE5BF1B}" dt="2021-08-04T06:43:23.143" v="289" actId="47"/>
        <pc:sldMkLst>
          <pc:docMk/>
          <pc:sldMk cId="3250821438" sldId="414"/>
        </pc:sldMkLst>
        <pc:graphicFrameChg chg="mod modGraphic">
          <ac:chgData name="Yu, Harry" userId="d07dd713-323b-41c6-b24d-c18be50fb4fc" providerId="ADAL" clId="{F08C8037-C502-4E6D-8951-FBC0DBE5BF1B}" dt="2021-08-04T06:42:28.805" v="287"/>
          <ac:graphicFrameMkLst>
            <pc:docMk/>
            <pc:sldMk cId="3250821438" sldId="414"/>
            <ac:graphicFrameMk id="9" creationId="{A471383B-87D3-406F-AEC8-A1732EA53B37}"/>
          </ac:graphicFrameMkLst>
        </pc:graphicFrameChg>
      </pc:sldChg>
      <pc:sldChg chg="addSp delSp modSp mod">
        <pc:chgData name="Yu, Harry" userId="d07dd713-323b-41c6-b24d-c18be50fb4fc" providerId="ADAL" clId="{F08C8037-C502-4E6D-8951-FBC0DBE5BF1B}" dt="2021-08-24T00:36:45.647" v="4322" actId="207"/>
        <pc:sldMkLst>
          <pc:docMk/>
          <pc:sldMk cId="2489166660" sldId="415"/>
        </pc:sldMkLst>
        <pc:spChg chg="add del mod">
          <ac:chgData name="Yu, Harry" userId="d07dd713-323b-41c6-b24d-c18be50fb4fc" providerId="ADAL" clId="{F08C8037-C502-4E6D-8951-FBC0DBE5BF1B}" dt="2021-08-10T03:57:14.215" v="1186" actId="478"/>
          <ac:spMkLst>
            <pc:docMk/>
            <pc:sldMk cId="2489166660" sldId="415"/>
            <ac:spMk id="3" creationId="{D3805D25-9A1C-4D34-8817-965D2B92117C}"/>
          </ac:spMkLst>
        </pc:spChg>
        <pc:spChg chg="add mod">
          <ac:chgData name="Yu, Harry" userId="d07dd713-323b-41c6-b24d-c18be50fb4fc" providerId="ADAL" clId="{F08C8037-C502-4E6D-8951-FBC0DBE5BF1B}" dt="2021-08-17T05:22:04.453" v="3100" actId="20577"/>
          <ac:spMkLst>
            <pc:docMk/>
            <pc:sldMk cId="2489166660" sldId="415"/>
            <ac:spMk id="4" creationId="{B5BB2FE7-14C3-4201-A390-A11CC601CEA4}"/>
          </ac:spMkLst>
        </pc:spChg>
        <pc:spChg chg="del">
          <ac:chgData name="Yu, Harry" userId="d07dd713-323b-41c6-b24d-c18be50fb4fc" providerId="ADAL" clId="{F08C8037-C502-4E6D-8951-FBC0DBE5BF1B}" dt="2021-08-10T03:57:12.472" v="1185" actId="478"/>
          <ac:spMkLst>
            <pc:docMk/>
            <pc:sldMk cId="2489166660" sldId="415"/>
            <ac:spMk id="6" creationId="{0ED065AC-F3EF-42B0-A34B-DF7EED7FF8B9}"/>
          </ac:spMkLst>
        </pc:spChg>
        <pc:spChg chg="add mod">
          <ac:chgData name="Yu, Harry" userId="d07dd713-323b-41c6-b24d-c18be50fb4fc" providerId="ADAL" clId="{F08C8037-C502-4E6D-8951-FBC0DBE5BF1B}" dt="2021-08-10T03:57:45.243" v="1192" actId="20577"/>
          <ac:spMkLst>
            <pc:docMk/>
            <pc:sldMk cId="2489166660" sldId="415"/>
            <ac:spMk id="7" creationId="{6F1C7CDF-B740-46C3-8205-A0616DDBF48F}"/>
          </ac:spMkLst>
        </pc:spChg>
        <pc:graphicFrameChg chg="mod modGraphic">
          <ac:chgData name="Yu, Harry" userId="d07dd713-323b-41c6-b24d-c18be50fb4fc" providerId="ADAL" clId="{F08C8037-C502-4E6D-8951-FBC0DBE5BF1B}" dt="2021-08-24T00:36:45.647" v="4322" actId="207"/>
          <ac:graphicFrameMkLst>
            <pc:docMk/>
            <pc:sldMk cId="2489166660" sldId="415"/>
            <ac:graphicFrameMk id="9" creationId="{A471383B-87D3-406F-AEC8-A1732EA53B37}"/>
          </ac:graphicFrameMkLst>
        </pc:graphicFrameChg>
      </pc:sldChg>
      <pc:sldChg chg="addSp delSp modSp mod">
        <pc:chgData name="Yu, Harry" userId="d07dd713-323b-41c6-b24d-c18be50fb4fc" providerId="ADAL" clId="{F08C8037-C502-4E6D-8951-FBC0DBE5BF1B}" dt="2021-08-24T00:34:56.042" v="4320"/>
        <pc:sldMkLst>
          <pc:docMk/>
          <pc:sldMk cId="3585669597" sldId="416"/>
        </pc:sldMkLst>
        <pc:spChg chg="add del mod">
          <ac:chgData name="Yu, Harry" userId="d07dd713-323b-41c6-b24d-c18be50fb4fc" providerId="ADAL" clId="{F08C8037-C502-4E6D-8951-FBC0DBE5BF1B}" dt="2021-08-10T03:53:39.809" v="1152" actId="478"/>
          <ac:spMkLst>
            <pc:docMk/>
            <pc:sldMk cId="3585669597" sldId="416"/>
            <ac:spMk id="3" creationId="{1375B301-E436-444C-8418-535E082EFAE1}"/>
          </ac:spMkLst>
        </pc:spChg>
        <pc:spChg chg="del">
          <ac:chgData name="Yu, Harry" userId="d07dd713-323b-41c6-b24d-c18be50fb4fc" providerId="ADAL" clId="{F08C8037-C502-4E6D-8951-FBC0DBE5BF1B}" dt="2021-08-10T03:53:16.986" v="1149" actId="478"/>
          <ac:spMkLst>
            <pc:docMk/>
            <pc:sldMk cId="3585669597" sldId="416"/>
            <ac:spMk id="5" creationId="{CB048E8A-DE1E-46FD-9C13-99B8CDEAC8DA}"/>
          </ac:spMkLst>
        </pc:spChg>
        <pc:spChg chg="del">
          <ac:chgData name="Yu, Harry" userId="d07dd713-323b-41c6-b24d-c18be50fb4fc" providerId="ADAL" clId="{F08C8037-C502-4E6D-8951-FBC0DBE5BF1B}" dt="2021-08-10T03:53:36.819" v="1151" actId="478"/>
          <ac:spMkLst>
            <pc:docMk/>
            <pc:sldMk cId="3585669597" sldId="416"/>
            <ac:spMk id="6" creationId="{0ED065AC-F3EF-42B0-A34B-DF7EED7FF8B9}"/>
          </ac:spMkLst>
        </pc:spChg>
        <pc:spChg chg="del">
          <ac:chgData name="Yu, Harry" userId="d07dd713-323b-41c6-b24d-c18be50fb4fc" providerId="ADAL" clId="{F08C8037-C502-4E6D-8951-FBC0DBE5BF1B}" dt="2021-08-10T03:53:21.101" v="1150" actId="478"/>
          <ac:spMkLst>
            <pc:docMk/>
            <pc:sldMk cId="3585669597" sldId="416"/>
            <ac:spMk id="7" creationId="{E979D3E5-B107-4EED-9369-B2A655B62703}"/>
          </ac:spMkLst>
        </pc:spChg>
        <pc:spChg chg="add mod">
          <ac:chgData name="Yu, Harry" userId="d07dd713-323b-41c6-b24d-c18be50fb4fc" providerId="ADAL" clId="{F08C8037-C502-4E6D-8951-FBC0DBE5BF1B}" dt="2021-08-10T03:54:14.621" v="1184" actId="20577"/>
          <ac:spMkLst>
            <pc:docMk/>
            <pc:sldMk cId="3585669597" sldId="416"/>
            <ac:spMk id="8" creationId="{40D6C9BC-D257-4ACD-BFBE-80C2730953BD}"/>
          </ac:spMkLst>
        </pc:spChg>
        <pc:graphicFrameChg chg="mod modGraphic">
          <ac:chgData name="Yu, Harry" userId="d07dd713-323b-41c6-b24d-c18be50fb4fc" providerId="ADAL" clId="{F08C8037-C502-4E6D-8951-FBC0DBE5BF1B}" dt="2021-08-24T00:34:56.042" v="4320"/>
          <ac:graphicFrameMkLst>
            <pc:docMk/>
            <pc:sldMk cId="3585669597" sldId="416"/>
            <ac:graphicFrameMk id="9" creationId="{A471383B-87D3-406F-AEC8-A1732EA53B37}"/>
          </ac:graphicFrameMkLst>
        </pc:graphicFrameChg>
      </pc:sldChg>
      <pc:sldChg chg="addSp modSp mod">
        <pc:chgData name="Yu, Harry" userId="d07dd713-323b-41c6-b24d-c18be50fb4fc" providerId="ADAL" clId="{F08C8037-C502-4E6D-8951-FBC0DBE5BF1B}" dt="2021-08-24T00:37:12.799" v="4325" actId="20577"/>
        <pc:sldMkLst>
          <pc:docMk/>
          <pc:sldMk cId="1282720685" sldId="417"/>
        </pc:sldMkLst>
        <pc:spChg chg="add mod">
          <ac:chgData name="Yu, Harry" userId="d07dd713-323b-41c6-b24d-c18be50fb4fc" providerId="ADAL" clId="{F08C8037-C502-4E6D-8951-FBC0DBE5BF1B}" dt="2021-08-24T00:37:12.799" v="4325" actId="20577"/>
          <ac:spMkLst>
            <pc:docMk/>
            <pc:sldMk cId="1282720685" sldId="417"/>
            <ac:spMk id="4" creationId="{4F0329E0-3B8C-4E10-90F9-7572909C5D69}"/>
          </ac:spMkLst>
        </pc:spChg>
        <pc:spChg chg="add mod">
          <ac:chgData name="Yu, Harry" userId="d07dd713-323b-41c6-b24d-c18be50fb4fc" providerId="ADAL" clId="{F08C8037-C502-4E6D-8951-FBC0DBE5BF1B}" dt="2021-08-17T06:12:09.970" v="3638"/>
          <ac:spMkLst>
            <pc:docMk/>
            <pc:sldMk cId="1282720685" sldId="417"/>
            <ac:spMk id="5" creationId="{456F3CAF-B248-4F67-B0CB-8FCE7FCC2DE9}"/>
          </ac:spMkLst>
        </pc:spChg>
        <pc:spChg chg="mod">
          <ac:chgData name="Yu, Harry" userId="d07dd713-323b-41c6-b24d-c18be50fb4fc" providerId="ADAL" clId="{F08C8037-C502-4E6D-8951-FBC0DBE5BF1B}" dt="2021-08-10T03:57:55.303" v="1195" actId="20577"/>
          <ac:spMkLst>
            <pc:docMk/>
            <pc:sldMk cId="1282720685" sldId="417"/>
            <ac:spMk id="6" creationId="{0ED065AC-F3EF-42B0-A34B-DF7EED7FF8B9}"/>
          </ac:spMkLst>
        </pc:spChg>
        <pc:graphicFrameChg chg="mod modGraphic">
          <ac:chgData name="Yu, Harry" userId="d07dd713-323b-41c6-b24d-c18be50fb4fc" providerId="ADAL" clId="{F08C8037-C502-4E6D-8951-FBC0DBE5BF1B}" dt="2021-08-24T00:37:09.218" v="4323" actId="207"/>
          <ac:graphicFrameMkLst>
            <pc:docMk/>
            <pc:sldMk cId="1282720685" sldId="417"/>
            <ac:graphicFrameMk id="9" creationId="{A471383B-87D3-406F-AEC8-A1732EA53B37}"/>
          </ac:graphicFrameMkLst>
        </pc:graphicFrameChg>
      </pc:sldChg>
      <pc:sldChg chg="addSp modSp mod">
        <pc:chgData name="Yu, Harry" userId="d07dd713-323b-41c6-b24d-c18be50fb4fc" providerId="ADAL" clId="{F08C8037-C502-4E6D-8951-FBC0DBE5BF1B}" dt="2021-08-10T04:18:50.594" v="1487" actId="20577"/>
        <pc:sldMkLst>
          <pc:docMk/>
          <pc:sldMk cId="943981249" sldId="418"/>
        </pc:sldMkLst>
        <pc:spChg chg="add mod">
          <ac:chgData name="Yu, Harry" userId="d07dd713-323b-41c6-b24d-c18be50fb4fc" providerId="ADAL" clId="{F08C8037-C502-4E6D-8951-FBC0DBE5BF1B}" dt="2021-08-10T04:18:50.594" v="1487" actId="20577"/>
          <ac:spMkLst>
            <pc:docMk/>
            <pc:sldMk cId="943981249" sldId="418"/>
            <ac:spMk id="4" creationId="{E6E0E091-B6B1-4F00-8FB9-3C3504E457A1}"/>
          </ac:spMkLst>
        </pc:spChg>
        <pc:spChg chg="mod">
          <ac:chgData name="Yu, Harry" userId="d07dd713-323b-41c6-b24d-c18be50fb4fc" providerId="ADAL" clId="{F08C8037-C502-4E6D-8951-FBC0DBE5BF1B}" dt="2021-08-10T03:58:06.424" v="1198" actId="20577"/>
          <ac:spMkLst>
            <pc:docMk/>
            <pc:sldMk cId="943981249" sldId="418"/>
            <ac:spMk id="6" creationId="{0ED065AC-F3EF-42B0-A34B-DF7EED7FF8B9}"/>
          </ac:spMkLst>
        </pc:spChg>
        <pc:graphicFrameChg chg="mod modGraphic">
          <ac:chgData name="Yu, Harry" userId="d07dd713-323b-41c6-b24d-c18be50fb4fc" providerId="ADAL" clId="{F08C8037-C502-4E6D-8951-FBC0DBE5BF1B}" dt="2021-08-10T04:18:03.785" v="1424" actId="207"/>
          <ac:graphicFrameMkLst>
            <pc:docMk/>
            <pc:sldMk cId="943981249" sldId="418"/>
            <ac:graphicFrameMk id="9" creationId="{A471383B-87D3-406F-AEC8-A1732EA53B37}"/>
          </ac:graphicFrameMkLst>
        </pc:graphicFrameChg>
      </pc:sldChg>
      <pc:sldChg chg="addSp modSp add del mod">
        <pc:chgData name="Yu, Harry" userId="d07dd713-323b-41c6-b24d-c18be50fb4fc" providerId="ADAL" clId="{F08C8037-C502-4E6D-8951-FBC0DBE5BF1B}" dt="2021-08-24T00:39:59.858" v="4340" actId="20577"/>
        <pc:sldMkLst>
          <pc:docMk/>
          <pc:sldMk cId="2968888852" sldId="419"/>
        </pc:sldMkLst>
        <pc:spChg chg="add mod">
          <ac:chgData name="Yu, Harry" userId="d07dd713-323b-41c6-b24d-c18be50fb4fc" providerId="ADAL" clId="{F08C8037-C502-4E6D-8951-FBC0DBE5BF1B}" dt="2021-08-24T00:39:59.858" v="4340" actId="20577"/>
          <ac:spMkLst>
            <pc:docMk/>
            <pc:sldMk cId="2968888852" sldId="419"/>
            <ac:spMk id="4" creationId="{2CAE92D0-6EC3-4B58-9578-4724D614A330}"/>
          </ac:spMkLst>
        </pc:spChg>
        <pc:spChg chg="mod">
          <ac:chgData name="Yu, Harry" userId="d07dd713-323b-41c6-b24d-c18be50fb4fc" providerId="ADAL" clId="{F08C8037-C502-4E6D-8951-FBC0DBE5BF1B}" dt="2021-08-10T03:58:15.088" v="1201" actId="20577"/>
          <ac:spMkLst>
            <pc:docMk/>
            <pc:sldMk cId="2968888852" sldId="419"/>
            <ac:spMk id="6" creationId="{0ED065AC-F3EF-42B0-A34B-DF7EED7FF8B9}"/>
          </ac:spMkLst>
        </pc:spChg>
        <pc:graphicFrameChg chg="mod modGraphic">
          <ac:chgData name="Yu, Harry" userId="d07dd713-323b-41c6-b24d-c18be50fb4fc" providerId="ADAL" clId="{F08C8037-C502-4E6D-8951-FBC0DBE5BF1B}" dt="2021-08-24T00:39:39.542" v="4331" actId="207"/>
          <ac:graphicFrameMkLst>
            <pc:docMk/>
            <pc:sldMk cId="2968888852" sldId="419"/>
            <ac:graphicFrameMk id="9" creationId="{A471383B-87D3-406F-AEC8-A1732EA53B37}"/>
          </ac:graphicFrameMkLst>
        </pc:graphicFrameChg>
      </pc:sldChg>
      <pc:sldChg chg="delSp modSp mod">
        <pc:chgData name="Yu, Harry" userId="d07dd713-323b-41c6-b24d-c18be50fb4fc" providerId="ADAL" clId="{F08C8037-C502-4E6D-8951-FBC0DBE5BF1B}" dt="2021-08-10T05:11:49.582" v="1500" actId="20577"/>
        <pc:sldMkLst>
          <pc:docMk/>
          <pc:sldMk cId="1065416071" sldId="420"/>
        </pc:sldMkLst>
        <pc:spChg chg="mod">
          <ac:chgData name="Yu, Harry" userId="d07dd713-323b-41c6-b24d-c18be50fb4fc" providerId="ADAL" clId="{F08C8037-C502-4E6D-8951-FBC0DBE5BF1B}" dt="2021-08-10T05:11:49.582" v="1500" actId="20577"/>
          <ac:spMkLst>
            <pc:docMk/>
            <pc:sldMk cId="1065416071" sldId="420"/>
            <ac:spMk id="6" creationId="{0ED065AC-F3EF-42B0-A34B-DF7EED7FF8B9}"/>
          </ac:spMkLst>
        </pc:spChg>
        <pc:spChg chg="del">
          <ac:chgData name="Yu, Harry" userId="d07dd713-323b-41c6-b24d-c18be50fb4fc" providerId="ADAL" clId="{F08C8037-C502-4E6D-8951-FBC0DBE5BF1B}" dt="2021-08-10T05:11:32.602" v="1496" actId="478"/>
          <ac:spMkLst>
            <pc:docMk/>
            <pc:sldMk cId="1065416071" sldId="420"/>
            <ac:spMk id="11" creationId="{3B0E5B35-F8D6-4092-AA4A-BCC690B2229D}"/>
          </ac:spMkLst>
        </pc:spChg>
        <pc:graphicFrameChg chg="mod modGraphic">
          <ac:chgData name="Yu, Harry" userId="d07dd713-323b-41c6-b24d-c18be50fb4fc" providerId="ADAL" clId="{F08C8037-C502-4E6D-8951-FBC0DBE5BF1B}" dt="2021-08-05T08:31:06.805" v="396"/>
          <ac:graphicFrameMkLst>
            <pc:docMk/>
            <pc:sldMk cId="1065416071" sldId="420"/>
            <ac:graphicFrameMk id="9" creationId="{A471383B-87D3-406F-AEC8-A1732EA53B37}"/>
          </ac:graphicFrameMkLst>
        </pc:graphicFrameChg>
      </pc:sldChg>
      <pc:sldChg chg="delSp modSp mod">
        <pc:chgData name="Yu, Harry" userId="d07dd713-323b-41c6-b24d-c18be50fb4fc" providerId="ADAL" clId="{F08C8037-C502-4E6D-8951-FBC0DBE5BF1B}" dt="2021-08-24T00:42:44.707" v="4341" actId="207"/>
        <pc:sldMkLst>
          <pc:docMk/>
          <pc:sldMk cId="3034569877" sldId="421"/>
        </pc:sldMkLst>
        <pc:spChg chg="del">
          <ac:chgData name="Yu, Harry" userId="d07dd713-323b-41c6-b24d-c18be50fb4fc" providerId="ADAL" clId="{F08C8037-C502-4E6D-8951-FBC0DBE5BF1B}" dt="2021-08-10T05:28:33.165" v="1501" actId="478"/>
          <ac:spMkLst>
            <pc:docMk/>
            <pc:sldMk cId="3034569877" sldId="421"/>
            <ac:spMk id="5" creationId="{CB048E8A-DE1E-46FD-9C13-99B8CDEAC8DA}"/>
          </ac:spMkLst>
        </pc:spChg>
        <pc:spChg chg="mod">
          <ac:chgData name="Yu, Harry" userId="d07dd713-323b-41c6-b24d-c18be50fb4fc" providerId="ADAL" clId="{F08C8037-C502-4E6D-8951-FBC0DBE5BF1B}" dt="2021-08-10T05:28:52.683" v="1513" actId="20577"/>
          <ac:spMkLst>
            <pc:docMk/>
            <pc:sldMk cId="3034569877" sldId="421"/>
            <ac:spMk id="6" creationId="{0ED065AC-F3EF-42B0-A34B-DF7EED7FF8B9}"/>
          </ac:spMkLst>
        </pc:spChg>
        <pc:spChg chg="del">
          <ac:chgData name="Yu, Harry" userId="d07dd713-323b-41c6-b24d-c18be50fb4fc" providerId="ADAL" clId="{F08C8037-C502-4E6D-8951-FBC0DBE5BF1B}" dt="2021-08-10T05:28:36.808" v="1502" actId="478"/>
          <ac:spMkLst>
            <pc:docMk/>
            <pc:sldMk cId="3034569877" sldId="421"/>
            <ac:spMk id="7" creationId="{E979D3E5-B107-4EED-9369-B2A655B62703}"/>
          </ac:spMkLst>
        </pc:spChg>
        <pc:graphicFrameChg chg="mod modGraphic">
          <ac:chgData name="Yu, Harry" userId="d07dd713-323b-41c6-b24d-c18be50fb4fc" providerId="ADAL" clId="{F08C8037-C502-4E6D-8951-FBC0DBE5BF1B}" dt="2021-08-24T00:42:44.707" v="4341" actId="207"/>
          <ac:graphicFrameMkLst>
            <pc:docMk/>
            <pc:sldMk cId="3034569877" sldId="421"/>
            <ac:graphicFrameMk id="9" creationId="{A471383B-87D3-406F-AEC8-A1732EA53B37}"/>
          </ac:graphicFrameMkLst>
        </pc:graphicFrameChg>
      </pc:sldChg>
      <pc:sldChg chg="addSp modSp mod">
        <pc:chgData name="Yu, Harry" userId="d07dd713-323b-41c6-b24d-c18be50fb4fc" providerId="ADAL" clId="{F08C8037-C502-4E6D-8951-FBC0DBE5BF1B}" dt="2021-08-17T05:39:35.726" v="3320" actId="20577"/>
        <pc:sldMkLst>
          <pc:docMk/>
          <pc:sldMk cId="4238224736" sldId="422"/>
        </pc:sldMkLst>
        <pc:spChg chg="add mod">
          <ac:chgData name="Yu, Harry" userId="d07dd713-323b-41c6-b24d-c18be50fb4fc" providerId="ADAL" clId="{F08C8037-C502-4E6D-8951-FBC0DBE5BF1B}" dt="2021-08-17T05:39:35.726" v="3320" actId="20577"/>
          <ac:spMkLst>
            <pc:docMk/>
            <pc:sldMk cId="4238224736" sldId="422"/>
            <ac:spMk id="4" creationId="{F79FA440-94CB-4AF0-A4C1-D250EADEE9FB}"/>
          </ac:spMkLst>
        </pc:spChg>
        <pc:spChg chg="mod">
          <ac:chgData name="Yu, Harry" userId="d07dd713-323b-41c6-b24d-c18be50fb4fc" providerId="ADAL" clId="{F08C8037-C502-4E6D-8951-FBC0DBE5BF1B}" dt="2021-08-10T05:29:48.504" v="1524" actId="20577"/>
          <ac:spMkLst>
            <pc:docMk/>
            <pc:sldMk cId="4238224736" sldId="422"/>
            <ac:spMk id="6" creationId="{0ED065AC-F3EF-42B0-A34B-DF7EED7FF8B9}"/>
          </ac:spMkLst>
        </pc:spChg>
        <pc:graphicFrameChg chg="mod modGraphic">
          <ac:chgData name="Yu, Harry" userId="d07dd713-323b-41c6-b24d-c18be50fb4fc" providerId="ADAL" clId="{F08C8037-C502-4E6D-8951-FBC0DBE5BF1B}" dt="2021-08-10T05:33:36.108" v="1653" actId="207"/>
          <ac:graphicFrameMkLst>
            <pc:docMk/>
            <pc:sldMk cId="4238224736" sldId="422"/>
            <ac:graphicFrameMk id="9" creationId="{A471383B-87D3-406F-AEC8-A1732EA53B37}"/>
          </ac:graphicFrameMkLst>
        </pc:graphicFrameChg>
      </pc:sldChg>
      <pc:sldChg chg="modSp mod">
        <pc:chgData name="Yu, Harry" userId="d07dd713-323b-41c6-b24d-c18be50fb4fc" providerId="ADAL" clId="{F08C8037-C502-4E6D-8951-FBC0DBE5BF1B}" dt="2021-09-08T23:56:50.337" v="4555" actId="20577"/>
        <pc:sldMkLst>
          <pc:docMk/>
          <pc:sldMk cId="1488326449" sldId="423"/>
        </pc:sldMkLst>
        <pc:spChg chg="mod">
          <ac:chgData name="Yu, Harry" userId="d07dd713-323b-41c6-b24d-c18be50fb4fc" providerId="ADAL" clId="{F08C8037-C502-4E6D-8951-FBC0DBE5BF1B}" dt="2021-08-10T05:33:06.380" v="1650" actId="20577"/>
          <ac:spMkLst>
            <pc:docMk/>
            <pc:sldMk cId="1488326449" sldId="423"/>
            <ac:spMk id="6" creationId="{0ED065AC-F3EF-42B0-A34B-DF7EED7FF8B9}"/>
          </ac:spMkLst>
        </pc:spChg>
        <pc:graphicFrameChg chg="mod modGraphic">
          <ac:chgData name="Yu, Harry" userId="d07dd713-323b-41c6-b24d-c18be50fb4fc" providerId="ADAL" clId="{F08C8037-C502-4E6D-8951-FBC0DBE5BF1B}" dt="2021-09-08T23:56:50.337" v="4555" actId="20577"/>
          <ac:graphicFrameMkLst>
            <pc:docMk/>
            <pc:sldMk cId="1488326449" sldId="423"/>
            <ac:graphicFrameMk id="9" creationId="{A471383B-87D3-406F-AEC8-A1732EA53B37}"/>
          </ac:graphicFrameMkLst>
        </pc:graphicFrameChg>
      </pc:sldChg>
      <pc:sldChg chg="delSp modSp mod">
        <pc:chgData name="Yu, Harry" userId="d07dd713-323b-41c6-b24d-c18be50fb4fc" providerId="ADAL" clId="{F08C8037-C502-4E6D-8951-FBC0DBE5BF1B}" dt="2021-08-10T05:35:41.084" v="1680" actId="207"/>
        <pc:sldMkLst>
          <pc:docMk/>
          <pc:sldMk cId="574681852" sldId="424"/>
        </pc:sldMkLst>
        <pc:spChg chg="del">
          <ac:chgData name="Yu, Harry" userId="d07dd713-323b-41c6-b24d-c18be50fb4fc" providerId="ADAL" clId="{F08C8037-C502-4E6D-8951-FBC0DBE5BF1B}" dt="2021-08-10T05:34:50.524" v="1660" actId="478"/>
          <ac:spMkLst>
            <pc:docMk/>
            <pc:sldMk cId="574681852" sldId="424"/>
            <ac:spMk id="5" creationId="{CB048E8A-DE1E-46FD-9C13-99B8CDEAC8DA}"/>
          </ac:spMkLst>
        </pc:spChg>
        <pc:spChg chg="mod">
          <ac:chgData name="Yu, Harry" userId="d07dd713-323b-41c6-b24d-c18be50fb4fc" providerId="ADAL" clId="{F08C8037-C502-4E6D-8951-FBC0DBE5BF1B}" dt="2021-08-10T05:35:00.532" v="1678" actId="20577"/>
          <ac:spMkLst>
            <pc:docMk/>
            <pc:sldMk cId="574681852" sldId="424"/>
            <ac:spMk id="6" creationId="{0ED065AC-F3EF-42B0-A34B-DF7EED7FF8B9}"/>
          </ac:spMkLst>
        </pc:spChg>
        <pc:spChg chg="del">
          <ac:chgData name="Yu, Harry" userId="d07dd713-323b-41c6-b24d-c18be50fb4fc" providerId="ADAL" clId="{F08C8037-C502-4E6D-8951-FBC0DBE5BF1B}" dt="2021-08-10T05:34:47.886" v="1659" actId="478"/>
          <ac:spMkLst>
            <pc:docMk/>
            <pc:sldMk cId="574681852" sldId="424"/>
            <ac:spMk id="7" creationId="{E979D3E5-B107-4EED-9369-B2A655B62703}"/>
          </ac:spMkLst>
        </pc:spChg>
        <pc:graphicFrameChg chg="mod modGraphic">
          <ac:chgData name="Yu, Harry" userId="d07dd713-323b-41c6-b24d-c18be50fb4fc" providerId="ADAL" clId="{F08C8037-C502-4E6D-8951-FBC0DBE5BF1B}" dt="2021-08-10T05:35:41.084" v="1680" actId="207"/>
          <ac:graphicFrameMkLst>
            <pc:docMk/>
            <pc:sldMk cId="574681852" sldId="424"/>
            <ac:graphicFrameMk id="9" creationId="{A471383B-87D3-406F-AEC8-A1732EA53B37}"/>
          </ac:graphicFrameMkLst>
        </pc:graphicFrameChg>
      </pc:sldChg>
      <pc:sldChg chg="del">
        <pc:chgData name="Yu, Harry" userId="d07dd713-323b-41c6-b24d-c18be50fb4fc" providerId="ADAL" clId="{F08C8037-C502-4E6D-8951-FBC0DBE5BF1B}" dt="2021-08-05T08:50:35.490" v="420" actId="47"/>
        <pc:sldMkLst>
          <pc:docMk/>
          <pc:sldMk cId="3468971131" sldId="424"/>
        </pc:sldMkLst>
      </pc:sldChg>
      <pc:sldChg chg="addSp modSp mod">
        <pc:chgData name="Yu, Harry" userId="d07dd713-323b-41c6-b24d-c18be50fb4fc" providerId="ADAL" clId="{F08C8037-C502-4E6D-8951-FBC0DBE5BF1B}" dt="2021-08-24T00:49:35.340" v="4358" actId="20577"/>
        <pc:sldMkLst>
          <pc:docMk/>
          <pc:sldMk cId="776038252" sldId="425"/>
        </pc:sldMkLst>
        <pc:spChg chg="add mod">
          <ac:chgData name="Yu, Harry" userId="d07dd713-323b-41c6-b24d-c18be50fb4fc" providerId="ADAL" clId="{F08C8037-C502-4E6D-8951-FBC0DBE5BF1B}" dt="2021-08-24T00:49:35.340" v="4358" actId="20577"/>
          <ac:spMkLst>
            <pc:docMk/>
            <pc:sldMk cId="776038252" sldId="425"/>
            <ac:spMk id="4" creationId="{696A248B-A980-4376-92D2-8371AB51A648}"/>
          </ac:spMkLst>
        </pc:spChg>
        <pc:spChg chg="mod">
          <ac:chgData name="Yu, Harry" userId="d07dd713-323b-41c6-b24d-c18be50fb4fc" providerId="ADAL" clId="{F08C8037-C502-4E6D-8951-FBC0DBE5BF1B}" dt="2021-08-10T05:35:58.349" v="1692" actId="20577"/>
          <ac:spMkLst>
            <pc:docMk/>
            <pc:sldMk cId="776038252" sldId="425"/>
            <ac:spMk id="6" creationId="{0ED065AC-F3EF-42B0-A34B-DF7EED7FF8B9}"/>
          </ac:spMkLst>
        </pc:spChg>
        <pc:graphicFrameChg chg="mod modGraphic">
          <ac:chgData name="Yu, Harry" userId="d07dd713-323b-41c6-b24d-c18be50fb4fc" providerId="ADAL" clId="{F08C8037-C502-4E6D-8951-FBC0DBE5BF1B}" dt="2021-08-10T05:36:50.112" v="1697" actId="20577"/>
          <ac:graphicFrameMkLst>
            <pc:docMk/>
            <pc:sldMk cId="776038252" sldId="425"/>
            <ac:graphicFrameMk id="9" creationId="{A471383B-87D3-406F-AEC8-A1732EA53B37}"/>
          </ac:graphicFrameMkLst>
        </pc:graphicFrameChg>
      </pc:sldChg>
      <pc:sldChg chg="modSp del">
        <pc:chgData name="Yu, Harry" userId="d07dd713-323b-41c6-b24d-c18be50fb4fc" providerId="ADAL" clId="{F08C8037-C502-4E6D-8951-FBC0DBE5BF1B}" dt="2021-08-05T08:49:40.448" v="418"/>
        <pc:sldMkLst>
          <pc:docMk/>
          <pc:sldMk cId="3686006551" sldId="425"/>
        </pc:sldMkLst>
        <pc:graphicFrameChg chg="mod">
          <ac:chgData name="Yu, Harry" userId="d07dd713-323b-41c6-b24d-c18be50fb4fc" providerId="ADAL" clId="{F08C8037-C502-4E6D-8951-FBC0DBE5BF1B}" dt="2021-08-05T08:48:05.384" v="415"/>
          <ac:graphicFrameMkLst>
            <pc:docMk/>
            <pc:sldMk cId="3686006551" sldId="425"/>
            <ac:graphicFrameMk id="9" creationId="{A471383B-87D3-406F-AEC8-A1732EA53B37}"/>
          </ac:graphicFrameMkLst>
        </pc:graphicFrameChg>
      </pc:sldChg>
      <pc:sldChg chg="modSp del">
        <pc:chgData name="Yu, Harry" userId="d07dd713-323b-41c6-b24d-c18be50fb4fc" providerId="ADAL" clId="{F08C8037-C502-4E6D-8951-FBC0DBE5BF1B}" dt="2021-08-05T08:47:34.976" v="414" actId="47"/>
        <pc:sldMkLst>
          <pc:docMk/>
          <pc:sldMk cId="4025012511" sldId="425"/>
        </pc:sldMkLst>
        <pc:graphicFrameChg chg="mod">
          <ac:chgData name="Yu, Harry" userId="d07dd713-323b-41c6-b24d-c18be50fb4fc" providerId="ADAL" clId="{F08C8037-C502-4E6D-8951-FBC0DBE5BF1B}" dt="2021-08-05T08:46:43.883" v="413"/>
          <ac:graphicFrameMkLst>
            <pc:docMk/>
            <pc:sldMk cId="4025012511" sldId="425"/>
            <ac:graphicFrameMk id="9" creationId="{A471383B-87D3-406F-AEC8-A1732EA53B37}"/>
          </ac:graphicFrameMkLst>
        </pc:graphicFrameChg>
      </pc:sldChg>
      <pc:sldChg chg="modSp mod">
        <pc:chgData name="Yu, Harry" userId="d07dd713-323b-41c6-b24d-c18be50fb4fc" providerId="ADAL" clId="{F08C8037-C502-4E6D-8951-FBC0DBE5BF1B}" dt="2021-08-24T00:52:59.157" v="4359" actId="207"/>
        <pc:sldMkLst>
          <pc:docMk/>
          <pc:sldMk cId="2176729132" sldId="426"/>
        </pc:sldMkLst>
        <pc:spChg chg="mod">
          <ac:chgData name="Yu, Harry" userId="d07dd713-323b-41c6-b24d-c18be50fb4fc" providerId="ADAL" clId="{F08C8037-C502-4E6D-8951-FBC0DBE5BF1B}" dt="2021-08-10T05:39:11.306" v="1850" actId="20577"/>
          <ac:spMkLst>
            <pc:docMk/>
            <pc:sldMk cId="2176729132" sldId="426"/>
            <ac:spMk id="6" creationId="{0ED065AC-F3EF-42B0-A34B-DF7EED7FF8B9}"/>
          </ac:spMkLst>
        </pc:spChg>
        <pc:graphicFrameChg chg="mod modGraphic">
          <ac:chgData name="Yu, Harry" userId="d07dd713-323b-41c6-b24d-c18be50fb4fc" providerId="ADAL" clId="{F08C8037-C502-4E6D-8951-FBC0DBE5BF1B}" dt="2021-08-24T00:52:59.157" v="4359" actId="207"/>
          <ac:graphicFrameMkLst>
            <pc:docMk/>
            <pc:sldMk cId="2176729132" sldId="426"/>
            <ac:graphicFrameMk id="9" creationId="{A471383B-87D3-406F-AEC8-A1732EA53B37}"/>
          </ac:graphicFrameMkLst>
        </pc:graphicFrameChg>
      </pc:sldChg>
      <pc:sldChg chg="modSp mod">
        <pc:chgData name="Yu, Harry" userId="d07dd713-323b-41c6-b24d-c18be50fb4fc" providerId="ADAL" clId="{F08C8037-C502-4E6D-8951-FBC0DBE5BF1B}" dt="2021-08-10T06:00:40.138" v="2059" actId="207"/>
        <pc:sldMkLst>
          <pc:docMk/>
          <pc:sldMk cId="1693173128" sldId="427"/>
        </pc:sldMkLst>
        <pc:spChg chg="mod">
          <ac:chgData name="Yu, Harry" userId="d07dd713-323b-41c6-b24d-c18be50fb4fc" providerId="ADAL" clId="{F08C8037-C502-4E6D-8951-FBC0DBE5BF1B}" dt="2021-08-10T05:59:14.671" v="2048" actId="20577"/>
          <ac:spMkLst>
            <pc:docMk/>
            <pc:sldMk cId="1693173128" sldId="427"/>
            <ac:spMk id="6" creationId="{0ED065AC-F3EF-42B0-A34B-DF7EED7FF8B9}"/>
          </ac:spMkLst>
        </pc:spChg>
        <pc:graphicFrameChg chg="mod modGraphic">
          <ac:chgData name="Yu, Harry" userId="d07dd713-323b-41c6-b24d-c18be50fb4fc" providerId="ADAL" clId="{F08C8037-C502-4E6D-8951-FBC0DBE5BF1B}" dt="2021-08-10T06:00:40.138" v="2059" actId="207"/>
          <ac:graphicFrameMkLst>
            <pc:docMk/>
            <pc:sldMk cId="1693173128" sldId="427"/>
            <ac:graphicFrameMk id="9" creationId="{A471383B-87D3-406F-AEC8-A1732EA53B37}"/>
          </ac:graphicFrameMkLst>
        </pc:graphicFrameChg>
      </pc:sldChg>
      <pc:sldChg chg="del">
        <pc:chgData name="Yu, Harry" userId="d07dd713-323b-41c6-b24d-c18be50fb4fc" providerId="ADAL" clId="{F08C8037-C502-4E6D-8951-FBC0DBE5BF1B}" dt="2021-08-05T09:23:10.234" v="451"/>
        <pc:sldMkLst>
          <pc:docMk/>
          <pc:sldMk cId="4148787766" sldId="427"/>
        </pc:sldMkLst>
      </pc:sldChg>
      <pc:sldChg chg="addSp delSp modSp mod">
        <pc:chgData name="Yu, Harry" userId="d07dd713-323b-41c6-b24d-c18be50fb4fc" providerId="ADAL" clId="{F08C8037-C502-4E6D-8951-FBC0DBE5BF1B}" dt="2021-08-17T06:19:47.176" v="3779" actId="1076"/>
        <pc:sldMkLst>
          <pc:docMk/>
          <pc:sldMk cId="1898914133" sldId="428"/>
        </pc:sldMkLst>
        <pc:spChg chg="add mod">
          <ac:chgData name="Yu, Harry" userId="d07dd713-323b-41c6-b24d-c18be50fb4fc" providerId="ADAL" clId="{F08C8037-C502-4E6D-8951-FBC0DBE5BF1B}" dt="2021-08-17T06:19:47.176" v="3779" actId="1076"/>
          <ac:spMkLst>
            <pc:docMk/>
            <pc:sldMk cId="1898914133" sldId="428"/>
            <ac:spMk id="4" creationId="{7D7D8D91-97A3-4302-BC64-08579C998AA8}"/>
          </ac:spMkLst>
        </pc:spChg>
        <pc:spChg chg="del">
          <ac:chgData name="Yu, Harry" userId="d07dd713-323b-41c6-b24d-c18be50fb4fc" providerId="ADAL" clId="{F08C8037-C502-4E6D-8951-FBC0DBE5BF1B}" dt="2021-08-10T05:53:13.024" v="1853" actId="478"/>
          <ac:spMkLst>
            <pc:docMk/>
            <pc:sldMk cId="1898914133" sldId="428"/>
            <ac:spMk id="5" creationId="{CB048E8A-DE1E-46FD-9C13-99B8CDEAC8DA}"/>
          </ac:spMkLst>
        </pc:spChg>
        <pc:spChg chg="mod">
          <ac:chgData name="Yu, Harry" userId="d07dd713-323b-41c6-b24d-c18be50fb4fc" providerId="ADAL" clId="{F08C8037-C502-4E6D-8951-FBC0DBE5BF1B}" dt="2021-08-10T05:53:38.543" v="1859" actId="20577"/>
          <ac:spMkLst>
            <pc:docMk/>
            <pc:sldMk cId="1898914133" sldId="428"/>
            <ac:spMk id="6" creationId="{0ED065AC-F3EF-42B0-A34B-DF7EED7FF8B9}"/>
          </ac:spMkLst>
        </pc:spChg>
        <pc:spChg chg="del">
          <ac:chgData name="Yu, Harry" userId="d07dd713-323b-41c6-b24d-c18be50fb4fc" providerId="ADAL" clId="{F08C8037-C502-4E6D-8951-FBC0DBE5BF1B}" dt="2021-08-10T05:53:17.053" v="1854" actId="478"/>
          <ac:spMkLst>
            <pc:docMk/>
            <pc:sldMk cId="1898914133" sldId="428"/>
            <ac:spMk id="7" creationId="{E979D3E5-B107-4EED-9369-B2A655B62703}"/>
          </ac:spMkLst>
        </pc:spChg>
        <pc:graphicFrameChg chg="mod modGraphic">
          <ac:chgData name="Yu, Harry" userId="d07dd713-323b-41c6-b24d-c18be50fb4fc" providerId="ADAL" clId="{F08C8037-C502-4E6D-8951-FBC0DBE5BF1B}" dt="2021-08-10T05:54:59.775" v="1870" actId="207"/>
          <ac:graphicFrameMkLst>
            <pc:docMk/>
            <pc:sldMk cId="1898914133" sldId="428"/>
            <ac:graphicFrameMk id="9" creationId="{A471383B-87D3-406F-AEC8-A1732EA53B37}"/>
          </ac:graphicFrameMkLst>
        </pc:graphicFrameChg>
      </pc:sldChg>
      <pc:sldChg chg="addSp delSp modSp mod">
        <pc:chgData name="Yu, Harry" userId="d07dd713-323b-41c6-b24d-c18be50fb4fc" providerId="ADAL" clId="{F08C8037-C502-4E6D-8951-FBC0DBE5BF1B}" dt="2021-09-07T05:49:12.731" v="4548" actId="20577"/>
        <pc:sldMkLst>
          <pc:docMk/>
          <pc:sldMk cId="2549360784" sldId="429"/>
        </pc:sldMkLst>
        <pc:spChg chg="add mod">
          <ac:chgData name="Yu, Harry" userId="d07dd713-323b-41c6-b24d-c18be50fb4fc" providerId="ADAL" clId="{F08C8037-C502-4E6D-8951-FBC0DBE5BF1B}" dt="2021-09-07T05:49:12.731" v="4548" actId="20577"/>
          <ac:spMkLst>
            <pc:docMk/>
            <pc:sldMk cId="2549360784" sldId="429"/>
            <ac:spMk id="2" creationId="{04417B0E-2535-41CF-BF65-EDAC494977E0}"/>
          </ac:spMkLst>
        </pc:spChg>
        <pc:spChg chg="del">
          <ac:chgData name="Yu, Harry" userId="d07dd713-323b-41c6-b24d-c18be50fb4fc" providerId="ADAL" clId="{F08C8037-C502-4E6D-8951-FBC0DBE5BF1B}" dt="2021-08-10T05:55:14.167" v="1871" actId="478"/>
          <ac:spMkLst>
            <pc:docMk/>
            <pc:sldMk cId="2549360784" sldId="429"/>
            <ac:spMk id="5" creationId="{CB048E8A-DE1E-46FD-9C13-99B8CDEAC8DA}"/>
          </ac:spMkLst>
        </pc:spChg>
        <pc:spChg chg="add mod">
          <ac:chgData name="Yu, Harry" userId="d07dd713-323b-41c6-b24d-c18be50fb4fc" providerId="ADAL" clId="{F08C8037-C502-4E6D-8951-FBC0DBE5BF1B}" dt="2021-08-17T06:26:49.057" v="3780"/>
          <ac:spMkLst>
            <pc:docMk/>
            <pc:sldMk cId="2549360784" sldId="429"/>
            <ac:spMk id="5" creationId="{F138F280-C0E4-4DFE-995F-7F9D63B4071C}"/>
          </ac:spMkLst>
        </pc:spChg>
        <pc:spChg chg="mod">
          <ac:chgData name="Yu, Harry" userId="d07dd713-323b-41c6-b24d-c18be50fb4fc" providerId="ADAL" clId="{F08C8037-C502-4E6D-8951-FBC0DBE5BF1B}" dt="2021-08-10T05:55:26.386" v="1875" actId="20577"/>
          <ac:spMkLst>
            <pc:docMk/>
            <pc:sldMk cId="2549360784" sldId="429"/>
            <ac:spMk id="6" creationId="{0ED065AC-F3EF-42B0-A34B-DF7EED7FF8B9}"/>
          </ac:spMkLst>
        </pc:spChg>
        <pc:spChg chg="del">
          <ac:chgData name="Yu, Harry" userId="d07dd713-323b-41c6-b24d-c18be50fb4fc" providerId="ADAL" clId="{F08C8037-C502-4E6D-8951-FBC0DBE5BF1B}" dt="2021-08-10T05:55:17.242" v="1872" actId="478"/>
          <ac:spMkLst>
            <pc:docMk/>
            <pc:sldMk cId="2549360784" sldId="429"/>
            <ac:spMk id="7" creationId="{E979D3E5-B107-4EED-9369-B2A655B62703}"/>
          </ac:spMkLst>
        </pc:spChg>
        <pc:graphicFrameChg chg="mod modGraphic">
          <ac:chgData name="Yu, Harry" userId="d07dd713-323b-41c6-b24d-c18be50fb4fc" providerId="ADAL" clId="{F08C8037-C502-4E6D-8951-FBC0DBE5BF1B}" dt="2021-08-24T00:55:24.767" v="4360" actId="207"/>
          <ac:graphicFrameMkLst>
            <pc:docMk/>
            <pc:sldMk cId="2549360784" sldId="429"/>
            <ac:graphicFrameMk id="9" creationId="{A471383B-87D3-406F-AEC8-A1732EA53B37}"/>
          </ac:graphicFrameMkLst>
        </pc:graphicFrameChg>
      </pc:sldChg>
      <pc:sldChg chg="delSp modSp mod">
        <pc:chgData name="Yu, Harry" userId="d07dd713-323b-41c6-b24d-c18be50fb4fc" providerId="ADAL" clId="{F08C8037-C502-4E6D-8951-FBC0DBE5BF1B}" dt="2021-08-10T06:11:48.280" v="2074" actId="207"/>
        <pc:sldMkLst>
          <pc:docMk/>
          <pc:sldMk cId="3710500859" sldId="430"/>
        </pc:sldMkLst>
        <pc:spChg chg="del">
          <ac:chgData name="Yu, Harry" userId="d07dd713-323b-41c6-b24d-c18be50fb4fc" providerId="ADAL" clId="{F08C8037-C502-4E6D-8951-FBC0DBE5BF1B}" dt="2021-08-10T06:10:59.115" v="2060" actId="478"/>
          <ac:spMkLst>
            <pc:docMk/>
            <pc:sldMk cId="3710500859" sldId="430"/>
            <ac:spMk id="5" creationId="{CB048E8A-DE1E-46FD-9C13-99B8CDEAC8DA}"/>
          </ac:spMkLst>
        </pc:spChg>
        <pc:spChg chg="mod">
          <ac:chgData name="Yu, Harry" userId="d07dd713-323b-41c6-b24d-c18be50fb4fc" providerId="ADAL" clId="{F08C8037-C502-4E6D-8951-FBC0DBE5BF1B}" dt="2021-08-10T06:11:15.904" v="2073" actId="20577"/>
          <ac:spMkLst>
            <pc:docMk/>
            <pc:sldMk cId="3710500859" sldId="430"/>
            <ac:spMk id="6" creationId="{0ED065AC-F3EF-42B0-A34B-DF7EED7FF8B9}"/>
          </ac:spMkLst>
        </pc:spChg>
        <pc:spChg chg="del">
          <ac:chgData name="Yu, Harry" userId="d07dd713-323b-41c6-b24d-c18be50fb4fc" providerId="ADAL" clId="{F08C8037-C502-4E6D-8951-FBC0DBE5BF1B}" dt="2021-08-10T06:11:02.153" v="2061" actId="478"/>
          <ac:spMkLst>
            <pc:docMk/>
            <pc:sldMk cId="3710500859" sldId="430"/>
            <ac:spMk id="7" creationId="{E979D3E5-B107-4EED-9369-B2A655B62703}"/>
          </ac:spMkLst>
        </pc:spChg>
        <pc:graphicFrameChg chg="mod modGraphic">
          <ac:chgData name="Yu, Harry" userId="d07dd713-323b-41c6-b24d-c18be50fb4fc" providerId="ADAL" clId="{F08C8037-C502-4E6D-8951-FBC0DBE5BF1B}" dt="2021-08-10T06:11:48.280" v="2074" actId="207"/>
          <ac:graphicFrameMkLst>
            <pc:docMk/>
            <pc:sldMk cId="3710500859" sldId="430"/>
            <ac:graphicFrameMk id="9" creationId="{A471383B-87D3-406F-AEC8-A1732EA53B37}"/>
          </ac:graphicFrameMkLst>
        </pc:graphicFrameChg>
      </pc:sldChg>
      <pc:sldChg chg="addSp modSp mod">
        <pc:chgData name="Yu, Harry" userId="d07dd713-323b-41c6-b24d-c18be50fb4fc" providerId="ADAL" clId="{F08C8037-C502-4E6D-8951-FBC0DBE5BF1B}" dt="2021-08-17T05:57:26.151" v="3350" actId="313"/>
        <pc:sldMkLst>
          <pc:docMk/>
          <pc:sldMk cId="3766124570" sldId="431"/>
        </pc:sldMkLst>
        <pc:spChg chg="add mod">
          <ac:chgData name="Yu, Harry" userId="d07dd713-323b-41c6-b24d-c18be50fb4fc" providerId="ADAL" clId="{F08C8037-C502-4E6D-8951-FBC0DBE5BF1B}" dt="2021-08-17T05:57:26.151" v="3350" actId="313"/>
          <ac:spMkLst>
            <pc:docMk/>
            <pc:sldMk cId="3766124570" sldId="431"/>
            <ac:spMk id="4" creationId="{B36CD4A0-CA69-4D31-9E46-5DF25995476A}"/>
          </ac:spMkLst>
        </pc:spChg>
        <pc:spChg chg="mod">
          <ac:chgData name="Yu, Harry" userId="d07dd713-323b-41c6-b24d-c18be50fb4fc" providerId="ADAL" clId="{F08C8037-C502-4E6D-8951-FBC0DBE5BF1B}" dt="2021-08-10T06:12:05.732" v="2086" actId="20577"/>
          <ac:spMkLst>
            <pc:docMk/>
            <pc:sldMk cId="3766124570" sldId="431"/>
            <ac:spMk id="6" creationId="{0ED065AC-F3EF-42B0-A34B-DF7EED7FF8B9}"/>
          </ac:spMkLst>
        </pc:spChg>
        <pc:graphicFrameChg chg="mod modGraphic">
          <ac:chgData name="Yu, Harry" userId="d07dd713-323b-41c6-b24d-c18be50fb4fc" providerId="ADAL" clId="{F08C8037-C502-4E6D-8951-FBC0DBE5BF1B}" dt="2021-08-10T06:13:13.705" v="2092" actId="207"/>
          <ac:graphicFrameMkLst>
            <pc:docMk/>
            <pc:sldMk cId="3766124570" sldId="431"/>
            <ac:graphicFrameMk id="9" creationId="{A471383B-87D3-406F-AEC8-A1732EA53B37}"/>
          </ac:graphicFrameMkLst>
        </pc:graphicFrameChg>
      </pc:sldChg>
      <pc:sldChg chg="delSp modSp mod">
        <pc:chgData name="Yu, Harry" userId="d07dd713-323b-41c6-b24d-c18be50fb4fc" providerId="ADAL" clId="{F08C8037-C502-4E6D-8951-FBC0DBE5BF1B}" dt="2021-08-10T06:15:05.456" v="2296" actId="20577"/>
        <pc:sldMkLst>
          <pc:docMk/>
          <pc:sldMk cId="2231879138" sldId="432"/>
        </pc:sldMkLst>
        <pc:spChg chg="del">
          <ac:chgData name="Yu, Harry" userId="d07dd713-323b-41c6-b24d-c18be50fb4fc" providerId="ADAL" clId="{F08C8037-C502-4E6D-8951-FBC0DBE5BF1B}" dt="2021-08-10T06:14:53.498" v="2286" actId="478"/>
          <ac:spMkLst>
            <pc:docMk/>
            <pc:sldMk cId="2231879138" sldId="432"/>
            <ac:spMk id="5" creationId="{CB048E8A-DE1E-46FD-9C13-99B8CDEAC8DA}"/>
          </ac:spMkLst>
        </pc:spChg>
        <pc:spChg chg="mod">
          <ac:chgData name="Yu, Harry" userId="d07dd713-323b-41c6-b24d-c18be50fb4fc" providerId="ADAL" clId="{F08C8037-C502-4E6D-8951-FBC0DBE5BF1B}" dt="2021-08-10T06:15:05.456" v="2296" actId="20577"/>
          <ac:spMkLst>
            <pc:docMk/>
            <pc:sldMk cId="2231879138" sldId="432"/>
            <ac:spMk id="6" creationId="{0ED065AC-F3EF-42B0-A34B-DF7EED7FF8B9}"/>
          </ac:spMkLst>
        </pc:spChg>
        <pc:spChg chg="del">
          <ac:chgData name="Yu, Harry" userId="d07dd713-323b-41c6-b24d-c18be50fb4fc" providerId="ADAL" clId="{F08C8037-C502-4E6D-8951-FBC0DBE5BF1B}" dt="2021-08-10T06:14:56.461" v="2287" actId="478"/>
          <ac:spMkLst>
            <pc:docMk/>
            <pc:sldMk cId="2231879138" sldId="432"/>
            <ac:spMk id="7" creationId="{E979D3E5-B107-4EED-9369-B2A655B62703}"/>
          </ac:spMkLst>
        </pc:spChg>
        <pc:graphicFrameChg chg="mod modGraphic">
          <ac:chgData name="Yu, Harry" userId="d07dd713-323b-41c6-b24d-c18be50fb4fc" providerId="ADAL" clId="{F08C8037-C502-4E6D-8951-FBC0DBE5BF1B}" dt="2021-08-06T08:44:15.853" v="551"/>
          <ac:graphicFrameMkLst>
            <pc:docMk/>
            <pc:sldMk cId="2231879138" sldId="432"/>
            <ac:graphicFrameMk id="9" creationId="{A471383B-87D3-406F-AEC8-A1732EA53B37}"/>
          </ac:graphicFrameMkLst>
        </pc:graphicFrameChg>
      </pc:sldChg>
      <pc:sldChg chg="modSp mod">
        <pc:chgData name="Yu, Harry" userId="d07dd713-323b-41c6-b24d-c18be50fb4fc" providerId="ADAL" clId="{F08C8037-C502-4E6D-8951-FBC0DBE5BF1B}" dt="2021-08-17T05:58:08.708" v="3352" actId="20577"/>
        <pc:sldMkLst>
          <pc:docMk/>
          <pc:sldMk cId="2330827398" sldId="433"/>
        </pc:sldMkLst>
        <pc:spChg chg="mod">
          <ac:chgData name="Yu, Harry" userId="d07dd713-323b-41c6-b24d-c18be50fb4fc" providerId="ADAL" clId="{F08C8037-C502-4E6D-8951-FBC0DBE5BF1B}" dt="2021-08-10T06:15:48.427" v="2315" actId="20577"/>
          <ac:spMkLst>
            <pc:docMk/>
            <pc:sldMk cId="2330827398" sldId="433"/>
            <ac:spMk id="6" creationId="{0ED065AC-F3EF-42B0-A34B-DF7EED7FF8B9}"/>
          </ac:spMkLst>
        </pc:spChg>
        <pc:graphicFrameChg chg="mod modGraphic">
          <ac:chgData name="Yu, Harry" userId="d07dd713-323b-41c6-b24d-c18be50fb4fc" providerId="ADAL" clId="{F08C8037-C502-4E6D-8951-FBC0DBE5BF1B}" dt="2021-08-17T05:58:08.708" v="3352" actId="20577"/>
          <ac:graphicFrameMkLst>
            <pc:docMk/>
            <pc:sldMk cId="2330827398" sldId="433"/>
            <ac:graphicFrameMk id="9" creationId="{A471383B-87D3-406F-AEC8-A1732EA53B37}"/>
          </ac:graphicFrameMkLst>
        </pc:graphicFrameChg>
      </pc:sldChg>
    </pc:docChg>
  </pc:docChgLst>
  <pc:docChgLst>
    <pc:chgData name="Yu, Harry" userId="d07dd713-323b-41c6-b24d-c18be50fb4fc" providerId="ADAL" clId="{196D0870-A10A-40F5-A791-3C67912576F2}"/>
    <pc:docChg chg="undo redo custSel addSld delSld modSld sldOrd modMainMaster">
      <pc:chgData name="Yu, Harry" userId="d07dd713-323b-41c6-b24d-c18be50fb4fc" providerId="ADAL" clId="{196D0870-A10A-40F5-A791-3C67912576F2}" dt="2020-11-11T23:43:08.108" v="12880" actId="165"/>
      <pc:docMkLst>
        <pc:docMk/>
      </pc:docMkLst>
      <pc:sldChg chg="addSp delSp modSp">
        <pc:chgData name="Yu, Harry" userId="d07dd713-323b-41c6-b24d-c18be50fb4fc" providerId="ADAL" clId="{196D0870-A10A-40F5-A791-3C67912576F2}" dt="2020-11-11T09:44:51.761" v="12878" actId="20577"/>
        <pc:sldMkLst>
          <pc:docMk/>
          <pc:sldMk cId="2086400740" sldId="256"/>
        </pc:sldMkLst>
        <pc:spChg chg="add del mod">
          <ac:chgData name="Yu, Harry" userId="d07dd713-323b-41c6-b24d-c18be50fb4fc" providerId="ADAL" clId="{196D0870-A10A-40F5-A791-3C67912576F2}" dt="2020-09-24T04:40:39.782" v="77" actId="478"/>
          <ac:spMkLst>
            <pc:docMk/>
            <pc:sldMk cId="2086400740" sldId="256"/>
            <ac:spMk id="3" creationId="{44022660-942C-4D19-BBDF-9AB35BDDDBE6}"/>
          </ac:spMkLst>
        </pc:spChg>
        <pc:spChg chg="del">
          <ac:chgData name="Yu, Harry" userId="d07dd713-323b-41c6-b24d-c18be50fb4fc" providerId="ADAL" clId="{196D0870-A10A-40F5-A791-3C67912576F2}" dt="2020-09-24T04:40:37.110" v="76" actId="478"/>
          <ac:spMkLst>
            <pc:docMk/>
            <pc:sldMk cId="2086400740" sldId="256"/>
            <ac:spMk id="4" creationId="{C5139A39-08BC-4F2F-94A3-F43AAEEFAEB4}"/>
          </ac:spMkLst>
        </pc:spChg>
        <pc:spChg chg="mod">
          <ac:chgData name="Yu, Harry" userId="d07dd713-323b-41c6-b24d-c18be50fb4fc" providerId="ADAL" clId="{196D0870-A10A-40F5-A791-3C67912576F2}" dt="2020-10-12T06:36:43.140" v="8803" actId="20577"/>
          <ac:spMkLst>
            <pc:docMk/>
            <pc:sldMk cId="2086400740" sldId="256"/>
            <ac:spMk id="5" creationId="{679F4BE2-8E4A-4003-B816-9E34781F7E88}"/>
          </ac:spMkLst>
        </pc:spChg>
        <pc:spChg chg="add del mod">
          <ac:chgData name="Yu, Harry" userId="d07dd713-323b-41c6-b24d-c18be50fb4fc" providerId="ADAL" clId="{196D0870-A10A-40F5-A791-3C67912576F2}" dt="2020-09-24T06:38:09.454" v="128" actId="478"/>
          <ac:spMkLst>
            <pc:docMk/>
            <pc:sldMk cId="2086400740" sldId="256"/>
            <ac:spMk id="6" creationId="{B3CBD8B5-2379-41F2-9E22-E2C808622D58}"/>
          </ac:spMkLst>
        </pc:spChg>
        <pc:spChg chg="add del mod">
          <ac:chgData name="Yu, Harry" userId="d07dd713-323b-41c6-b24d-c18be50fb4fc" providerId="ADAL" clId="{196D0870-A10A-40F5-A791-3C67912576F2}" dt="2020-09-24T06:37:58.072" v="117" actId="478"/>
          <ac:spMkLst>
            <pc:docMk/>
            <pc:sldMk cId="2086400740" sldId="256"/>
            <ac:spMk id="7" creationId="{0CD554E0-37CD-4393-8562-2A640063E19C}"/>
          </ac:spMkLst>
        </pc:spChg>
        <pc:spChg chg="add mod">
          <ac:chgData name="Yu, Harry" userId="d07dd713-323b-41c6-b24d-c18be50fb4fc" providerId="ADAL" clId="{196D0870-A10A-40F5-A791-3C67912576F2}" dt="2020-09-29T08:08:42.945" v="4443" actId="115"/>
          <ac:spMkLst>
            <pc:docMk/>
            <pc:sldMk cId="2086400740" sldId="256"/>
            <ac:spMk id="8" creationId="{6042841E-0D98-468A-8176-AB4F17BB07E7}"/>
          </ac:spMkLst>
        </pc:spChg>
        <pc:spChg chg="mod">
          <ac:chgData name="Yu, Harry" userId="d07dd713-323b-41c6-b24d-c18be50fb4fc" providerId="ADAL" clId="{196D0870-A10A-40F5-A791-3C67912576F2}" dt="2020-11-11T09:44:51.761" v="12878" actId="20577"/>
          <ac:spMkLst>
            <pc:docMk/>
            <pc:sldMk cId="2086400740" sldId="256"/>
            <ac:spMk id="9" creationId="{ABEAF9F9-E88D-44A4-A1B6-BAA2E532B65E}"/>
          </ac:spMkLst>
        </pc:spChg>
      </pc:sldChg>
      <pc:sldChg chg="del">
        <pc:chgData name="Yu, Harry" userId="d07dd713-323b-41c6-b24d-c18be50fb4fc" providerId="ADAL" clId="{196D0870-A10A-40F5-A791-3C67912576F2}" dt="2020-09-24T04:24:42.663" v="0" actId="2696"/>
        <pc:sldMkLst>
          <pc:docMk/>
          <pc:sldMk cId="2222585258" sldId="259"/>
        </pc:sldMkLst>
      </pc:sldChg>
      <pc:sldChg chg="del">
        <pc:chgData name="Yu, Harry" userId="d07dd713-323b-41c6-b24d-c18be50fb4fc" providerId="ADAL" clId="{196D0870-A10A-40F5-A791-3C67912576F2}" dt="2020-09-24T04:24:42.663" v="1" actId="2696"/>
        <pc:sldMkLst>
          <pc:docMk/>
          <pc:sldMk cId="2301136295" sldId="261"/>
        </pc:sldMkLst>
      </pc:sldChg>
      <pc:sldChg chg="del">
        <pc:chgData name="Yu, Harry" userId="d07dd713-323b-41c6-b24d-c18be50fb4fc" providerId="ADAL" clId="{196D0870-A10A-40F5-A791-3C67912576F2}" dt="2020-09-24T04:24:44.924" v="2" actId="2696"/>
        <pc:sldMkLst>
          <pc:docMk/>
          <pc:sldMk cId="3102934450" sldId="262"/>
        </pc:sldMkLst>
      </pc:sldChg>
      <pc:sldChg chg="del">
        <pc:chgData name="Yu, Harry" userId="d07dd713-323b-41c6-b24d-c18be50fb4fc" providerId="ADAL" clId="{196D0870-A10A-40F5-A791-3C67912576F2}" dt="2020-09-24T04:25:37.180" v="5" actId="2696"/>
        <pc:sldMkLst>
          <pc:docMk/>
          <pc:sldMk cId="1796647801" sldId="264"/>
        </pc:sldMkLst>
      </pc:sldChg>
      <pc:sldChg chg="del">
        <pc:chgData name="Yu, Harry" userId="d07dd713-323b-41c6-b24d-c18be50fb4fc" providerId="ADAL" clId="{196D0870-A10A-40F5-A791-3C67912576F2}" dt="2020-09-24T04:25:40.382" v="6" actId="2696"/>
        <pc:sldMkLst>
          <pc:docMk/>
          <pc:sldMk cId="2462848399" sldId="266"/>
        </pc:sldMkLst>
      </pc:sldChg>
      <pc:sldChg chg="del">
        <pc:chgData name="Yu, Harry" userId="d07dd713-323b-41c6-b24d-c18be50fb4fc" providerId="ADAL" clId="{196D0870-A10A-40F5-A791-3C67912576F2}" dt="2020-09-24T04:25:42.245" v="8" actId="2696"/>
        <pc:sldMkLst>
          <pc:docMk/>
          <pc:sldMk cId="1870387867" sldId="267"/>
        </pc:sldMkLst>
      </pc:sldChg>
      <pc:sldChg chg="del">
        <pc:chgData name="Yu, Harry" userId="d07dd713-323b-41c6-b24d-c18be50fb4fc" providerId="ADAL" clId="{196D0870-A10A-40F5-A791-3C67912576F2}" dt="2020-09-24T04:25:57.230" v="16" actId="2696"/>
        <pc:sldMkLst>
          <pc:docMk/>
          <pc:sldMk cId="3721864086" sldId="268"/>
        </pc:sldMkLst>
      </pc:sldChg>
      <pc:sldChg chg="del">
        <pc:chgData name="Yu, Harry" userId="d07dd713-323b-41c6-b24d-c18be50fb4fc" providerId="ADAL" clId="{196D0870-A10A-40F5-A791-3C67912576F2}" dt="2020-09-24T04:25:57.747" v="17" actId="2696"/>
        <pc:sldMkLst>
          <pc:docMk/>
          <pc:sldMk cId="3146036487" sldId="269"/>
        </pc:sldMkLst>
      </pc:sldChg>
      <pc:sldChg chg="del">
        <pc:chgData name="Yu, Harry" userId="d07dd713-323b-41c6-b24d-c18be50fb4fc" providerId="ADAL" clId="{196D0870-A10A-40F5-A791-3C67912576F2}" dt="2020-09-24T04:25:08.072" v="3" actId="2696"/>
        <pc:sldMkLst>
          <pc:docMk/>
          <pc:sldMk cId="1309855124" sldId="271"/>
        </pc:sldMkLst>
      </pc:sldChg>
      <pc:sldChg chg="addSp delSp modSp">
        <pc:chgData name="Yu, Harry" userId="d07dd713-323b-41c6-b24d-c18be50fb4fc" providerId="ADAL" clId="{196D0870-A10A-40F5-A791-3C67912576F2}" dt="2020-09-24T07:01:23.421" v="756" actId="20577"/>
        <pc:sldMkLst>
          <pc:docMk/>
          <pc:sldMk cId="3615015588" sldId="272"/>
        </pc:sldMkLst>
        <pc:spChg chg="add del mod">
          <ac:chgData name="Yu, Harry" userId="d07dd713-323b-41c6-b24d-c18be50fb4fc" providerId="ADAL" clId="{196D0870-A10A-40F5-A791-3C67912576F2}" dt="2020-09-24T07:01:03.826" v="736" actId="478"/>
          <ac:spMkLst>
            <pc:docMk/>
            <pc:sldMk cId="3615015588" sldId="272"/>
            <ac:spMk id="3" creationId="{0BA7D23A-07D4-47DB-9386-133612A2C85A}"/>
          </ac:spMkLst>
        </pc:spChg>
        <pc:spChg chg="mod">
          <ac:chgData name="Yu, Harry" userId="d07dd713-323b-41c6-b24d-c18be50fb4fc" providerId="ADAL" clId="{196D0870-A10A-40F5-A791-3C67912576F2}" dt="2020-09-24T07:01:23.421" v="756" actId="20577"/>
          <ac:spMkLst>
            <pc:docMk/>
            <pc:sldMk cId="3615015588" sldId="272"/>
            <ac:spMk id="4" creationId="{1567C550-8534-4752-A750-4145E9563059}"/>
          </ac:spMkLst>
        </pc:spChg>
        <pc:spChg chg="del">
          <ac:chgData name="Yu, Harry" userId="d07dd713-323b-41c6-b24d-c18be50fb4fc" providerId="ADAL" clId="{196D0870-A10A-40F5-A791-3C67912576F2}" dt="2020-09-24T07:01:00.167" v="735" actId="478"/>
          <ac:spMkLst>
            <pc:docMk/>
            <pc:sldMk cId="3615015588" sldId="272"/>
            <ac:spMk id="9" creationId="{E5293A40-AD51-4281-A953-0D5B5C5DF6B0}"/>
          </ac:spMkLst>
        </pc:spChg>
      </pc:sldChg>
      <pc:sldChg chg="del">
        <pc:chgData name="Yu, Harry" userId="d07dd713-323b-41c6-b24d-c18be50fb4fc" providerId="ADAL" clId="{196D0870-A10A-40F5-A791-3C67912576F2}" dt="2020-09-24T04:25:14.233" v="4" actId="2696"/>
        <pc:sldMkLst>
          <pc:docMk/>
          <pc:sldMk cId="343892357" sldId="273"/>
        </pc:sldMkLst>
      </pc:sldChg>
      <pc:sldChg chg="del">
        <pc:chgData name="Yu, Harry" userId="d07dd713-323b-41c6-b24d-c18be50fb4fc" providerId="ADAL" clId="{196D0870-A10A-40F5-A791-3C67912576F2}" dt="2020-09-24T04:25:41.505" v="7" actId="2696"/>
        <pc:sldMkLst>
          <pc:docMk/>
          <pc:sldMk cId="1629129991" sldId="293"/>
        </pc:sldMkLst>
      </pc:sldChg>
      <pc:sldChg chg="del">
        <pc:chgData name="Yu, Harry" userId="d07dd713-323b-41c6-b24d-c18be50fb4fc" providerId="ADAL" clId="{196D0870-A10A-40F5-A791-3C67912576F2}" dt="2020-09-24T04:25:42.746" v="9" actId="2696"/>
        <pc:sldMkLst>
          <pc:docMk/>
          <pc:sldMk cId="3378688598" sldId="294"/>
        </pc:sldMkLst>
      </pc:sldChg>
      <pc:sldChg chg="del">
        <pc:chgData name="Yu, Harry" userId="d07dd713-323b-41c6-b24d-c18be50fb4fc" providerId="ADAL" clId="{196D0870-A10A-40F5-A791-3C67912576F2}" dt="2020-09-24T04:25:44.212" v="10" actId="2696"/>
        <pc:sldMkLst>
          <pc:docMk/>
          <pc:sldMk cId="2536559925" sldId="310"/>
        </pc:sldMkLst>
      </pc:sldChg>
      <pc:sldChg chg="del">
        <pc:chgData name="Yu, Harry" userId="d07dd713-323b-41c6-b24d-c18be50fb4fc" providerId="ADAL" clId="{196D0870-A10A-40F5-A791-3C67912576F2}" dt="2020-09-24T04:25:49.773" v="12" actId="2696"/>
        <pc:sldMkLst>
          <pc:docMk/>
          <pc:sldMk cId="1203370729" sldId="311"/>
        </pc:sldMkLst>
      </pc:sldChg>
      <pc:sldChg chg="del">
        <pc:chgData name="Yu, Harry" userId="d07dd713-323b-41c6-b24d-c18be50fb4fc" providerId="ADAL" clId="{196D0870-A10A-40F5-A791-3C67912576F2}" dt="2020-09-24T04:25:47.357" v="11" actId="2696"/>
        <pc:sldMkLst>
          <pc:docMk/>
          <pc:sldMk cId="2620751609" sldId="312"/>
        </pc:sldMkLst>
      </pc:sldChg>
      <pc:sldChg chg="del">
        <pc:chgData name="Yu, Harry" userId="d07dd713-323b-41c6-b24d-c18be50fb4fc" providerId="ADAL" clId="{196D0870-A10A-40F5-A791-3C67912576F2}" dt="2020-09-24T04:25:50.630" v="13" actId="2696"/>
        <pc:sldMkLst>
          <pc:docMk/>
          <pc:sldMk cId="3133878703" sldId="313"/>
        </pc:sldMkLst>
      </pc:sldChg>
      <pc:sldChg chg="del">
        <pc:chgData name="Yu, Harry" userId="d07dd713-323b-41c6-b24d-c18be50fb4fc" providerId="ADAL" clId="{196D0870-A10A-40F5-A791-3C67912576F2}" dt="2020-09-24T04:25:51.734" v="14" actId="2696"/>
        <pc:sldMkLst>
          <pc:docMk/>
          <pc:sldMk cId="2881057640" sldId="314"/>
        </pc:sldMkLst>
      </pc:sldChg>
      <pc:sldChg chg="del">
        <pc:chgData name="Yu, Harry" userId="d07dd713-323b-41c6-b24d-c18be50fb4fc" providerId="ADAL" clId="{196D0870-A10A-40F5-A791-3C67912576F2}" dt="2020-09-24T04:25:56.559" v="15" actId="2696"/>
        <pc:sldMkLst>
          <pc:docMk/>
          <pc:sldMk cId="283679209" sldId="315"/>
        </pc:sldMkLst>
      </pc:sldChg>
      <pc:sldChg chg="del">
        <pc:chgData name="Yu, Harry" userId="d07dd713-323b-41c6-b24d-c18be50fb4fc" providerId="ADAL" clId="{196D0870-A10A-40F5-A791-3C67912576F2}" dt="2020-09-24T04:26:16.813" v="18" actId="2696"/>
        <pc:sldMkLst>
          <pc:docMk/>
          <pc:sldMk cId="4168994620" sldId="330"/>
        </pc:sldMkLst>
      </pc:sldChg>
      <pc:sldChg chg="del">
        <pc:chgData name="Yu, Harry" userId="d07dd713-323b-41c6-b24d-c18be50fb4fc" providerId="ADAL" clId="{196D0870-A10A-40F5-A791-3C67912576F2}" dt="2020-09-24T06:45:32.360" v="282" actId="2696"/>
        <pc:sldMkLst>
          <pc:docMk/>
          <pc:sldMk cId="1994892394" sldId="344"/>
        </pc:sldMkLst>
      </pc:sldChg>
      <pc:sldChg chg="addSp delSp modSp add ord">
        <pc:chgData name="Yu, Harry" userId="d07dd713-323b-41c6-b24d-c18be50fb4fc" providerId="ADAL" clId="{196D0870-A10A-40F5-A791-3C67912576F2}" dt="2020-11-11T23:43:08.108" v="12880" actId="165"/>
        <pc:sldMkLst>
          <pc:docMk/>
          <pc:sldMk cId="2393367446" sldId="345"/>
        </pc:sldMkLst>
        <pc:spChg chg="mod">
          <ac:chgData name="Yu, Harry" userId="d07dd713-323b-41c6-b24d-c18be50fb4fc" providerId="ADAL" clId="{196D0870-A10A-40F5-A791-3C67912576F2}" dt="2020-09-24T06:46:19.404" v="313" actId="20577"/>
          <ac:spMkLst>
            <pc:docMk/>
            <pc:sldMk cId="2393367446" sldId="345"/>
            <ac:spMk id="2" creationId="{8A2F9035-2E54-4883-B353-04ABA460C743}"/>
          </ac:spMkLst>
        </pc:spChg>
        <pc:spChg chg="del">
          <ac:chgData name="Yu, Harry" userId="d07dd713-323b-41c6-b24d-c18be50fb4fc" providerId="ADAL" clId="{196D0870-A10A-40F5-A791-3C67912576F2}" dt="2020-09-24T06:45:22.326" v="281" actId="478"/>
          <ac:spMkLst>
            <pc:docMk/>
            <pc:sldMk cId="2393367446" sldId="345"/>
            <ac:spMk id="3" creationId="{D686A3E6-7413-4E2A-BFDD-57F2C980EF92}"/>
          </ac:spMkLst>
        </pc:spChg>
        <pc:spChg chg="del">
          <ac:chgData name="Yu, Harry" userId="d07dd713-323b-41c6-b24d-c18be50fb4fc" providerId="ADAL" clId="{196D0870-A10A-40F5-A791-3C67912576F2}" dt="2020-09-24T06:45:19.630" v="280" actId="478"/>
          <ac:spMkLst>
            <pc:docMk/>
            <pc:sldMk cId="2393367446" sldId="345"/>
            <ac:spMk id="4" creationId="{681A9CB2-9950-4536-97DE-A6F40F6D94D5}"/>
          </ac:spMkLst>
        </pc:spChg>
        <pc:spChg chg="add mod topLvl">
          <ac:chgData name="Yu, Harry" userId="d07dd713-323b-41c6-b24d-c18be50fb4fc" providerId="ADAL" clId="{196D0870-A10A-40F5-A791-3C67912576F2}" dt="2020-11-11T23:43:08.108" v="12880" actId="165"/>
          <ac:spMkLst>
            <pc:docMk/>
            <pc:sldMk cId="2393367446" sldId="345"/>
            <ac:spMk id="7" creationId="{117AD1CA-9E40-4A83-B158-6161861785B4}"/>
          </ac:spMkLst>
        </pc:spChg>
        <pc:spChg chg="add mod topLvl">
          <ac:chgData name="Yu, Harry" userId="d07dd713-323b-41c6-b24d-c18be50fb4fc" providerId="ADAL" clId="{196D0870-A10A-40F5-A791-3C67912576F2}" dt="2020-11-11T23:43:08.108" v="12880" actId="165"/>
          <ac:spMkLst>
            <pc:docMk/>
            <pc:sldMk cId="2393367446" sldId="345"/>
            <ac:spMk id="10" creationId="{2749D29A-B82C-4221-BE39-D0F88411B680}"/>
          </ac:spMkLst>
        </pc:spChg>
        <pc:spChg chg="add mod topLvl">
          <ac:chgData name="Yu, Harry" userId="d07dd713-323b-41c6-b24d-c18be50fb4fc" providerId="ADAL" clId="{196D0870-A10A-40F5-A791-3C67912576F2}" dt="2020-11-11T23:43:08.108" v="12880" actId="165"/>
          <ac:spMkLst>
            <pc:docMk/>
            <pc:sldMk cId="2393367446" sldId="345"/>
            <ac:spMk id="14" creationId="{06982695-F2F8-46E3-A98A-7B5025ED4C2F}"/>
          </ac:spMkLst>
        </pc:spChg>
        <pc:grpChg chg="add del mod">
          <ac:chgData name="Yu, Harry" userId="d07dd713-323b-41c6-b24d-c18be50fb4fc" providerId="ADAL" clId="{196D0870-A10A-40F5-A791-3C67912576F2}" dt="2020-11-11T23:43:08.108" v="12880" actId="165"/>
          <ac:grpSpMkLst>
            <pc:docMk/>
            <pc:sldMk cId="2393367446" sldId="345"/>
            <ac:grpSpMk id="15" creationId="{406266C5-0975-40AE-B7EA-B35AA647EFBD}"/>
          </ac:grpSpMkLst>
        </pc:grpChg>
        <pc:picChg chg="add mod topLvl">
          <ac:chgData name="Yu, Harry" userId="d07dd713-323b-41c6-b24d-c18be50fb4fc" providerId="ADAL" clId="{196D0870-A10A-40F5-A791-3C67912576F2}" dt="2020-11-11T23:43:08.108" v="12880" actId="165"/>
          <ac:picMkLst>
            <pc:docMk/>
            <pc:sldMk cId="2393367446" sldId="345"/>
            <ac:picMk id="5" creationId="{57F4FA19-8472-4A82-A54B-C1605218127E}"/>
          </ac:picMkLst>
        </pc:picChg>
        <pc:cxnChg chg="add mod topLvl">
          <ac:chgData name="Yu, Harry" userId="d07dd713-323b-41c6-b24d-c18be50fb4fc" providerId="ADAL" clId="{196D0870-A10A-40F5-A791-3C67912576F2}" dt="2020-11-11T23:43:08.108" v="12880" actId="165"/>
          <ac:cxnSpMkLst>
            <pc:docMk/>
            <pc:sldMk cId="2393367446" sldId="345"/>
            <ac:cxnSpMk id="6" creationId="{58F69106-D292-407E-A7B9-C515C8437CF0}"/>
          </ac:cxnSpMkLst>
        </pc:cxnChg>
        <pc:cxnChg chg="add mod topLvl">
          <ac:chgData name="Yu, Harry" userId="d07dd713-323b-41c6-b24d-c18be50fb4fc" providerId="ADAL" clId="{196D0870-A10A-40F5-A791-3C67912576F2}" dt="2020-11-11T23:43:08.108" v="12880" actId="165"/>
          <ac:cxnSpMkLst>
            <pc:docMk/>
            <pc:sldMk cId="2393367446" sldId="345"/>
            <ac:cxnSpMk id="8" creationId="{FB93E878-13D6-4C2A-856E-4E1228840DD8}"/>
          </ac:cxnSpMkLst>
        </pc:cxnChg>
        <pc:cxnChg chg="add mod topLvl">
          <ac:chgData name="Yu, Harry" userId="d07dd713-323b-41c6-b24d-c18be50fb4fc" providerId="ADAL" clId="{196D0870-A10A-40F5-A791-3C67912576F2}" dt="2020-11-11T23:43:08.108" v="12880" actId="165"/>
          <ac:cxnSpMkLst>
            <pc:docMk/>
            <pc:sldMk cId="2393367446" sldId="345"/>
            <ac:cxnSpMk id="9" creationId="{1CFC6F87-4A16-42AE-B754-83982841936D}"/>
          </ac:cxnSpMkLst>
        </pc:cxnChg>
        <pc:cxnChg chg="add mod topLvl">
          <ac:chgData name="Yu, Harry" userId="d07dd713-323b-41c6-b24d-c18be50fb4fc" providerId="ADAL" clId="{196D0870-A10A-40F5-A791-3C67912576F2}" dt="2020-11-11T23:43:08.108" v="12880" actId="165"/>
          <ac:cxnSpMkLst>
            <pc:docMk/>
            <pc:sldMk cId="2393367446" sldId="345"/>
            <ac:cxnSpMk id="11" creationId="{D6C88DCD-F20E-4AF5-A366-6C8BAAE1E43B}"/>
          </ac:cxnSpMkLst>
        </pc:cxnChg>
        <pc:cxnChg chg="add mod topLvl">
          <ac:chgData name="Yu, Harry" userId="d07dd713-323b-41c6-b24d-c18be50fb4fc" providerId="ADAL" clId="{196D0870-A10A-40F5-A791-3C67912576F2}" dt="2020-11-11T23:43:08.108" v="12880" actId="165"/>
          <ac:cxnSpMkLst>
            <pc:docMk/>
            <pc:sldMk cId="2393367446" sldId="345"/>
            <ac:cxnSpMk id="12" creationId="{BBF56A05-17CF-4253-B856-E47C94C05471}"/>
          </ac:cxnSpMkLst>
        </pc:cxnChg>
        <pc:cxnChg chg="add mod topLvl">
          <ac:chgData name="Yu, Harry" userId="d07dd713-323b-41c6-b24d-c18be50fb4fc" providerId="ADAL" clId="{196D0870-A10A-40F5-A791-3C67912576F2}" dt="2020-11-11T23:43:08.108" v="12880" actId="165"/>
          <ac:cxnSpMkLst>
            <pc:docMk/>
            <pc:sldMk cId="2393367446" sldId="345"/>
            <ac:cxnSpMk id="13" creationId="{E780ECD1-3821-42E4-9542-1DF1AE079146}"/>
          </ac:cxnSpMkLst>
        </pc:cxnChg>
      </pc:sldChg>
      <pc:sldChg chg="add del">
        <pc:chgData name="Yu, Harry" userId="d07dd713-323b-41c6-b24d-c18be50fb4fc" providerId="ADAL" clId="{196D0870-A10A-40F5-A791-3C67912576F2}" dt="2020-09-24T06:43:16.902" v="268" actId="2696"/>
        <pc:sldMkLst>
          <pc:docMk/>
          <pc:sldMk cId="2841955666" sldId="345"/>
        </pc:sldMkLst>
      </pc:sldChg>
      <pc:sldChg chg="addSp delSp modSp add">
        <pc:chgData name="Yu, Harry" userId="d07dd713-323b-41c6-b24d-c18be50fb4fc" providerId="ADAL" clId="{196D0870-A10A-40F5-A791-3C67912576F2}" dt="2020-10-20T05:50:54.323" v="10857" actId="20577"/>
        <pc:sldMkLst>
          <pc:docMk/>
          <pc:sldMk cId="1970846983" sldId="346"/>
        </pc:sldMkLst>
        <pc:spChg chg="mod">
          <ac:chgData name="Yu, Harry" userId="d07dd713-323b-41c6-b24d-c18be50fb4fc" providerId="ADAL" clId="{196D0870-A10A-40F5-A791-3C67912576F2}" dt="2020-09-24T06:54:02.624" v="331" actId="20577"/>
          <ac:spMkLst>
            <pc:docMk/>
            <pc:sldMk cId="1970846983" sldId="346"/>
            <ac:spMk id="2" creationId="{B2DCC6B2-4893-4AFD-A933-7468A12B60AF}"/>
          </ac:spMkLst>
        </pc:spChg>
        <pc:spChg chg="mod">
          <ac:chgData name="Yu, Harry" userId="d07dd713-323b-41c6-b24d-c18be50fb4fc" providerId="ADAL" clId="{196D0870-A10A-40F5-A791-3C67912576F2}" dt="2020-10-20T05:50:54.323" v="10857" actId="20577"/>
          <ac:spMkLst>
            <pc:docMk/>
            <pc:sldMk cId="1970846983" sldId="346"/>
            <ac:spMk id="3" creationId="{96457946-1483-4C9A-8FE4-A2862E3EFF3F}"/>
          </ac:spMkLst>
        </pc:spChg>
        <pc:spChg chg="mod">
          <ac:chgData name="Yu, Harry" userId="d07dd713-323b-41c6-b24d-c18be50fb4fc" providerId="ADAL" clId="{196D0870-A10A-40F5-A791-3C67912576F2}" dt="2020-10-16T06:58:57.921" v="8900" actId="20577"/>
          <ac:spMkLst>
            <pc:docMk/>
            <pc:sldMk cId="1970846983" sldId="346"/>
            <ac:spMk id="4" creationId="{F40B3903-56DF-4903-AAAF-FFE7DC00ED5A}"/>
          </ac:spMkLst>
        </pc:spChg>
        <pc:spChg chg="add del mod">
          <ac:chgData name="Yu, Harry" userId="d07dd713-323b-41c6-b24d-c18be50fb4fc" providerId="ADAL" clId="{196D0870-A10A-40F5-A791-3C67912576F2}" dt="2020-10-20T05:48:15.165" v="10554" actId="478"/>
          <ac:spMkLst>
            <pc:docMk/>
            <pc:sldMk cId="1970846983" sldId="346"/>
            <ac:spMk id="5" creationId="{6CDCDAA3-D9B8-498F-A109-7CA02D82C7B4}"/>
          </ac:spMkLst>
        </pc:spChg>
      </pc:sldChg>
      <pc:sldChg chg="addSp delSp modSp add ord">
        <pc:chgData name="Yu, Harry" userId="d07dd713-323b-41c6-b24d-c18be50fb4fc" providerId="ADAL" clId="{196D0870-A10A-40F5-A791-3C67912576F2}" dt="2020-11-11T09:40:09.733" v="12863" actId="20577"/>
        <pc:sldMkLst>
          <pc:docMk/>
          <pc:sldMk cId="1720989735" sldId="347"/>
        </pc:sldMkLst>
        <pc:spChg chg="add mod">
          <ac:chgData name="Yu, Harry" userId="d07dd713-323b-41c6-b24d-c18be50fb4fc" providerId="ADAL" clId="{196D0870-A10A-40F5-A791-3C67912576F2}" dt="2020-10-19T05:59:26.639" v="10373" actId="1035"/>
          <ac:spMkLst>
            <pc:docMk/>
            <pc:sldMk cId="1720989735" sldId="347"/>
            <ac:spMk id="2" creationId="{55BB7C54-D472-43C3-BAD5-8FBDED0C0004}"/>
          </ac:spMkLst>
        </pc:spChg>
        <pc:spChg chg="del mod">
          <ac:chgData name="Yu, Harry" userId="d07dd713-323b-41c6-b24d-c18be50fb4fc" providerId="ADAL" clId="{196D0870-A10A-40F5-A791-3C67912576F2}" dt="2020-09-24T07:04:08.601" v="805" actId="478"/>
          <ac:spMkLst>
            <pc:docMk/>
            <pc:sldMk cId="1720989735" sldId="347"/>
            <ac:spMk id="2" creationId="{E6A2D027-9112-41A8-BEF2-1AABCF902F7B}"/>
          </ac:spMkLst>
        </pc:spChg>
        <pc:spChg chg="add del">
          <ac:chgData name="Yu, Harry" userId="d07dd713-323b-41c6-b24d-c18be50fb4fc" providerId="ADAL" clId="{196D0870-A10A-40F5-A791-3C67912576F2}" dt="2020-09-24T07:07:53.221" v="843" actId="478"/>
          <ac:spMkLst>
            <pc:docMk/>
            <pc:sldMk cId="1720989735" sldId="347"/>
            <ac:spMk id="3" creationId="{ADC0AFF0-3459-4E9B-9304-72B3BBA0BBFA}"/>
          </ac:spMkLst>
        </pc:spChg>
        <pc:spChg chg="add del">
          <ac:chgData name="Yu, Harry" userId="d07dd713-323b-41c6-b24d-c18be50fb4fc" providerId="ADAL" clId="{196D0870-A10A-40F5-A791-3C67912576F2}" dt="2020-09-24T07:07:50.332" v="842" actId="478"/>
          <ac:spMkLst>
            <pc:docMk/>
            <pc:sldMk cId="1720989735" sldId="347"/>
            <ac:spMk id="4" creationId="{3891A0E1-9206-4187-B241-330866471481}"/>
          </ac:spMkLst>
        </pc:spChg>
        <pc:spChg chg="add del mod">
          <ac:chgData name="Yu, Harry" userId="d07dd713-323b-41c6-b24d-c18be50fb4fc" providerId="ADAL" clId="{196D0870-A10A-40F5-A791-3C67912576F2}" dt="2020-09-27T05:32:44.026" v="2222" actId="20577"/>
          <ac:spMkLst>
            <pc:docMk/>
            <pc:sldMk cId="1720989735" sldId="347"/>
            <ac:spMk id="6" creationId="{0ED065AC-F3EF-42B0-A34B-DF7EED7FF8B9}"/>
          </ac:spMkLst>
        </pc:spChg>
        <pc:spChg chg="add del mod">
          <ac:chgData name="Yu, Harry" userId="d07dd713-323b-41c6-b24d-c18be50fb4fc" providerId="ADAL" clId="{196D0870-A10A-40F5-A791-3C67912576F2}" dt="2020-10-20T05:58:30.457" v="10861" actId="478"/>
          <ac:spMkLst>
            <pc:docMk/>
            <pc:sldMk cId="1720989735" sldId="347"/>
            <ac:spMk id="7" creationId="{978F45B7-A3CD-4A7C-81EB-E9BDAC99272C}"/>
          </ac:spMkLst>
        </pc:spChg>
        <pc:spChg chg="add mod">
          <ac:chgData name="Yu, Harry" userId="d07dd713-323b-41c6-b24d-c18be50fb4fc" providerId="ADAL" clId="{196D0870-A10A-40F5-A791-3C67912576F2}" dt="2020-09-27T05:10:43.390" v="1682" actId="1036"/>
          <ac:spMkLst>
            <pc:docMk/>
            <pc:sldMk cId="1720989735" sldId="347"/>
            <ac:spMk id="11" creationId="{3B0E5B35-F8D6-4092-AA4A-BCC690B2229D}"/>
          </ac:spMkLst>
        </pc:spChg>
        <pc:graphicFrameChg chg="add del">
          <ac:chgData name="Yu, Harry" userId="d07dd713-323b-41c6-b24d-c18be50fb4fc" providerId="ADAL" clId="{196D0870-A10A-40F5-A791-3C67912576F2}" dt="2020-09-24T07:07:17.745" v="811" actId="3680"/>
          <ac:graphicFrameMkLst>
            <pc:docMk/>
            <pc:sldMk cId="1720989735" sldId="347"/>
            <ac:graphicFrameMk id="7" creationId="{4F4245BB-5E77-4E53-950F-A7FA2AEA27D2}"/>
          </ac:graphicFrameMkLst>
        </pc:graphicFrameChg>
        <pc:graphicFrameChg chg="add mod modGraphic">
          <ac:chgData name="Yu, Harry" userId="d07dd713-323b-41c6-b24d-c18be50fb4fc" providerId="ADAL" clId="{196D0870-A10A-40F5-A791-3C67912576F2}" dt="2020-11-11T09:40:09.733" v="12863" actId="20577"/>
          <ac:graphicFrameMkLst>
            <pc:docMk/>
            <pc:sldMk cId="1720989735" sldId="347"/>
            <ac:graphicFrameMk id="9" creationId="{A471383B-87D3-406F-AEC8-A1732EA53B37}"/>
          </ac:graphicFrameMkLst>
        </pc:graphicFrameChg>
      </pc:sldChg>
      <pc:sldChg chg="addSp delSp modSp">
        <pc:chgData name="Yu, Harry" userId="d07dd713-323b-41c6-b24d-c18be50fb4fc" providerId="ADAL" clId="{196D0870-A10A-40F5-A791-3C67912576F2}" dt="2020-10-20T06:01:40.418" v="10956" actId="108"/>
        <pc:sldMkLst>
          <pc:docMk/>
          <pc:sldMk cId="1047594624" sldId="348"/>
        </pc:sldMkLst>
        <pc:spChg chg="add mod">
          <ac:chgData name="Yu, Harry" userId="d07dd713-323b-41c6-b24d-c18be50fb4fc" providerId="ADAL" clId="{196D0870-A10A-40F5-A791-3C67912576F2}" dt="2020-10-20T06:01:40.418" v="10956" actId="108"/>
          <ac:spMkLst>
            <pc:docMk/>
            <pc:sldMk cId="1047594624" sldId="348"/>
            <ac:spMk id="4" creationId="{739ED610-7AC8-45CD-BCC6-B494109E5D9F}"/>
          </ac:spMkLst>
        </pc:spChg>
        <pc:spChg chg="add">
          <ac:chgData name="Yu, Harry" userId="d07dd713-323b-41c6-b24d-c18be50fb4fc" providerId="ADAL" clId="{196D0870-A10A-40F5-A791-3C67912576F2}" dt="2020-10-19T06:00:16.518" v="10374"/>
          <ac:spMkLst>
            <pc:docMk/>
            <pc:sldMk cId="1047594624" sldId="348"/>
            <ac:spMk id="5" creationId="{890758CC-83DF-4863-A9EA-FE890100E4C7}"/>
          </ac:spMkLst>
        </pc:spChg>
        <pc:spChg chg="mod">
          <ac:chgData name="Yu, Harry" userId="d07dd713-323b-41c6-b24d-c18be50fb4fc" providerId="ADAL" clId="{196D0870-A10A-40F5-A791-3C67912576F2}" dt="2020-09-27T05:33:02.945" v="2225" actId="20577"/>
          <ac:spMkLst>
            <pc:docMk/>
            <pc:sldMk cId="1047594624" sldId="348"/>
            <ac:spMk id="6" creationId="{0ED065AC-F3EF-42B0-A34B-DF7EED7FF8B9}"/>
          </ac:spMkLst>
        </pc:spChg>
        <pc:spChg chg="del">
          <ac:chgData name="Yu, Harry" userId="d07dd713-323b-41c6-b24d-c18be50fb4fc" providerId="ADAL" clId="{196D0870-A10A-40F5-A791-3C67912576F2}" dt="2020-09-24T08:26:07.766" v="1072" actId="478"/>
          <ac:spMkLst>
            <pc:docMk/>
            <pc:sldMk cId="1047594624" sldId="348"/>
            <ac:spMk id="11" creationId="{3B0E5B35-F8D6-4092-AA4A-BCC690B2229D}"/>
          </ac:spMkLst>
        </pc:spChg>
        <pc:graphicFrameChg chg="mod modGraphic">
          <ac:chgData name="Yu, Harry" userId="d07dd713-323b-41c6-b24d-c18be50fb4fc" providerId="ADAL" clId="{196D0870-A10A-40F5-A791-3C67912576F2}" dt="2020-09-27T05:36:54.568" v="2255" actId="20577"/>
          <ac:graphicFrameMkLst>
            <pc:docMk/>
            <pc:sldMk cId="1047594624" sldId="348"/>
            <ac:graphicFrameMk id="9" creationId="{A471383B-87D3-406F-AEC8-A1732EA53B37}"/>
          </ac:graphicFrameMkLst>
        </pc:graphicFrameChg>
      </pc:sldChg>
      <pc:sldChg chg="modSp">
        <pc:chgData name="Yu, Harry" userId="d07dd713-323b-41c6-b24d-c18be50fb4fc" providerId="ADAL" clId="{196D0870-A10A-40F5-A791-3C67912576F2}" dt="2020-10-28T23:11:34.048" v="12597" actId="20577"/>
        <pc:sldMkLst>
          <pc:docMk/>
          <pc:sldMk cId="1430307301" sldId="349"/>
        </pc:sldMkLst>
        <pc:spChg chg="mod">
          <ac:chgData name="Yu, Harry" userId="d07dd713-323b-41c6-b24d-c18be50fb4fc" providerId="ADAL" clId="{196D0870-A10A-40F5-A791-3C67912576F2}" dt="2020-09-27T04:59:34.235" v="1574" actId="313"/>
          <ac:spMkLst>
            <pc:docMk/>
            <pc:sldMk cId="1430307301" sldId="349"/>
            <ac:spMk id="4" creationId="{739ED610-7AC8-45CD-BCC6-B494109E5D9F}"/>
          </ac:spMkLst>
        </pc:spChg>
        <pc:spChg chg="mod">
          <ac:chgData name="Yu, Harry" userId="d07dd713-323b-41c6-b24d-c18be50fb4fc" providerId="ADAL" clId="{196D0870-A10A-40F5-A791-3C67912576F2}" dt="2020-09-27T05:33:13.508" v="2226"/>
          <ac:spMkLst>
            <pc:docMk/>
            <pc:sldMk cId="1430307301" sldId="349"/>
            <ac:spMk id="6" creationId="{0ED065AC-F3EF-42B0-A34B-DF7EED7FF8B9}"/>
          </ac:spMkLst>
        </pc:spChg>
        <pc:graphicFrameChg chg="mod modGraphic">
          <ac:chgData name="Yu, Harry" userId="d07dd713-323b-41c6-b24d-c18be50fb4fc" providerId="ADAL" clId="{196D0870-A10A-40F5-A791-3C67912576F2}" dt="2020-10-28T23:11:34.048" v="12597" actId="20577"/>
          <ac:graphicFrameMkLst>
            <pc:docMk/>
            <pc:sldMk cId="1430307301" sldId="349"/>
            <ac:graphicFrameMk id="9" creationId="{A471383B-87D3-406F-AEC8-A1732EA53B37}"/>
          </ac:graphicFrameMkLst>
        </pc:graphicFrameChg>
      </pc:sldChg>
      <pc:sldChg chg="addSp modSp">
        <pc:chgData name="Yu, Harry" userId="d07dd713-323b-41c6-b24d-c18be50fb4fc" providerId="ADAL" clId="{196D0870-A10A-40F5-A791-3C67912576F2}" dt="2020-10-19T06:02:00.155" v="10375"/>
        <pc:sldMkLst>
          <pc:docMk/>
          <pc:sldMk cId="2694536849" sldId="350"/>
        </pc:sldMkLst>
        <pc:spChg chg="mod">
          <ac:chgData name="Yu, Harry" userId="d07dd713-323b-41c6-b24d-c18be50fb4fc" providerId="ADAL" clId="{196D0870-A10A-40F5-A791-3C67912576F2}" dt="2020-09-27T05:14:29.488" v="1820" actId="20577"/>
          <ac:spMkLst>
            <pc:docMk/>
            <pc:sldMk cId="2694536849" sldId="350"/>
            <ac:spMk id="4" creationId="{739ED610-7AC8-45CD-BCC6-B494109E5D9F}"/>
          </ac:spMkLst>
        </pc:spChg>
        <pc:spChg chg="add">
          <ac:chgData name="Yu, Harry" userId="d07dd713-323b-41c6-b24d-c18be50fb4fc" providerId="ADAL" clId="{196D0870-A10A-40F5-A791-3C67912576F2}" dt="2020-10-19T06:02:00.155" v="10375"/>
          <ac:spMkLst>
            <pc:docMk/>
            <pc:sldMk cId="2694536849" sldId="350"/>
            <ac:spMk id="5" creationId="{349FBFA3-9E25-4376-9E07-B5BAF2407844}"/>
          </ac:spMkLst>
        </pc:spChg>
        <pc:spChg chg="mod">
          <ac:chgData name="Yu, Harry" userId="d07dd713-323b-41c6-b24d-c18be50fb4fc" providerId="ADAL" clId="{196D0870-A10A-40F5-A791-3C67912576F2}" dt="2020-09-27T05:33:19.327" v="2227"/>
          <ac:spMkLst>
            <pc:docMk/>
            <pc:sldMk cId="2694536849" sldId="350"/>
            <ac:spMk id="6" creationId="{0ED065AC-F3EF-42B0-A34B-DF7EED7FF8B9}"/>
          </ac:spMkLst>
        </pc:spChg>
        <pc:graphicFrameChg chg="mod modGraphic">
          <ac:chgData name="Yu, Harry" userId="d07dd713-323b-41c6-b24d-c18be50fb4fc" providerId="ADAL" clId="{196D0870-A10A-40F5-A791-3C67912576F2}" dt="2020-09-27T05:36:41.592" v="2251" actId="20577"/>
          <ac:graphicFrameMkLst>
            <pc:docMk/>
            <pc:sldMk cId="2694536849" sldId="350"/>
            <ac:graphicFrameMk id="9" creationId="{A471383B-87D3-406F-AEC8-A1732EA53B37}"/>
          </ac:graphicFrameMkLst>
        </pc:graphicFrameChg>
      </pc:sldChg>
      <pc:sldChg chg="addSp modSp">
        <pc:chgData name="Yu, Harry" userId="d07dd713-323b-41c6-b24d-c18be50fb4fc" providerId="ADAL" clId="{196D0870-A10A-40F5-A791-3C67912576F2}" dt="2020-10-21T23:32:44.815" v="11002" actId="20577"/>
        <pc:sldMkLst>
          <pc:docMk/>
          <pc:sldMk cId="744400410" sldId="351"/>
        </pc:sldMkLst>
        <pc:spChg chg="add mod">
          <ac:chgData name="Yu, Harry" userId="d07dd713-323b-41c6-b24d-c18be50fb4fc" providerId="ADAL" clId="{196D0870-A10A-40F5-A791-3C67912576F2}" dt="2020-10-19T06:36:04.116" v="10376" actId="1076"/>
          <ac:spMkLst>
            <pc:docMk/>
            <pc:sldMk cId="744400410" sldId="351"/>
            <ac:spMk id="2" creationId="{932E1C38-B22C-4609-A3FE-B5DC606ECF11}"/>
          </ac:spMkLst>
        </pc:spChg>
        <pc:spChg chg="add mod">
          <ac:chgData name="Yu, Harry" userId="d07dd713-323b-41c6-b24d-c18be50fb4fc" providerId="ADAL" clId="{196D0870-A10A-40F5-A791-3C67912576F2}" dt="2020-10-19T06:36:04.116" v="10376" actId="1076"/>
          <ac:spMkLst>
            <pc:docMk/>
            <pc:sldMk cId="744400410" sldId="351"/>
            <ac:spMk id="3" creationId="{F9EAAF39-1CE1-4776-9A95-5916AA9098BF}"/>
          </ac:spMkLst>
        </pc:spChg>
        <pc:spChg chg="mod">
          <ac:chgData name="Yu, Harry" userId="d07dd713-323b-41c6-b24d-c18be50fb4fc" providerId="ADAL" clId="{196D0870-A10A-40F5-A791-3C67912576F2}" dt="2020-09-27T05:32:27.963" v="2220" actId="20577"/>
          <ac:spMkLst>
            <pc:docMk/>
            <pc:sldMk cId="744400410" sldId="351"/>
            <ac:spMk id="4" creationId="{739ED610-7AC8-45CD-BCC6-B494109E5D9F}"/>
          </ac:spMkLst>
        </pc:spChg>
        <pc:spChg chg="mod">
          <ac:chgData name="Yu, Harry" userId="d07dd713-323b-41c6-b24d-c18be50fb4fc" providerId="ADAL" clId="{196D0870-A10A-40F5-A791-3C67912576F2}" dt="2020-09-27T05:33:25.993" v="2228"/>
          <ac:spMkLst>
            <pc:docMk/>
            <pc:sldMk cId="744400410" sldId="351"/>
            <ac:spMk id="6" creationId="{0ED065AC-F3EF-42B0-A34B-DF7EED7FF8B9}"/>
          </ac:spMkLst>
        </pc:spChg>
        <pc:spChg chg="add">
          <ac:chgData name="Yu, Harry" userId="d07dd713-323b-41c6-b24d-c18be50fb4fc" providerId="ADAL" clId="{196D0870-A10A-40F5-A791-3C67912576F2}" dt="2020-10-19T06:36:13.941" v="10377"/>
          <ac:spMkLst>
            <pc:docMk/>
            <pc:sldMk cId="744400410" sldId="351"/>
            <ac:spMk id="7" creationId="{69CECD5C-2D0E-496B-90DD-6C34C6FF039F}"/>
          </ac:spMkLst>
        </pc:spChg>
        <pc:graphicFrameChg chg="mod modGraphic">
          <ac:chgData name="Yu, Harry" userId="d07dd713-323b-41c6-b24d-c18be50fb4fc" providerId="ADAL" clId="{196D0870-A10A-40F5-A791-3C67912576F2}" dt="2020-10-21T23:32:44.815" v="11002" actId="20577"/>
          <ac:graphicFrameMkLst>
            <pc:docMk/>
            <pc:sldMk cId="744400410" sldId="351"/>
            <ac:graphicFrameMk id="9" creationId="{A471383B-87D3-406F-AEC8-A1732EA53B37}"/>
          </ac:graphicFrameMkLst>
        </pc:graphicFrameChg>
      </pc:sldChg>
      <pc:sldChg chg="addSp delSp modSp add ord">
        <pc:chgData name="Yu, Harry" userId="d07dd713-323b-41c6-b24d-c18be50fb4fc" providerId="ADAL" clId="{196D0870-A10A-40F5-A791-3C67912576F2}" dt="2020-09-27T05:48:14.814" v="2543" actId="11529"/>
        <pc:sldMkLst>
          <pc:docMk/>
          <pc:sldMk cId="20239079" sldId="352"/>
        </pc:sldMkLst>
        <pc:spChg chg="mod">
          <ac:chgData name="Yu, Harry" userId="d07dd713-323b-41c6-b24d-c18be50fb4fc" providerId="ADAL" clId="{196D0870-A10A-40F5-A791-3C67912576F2}" dt="2020-09-27T05:38:11.114" v="2370" actId="20577"/>
          <ac:spMkLst>
            <pc:docMk/>
            <pc:sldMk cId="20239079" sldId="352"/>
            <ac:spMk id="2" creationId="{23388410-9A25-42FC-8E77-7289CC6C2B38}"/>
          </ac:spMkLst>
        </pc:spChg>
        <pc:spChg chg="del">
          <ac:chgData name="Yu, Harry" userId="d07dd713-323b-41c6-b24d-c18be50fb4fc" providerId="ADAL" clId="{196D0870-A10A-40F5-A791-3C67912576F2}" dt="2020-09-27T05:38:20.573" v="2372" actId="478"/>
          <ac:spMkLst>
            <pc:docMk/>
            <pc:sldMk cId="20239079" sldId="352"/>
            <ac:spMk id="3" creationId="{480B5FD8-FFCA-4667-875F-C60C107CD166}"/>
          </ac:spMkLst>
        </pc:spChg>
        <pc:spChg chg="del">
          <ac:chgData name="Yu, Harry" userId="d07dd713-323b-41c6-b24d-c18be50fb4fc" providerId="ADAL" clId="{196D0870-A10A-40F5-A791-3C67912576F2}" dt="2020-09-27T05:38:18.052" v="2371" actId="478"/>
          <ac:spMkLst>
            <pc:docMk/>
            <pc:sldMk cId="20239079" sldId="352"/>
            <ac:spMk id="4" creationId="{ECDADF0A-5653-4428-ACDF-37181255FD54}"/>
          </ac:spMkLst>
        </pc:spChg>
        <pc:spChg chg="add mod">
          <ac:chgData name="Yu, Harry" userId="d07dd713-323b-41c6-b24d-c18be50fb4fc" providerId="ADAL" clId="{196D0870-A10A-40F5-A791-3C67912576F2}" dt="2020-09-27T05:42:22.541" v="2418" actId="1076"/>
          <ac:spMkLst>
            <pc:docMk/>
            <pc:sldMk cId="20239079" sldId="352"/>
            <ac:spMk id="7" creationId="{89B33806-E7E1-4305-9F0C-68C42B8738B2}"/>
          </ac:spMkLst>
        </pc:spChg>
        <pc:spChg chg="add mod">
          <ac:chgData name="Yu, Harry" userId="d07dd713-323b-41c6-b24d-c18be50fb4fc" providerId="ADAL" clId="{196D0870-A10A-40F5-A791-3C67912576F2}" dt="2020-09-27T05:44:06.133" v="2450" actId="1076"/>
          <ac:spMkLst>
            <pc:docMk/>
            <pc:sldMk cId="20239079" sldId="352"/>
            <ac:spMk id="8" creationId="{F49B172A-BAE7-4B0D-8D1C-5E422BCB57BD}"/>
          </ac:spMkLst>
        </pc:spChg>
        <pc:spChg chg="add mod">
          <ac:chgData name="Yu, Harry" userId="d07dd713-323b-41c6-b24d-c18be50fb4fc" providerId="ADAL" clId="{196D0870-A10A-40F5-A791-3C67912576F2}" dt="2020-09-27T05:44:18.462" v="2456" actId="20577"/>
          <ac:spMkLst>
            <pc:docMk/>
            <pc:sldMk cId="20239079" sldId="352"/>
            <ac:spMk id="9" creationId="{4BACE75D-8113-4DA8-902B-05F2294CB0A6}"/>
          </ac:spMkLst>
        </pc:spChg>
        <pc:spChg chg="add mod">
          <ac:chgData name="Yu, Harry" userId="d07dd713-323b-41c6-b24d-c18be50fb4fc" providerId="ADAL" clId="{196D0870-A10A-40F5-A791-3C67912576F2}" dt="2020-09-27T05:47:35.165" v="2519" actId="20577"/>
          <ac:spMkLst>
            <pc:docMk/>
            <pc:sldMk cId="20239079" sldId="352"/>
            <ac:spMk id="14" creationId="{9EEC5408-EE95-44ED-ABD8-5361FB032E13}"/>
          </ac:spMkLst>
        </pc:spChg>
        <pc:spChg chg="add mod">
          <ac:chgData name="Yu, Harry" userId="d07dd713-323b-41c6-b24d-c18be50fb4fc" providerId="ADAL" clId="{196D0870-A10A-40F5-A791-3C67912576F2}" dt="2020-09-27T05:47:20.483" v="2509" actId="20577"/>
          <ac:spMkLst>
            <pc:docMk/>
            <pc:sldMk cId="20239079" sldId="352"/>
            <ac:spMk id="15" creationId="{7C695DD1-5FA4-4A7A-AE5F-1C161F59972B}"/>
          </ac:spMkLst>
        </pc:spChg>
        <pc:spChg chg="add mod">
          <ac:chgData name="Yu, Harry" userId="d07dd713-323b-41c6-b24d-c18be50fb4fc" providerId="ADAL" clId="{196D0870-A10A-40F5-A791-3C67912576F2}" dt="2020-09-27T05:47:04.716" v="2501" actId="20577"/>
          <ac:spMkLst>
            <pc:docMk/>
            <pc:sldMk cId="20239079" sldId="352"/>
            <ac:spMk id="16" creationId="{F2FF4A95-C1C6-4EB5-9316-9BAD4C5DBD0A}"/>
          </ac:spMkLst>
        </pc:spChg>
        <pc:spChg chg="add mod">
          <ac:chgData name="Yu, Harry" userId="d07dd713-323b-41c6-b24d-c18be50fb4fc" providerId="ADAL" clId="{196D0870-A10A-40F5-A791-3C67912576F2}" dt="2020-09-27T05:46:46.793" v="2487" actId="20577"/>
          <ac:spMkLst>
            <pc:docMk/>
            <pc:sldMk cId="20239079" sldId="352"/>
            <ac:spMk id="17" creationId="{5A901FF5-0172-44A8-B98F-0EF16A3F3A57}"/>
          </ac:spMkLst>
        </pc:spChg>
        <pc:spChg chg="add mod">
          <ac:chgData name="Yu, Harry" userId="d07dd713-323b-41c6-b24d-c18be50fb4fc" providerId="ADAL" clId="{196D0870-A10A-40F5-A791-3C67912576F2}" dt="2020-09-27T05:47:57.127" v="2542" actId="20577"/>
          <ac:spMkLst>
            <pc:docMk/>
            <pc:sldMk cId="20239079" sldId="352"/>
            <ac:spMk id="18" creationId="{C36AC84A-C510-4E6A-B2B3-4BB54B828F6C}"/>
          </ac:spMkLst>
        </pc:spChg>
        <pc:spChg chg="add mod">
          <ac:chgData name="Yu, Harry" userId="d07dd713-323b-41c6-b24d-c18be50fb4fc" providerId="ADAL" clId="{196D0870-A10A-40F5-A791-3C67912576F2}" dt="2020-09-27T05:48:14.814" v="2543" actId="11529"/>
          <ac:spMkLst>
            <pc:docMk/>
            <pc:sldMk cId="20239079" sldId="352"/>
            <ac:spMk id="19" creationId="{1D9E6DCE-B4F9-41D3-95D0-1438272A1A1D}"/>
          </ac:spMkLst>
        </pc:spChg>
        <pc:picChg chg="add mod">
          <ac:chgData name="Yu, Harry" userId="d07dd713-323b-41c6-b24d-c18be50fb4fc" providerId="ADAL" clId="{196D0870-A10A-40F5-A791-3C67912576F2}" dt="2020-09-27T05:41:39.427" v="2387" actId="1076"/>
          <ac:picMkLst>
            <pc:docMk/>
            <pc:sldMk cId="20239079" sldId="352"/>
            <ac:picMk id="5" creationId="{424E9EC2-BD73-4D02-8FEF-12EA2523B643}"/>
          </ac:picMkLst>
        </pc:picChg>
        <pc:picChg chg="add mod">
          <ac:chgData name="Yu, Harry" userId="d07dd713-323b-41c6-b24d-c18be50fb4fc" providerId="ADAL" clId="{196D0870-A10A-40F5-A791-3C67912576F2}" dt="2020-09-27T05:41:36.573" v="2386" actId="1076"/>
          <ac:picMkLst>
            <pc:docMk/>
            <pc:sldMk cId="20239079" sldId="352"/>
            <ac:picMk id="6" creationId="{EB5164E0-8FDC-418D-81D8-0A706B2B90A8}"/>
          </ac:picMkLst>
        </pc:picChg>
        <pc:picChg chg="add mod">
          <ac:chgData name="Yu, Harry" userId="d07dd713-323b-41c6-b24d-c18be50fb4fc" providerId="ADAL" clId="{196D0870-A10A-40F5-A791-3C67912576F2}" dt="2020-09-27T05:44:50" v="2460" actId="1076"/>
          <ac:picMkLst>
            <pc:docMk/>
            <pc:sldMk cId="20239079" sldId="352"/>
            <ac:picMk id="10" creationId="{5CA20B42-778F-4970-8599-D016E291C26C}"/>
          </ac:picMkLst>
        </pc:picChg>
        <pc:picChg chg="add mod">
          <ac:chgData name="Yu, Harry" userId="d07dd713-323b-41c6-b24d-c18be50fb4fc" providerId="ADAL" clId="{196D0870-A10A-40F5-A791-3C67912576F2}" dt="2020-09-27T05:45:29.919" v="2464" actId="1076"/>
          <ac:picMkLst>
            <pc:docMk/>
            <pc:sldMk cId="20239079" sldId="352"/>
            <ac:picMk id="11" creationId="{567E21AF-918F-4CF0-95BC-ED560320C4AC}"/>
          </ac:picMkLst>
        </pc:picChg>
        <pc:picChg chg="add mod">
          <ac:chgData name="Yu, Harry" userId="d07dd713-323b-41c6-b24d-c18be50fb4fc" providerId="ADAL" clId="{196D0870-A10A-40F5-A791-3C67912576F2}" dt="2020-09-27T05:45:58.252" v="2466" actId="1076"/>
          <ac:picMkLst>
            <pc:docMk/>
            <pc:sldMk cId="20239079" sldId="352"/>
            <ac:picMk id="12" creationId="{C4D6AAA9-6B44-4EF3-AA46-C3AAE0F4F5B6}"/>
          </ac:picMkLst>
        </pc:picChg>
        <pc:picChg chg="add mod">
          <ac:chgData name="Yu, Harry" userId="d07dd713-323b-41c6-b24d-c18be50fb4fc" providerId="ADAL" clId="{196D0870-A10A-40F5-A791-3C67912576F2}" dt="2020-09-27T05:46:21.477" v="2470" actId="1076"/>
          <ac:picMkLst>
            <pc:docMk/>
            <pc:sldMk cId="20239079" sldId="352"/>
            <ac:picMk id="13" creationId="{3B5ED610-CD2C-4A96-99CA-F67F48A5E9CD}"/>
          </ac:picMkLst>
        </pc:picChg>
      </pc:sldChg>
      <pc:sldChg chg="add del">
        <pc:chgData name="Yu, Harry" userId="d07dd713-323b-41c6-b24d-c18be50fb4fc" providerId="ADAL" clId="{196D0870-A10A-40F5-A791-3C67912576F2}" dt="2020-09-27T05:37:33.654" v="2260"/>
        <pc:sldMkLst>
          <pc:docMk/>
          <pc:sldMk cId="1655303575" sldId="352"/>
        </pc:sldMkLst>
      </pc:sldChg>
      <pc:sldChg chg="modSp">
        <pc:chgData name="Yu, Harry" userId="d07dd713-323b-41c6-b24d-c18be50fb4fc" providerId="ADAL" clId="{196D0870-A10A-40F5-A791-3C67912576F2}" dt="2020-09-27T05:49:36.078" v="2567" actId="20577"/>
        <pc:sldMkLst>
          <pc:docMk/>
          <pc:sldMk cId="1807581627" sldId="353"/>
        </pc:sldMkLst>
        <pc:spChg chg="mod">
          <ac:chgData name="Yu, Harry" userId="d07dd713-323b-41c6-b24d-c18be50fb4fc" providerId="ADAL" clId="{196D0870-A10A-40F5-A791-3C67912576F2}" dt="2020-09-27T05:49:36.078" v="2567" actId="20577"/>
          <ac:spMkLst>
            <pc:docMk/>
            <pc:sldMk cId="1807581627" sldId="353"/>
            <ac:spMk id="4" creationId="{1567C550-8534-4752-A750-4145E9563059}"/>
          </ac:spMkLst>
        </pc:spChg>
      </pc:sldChg>
      <pc:sldChg chg="delSp modSp">
        <pc:chgData name="Yu, Harry" userId="d07dd713-323b-41c6-b24d-c18be50fb4fc" providerId="ADAL" clId="{196D0870-A10A-40F5-A791-3C67912576F2}" dt="2020-09-27T07:36:35.156" v="2611" actId="478"/>
        <pc:sldMkLst>
          <pc:docMk/>
          <pc:sldMk cId="2793958940" sldId="354"/>
        </pc:sldMkLst>
        <pc:spChg chg="del">
          <ac:chgData name="Yu, Harry" userId="d07dd713-323b-41c6-b24d-c18be50fb4fc" providerId="ADAL" clId="{196D0870-A10A-40F5-A791-3C67912576F2}" dt="2020-09-27T05:49:47.397" v="2570" actId="478"/>
          <ac:spMkLst>
            <pc:docMk/>
            <pc:sldMk cId="2793958940" sldId="354"/>
            <ac:spMk id="2" creationId="{932E1C38-B22C-4609-A3FE-B5DC606ECF11}"/>
          </ac:spMkLst>
        </pc:spChg>
        <pc:spChg chg="del">
          <ac:chgData name="Yu, Harry" userId="d07dd713-323b-41c6-b24d-c18be50fb4fc" providerId="ADAL" clId="{196D0870-A10A-40F5-A791-3C67912576F2}" dt="2020-09-27T05:49:50.987" v="2571" actId="478"/>
          <ac:spMkLst>
            <pc:docMk/>
            <pc:sldMk cId="2793958940" sldId="354"/>
            <ac:spMk id="3" creationId="{F9EAAF39-1CE1-4776-9A95-5916AA9098BF}"/>
          </ac:spMkLst>
        </pc:spChg>
        <pc:spChg chg="del mod">
          <ac:chgData name="Yu, Harry" userId="d07dd713-323b-41c6-b24d-c18be50fb4fc" providerId="ADAL" clId="{196D0870-A10A-40F5-A791-3C67912576F2}" dt="2020-09-27T07:36:35.156" v="2611" actId="478"/>
          <ac:spMkLst>
            <pc:docMk/>
            <pc:sldMk cId="2793958940" sldId="354"/>
            <ac:spMk id="4" creationId="{739ED610-7AC8-45CD-BCC6-B494109E5D9F}"/>
          </ac:spMkLst>
        </pc:spChg>
        <pc:spChg chg="mod">
          <ac:chgData name="Yu, Harry" userId="d07dd713-323b-41c6-b24d-c18be50fb4fc" providerId="ADAL" clId="{196D0870-A10A-40F5-A791-3C67912576F2}" dt="2020-09-27T07:36:04.034" v="2610" actId="20577"/>
          <ac:spMkLst>
            <pc:docMk/>
            <pc:sldMk cId="2793958940" sldId="354"/>
            <ac:spMk id="6" creationId="{0ED065AC-F3EF-42B0-A34B-DF7EED7FF8B9}"/>
          </ac:spMkLst>
        </pc:spChg>
        <pc:graphicFrameChg chg="mod modGraphic">
          <ac:chgData name="Yu, Harry" userId="d07dd713-323b-41c6-b24d-c18be50fb4fc" providerId="ADAL" clId="{196D0870-A10A-40F5-A791-3C67912576F2}" dt="2020-09-27T07:35:35.190" v="2609" actId="3064"/>
          <ac:graphicFrameMkLst>
            <pc:docMk/>
            <pc:sldMk cId="2793958940" sldId="354"/>
            <ac:graphicFrameMk id="9" creationId="{A471383B-87D3-406F-AEC8-A1732EA53B37}"/>
          </ac:graphicFrameMkLst>
        </pc:graphicFrameChg>
      </pc:sldChg>
      <pc:sldChg chg="modSp">
        <pc:chgData name="Yu, Harry" userId="d07dd713-323b-41c6-b24d-c18be50fb4fc" providerId="ADAL" clId="{196D0870-A10A-40F5-A791-3C67912576F2}" dt="2020-09-27T07:38:47.160" v="2612"/>
        <pc:sldMkLst>
          <pc:docMk/>
          <pc:sldMk cId="2684987239" sldId="355"/>
        </pc:sldMkLst>
        <pc:spChg chg="mod">
          <ac:chgData name="Yu, Harry" userId="d07dd713-323b-41c6-b24d-c18be50fb4fc" providerId="ADAL" clId="{196D0870-A10A-40F5-A791-3C67912576F2}" dt="2020-09-27T07:38:47.160" v="2612"/>
          <ac:spMkLst>
            <pc:docMk/>
            <pc:sldMk cId="2684987239" sldId="355"/>
            <ac:spMk id="4" creationId="{1567C550-8534-4752-A750-4145E9563059}"/>
          </ac:spMkLst>
        </pc:spChg>
      </pc:sldChg>
      <pc:sldChg chg="delSp modSp">
        <pc:chgData name="Yu, Harry" userId="d07dd713-323b-41c6-b24d-c18be50fb4fc" providerId="ADAL" clId="{196D0870-A10A-40F5-A791-3C67912576F2}" dt="2020-09-27T08:47:39.356" v="2751" actId="20577"/>
        <pc:sldMkLst>
          <pc:docMk/>
          <pc:sldMk cId="1265383617" sldId="356"/>
        </pc:sldMkLst>
        <pc:spChg chg="del">
          <ac:chgData name="Yu, Harry" userId="d07dd713-323b-41c6-b24d-c18be50fb4fc" providerId="ADAL" clId="{196D0870-A10A-40F5-A791-3C67912576F2}" dt="2020-09-27T08:47:01.897" v="2741" actId="478"/>
          <ac:spMkLst>
            <pc:docMk/>
            <pc:sldMk cId="1265383617" sldId="356"/>
            <ac:spMk id="2" creationId="{932E1C38-B22C-4609-A3FE-B5DC606ECF11}"/>
          </ac:spMkLst>
        </pc:spChg>
        <pc:spChg chg="del">
          <ac:chgData name="Yu, Harry" userId="d07dd713-323b-41c6-b24d-c18be50fb4fc" providerId="ADAL" clId="{196D0870-A10A-40F5-A791-3C67912576F2}" dt="2020-09-27T08:47:05.936" v="2742" actId="478"/>
          <ac:spMkLst>
            <pc:docMk/>
            <pc:sldMk cId="1265383617" sldId="356"/>
            <ac:spMk id="3" creationId="{F9EAAF39-1CE1-4776-9A95-5916AA9098BF}"/>
          </ac:spMkLst>
        </pc:spChg>
        <pc:spChg chg="mod">
          <ac:chgData name="Yu, Harry" userId="d07dd713-323b-41c6-b24d-c18be50fb4fc" providerId="ADAL" clId="{196D0870-A10A-40F5-A791-3C67912576F2}" dt="2020-09-27T08:45:54.545" v="2738" actId="20577"/>
          <ac:spMkLst>
            <pc:docMk/>
            <pc:sldMk cId="1265383617" sldId="356"/>
            <ac:spMk id="4" creationId="{739ED610-7AC8-45CD-BCC6-B494109E5D9F}"/>
          </ac:spMkLst>
        </pc:spChg>
        <pc:spChg chg="mod">
          <ac:chgData name="Yu, Harry" userId="d07dd713-323b-41c6-b24d-c18be50fb4fc" providerId="ADAL" clId="{196D0870-A10A-40F5-A791-3C67912576F2}" dt="2020-09-27T08:47:39.356" v="2751" actId="20577"/>
          <ac:spMkLst>
            <pc:docMk/>
            <pc:sldMk cId="1265383617" sldId="356"/>
            <ac:spMk id="6" creationId="{0ED065AC-F3EF-42B0-A34B-DF7EED7FF8B9}"/>
          </ac:spMkLst>
        </pc:spChg>
        <pc:graphicFrameChg chg="mod modGraphic">
          <ac:chgData name="Yu, Harry" userId="d07dd713-323b-41c6-b24d-c18be50fb4fc" providerId="ADAL" clId="{196D0870-A10A-40F5-A791-3C67912576F2}" dt="2020-09-27T08:44:51.938" v="2643" actId="3064"/>
          <ac:graphicFrameMkLst>
            <pc:docMk/>
            <pc:sldMk cId="1265383617" sldId="356"/>
            <ac:graphicFrameMk id="9" creationId="{A471383B-87D3-406F-AEC8-A1732EA53B37}"/>
          </ac:graphicFrameMkLst>
        </pc:graphicFrameChg>
      </pc:sldChg>
      <pc:sldChg chg="addSp delSp modSp">
        <pc:chgData name="Yu, Harry" userId="d07dd713-323b-41c6-b24d-c18be50fb4fc" providerId="ADAL" clId="{196D0870-A10A-40F5-A791-3C67912576F2}" dt="2020-10-10T06:19:53.583" v="6258" actId="313"/>
        <pc:sldMkLst>
          <pc:docMk/>
          <pc:sldMk cId="516112021" sldId="357"/>
        </pc:sldMkLst>
        <pc:spChg chg="del">
          <ac:chgData name="Yu, Harry" userId="d07dd713-323b-41c6-b24d-c18be50fb4fc" providerId="ADAL" clId="{196D0870-A10A-40F5-A791-3C67912576F2}" dt="2020-09-27T09:01:24.034" v="2763" actId="478"/>
          <ac:spMkLst>
            <pc:docMk/>
            <pc:sldMk cId="516112021" sldId="357"/>
            <ac:spMk id="4" creationId="{739ED610-7AC8-45CD-BCC6-B494109E5D9F}"/>
          </ac:spMkLst>
        </pc:spChg>
        <pc:spChg chg="mod">
          <ac:chgData name="Yu, Harry" userId="d07dd713-323b-41c6-b24d-c18be50fb4fc" providerId="ADAL" clId="{196D0870-A10A-40F5-A791-3C67912576F2}" dt="2020-09-27T08:48:09.512" v="2753" actId="20577"/>
          <ac:spMkLst>
            <pc:docMk/>
            <pc:sldMk cId="516112021" sldId="357"/>
            <ac:spMk id="6" creationId="{0ED065AC-F3EF-42B0-A34B-DF7EED7FF8B9}"/>
          </ac:spMkLst>
        </pc:spChg>
        <pc:graphicFrameChg chg="mod modGraphic">
          <ac:chgData name="Yu, Harry" userId="d07dd713-323b-41c6-b24d-c18be50fb4fc" providerId="ADAL" clId="{196D0870-A10A-40F5-A791-3C67912576F2}" dt="2020-10-10T06:19:53.583" v="6258" actId="313"/>
          <ac:graphicFrameMkLst>
            <pc:docMk/>
            <pc:sldMk cId="516112021" sldId="357"/>
            <ac:graphicFrameMk id="9" creationId="{A471383B-87D3-406F-AEC8-A1732EA53B37}"/>
          </ac:graphicFrameMkLst>
        </pc:graphicFrameChg>
        <pc:picChg chg="add mod">
          <ac:chgData name="Yu, Harry" userId="d07dd713-323b-41c6-b24d-c18be50fb4fc" providerId="ADAL" clId="{196D0870-A10A-40F5-A791-3C67912576F2}" dt="2020-09-27T09:02:34.465" v="2793" actId="1037"/>
          <ac:picMkLst>
            <pc:docMk/>
            <pc:sldMk cId="516112021" sldId="357"/>
            <ac:picMk id="5" creationId="{B213D99B-CE90-4C86-AE39-9CEF45453C3D}"/>
          </ac:picMkLst>
        </pc:picChg>
        <pc:picChg chg="add mod">
          <ac:chgData name="Yu, Harry" userId="d07dd713-323b-41c6-b24d-c18be50fb4fc" providerId="ADAL" clId="{196D0870-A10A-40F5-A791-3C67912576F2}" dt="2020-09-27T09:02:42.611" v="2827" actId="1036"/>
          <ac:picMkLst>
            <pc:docMk/>
            <pc:sldMk cId="516112021" sldId="357"/>
            <ac:picMk id="7" creationId="{02D977AE-468E-4209-81A5-69F59D4A07CA}"/>
          </ac:picMkLst>
        </pc:picChg>
        <pc:picChg chg="add mod">
          <ac:chgData name="Yu, Harry" userId="d07dd713-323b-41c6-b24d-c18be50fb4fc" providerId="ADAL" clId="{196D0870-A10A-40F5-A791-3C67912576F2}" dt="2020-09-27T09:03:24.195" v="2843" actId="1037"/>
          <ac:picMkLst>
            <pc:docMk/>
            <pc:sldMk cId="516112021" sldId="357"/>
            <ac:picMk id="8" creationId="{871F3B83-98B3-48D3-AFDC-67923918C6F5}"/>
          </ac:picMkLst>
        </pc:picChg>
      </pc:sldChg>
      <pc:sldChg chg="add del">
        <pc:chgData name="Yu, Harry" userId="d07dd713-323b-41c6-b24d-c18be50fb4fc" providerId="ADAL" clId="{196D0870-A10A-40F5-A791-3C67912576F2}" dt="2020-09-27T09:04:49.282" v="2879"/>
        <pc:sldMkLst>
          <pc:docMk/>
          <pc:sldMk cId="352703078" sldId="358"/>
        </pc:sldMkLst>
      </pc:sldChg>
      <pc:sldChg chg="modSp">
        <pc:chgData name="Yu, Harry" userId="d07dd713-323b-41c6-b24d-c18be50fb4fc" providerId="ADAL" clId="{196D0870-A10A-40F5-A791-3C67912576F2}" dt="2020-09-27T09:06:26.678" v="2889"/>
        <pc:sldMkLst>
          <pc:docMk/>
          <pc:sldMk cId="2573751591" sldId="358"/>
        </pc:sldMkLst>
        <pc:spChg chg="mod">
          <ac:chgData name="Yu, Harry" userId="d07dd713-323b-41c6-b24d-c18be50fb4fc" providerId="ADAL" clId="{196D0870-A10A-40F5-A791-3C67912576F2}" dt="2020-09-27T09:06:26.678" v="2889"/>
          <ac:spMkLst>
            <pc:docMk/>
            <pc:sldMk cId="2573751591" sldId="358"/>
            <ac:spMk id="4" creationId="{1567C550-8534-4752-A750-4145E9563059}"/>
          </ac:spMkLst>
        </pc:spChg>
      </pc:sldChg>
      <pc:sldChg chg="addSp modSp">
        <pc:chgData name="Yu, Harry" userId="d07dd713-323b-41c6-b24d-c18be50fb4fc" providerId="ADAL" clId="{196D0870-A10A-40F5-A791-3C67912576F2}" dt="2020-10-29T06:26:51.228" v="12624" actId="20577"/>
        <pc:sldMkLst>
          <pc:docMk/>
          <pc:sldMk cId="762571728" sldId="359"/>
        </pc:sldMkLst>
        <pc:spChg chg="add mod">
          <ac:chgData name="Yu, Harry" userId="d07dd713-323b-41c6-b24d-c18be50fb4fc" providerId="ADAL" clId="{196D0870-A10A-40F5-A791-3C67912576F2}" dt="2020-09-27T09:11:41.730" v="2926" actId="1076"/>
          <ac:spMkLst>
            <pc:docMk/>
            <pc:sldMk cId="762571728" sldId="359"/>
            <ac:spMk id="2" creationId="{EE050B95-DF52-4376-AE7F-2990458F6EA7}"/>
          </ac:spMkLst>
        </pc:spChg>
        <pc:spChg chg="mod">
          <ac:chgData name="Yu, Harry" userId="d07dd713-323b-41c6-b24d-c18be50fb4fc" providerId="ADAL" clId="{196D0870-A10A-40F5-A791-3C67912576F2}" dt="2020-09-27T09:35:23.628" v="3145" actId="20577"/>
          <ac:spMkLst>
            <pc:docMk/>
            <pc:sldMk cId="762571728" sldId="359"/>
            <ac:spMk id="4" creationId="{739ED610-7AC8-45CD-BCC6-B494109E5D9F}"/>
          </ac:spMkLst>
        </pc:spChg>
        <pc:spChg chg="mod">
          <ac:chgData name="Yu, Harry" userId="d07dd713-323b-41c6-b24d-c18be50fb4fc" providerId="ADAL" clId="{196D0870-A10A-40F5-A791-3C67912576F2}" dt="2020-10-29T06:26:51.228" v="12624" actId="20577"/>
          <ac:spMkLst>
            <pc:docMk/>
            <pc:sldMk cId="762571728" sldId="359"/>
            <ac:spMk id="6" creationId="{0ED065AC-F3EF-42B0-A34B-DF7EED7FF8B9}"/>
          </ac:spMkLst>
        </pc:spChg>
        <pc:graphicFrameChg chg="mod modGraphic">
          <ac:chgData name="Yu, Harry" userId="d07dd713-323b-41c6-b24d-c18be50fb4fc" providerId="ADAL" clId="{196D0870-A10A-40F5-A791-3C67912576F2}" dt="2020-10-10T06:19:54.219" v="6259" actId="313"/>
          <ac:graphicFrameMkLst>
            <pc:docMk/>
            <pc:sldMk cId="762571728" sldId="359"/>
            <ac:graphicFrameMk id="9" creationId="{A471383B-87D3-406F-AEC8-A1732EA53B37}"/>
          </ac:graphicFrameMkLst>
        </pc:graphicFrameChg>
      </pc:sldChg>
      <pc:sldChg chg="addSp modSp del">
        <pc:chgData name="Yu, Harry" userId="d07dd713-323b-41c6-b24d-c18be50fb4fc" providerId="ADAL" clId="{196D0870-A10A-40F5-A791-3C67912576F2}" dt="2020-10-29T06:26:45.551" v="12622" actId="2696"/>
        <pc:sldMkLst>
          <pc:docMk/>
          <pc:sldMk cId="602838902" sldId="360"/>
        </pc:sldMkLst>
        <pc:spChg chg="mod">
          <ac:chgData name="Yu, Harry" userId="d07dd713-323b-41c6-b24d-c18be50fb4fc" providerId="ADAL" clId="{196D0870-A10A-40F5-A791-3C67912576F2}" dt="2020-09-28T01:38:05.839" v="3453" actId="20577"/>
          <ac:spMkLst>
            <pc:docMk/>
            <pc:sldMk cId="602838902" sldId="360"/>
            <ac:spMk id="6" creationId="{0ED065AC-F3EF-42B0-A34B-DF7EED7FF8B9}"/>
          </ac:spMkLst>
        </pc:spChg>
        <pc:cxnChg chg="add mod">
          <ac:chgData name="Yu, Harry" userId="d07dd713-323b-41c6-b24d-c18be50fb4fc" providerId="ADAL" clId="{196D0870-A10A-40F5-A791-3C67912576F2}" dt="2020-10-28T23:30:16.790" v="12598" actId="11529"/>
          <ac:cxnSpMkLst>
            <pc:docMk/>
            <pc:sldMk cId="602838902" sldId="360"/>
            <ac:cxnSpMk id="3" creationId="{5BFA35B8-C0EE-4309-B5DF-6E1BBE76C8A6}"/>
          </ac:cxnSpMkLst>
        </pc:cxnChg>
      </pc:sldChg>
      <pc:sldChg chg="delSp modSp">
        <pc:chgData name="Yu, Harry" userId="d07dd713-323b-41c6-b24d-c18be50fb4fc" providerId="ADAL" clId="{196D0870-A10A-40F5-A791-3C67912576F2}" dt="2020-10-29T06:26:58.989" v="12628" actId="20577"/>
        <pc:sldMkLst>
          <pc:docMk/>
          <pc:sldMk cId="1738908870" sldId="361"/>
        </pc:sldMkLst>
        <pc:spChg chg="del">
          <ac:chgData name="Yu, Harry" userId="d07dd713-323b-41c6-b24d-c18be50fb4fc" providerId="ADAL" clId="{196D0870-A10A-40F5-A791-3C67912576F2}" dt="2020-09-28T01:09:00.185" v="3165" actId="478"/>
          <ac:spMkLst>
            <pc:docMk/>
            <pc:sldMk cId="1738908870" sldId="361"/>
            <ac:spMk id="4" creationId="{739ED610-7AC8-45CD-BCC6-B494109E5D9F}"/>
          </ac:spMkLst>
        </pc:spChg>
        <pc:spChg chg="mod">
          <ac:chgData name="Yu, Harry" userId="d07dd713-323b-41c6-b24d-c18be50fb4fc" providerId="ADAL" clId="{196D0870-A10A-40F5-A791-3C67912576F2}" dt="2020-10-29T06:26:58.989" v="12628" actId="20577"/>
          <ac:spMkLst>
            <pc:docMk/>
            <pc:sldMk cId="1738908870" sldId="361"/>
            <ac:spMk id="6" creationId="{0ED065AC-F3EF-42B0-A34B-DF7EED7FF8B9}"/>
          </ac:spMkLst>
        </pc:spChg>
        <pc:graphicFrameChg chg="mod modGraphic">
          <ac:chgData name="Yu, Harry" userId="d07dd713-323b-41c6-b24d-c18be50fb4fc" providerId="ADAL" clId="{196D0870-A10A-40F5-A791-3C67912576F2}" dt="2020-09-28T01:24:05.302" v="3314" actId="207"/>
          <ac:graphicFrameMkLst>
            <pc:docMk/>
            <pc:sldMk cId="1738908870" sldId="361"/>
            <ac:graphicFrameMk id="9" creationId="{A471383B-87D3-406F-AEC8-A1732EA53B37}"/>
          </ac:graphicFrameMkLst>
        </pc:graphicFrameChg>
      </pc:sldChg>
      <pc:sldChg chg="addSp modSp">
        <pc:chgData name="Yu, Harry" userId="d07dd713-323b-41c6-b24d-c18be50fb4fc" providerId="ADAL" clId="{196D0870-A10A-40F5-A791-3C67912576F2}" dt="2020-10-29T06:27:07.267" v="12632" actId="20577"/>
        <pc:sldMkLst>
          <pc:docMk/>
          <pc:sldMk cId="1803848135" sldId="362"/>
        </pc:sldMkLst>
        <pc:spChg chg="mod">
          <ac:chgData name="Yu, Harry" userId="d07dd713-323b-41c6-b24d-c18be50fb4fc" providerId="ADAL" clId="{196D0870-A10A-40F5-A791-3C67912576F2}" dt="2020-09-28T01:26:22.426" v="3319" actId="113"/>
          <ac:spMkLst>
            <pc:docMk/>
            <pc:sldMk cId="1803848135" sldId="362"/>
            <ac:spMk id="2" creationId="{EE050B95-DF52-4376-AE7F-2990458F6EA7}"/>
          </ac:spMkLst>
        </pc:spChg>
        <pc:spChg chg="mod">
          <ac:chgData name="Yu, Harry" userId="d07dd713-323b-41c6-b24d-c18be50fb4fc" providerId="ADAL" clId="{196D0870-A10A-40F5-A791-3C67912576F2}" dt="2020-10-12T06:35:13.227" v="8799" actId="20577"/>
          <ac:spMkLst>
            <pc:docMk/>
            <pc:sldMk cId="1803848135" sldId="362"/>
            <ac:spMk id="4" creationId="{739ED610-7AC8-45CD-BCC6-B494109E5D9F}"/>
          </ac:spMkLst>
        </pc:spChg>
        <pc:spChg chg="mod">
          <ac:chgData name="Yu, Harry" userId="d07dd713-323b-41c6-b24d-c18be50fb4fc" providerId="ADAL" clId="{196D0870-A10A-40F5-A791-3C67912576F2}" dt="2020-10-29T06:27:07.267" v="12632" actId="20577"/>
          <ac:spMkLst>
            <pc:docMk/>
            <pc:sldMk cId="1803848135" sldId="362"/>
            <ac:spMk id="6" creationId="{0ED065AC-F3EF-42B0-A34B-DF7EED7FF8B9}"/>
          </ac:spMkLst>
        </pc:spChg>
        <pc:spChg chg="add">
          <ac:chgData name="Yu, Harry" userId="d07dd713-323b-41c6-b24d-c18be50fb4fc" providerId="ADAL" clId="{196D0870-A10A-40F5-A791-3C67912576F2}" dt="2020-10-19T06:37:34.070" v="10378"/>
          <ac:spMkLst>
            <pc:docMk/>
            <pc:sldMk cId="1803848135" sldId="362"/>
            <ac:spMk id="7" creationId="{2D505846-F083-4C9E-B976-EEED6C71670D}"/>
          </ac:spMkLst>
        </pc:spChg>
        <pc:graphicFrameChg chg="mod modGraphic">
          <ac:chgData name="Yu, Harry" userId="d07dd713-323b-41c6-b24d-c18be50fb4fc" providerId="ADAL" clId="{196D0870-A10A-40F5-A791-3C67912576F2}" dt="2020-09-28T01:33:20.850" v="3355" actId="207"/>
          <ac:graphicFrameMkLst>
            <pc:docMk/>
            <pc:sldMk cId="1803848135" sldId="362"/>
            <ac:graphicFrameMk id="9" creationId="{A471383B-87D3-406F-AEC8-A1732EA53B37}"/>
          </ac:graphicFrameMkLst>
        </pc:graphicFrameChg>
      </pc:sldChg>
      <pc:sldChg chg="del">
        <pc:chgData name="Yu, Harry" userId="d07dd713-323b-41c6-b24d-c18be50fb4fc" providerId="ADAL" clId="{196D0870-A10A-40F5-A791-3C67912576F2}" dt="2020-09-28T01:24:57.391" v="3315" actId="2696"/>
        <pc:sldMkLst>
          <pc:docMk/>
          <pc:sldMk cId="2631405045" sldId="362"/>
        </pc:sldMkLst>
      </pc:sldChg>
      <pc:sldChg chg="modSp">
        <pc:chgData name="Yu, Harry" userId="d07dd713-323b-41c6-b24d-c18be50fb4fc" providerId="ADAL" clId="{196D0870-A10A-40F5-A791-3C67912576F2}" dt="2020-09-28T01:36:19.709" v="3442"/>
        <pc:sldMkLst>
          <pc:docMk/>
          <pc:sldMk cId="830645897" sldId="363"/>
        </pc:sldMkLst>
        <pc:spChg chg="mod">
          <ac:chgData name="Yu, Harry" userId="d07dd713-323b-41c6-b24d-c18be50fb4fc" providerId="ADAL" clId="{196D0870-A10A-40F5-A791-3C67912576F2}" dt="2020-09-28T01:36:19.709" v="3442"/>
          <ac:spMkLst>
            <pc:docMk/>
            <pc:sldMk cId="830645897" sldId="363"/>
            <ac:spMk id="4" creationId="{1567C550-8534-4752-A750-4145E9563059}"/>
          </ac:spMkLst>
        </pc:spChg>
      </pc:sldChg>
      <pc:sldChg chg="addSp modSp">
        <pc:chgData name="Yu, Harry" userId="d07dd713-323b-41c6-b24d-c18be50fb4fc" providerId="ADAL" clId="{196D0870-A10A-40F5-A791-3C67912576F2}" dt="2020-10-19T06:39:46.194" v="10380"/>
        <pc:sldMkLst>
          <pc:docMk/>
          <pc:sldMk cId="2483991268" sldId="364"/>
        </pc:sldMkLst>
        <pc:spChg chg="mod">
          <ac:chgData name="Yu, Harry" userId="d07dd713-323b-41c6-b24d-c18be50fb4fc" providerId="ADAL" clId="{196D0870-A10A-40F5-A791-3C67912576F2}" dt="2020-09-30T07:36:27.431" v="5898" actId="20577"/>
          <ac:spMkLst>
            <pc:docMk/>
            <pc:sldMk cId="2483991268" sldId="364"/>
            <ac:spMk id="4" creationId="{739ED610-7AC8-45CD-BCC6-B494109E5D9F}"/>
          </ac:spMkLst>
        </pc:spChg>
        <pc:spChg chg="add">
          <ac:chgData name="Yu, Harry" userId="d07dd713-323b-41c6-b24d-c18be50fb4fc" providerId="ADAL" clId="{196D0870-A10A-40F5-A791-3C67912576F2}" dt="2020-10-19T06:39:46.194" v="10380"/>
          <ac:spMkLst>
            <pc:docMk/>
            <pc:sldMk cId="2483991268" sldId="364"/>
            <ac:spMk id="5" creationId="{3FB68C6B-3832-4135-B2C8-BC59823ECBE2}"/>
          </ac:spMkLst>
        </pc:spChg>
        <pc:spChg chg="mod">
          <ac:chgData name="Yu, Harry" userId="d07dd713-323b-41c6-b24d-c18be50fb4fc" providerId="ADAL" clId="{196D0870-A10A-40F5-A791-3C67912576F2}" dt="2020-09-28T04:01:54.974" v="4075" actId="20577"/>
          <ac:spMkLst>
            <pc:docMk/>
            <pc:sldMk cId="2483991268" sldId="364"/>
            <ac:spMk id="6" creationId="{0ED065AC-F3EF-42B0-A34B-DF7EED7FF8B9}"/>
          </ac:spMkLst>
        </pc:spChg>
        <pc:graphicFrameChg chg="mod modGraphic">
          <ac:chgData name="Yu, Harry" userId="d07dd713-323b-41c6-b24d-c18be50fb4fc" providerId="ADAL" clId="{196D0870-A10A-40F5-A791-3C67912576F2}" dt="2020-09-28T04:03:17.166" v="4082" actId="207"/>
          <ac:graphicFrameMkLst>
            <pc:docMk/>
            <pc:sldMk cId="2483991268" sldId="364"/>
            <ac:graphicFrameMk id="9" creationId="{A471383B-87D3-406F-AEC8-A1732EA53B37}"/>
          </ac:graphicFrameMkLst>
        </pc:graphicFrameChg>
      </pc:sldChg>
      <pc:sldChg chg="addSp modSp">
        <pc:chgData name="Yu, Harry" userId="d07dd713-323b-41c6-b24d-c18be50fb4fc" providerId="ADAL" clId="{196D0870-A10A-40F5-A791-3C67912576F2}" dt="2020-10-22T03:55:14.464" v="11019" actId="1038"/>
        <pc:sldMkLst>
          <pc:docMk/>
          <pc:sldMk cId="4124176753" sldId="365"/>
        </pc:sldMkLst>
        <pc:spChg chg="add mod">
          <ac:chgData name="Yu, Harry" userId="d07dd713-323b-41c6-b24d-c18be50fb4fc" providerId="ADAL" clId="{196D0870-A10A-40F5-A791-3C67912576F2}" dt="2020-10-22T03:55:14.464" v="11019" actId="1038"/>
          <ac:spMkLst>
            <pc:docMk/>
            <pc:sldMk cId="4124176753" sldId="365"/>
            <ac:spMk id="2" creationId="{8E4E1CAD-729D-40A3-AA83-C93644CA1EF8}"/>
          </ac:spMkLst>
        </pc:spChg>
        <pc:spChg chg="add">
          <ac:chgData name="Yu, Harry" userId="d07dd713-323b-41c6-b24d-c18be50fb4fc" providerId="ADAL" clId="{196D0870-A10A-40F5-A791-3C67912576F2}" dt="2020-10-19T06:38:34.044" v="10379"/>
          <ac:spMkLst>
            <pc:docMk/>
            <pc:sldMk cId="4124176753" sldId="365"/>
            <ac:spMk id="5" creationId="{E64EDFB3-FFC1-4F3C-9668-8E0017D7B384}"/>
          </ac:spMkLst>
        </pc:spChg>
        <pc:spChg chg="mod">
          <ac:chgData name="Yu, Harry" userId="d07dd713-323b-41c6-b24d-c18be50fb4fc" providerId="ADAL" clId="{196D0870-A10A-40F5-A791-3C67912576F2}" dt="2020-09-28T04:01:59.941" v="4076" actId="20577"/>
          <ac:spMkLst>
            <pc:docMk/>
            <pc:sldMk cId="4124176753" sldId="365"/>
            <ac:spMk id="6" creationId="{0ED065AC-F3EF-42B0-A34B-DF7EED7FF8B9}"/>
          </ac:spMkLst>
        </pc:spChg>
        <pc:spChg chg="mod">
          <ac:chgData name="Yu, Harry" userId="d07dd713-323b-41c6-b24d-c18be50fb4fc" providerId="ADAL" clId="{196D0870-A10A-40F5-A791-3C67912576F2}" dt="2020-10-22T03:55:01.625" v="11013" actId="1076"/>
          <ac:spMkLst>
            <pc:docMk/>
            <pc:sldMk cId="4124176753" sldId="365"/>
            <ac:spMk id="11" creationId="{3B0E5B35-F8D6-4092-AA4A-BCC690B2229D}"/>
          </ac:spMkLst>
        </pc:spChg>
        <pc:graphicFrameChg chg="mod modGraphic">
          <ac:chgData name="Yu, Harry" userId="d07dd713-323b-41c6-b24d-c18be50fb4fc" providerId="ADAL" clId="{196D0870-A10A-40F5-A791-3C67912576F2}" dt="2020-09-28T02:41:32.375" v="3479" actId="207"/>
          <ac:graphicFrameMkLst>
            <pc:docMk/>
            <pc:sldMk cId="4124176753" sldId="365"/>
            <ac:graphicFrameMk id="9" creationId="{A471383B-87D3-406F-AEC8-A1732EA53B37}"/>
          </ac:graphicFrameMkLst>
        </pc:graphicFrameChg>
      </pc:sldChg>
      <pc:sldChg chg="modSp">
        <pc:chgData name="Yu, Harry" userId="d07dd713-323b-41c6-b24d-c18be50fb4fc" providerId="ADAL" clId="{196D0870-A10A-40F5-A791-3C67912576F2}" dt="2020-09-28T04:17:36.966" v="4126" actId="20577"/>
        <pc:sldMkLst>
          <pc:docMk/>
          <pc:sldMk cId="1291149336" sldId="366"/>
        </pc:sldMkLst>
        <pc:spChg chg="mod">
          <ac:chgData name="Yu, Harry" userId="d07dd713-323b-41c6-b24d-c18be50fb4fc" providerId="ADAL" clId="{196D0870-A10A-40F5-A791-3C67912576F2}" dt="2020-09-28T04:01:49.441" v="4074" actId="20577"/>
          <ac:spMkLst>
            <pc:docMk/>
            <pc:sldMk cId="1291149336" sldId="366"/>
            <ac:spMk id="6" creationId="{0ED065AC-F3EF-42B0-A34B-DF7EED7FF8B9}"/>
          </ac:spMkLst>
        </pc:spChg>
        <pc:graphicFrameChg chg="mod modGraphic">
          <ac:chgData name="Yu, Harry" userId="d07dd713-323b-41c6-b24d-c18be50fb4fc" providerId="ADAL" clId="{196D0870-A10A-40F5-A791-3C67912576F2}" dt="2020-09-28T04:17:36.966" v="4126" actId="20577"/>
          <ac:graphicFrameMkLst>
            <pc:docMk/>
            <pc:sldMk cId="1291149336" sldId="366"/>
            <ac:graphicFrameMk id="9" creationId="{A471383B-87D3-406F-AEC8-A1732EA53B37}"/>
          </ac:graphicFrameMkLst>
        </pc:graphicFrameChg>
      </pc:sldChg>
      <pc:sldChg chg="modSp">
        <pc:chgData name="Yu, Harry" userId="d07dd713-323b-41c6-b24d-c18be50fb4fc" providerId="ADAL" clId="{196D0870-A10A-40F5-A791-3C67912576F2}" dt="2020-09-28T04:13:08.590" v="4115"/>
        <pc:sldMkLst>
          <pc:docMk/>
          <pc:sldMk cId="2886081286" sldId="367"/>
        </pc:sldMkLst>
        <pc:spChg chg="mod">
          <ac:chgData name="Yu, Harry" userId="d07dd713-323b-41c6-b24d-c18be50fb4fc" providerId="ADAL" clId="{196D0870-A10A-40F5-A791-3C67912576F2}" dt="2020-09-28T04:13:08.590" v="4115"/>
          <ac:spMkLst>
            <pc:docMk/>
            <pc:sldMk cId="2886081286" sldId="367"/>
            <ac:spMk id="4" creationId="{1567C550-8534-4752-A750-4145E9563059}"/>
          </ac:spMkLst>
        </pc:spChg>
      </pc:sldChg>
      <pc:sldChg chg="modSp">
        <pc:chgData name="Yu, Harry" userId="d07dd713-323b-41c6-b24d-c18be50fb4fc" providerId="ADAL" clId="{196D0870-A10A-40F5-A791-3C67912576F2}" dt="2020-10-10T08:09:16.178" v="6957"/>
        <pc:sldMkLst>
          <pc:docMk/>
          <pc:sldMk cId="914646431" sldId="368"/>
        </pc:sldMkLst>
        <pc:spChg chg="mod">
          <ac:chgData name="Yu, Harry" userId="d07dd713-323b-41c6-b24d-c18be50fb4fc" providerId="ADAL" clId="{196D0870-A10A-40F5-A791-3C67912576F2}" dt="2020-10-10T08:09:16.178" v="6957"/>
          <ac:spMkLst>
            <pc:docMk/>
            <pc:sldMk cId="914646431" sldId="368"/>
            <ac:spMk id="6" creationId="{0ED065AC-F3EF-42B0-A34B-DF7EED7FF8B9}"/>
          </ac:spMkLst>
        </pc:spChg>
        <pc:spChg chg="mod">
          <ac:chgData name="Yu, Harry" userId="d07dd713-323b-41c6-b24d-c18be50fb4fc" providerId="ADAL" clId="{196D0870-A10A-40F5-A791-3C67912576F2}" dt="2020-09-28T04:21:21.179" v="4346" actId="20577"/>
          <ac:spMkLst>
            <pc:docMk/>
            <pc:sldMk cId="914646431" sldId="368"/>
            <ac:spMk id="11" creationId="{3B0E5B35-F8D6-4092-AA4A-BCC690B2229D}"/>
          </ac:spMkLst>
        </pc:spChg>
        <pc:graphicFrameChg chg="mod modGraphic">
          <ac:chgData name="Yu, Harry" userId="d07dd713-323b-41c6-b24d-c18be50fb4fc" providerId="ADAL" clId="{196D0870-A10A-40F5-A791-3C67912576F2}" dt="2020-09-28T04:19:31.720" v="4136" actId="207"/>
          <ac:graphicFrameMkLst>
            <pc:docMk/>
            <pc:sldMk cId="914646431" sldId="368"/>
            <ac:graphicFrameMk id="9" creationId="{A471383B-87D3-406F-AEC8-A1732EA53B37}"/>
          </ac:graphicFrameMkLst>
        </pc:graphicFrameChg>
      </pc:sldChg>
      <pc:sldChg chg="addSp delSp modSp">
        <pc:chgData name="Yu, Harry" userId="d07dd713-323b-41c6-b24d-c18be50fb4fc" providerId="ADAL" clId="{196D0870-A10A-40F5-A791-3C67912576F2}" dt="2020-10-29T09:22:28.340" v="12713" actId="207"/>
        <pc:sldMkLst>
          <pc:docMk/>
          <pc:sldMk cId="3718417336" sldId="369"/>
        </pc:sldMkLst>
        <pc:spChg chg="mod">
          <ac:chgData name="Yu, Harry" userId="d07dd713-323b-41c6-b24d-c18be50fb4fc" providerId="ADAL" clId="{196D0870-A10A-40F5-A791-3C67912576F2}" dt="2020-10-10T08:09:20.780" v="6958"/>
          <ac:spMkLst>
            <pc:docMk/>
            <pc:sldMk cId="3718417336" sldId="369"/>
            <ac:spMk id="6" creationId="{0ED065AC-F3EF-42B0-A34B-DF7EED7FF8B9}"/>
          </ac:spMkLst>
        </pc:spChg>
        <pc:spChg chg="add del mod">
          <ac:chgData name="Yu, Harry" userId="d07dd713-323b-41c6-b24d-c18be50fb4fc" providerId="ADAL" clId="{196D0870-A10A-40F5-A791-3C67912576F2}" dt="2020-09-29T08:42:09.983" v="5042" actId="478"/>
          <ac:spMkLst>
            <pc:docMk/>
            <pc:sldMk cId="3718417336" sldId="369"/>
            <ac:spMk id="7" creationId="{89E1BA4A-1027-431C-BD6B-ADB2E119615C}"/>
          </ac:spMkLst>
        </pc:spChg>
        <pc:spChg chg="del">
          <ac:chgData name="Yu, Harry" userId="d07dd713-323b-41c6-b24d-c18be50fb4fc" providerId="ADAL" clId="{196D0870-A10A-40F5-A791-3C67912576F2}" dt="2020-09-28T04:23:21.229" v="4347" actId="478"/>
          <ac:spMkLst>
            <pc:docMk/>
            <pc:sldMk cId="3718417336" sldId="369"/>
            <ac:spMk id="11" creationId="{3B0E5B35-F8D6-4092-AA4A-BCC690B2229D}"/>
          </ac:spMkLst>
        </pc:spChg>
        <pc:graphicFrameChg chg="add del mod">
          <ac:chgData name="Yu, Harry" userId="d07dd713-323b-41c6-b24d-c18be50fb4fc" providerId="ADAL" clId="{196D0870-A10A-40F5-A791-3C67912576F2}" dt="2020-09-28T04:25:45.968" v="4352" actId="478"/>
          <ac:graphicFrameMkLst>
            <pc:docMk/>
            <pc:sldMk cId="3718417336" sldId="369"/>
            <ac:graphicFrameMk id="2" creationId="{3DD01C5F-FA06-41C4-ABE4-DEE1A15982DD}"/>
          </ac:graphicFrameMkLst>
        </pc:graphicFrameChg>
        <pc:graphicFrameChg chg="mod modGraphic">
          <ac:chgData name="Yu, Harry" userId="d07dd713-323b-41c6-b24d-c18be50fb4fc" providerId="ADAL" clId="{196D0870-A10A-40F5-A791-3C67912576F2}" dt="2020-10-29T09:22:28.340" v="12713" actId="207"/>
          <ac:graphicFrameMkLst>
            <pc:docMk/>
            <pc:sldMk cId="3718417336" sldId="369"/>
            <ac:graphicFrameMk id="9" creationId="{A471383B-87D3-406F-AEC8-A1732EA53B37}"/>
          </ac:graphicFrameMkLst>
        </pc:graphicFrameChg>
      </pc:sldChg>
      <pc:sldChg chg="addSp delSp modSp">
        <pc:chgData name="Yu, Harry" userId="d07dd713-323b-41c6-b24d-c18be50fb4fc" providerId="ADAL" clId="{196D0870-A10A-40F5-A791-3C67912576F2}" dt="2020-10-21T23:53:24.129" v="11008" actId="20577"/>
        <pc:sldMkLst>
          <pc:docMk/>
          <pc:sldMk cId="332865271" sldId="370"/>
        </pc:sldMkLst>
        <pc:spChg chg="add del">
          <ac:chgData name="Yu, Harry" userId="d07dd713-323b-41c6-b24d-c18be50fb4fc" providerId="ADAL" clId="{196D0870-A10A-40F5-A791-3C67912576F2}" dt="2020-09-29T08:40:44.729" v="5040" actId="478"/>
          <ac:spMkLst>
            <pc:docMk/>
            <pc:sldMk cId="332865271" sldId="370"/>
            <ac:spMk id="4" creationId="{739ED610-7AC8-45CD-BCC6-B494109E5D9F}"/>
          </ac:spMkLst>
        </pc:spChg>
        <pc:spChg chg="add mod">
          <ac:chgData name="Yu, Harry" userId="d07dd713-323b-41c6-b24d-c18be50fb4fc" providerId="ADAL" clId="{196D0870-A10A-40F5-A791-3C67912576F2}" dt="2020-10-21T23:53:24.129" v="11008" actId="20577"/>
          <ac:spMkLst>
            <pc:docMk/>
            <pc:sldMk cId="332865271" sldId="370"/>
            <ac:spMk id="5" creationId="{CDE95802-C1DE-421A-A844-AD78F2D7EDA6}"/>
          </ac:spMkLst>
        </pc:spChg>
        <pc:spChg chg="mod">
          <ac:chgData name="Yu, Harry" userId="d07dd713-323b-41c6-b24d-c18be50fb4fc" providerId="ADAL" clId="{196D0870-A10A-40F5-A791-3C67912576F2}" dt="2020-10-10T08:09:25.690" v="6959"/>
          <ac:spMkLst>
            <pc:docMk/>
            <pc:sldMk cId="332865271" sldId="370"/>
            <ac:spMk id="6" creationId="{0ED065AC-F3EF-42B0-A34B-DF7EED7FF8B9}"/>
          </ac:spMkLst>
        </pc:spChg>
        <pc:spChg chg="add mod">
          <ac:chgData name="Yu, Harry" userId="d07dd713-323b-41c6-b24d-c18be50fb4fc" providerId="ADAL" clId="{196D0870-A10A-40F5-A791-3C67912576F2}" dt="2020-10-20T06:04:38.391" v="10961" actId="20577"/>
          <ac:spMkLst>
            <pc:docMk/>
            <pc:sldMk cId="332865271" sldId="370"/>
            <ac:spMk id="7" creationId="{B84CFCD8-C513-4102-B4C7-D143FD02E1EA}"/>
          </ac:spMkLst>
        </pc:spChg>
        <pc:spChg chg="add">
          <ac:chgData name="Yu, Harry" userId="d07dd713-323b-41c6-b24d-c18be50fb4fc" providerId="ADAL" clId="{196D0870-A10A-40F5-A791-3C67912576F2}" dt="2020-10-19T06:40:44.193" v="10381"/>
          <ac:spMkLst>
            <pc:docMk/>
            <pc:sldMk cId="332865271" sldId="370"/>
            <ac:spMk id="8" creationId="{2E568A9A-D1A7-4930-8FAF-022030669388}"/>
          </ac:spMkLst>
        </pc:spChg>
        <pc:graphicFrameChg chg="add del mod modGraphic">
          <ac:chgData name="Yu, Harry" userId="d07dd713-323b-41c6-b24d-c18be50fb4fc" providerId="ADAL" clId="{196D0870-A10A-40F5-A791-3C67912576F2}" dt="2020-10-20T06:06:12.831" v="10979" actId="207"/>
          <ac:graphicFrameMkLst>
            <pc:docMk/>
            <pc:sldMk cId="332865271" sldId="370"/>
            <ac:graphicFrameMk id="9" creationId="{A471383B-87D3-406F-AEC8-A1732EA53B37}"/>
          </ac:graphicFrameMkLst>
        </pc:graphicFrameChg>
      </pc:sldChg>
      <pc:sldChg chg="delSp modSp">
        <pc:chgData name="Yu, Harry" userId="d07dd713-323b-41c6-b24d-c18be50fb4fc" providerId="ADAL" clId="{196D0870-A10A-40F5-A791-3C67912576F2}" dt="2020-10-10T08:09:31.715" v="6960"/>
        <pc:sldMkLst>
          <pc:docMk/>
          <pc:sldMk cId="1301221291" sldId="371"/>
        </pc:sldMkLst>
        <pc:spChg chg="del mod">
          <ac:chgData name="Yu, Harry" userId="d07dd713-323b-41c6-b24d-c18be50fb4fc" providerId="ADAL" clId="{196D0870-A10A-40F5-A791-3C67912576F2}" dt="2020-09-30T07:33:05.618" v="5878"/>
          <ac:spMkLst>
            <pc:docMk/>
            <pc:sldMk cId="1301221291" sldId="371"/>
            <ac:spMk id="4" creationId="{739ED610-7AC8-45CD-BCC6-B494109E5D9F}"/>
          </ac:spMkLst>
        </pc:spChg>
        <pc:spChg chg="mod">
          <ac:chgData name="Yu, Harry" userId="d07dd713-323b-41c6-b24d-c18be50fb4fc" providerId="ADAL" clId="{196D0870-A10A-40F5-A791-3C67912576F2}" dt="2020-10-10T08:09:31.715" v="6960"/>
          <ac:spMkLst>
            <pc:docMk/>
            <pc:sldMk cId="1301221291" sldId="371"/>
            <ac:spMk id="6" creationId="{0ED065AC-F3EF-42B0-A34B-DF7EED7FF8B9}"/>
          </ac:spMkLst>
        </pc:spChg>
        <pc:graphicFrameChg chg="mod modGraphic">
          <ac:chgData name="Yu, Harry" userId="d07dd713-323b-41c6-b24d-c18be50fb4fc" providerId="ADAL" clId="{196D0870-A10A-40F5-A791-3C67912576F2}" dt="2020-09-30T07:45:47.918" v="5977" actId="20577"/>
          <ac:graphicFrameMkLst>
            <pc:docMk/>
            <pc:sldMk cId="1301221291" sldId="371"/>
            <ac:graphicFrameMk id="9" creationId="{A471383B-87D3-406F-AEC8-A1732EA53B37}"/>
          </ac:graphicFrameMkLst>
        </pc:graphicFrameChg>
      </pc:sldChg>
      <pc:sldChg chg="addSp delSp modSp">
        <pc:chgData name="Yu, Harry" userId="d07dd713-323b-41c6-b24d-c18be50fb4fc" providerId="ADAL" clId="{196D0870-A10A-40F5-A791-3C67912576F2}" dt="2020-10-10T08:09:36.575" v="6961"/>
        <pc:sldMkLst>
          <pc:docMk/>
          <pc:sldMk cId="777599342" sldId="372"/>
        </pc:sldMkLst>
        <pc:spChg chg="add mod">
          <ac:chgData name="Yu, Harry" userId="d07dd713-323b-41c6-b24d-c18be50fb4fc" providerId="ADAL" clId="{196D0870-A10A-40F5-A791-3C67912576F2}" dt="2020-10-10T06:44:04.903" v="6644" actId="1076"/>
          <ac:spMkLst>
            <pc:docMk/>
            <pc:sldMk cId="777599342" sldId="372"/>
            <ac:spMk id="5" creationId="{7F36F3DA-DB26-4EFF-A2D8-5FDFBFA93E48}"/>
          </ac:spMkLst>
        </pc:spChg>
        <pc:spChg chg="mod">
          <ac:chgData name="Yu, Harry" userId="d07dd713-323b-41c6-b24d-c18be50fb4fc" providerId="ADAL" clId="{196D0870-A10A-40F5-A791-3C67912576F2}" dt="2020-10-10T08:09:36.575" v="6961"/>
          <ac:spMkLst>
            <pc:docMk/>
            <pc:sldMk cId="777599342" sldId="372"/>
            <ac:spMk id="6" creationId="{0ED065AC-F3EF-42B0-A34B-DF7EED7FF8B9}"/>
          </ac:spMkLst>
        </pc:spChg>
        <pc:graphicFrameChg chg="add del mod modGraphic">
          <ac:chgData name="Yu, Harry" userId="d07dd713-323b-41c6-b24d-c18be50fb4fc" providerId="ADAL" clId="{196D0870-A10A-40F5-A791-3C67912576F2}" dt="2020-10-10T06:19:56.569" v="6262" actId="313"/>
          <ac:graphicFrameMkLst>
            <pc:docMk/>
            <pc:sldMk cId="777599342" sldId="372"/>
            <ac:graphicFrameMk id="4" creationId="{F9AFED7C-8782-438F-A74C-3F98A375AED2}"/>
          </ac:graphicFrameMkLst>
        </pc:graphicFrameChg>
        <pc:graphicFrameChg chg="del">
          <ac:chgData name="Yu, Harry" userId="d07dd713-323b-41c6-b24d-c18be50fb4fc" providerId="ADAL" clId="{196D0870-A10A-40F5-A791-3C67912576F2}" dt="2020-09-30T07:39:12.967" v="5901" actId="478"/>
          <ac:graphicFrameMkLst>
            <pc:docMk/>
            <pc:sldMk cId="777599342" sldId="372"/>
            <ac:graphicFrameMk id="9" creationId="{A471383B-87D3-406F-AEC8-A1732EA53B37}"/>
          </ac:graphicFrameMkLst>
        </pc:graphicFrameChg>
      </pc:sldChg>
      <pc:sldChg chg="modSp">
        <pc:chgData name="Yu, Harry" userId="d07dd713-323b-41c6-b24d-c18be50fb4fc" providerId="ADAL" clId="{196D0870-A10A-40F5-A791-3C67912576F2}" dt="2020-10-10T08:09:46.182" v="6962"/>
        <pc:sldMkLst>
          <pc:docMk/>
          <pc:sldMk cId="1828527808" sldId="373"/>
        </pc:sldMkLst>
        <pc:spChg chg="mod">
          <ac:chgData name="Yu, Harry" userId="d07dd713-323b-41c6-b24d-c18be50fb4fc" providerId="ADAL" clId="{196D0870-A10A-40F5-A791-3C67912576F2}" dt="2020-10-10T08:09:46.182" v="6962"/>
          <ac:spMkLst>
            <pc:docMk/>
            <pc:sldMk cId="1828527808" sldId="373"/>
            <ac:spMk id="6" creationId="{0ED065AC-F3EF-42B0-A34B-DF7EED7FF8B9}"/>
          </ac:spMkLst>
        </pc:spChg>
        <pc:graphicFrameChg chg="mod modGraphic">
          <ac:chgData name="Yu, Harry" userId="d07dd713-323b-41c6-b24d-c18be50fb4fc" providerId="ADAL" clId="{196D0870-A10A-40F5-A791-3C67912576F2}" dt="2020-10-10T06:28:10.044" v="6315" actId="1076"/>
          <ac:graphicFrameMkLst>
            <pc:docMk/>
            <pc:sldMk cId="1828527808" sldId="373"/>
            <ac:graphicFrameMk id="4" creationId="{F9AFED7C-8782-438F-A74C-3F98A375AED2}"/>
          </ac:graphicFrameMkLst>
        </pc:graphicFrameChg>
      </pc:sldChg>
      <pc:sldChg chg="addSp delSp modSp">
        <pc:chgData name="Yu, Harry" userId="d07dd713-323b-41c6-b24d-c18be50fb4fc" providerId="ADAL" clId="{196D0870-A10A-40F5-A791-3C67912576F2}" dt="2020-10-10T08:09:55.318" v="6963"/>
        <pc:sldMkLst>
          <pc:docMk/>
          <pc:sldMk cId="2145281802" sldId="374"/>
        </pc:sldMkLst>
        <pc:spChg chg="add mod">
          <ac:chgData name="Yu, Harry" userId="d07dd713-323b-41c6-b24d-c18be50fb4fc" providerId="ADAL" clId="{196D0870-A10A-40F5-A791-3C67912576F2}" dt="2020-10-10T06:30:58.329" v="6330" actId="1076"/>
          <ac:spMkLst>
            <pc:docMk/>
            <pc:sldMk cId="2145281802" sldId="374"/>
            <ac:spMk id="3" creationId="{A64FE6B8-0A3E-42F0-B711-6C4D2E0ED4F5}"/>
          </ac:spMkLst>
        </pc:spChg>
        <pc:spChg chg="mod">
          <ac:chgData name="Yu, Harry" userId="d07dd713-323b-41c6-b24d-c18be50fb4fc" providerId="ADAL" clId="{196D0870-A10A-40F5-A791-3C67912576F2}" dt="2020-10-10T08:09:55.318" v="6963"/>
          <ac:spMkLst>
            <pc:docMk/>
            <pc:sldMk cId="2145281802" sldId="374"/>
            <ac:spMk id="6" creationId="{0ED065AC-F3EF-42B0-A34B-DF7EED7FF8B9}"/>
          </ac:spMkLst>
        </pc:spChg>
        <pc:spChg chg="add mod">
          <ac:chgData name="Yu, Harry" userId="d07dd713-323b-41c6-b24d-c18be50fb4fc" providerId="ADAL" clId="{196D0870-A10A-40F5-A791-3C67912576F2}" dt="2020-10-10T06:33:29.228" v="6532" actId="1076"/>
          <ac:spMkLst>
            <pc:docMk/>
            <pc:sldMk cId="2145281802" sldId="374"/>
            <ac:spMk id="7" creationId="{0AC2C3EC-5105-4933-BD9F-28D5D48E4395}"/>
          </ac:spMkLst>
        </pc:spChg>
        <pc:graphicFrameChg chg="add del">
          <ac:chgData name="Yu, Harry" userId="d07dd713-323b-41c6-b24d-c18be50fb4fc" providerId="ADAL" clId="{196D0870-A10A-40F5-A791-3C67912576F2}" dt="2020-10-10T06:29:50.215" v="6322"/>
          <ac:graphicFrameMkLst>
            <pc:docMk/>
            <pc:sldMk cId="2145281802" sldId="374"/>
            <ac:graphicFrameMk id="2" creationId="{B25BA877-3A49-4F02-8D74-440135839463}"/>
          </ac:graphicFrameMkLst>
        </pc:graphicFrameChg>
        <pc:graphicFrameChg chg="del">
          <ac:chgData name="Yu, Harry" userId="d07dd713-323b-41c6-b24d-c18be50fb4fc" providerId="ADAL" clId="{196D0870-A10A-40F5-A791-3C67912576F2}" dt="2020-10-10T06:29:36.577" v="6320" actId="478"/>
          <ac:graphicFrameMkLst>
            <pc:docMk/>
            <pc:sldMk cId="2145281802" sldId="374"/>
            <ac:graphicFrameMk id="9" creationId="{A471383B-87D3-406F-AEC8-A1732EA53B37}"/>
          </ac:graphicFrameMkLst>
        </pc:graphicFrameChg>
      </pc:sldChg>
      <pc:sldChg chg="addSp delSp modSp add">
        <pc:chgData name="Yu, Harry" userId="d07dd713-323b-41c6-b24d-c18be50fb4fc" providerId="ADAL" clId="{196D0870-A10A-40F5-A791-3C67912576F2}" dt="2020-10-20T01:41:18.568" v="10533" actId="20577"/>
        <pc:sldMkLst>
          <pc:docMk/>
          <pc:sldMk cId="4193153865" sldId="375"/>
        </pc:sldMkLst>
        <pc:spChg chg="mod">
          <ac:chgData name="Yu, Harry" userId="d07dd713-323b-41c6-b24d-c18be50fb4fc" providerId="ADAL" clId="{196D0870-A10A-40F5-A791-3C67912576F2}" dt="2020-10-20T01:41:18.568" v="10533" actId="20577"/>
          <ac:spMkLst>
            <pc:docMk/>
            <pc:sldMk cId="4193153865" sldId="375"/>
            <ac:spMk id="2" creationId="{16893625-44AD-4340-A7BB-FDBA32164A9A}"/>
          </ac:spMkLst>
        </pc:spChg>
        <pc:spChg chg="del">
          <ac:chgData name="Yu, Harry" userId="d07dd713-323b-41c6-b24d-c18be50fb4fc" providerId="ADAL" clId="{196D0870-A10A-40F5-A791-3C67912576F2}" dt="2020-10-10T06:34:13.070" v="6590" actId="478"/>
          <ac:spMkLst>
            <pc:docMk/>
            <pc:sldMk cId="4193153865" sldId="375"/>
            <ac:spMk id="3" creationId="{1720C4A2-966A-4902-8DD1-6C969CC8A497}"/>
          </ac:spMkLst>
        </pc:spChg>
        <pc:spChg chg="del">
          <ac:chgData name="Yu, Harry" userId="d07dd713-323b-41c6-b24d-c18be50fb4fc" providerId="ADAL" clId="{196D0870-A10A-40F5-A791-3C67912576F2}" dt="2020-10-10T06:34:10.239" v="6589" actId="478"/>
          <ac:spMkLst>
            <pc:docMk/>
            <pc:sldMk cId="4193153865" sldId="375"/>
            <ac:spMk id="4" creationId="{2FCD32BE-60C7-4DD8-8909-BD40875DCB1A}"/>
          </ac:spMkLst>
        </pc:spChg>
        <pc:spChg chg="add">
          <ac:chgData name="Yu, Harry" userId="d07dd713-323b-41c6-b24d-c18be50fb4fc" providerId="ADAL" clId="{196D0870-A10A-40F5-A791-3C67912576F2}" dt="2020-10-10T06:42:51.606" v="6642"/>
          <ac:spMkLst>
            <pc:docMk/>
            <pc:sldMk cId="4193153865" sldId="375"/>
            <ac:spMk id="11" creationId="{AC2B9EA6-5B96-4ABC-9AF2-B6A0D320B885}"/>
          </ac:spMkLst>
        </pc:spChg>
        <pc:picChg chg="add mod">
          <ac:chgData name="Yu, Harry" userId="d07dd713-323b-41c6-b24d-c18be50fb4fc" providerId="ADAL" clId="{196D0870-A10A-40F5-A791-3C67912576F2}" dt="2020-10-10T06:41:09.359" v="6633" actId="1076"/>
          <ac:picMkLst>
            <pc:docMk/>
            <pc:sldMk cId="4193153865" sldId="375"/>
            <ac:picMk id="5" creationId="{402B4C07-621D-4C6B-A2BC-6CEA04D54E7E}"/>
          </ac:picMkLst>
        </pc:picChg>
        <pc:picChg chg="add mod">
          <ac:chgData name="Yu, Harry" userId="d07dd713-323b-41c6-b24d-c18be50fb4fc" providerId="ADAL" clId="{196D0870-A10A-40F5-A791-3C67912576F2}" dt="2020-10-10T06:41:00.724" v="6632" actId="1038"/>
          <ac:picMkLst>
            <pc:docMk/>
            <pc:sldMk cId="4193153865" sldId="375"/>
            <ac:picMk id="6" creationId="{555E482A-3C8D-4D13-8567-77F0D7042613}"/>
          </ac:picMkLst>
        </pc:picChg>
        <pc:picChg chg="add mod">
          <ac:chgData name="Yu, Harry" userId="d07dd713-323b-41c6-b24d-c18be50fb4fc" providerId="ADAL" clId="{196D0870-A10A-40F5-A791-3C67912576F2}" dt="2020-10-10T06:41:00.724" v="6632" actId="1038"/>
          <ac:picMkLst>
            <pc:docMk/>
            <pc:sldMk cId="4193153865" sldId="375"/>
            <ac:picMk id="7" creationId="{C898DDB6-F959-4458-8253-75389D4BAC5F}"/>
          </ac:picMkLst>
        </pc:picChg>
        <pc:picChg chg="add mod">
          <ac:chgData name="Yu, Harry" userId="d07dd713-323b-41c6-b24d-c18be50fb4fc" providerId="ADAL" clId="{196D0870-A10A-40F5-A791-3C67912576F2}" dt="2020-10-10T06:41:00.724" v="6632" actId="1038"/>
          <ac:picMkLst>
            <pc:docMk/>
            <pc:sldMk cId="4193153865" sldId="375"/>
            <ac:picMk id="8" creationId="{51AEEDBF-C1DD-41EB-AFE9-E39CD0B64EE1}"/>
          </ac:picMkLst>
        </pc:picChg>
        <pc:picChg chg="add mod">
          <ac:chgData name="Yu, Harry" userId="d07dd713-323b-41c6-b24d-c18be50fb4fc" providerId="ADAL" clId="{196D0870-A10A-40F5-A791-3C67912576F2}" dt="2020-10-10T06:41:48.453" v="6637" actId="1076"/>
          <ac:picMkLst>
            <pc:docMk/>
            <pc:sldMk cId="4193153865" sldId="375"/>
            <ac:picMk id="9" creationId="{09B9063B-C7A1-4B9A-AFE9-2DA4DDD74F0B}"/>
          </ac:picMkLst>
        </pc:picChg>
        <pc:picChg chg="add mod">
          <ac:chgData name="Yu, Harry" userId="d07dd713-323b-41c6-b24d-c18be50fb4fc" providerId="ADAL" clId="{196D0870-A10A-40F5-A791-3C67912576F2}" dt="2020-10-10T06:42:31.856" v="6641" actId="1076"/>
          <ac:picMkLst>
            <pc:docMk/>
            <pc:sldMk cId="4193153865" sldId="375"/>
            <ac:picMk id="10" creationId="{E742A5ED-307A-4883-A832-D4AF89A33BFE}"/>
          </ac:picMkLst>
        </pc:picChg>
        <pc:cxnChg chg="add mod">
          <ac:chgData name="Yu, Harry" userId="d07dd713-323b-41c6-b24d-c18be50fb4fc" providerId="ADAL" clId="{196D0870-A10A-40F5-A791-3C67912576F2}" dt="2020-10-12T06:48:48.163" v="8852" actId="1076"/>
          <ac:cxnSpMkLst>
            <pc:docMk/>
            <pc:sldMk cId="4193153865" sldId="375"/>
            <ac:cxnSpMk id="4" creationId="{1175DACF-4C9C-44FB-9871-4241D996A7CD}"/>
          </ac:cxnSpMkLst>
        </pc:cxnChg>
        <pc:cxnChg chg="add mod">
          <ac:chgData name="Yu, Harry" userId="d07dd713-323b-41c6-b24d-c18be50fb4fc" providerId="ADAL" clId="{196D0870-A10A-40F5-A791-3C67912576F2}" dt="2020-10-12T06:49:22.552" v="8858" actId="14100"/>
          <ac:cxnSpMkLst>
            <pc:docMk/>
            <pc:sldMk cId="4193153865" sldId="375"/>
            <ac:cxnSpMk id="12" creationId="{A5106D8D-D286-4887-BFC1-AF39868A069A}"/>
          </ac:cxnSpMkLst>
        </pc:cxnChg>
        <pc:cxnChg chg="add mod">
          <ac:chgData name="Yu, Harry" userId="d07dd713-323b-41c6-b24d-c18be50fb4fc" providerId="ADAL" clId="{196D0870-A10A-40F5-A791-3C67912576F2}" dt="2020-10-12T06:49:00.178" v="8854" actId="14100"/>
          <ac:cxnSpMkLst>
            <pc:docMk/>
            <pc:sldMk cId="4193153865" sldId="375"/>
            <ac:cxnSpMk id="13" creationId="{DCE1A7EF-9237-45C6-9F11-BD3CA2CC20CA}"/>
          </ac:cxnSpMkLst>
        </pc:cxnChg>
        <pc:cxnChg chg="add mod">
          <ac:chgData name="Yu, Harry" userId="d07dd713-323b-41c6-b24d-c18be50fb4fc" providerId="ADAL" clId="{196D0870-A10A-40F5-A791-3C67912576F2}" dt="2020-10-12T06:48:42.039" v="8850" actId="14100"/>
          <ac:cxnSpMkLst>
            <pc:docMk/>
            <pc:sldMk cId="4193153865" sldId="375"/>
            <ac:cxnSpMk id="14" creationId="{DEAFD87D-25C2-40C4-B2F0-FEAF3B447BF7}"/>
          </ac:cxnSpMkLst>
        </pc:cxnChg>
        <pc:cxnChg chg="add mod">
          <ac:chgData name="Yu, Harry" userId="d07dd713-323b-41c6-b24d-c18be50fb4fc" providerId="ADAL" clId="{196D0870-A10A-40F5-A791-3C67912576F2}" dt="2020-10-12T06:48:32.258" v="8848" actId="1037"/>
          <ac:cxnSpMkLst>
            <pc:docMk/>
            <pc:sldMk cId="4193153865" sldId="375"/>
            <ac:cxnSpMk id="15" creationId="{9F5ACD1E-3458-4AC8-ABE0-1A977EA73E6B}"/>
          </ac:cxnSpMkLst>
        </pc:cxnChg>
      </pc:sldChg>
      <pc:sldChg chg="modSp">
        <pc:chgData name="Yu, Harry" userId="d07dd713-323b-41c6-b24d-c18be50fb4fc" providerId="ADAL" clId="{196D0870-A10A-40F5-A791-3C67912576F2}" dt="2020-10-10T08:10:02.652" v="6964"/>
        <pc:sldMkLst>
          <pc:docMk/>
          <pc:sldMk cId="1741195623" sldId="376"/>
        </pc:sldMkLst>
        <pc:spChg chg="mod">
          <ac:chgData name="Yu, Harry" userId="d07dd713-323b-41c6-b24d-c18be50fb4fc" providerId="ADAL" clId="{196D0870-A10A-40F5-A791-3C67912576F2}" dt="2020-10-10T08:10:02.652" v="6964"/>
          <ac:spMkLst>
            <pc:docMk/>
            <pc:sldMk cId="1741195623" sldId="376"/>
            <ac:spMk id="6" creationId="{0ED065AC-F3EF-42B0-A34B-DF7EED7FF8B9}"/>
          </ac:spMkLst>
        </pc:spChg>
        <pc:graphicFrameChg chg="mod modGraphic">
          <ac:chgData name="Yu, Harry" userId="d07dd713-323b-41c6-b24d-c18be50fb4fc" providerId="ADAL" clId="{196D0870-A10A-40F5-A791-3C67912576F2}" dt="2020-10-10T06:49:54.915" v="6702" actId="20577"/>
          <ac:graphicFrameMkLst>
            <pc:docMk/>
            <pc:sldMk cId="1741195623" sldId="376"/>
            <ac:graphicFrameMk id="9" creationId="{A471383B-87D3-406F-AEC8-A1732EA53B37}"/>
          </ac:graphicFrameMkLst>
        </pc:graphicFrameChg>
      </pc:sldChg>
      <pc:sldChg chg="modSp">
        <pc:chgData name="Yu, Harry" userId="d07dd713-323b-41c6-b24d-c18be50fb4fc" providerId="ADAL" clId="{196D0870-A10A-40F5-A791-3C67912576F2}" dt="2020-10-10T08:10:08.050" v="6965"/>
        <pc:sldMkLst>
          <pc:docMk/>
          <pc:sldMk cId="36743268" sldId="377"/>
        </pc:sldMkLst>
        <pc:spChg chg="mod">
          <ac:chgData name="Yu, Harry" userId="d07dd713-323b-41c6-b24d-c18be50fb4fc" providerId="ADAL" clId="{196D0870-A10A-40F5-A791-3C67912576F2}" dt="2020-10-10T08:10:08.050" v="6965"/>
          <ac:spMkLst>
            <pc:docMk/>
            <pc:sldMk cId="36743268" sldId="377"/>
            <ac:spMk id="6" creationId="{0ED065AC-F3EF-42B0-A34B-DF7EED7FF8B9}"/>
          </ac:spMkLst>
        </pc:spChg>
        <pc:graphicFrameChg chg="mod modGraphic">
          <ac:chgData name="Yu, Harry" userId="d07dd713-323b-41c6-b24d-c18be50fb4fc" providerId="ADAL" clId="{196D0870-A10A-40F5-A791-3C67912576F2}" dt="2020-10-10T07:00:24.325" v="6737" actId="207"/>
          <ac:graphicFrameMkLst>
            <pc:docMk/>
            <pc:sldMk cId="36743268" sldId="377"/>
            <ac:graphicFrameMk id="9" creationId="{A471383B-87D3-406F-AEC8-A1732EA53B37}"/>
          </ac:graphicFrameMkLst>
        </pc:graphicFrameChg>
      </pc:sldChg>
      <pc:sldChg chg="addSp delSp modSp">
        <pc:chgData name="Yu, Harry" userId="d07dd713-323b-41c6-b24d-c18be50fb4fc" providerId="ADAL" clId="{196D0870-A10A-40F5-A791-3C67912576F2}" dt="2020-10-29T06:27:33.608" v="12633" actId="478"/>
        <pc:sldMkLst>
          <pc:docMk/>
          <pc:sldMk cId="3668215363" sldId="378"/>
        </pc:sldMkLst>
        <pc:spChg chg="add del mod">
          <ac:chgData name="Yu, Harry" userId="d07dd713-323b-41c6-b24d-c18be50fb4fc" providerId="ADAL" clId="{196D0870-A10A-40F5-A791-3C67912576F2}" dt="2020-10-29T00:02:26.684" v="12621"/>
          <ac:spMkLst>
            <pc:docMk/>
            <pc:sldMk cId="3668215363" sldId="378"/>
            <ac:spMk id="2" creationId="{13038D4B-F9A9-4A3B-82B5-BD94A0EE599C}"/>
          </ac:spMkLst>
        </pc:spChg>
        <pc:spChg chg="add del mod">
          <ac:chgData name="Yu, Harry" userId="d07dd713-323b-41c6-b24d-c18be50fb4fc" providerId="ADAL" clId="{196D0870-A10A-40F5-A791-3C67912576F2}" dt="2020-10-29T06:27:33.608" v="12633" actId="478"/>
          <ac:spMkLst>
            <pc:docMk/>
            <pc:sldMk cId="3668215363" sldId="378"/>
            <ac:spMk id="3" creationId="{83583214-A746-4B1F-8B16-4E020674A3FA}"/>
          </ac:spMkLst>
        </pc:spChg>
        <pc:spChg chg="mod">
          <ac:chgData name="Yu, Harry" userId="d07dd713-323b-41c6-b24d-c18be50fb4fc" providerId="ADAL" clId="{196D0870-A10A-40F5-A791-3C67912576F2}" dt="2020-10-10T08:10:14.367" v="6966"/>
          <ac:spMkLst>
            <pc:docMk/>
            <pc:sldMk cId="3668215363" sldId="378"/>
            <ac:spMk id="6" creationId="{0ED065AC-F3EF-42B0-A34B-DF7EED7FF8B9}"/>
          </ac:spMkLst>
        </pc:spChg>
        <pc:graphicFrameChg chg="mod modGraphic">
          <ac:chgData name="Yu, Harry" userId="d07dd713-323b-41c6-b24d-c18be50fb4fc" providerId="ADAL" clId="{196D0870-A10A-40F5-A791-3C67912576F2}" dt="2020-10-10T07:06:45.332" v="6754" actId="3064"/>
          <ac:graphicFrameMkLst>
            <pc:docMk/>
            <pc:sldMk cId="3668215363" sldId="378"/>
            <ac:graphicFrameMk id="9" creationId="{A471383B-87D3-406F-AEC8-A1732EA53B37}"/>
          </ac:graphicFrameMkLst>
        </pc:graphicFrameChg>
      </pc:sldChg>
      <pc:sldChg chg="modSp">
        <pc:chgData name="Yu, Harry" userId="d07dd713-323b-41c6-b24d-c18be50fb4fc" providerId="ADAL" clId="{196D0870-A10A-40F5-A791-3C67912576F2}" dt="2020-10-10T08:10:20.297" v="6967"/>
        <pc:sldMkLst>
          <pc:docMk/>
          <pc:sldMk cId="400289930" sldId="379"/>
        </pc:sldMkLst>
        <pc:spChg chg="mod">
          <ac:chgData name="Yu, Harry" userId="d07dd713-323b-41c6-b24d-c18be50fb4fc" providerId="ADAL" clId="{196D0870-A10A-40F5-A791-3C67912576F2}" dt="2020-10-10T07:59:52.906" v="6761"/>
          <ac:spMkLst>
            <pc:docMk/>
            <pc:sldMk cId="400289930" sldId="379"/>
            <ac:spMk id="3" creationId="{A64FE6B8-0A3E-42F0-B711-6C4D2E0ED4F5}"/>
          </ac:spMkLst>
        </pc:spChg>
        <pc:spChg chg="mod">
          <ac:chgData name="Yu, Harry" userId="d07dd713-323b-41c6-b24d-c18be50fb4fc" providerId="ADAL" clId="{196D0870-A10A-40F5-A791-3C67912576F2}" dt="2020-10-10T08:10:20.297" v="6967"/>
          <ac:spMkLst>
            <pc:docMk/>
            <pc:sldMk cId="400289930" sldId="379"/>
            <ac:spMk id="6" creationId="{0ED065AC-F3EF-42B0-A34B-DF7EED7FF8B9}"/>
          </ac:spMkLst>
        </pc:spChg>
        <pc:spChg chg="mod">
          <ac:chgData name="Yu, Harry" userId="d07dd713-323b-41c6-b24d-c18be50fb4fc" providerId="ADAL" clId="{196D0870-A10A-40F5-A791-3C67912576F2}" dt="2020-10-10T08:01:11.473" v="6870" actId="20577"/>
          <ac:spMkLst>
            <pc:docMk/>
            <pc:sldMk cId="400289930" sldId="379"/>
            <ac:spMk id="7" creationId="{0AC2C3EC-5105-4933-BD9F-28D5D48E4395}"/>
          </ac:spMkLst>
        </pc:spChg>
      </pc:sldChg>
      <pc:sldChg chg="addSp modSp">
        <pc:chgData name="Yu, Harry" userId="d07dd713-323b-41c6-b24d-c18be50fb4fc" providerId="ADAL" clId="{196D0870-A10A-40F5-A791-3C67912576F2}" dt="2020-10-19T06:41:39.198" v="10382"/>
        <pc:sldMkLst>
          <pc:docMk/>
          <pc:sldMk cId="1634231022" sldId="380"/>
        </pc:sldMkLst>
        <pc:spChg chg="add mod">
          <ac:chgData name="Yu, Harry" userId="d07dd713-323b-41c6-b24d-c18be50fb4fc" providerId="ADAL" clId="{196D0870-A10A-40F5-A791-3C67912576F2}" dt="2020-10-10T08:08:34.438" v="6954" actId="20577"/>
          <ac:spMkLst>
            <pc:docMk/>
            <pc:sldMk cId="1634231022" sldId="380"/>
            <ac:spMk id="4" creationId="{0718C1A6-C379-4663-BDCB-A29217FAE378}"/>
          </ac:spMkLst>
        </pc:spChg>
        <pc:spChg chg="add">
          <ac:chgData name="Yu, Harry" userId="d07dd713-323b-41c6-b24d-c18be50fb4fc" providerId="ADAL" clId="{196D0870-A10A-40F5-A791-3C67912576F2}" dt="2020-10-19T06:41:39.198" v="10382"/>
          <ac:spMkLst>
            <pc:docMk/>
            <pc:sldMk cId="1634231022" sldId="380"/>
            <ac:spMk id="5" creationId="{80BD0569-8F10-4729-92AF-393D5AE934BA}"/>
          </ac:spMkLst>
        </pc:spChg>
        <pc:spChg chg="mod">
          <ac:chgData name="Yu, Harry" userId="d07dd713-323b-41c6-b24d-c18be50fb4fc" providerId="ADAL" clId="{196D0870-A10A-40F5-A791-3C67912576F2}" dt="2020-10-10T08:09:03.964" v="6956" actId="20577"/>
          <ac:spMkLst>
            <pc:docMk/>
            <pc:sldMk cId="1634231022" sldId="380"/>
            <ac:spMk id="6" creationId="{0ED065AC-F3EF-42B0-A34B-DF7EED7FF8B9}"/>
          </ac:spMkLst>
        </pc:spChg>
        <pc:graphicFrameChg chg="mod modGraphic">
          <ac:chgData name="Yu, Harry" userId="d07dd713-323b-41c6-b24d-c18be50fb4fc" providerId="ADAL" clId="{196D0870-A10A-40F5-A791-3C67912576F2}" dt="2020-10-10T08:07:13.106" v="6897" actId="207"/>
          <ac:graphicFrameMkLst>
            <pc:docMk/>
            <pc:sldMk cId="1634231022" sldId="380"/>
            <ac:graphicFrameMk id="9" creationId="{A471383B-87D3-406F-AEC8-A1732EA53B37}"/>
          </ac:graphicFrameMkLst>
        </pc:graphicFrameChg>
      </pc:sldChg>
      <pc:sldChg chg="modSp">
        <pc:chgData name="Yu, Harry" userId="d07dd713-323b-41c6-b24d-c18be50fb4fc" providerId="ADAL" clId="{196D0870-A10A-40F5-A791-3C67912576F2}" dt="2020-10-10T08:11:31.735" v="6973" actId="20577"/>
        <pc:sldMkLst>
          <pc:docMk/>
          <pc:sldMk cId="224488440" sldId="381"/>
        </pc:sldMkLst>
        <pc:spChg chg="mod">
          <ac:chgData name="Yu, Harry" userId="d07dd713-323b-41c6-b24d-c18be50fb4fc" providerId="ADAL" clId="{196D0870-A10A-40F5-A791-3C67912576F2}" dt="2020-10-10T08:11:31.735" v="6973" actId="20577"/>
          <ac:spMkLst>
            <pc:docMk/>
            <pc:sldMk cId="224488440" sldId="381"/>
            <ac:spMk id="4" creationId="{1567C550-8534-4752-A750-4145E9563059}"/>
          </ac:spMkLst>
        </pc:spChg>
      </pc:sldChg>
      <pc:sldChg chg="modSp del">
        <pc:chgData name="Yu, Harry" userId="d07dd713-323b-41c6-b24d-c18be50fb4fc" providerId="ADAL" clId="{196D0870-A10A-40F5-A791-3C67912576F2}" dt="2020-10-10T08:14:03.102" v="6983" actId="2696"/>
        <pc:sldMkLst>
          <pc:docMk/>
          <pc:sldMk cId="1486447241" sldId="382"/>
        </pc:sldMkLst>
        <pc:spChg chg="mod">
          <ac:chgData name="Yu, Harry" userId="d07dd713-323b-41c6-b24d-c18be50fb4fc" providerId="ADAL" clId="{196D0870-A10A-40F5-A791-3C67912576F2}" dt="2020-10-10T08:13:45.615" v="6982" actId="20577"/>
          <ac:spMkLst>
            <pc:docMk/>
            <pc:sldMk cId="1486447241" sldId="382"/>
            <ac:spMk id="6" creationId="{0ED065AC-F3EF-42B0-A34B-DF7EED7FF8B9}"/>
          </ac:spMkLst>
        </pc:spChg>
      </pc:sldChg>
      <pc:sldChg chg="addSp modSp">
        <pc:chgData name="Yu, Harry" userId="d07dd713-323b-41c6-b24d-c18be50fb4fc" providerId="ADAL" clId="{196D0870-A10A-40F5-A791-3C67912576F2}" dt="2020-10-19T06:42:58.520" v="10383"/>
        <pc:sldMkLst>
          <pc:docMk/>
          <pc:sldMk cId="3386074264" sldId="382"/>
        </pc:sldMkLst>
        <pc:spChg chg="mod">
          <ac:chgData name="Yu, Harry" userId="d07dd713-323b-41c6-b24d-c18be50fb4fc" providerId="ADAL" clId="{196D0870-A10A-40F5-A791-3C67912576F2}" dt="2020-10-10T08:22:11.591" v="7185" actId="20577"/>
          <ac:spMkLst>
            <pc:docMk/>
            <pc:sldMk cId="3386074264" sldId="382"/>
            <ac:spMk id="4" creationId="{0718C1A6-C379-4663-BDCB-A29217FAE378}"/>
          </ac:spMkLst>
        </pc:spChg>
        <pc:spChg chg="add">
          <ac:chgData name="Yu, Harry" userId="d07dd713-323b-41c6-b24d-c18be50fb4fc" providerId="ADAL" clId="{196D0870-A10A-40F5-A791-3C67912576F2}" dt="2020-10-19T06:42:58.520" v="10383"/>
          <ac:spMkLst>
            <pc:docMk/>
            <pc:sldMk cId="3386074264" sldId="382"/>
            <ac:spMk id="5" creationId="{48F09428-E486-4CF7-994E-BD21D4685C22}"/>
          </ac:spMkLst>
        </pc:spChg>
        <pc:spChg chg="mod">
          <ac:chgData name="Yu, Harry" userId="d07dd713-323b-41c6-b24d-c18be50fb4fc" providerId="ADAL" clId="{196D0870-A10A-40F5-A791-3C67912576F2}" dt="2020-10-10T08:14:31.642" v="6992" actId="20577"/>
          <ac:spMkLst>
            <pc:docMk/>
            <pc:sldMk cId="3386074264" sldId="382"/>
            <ac:spMk id="6" creationId="{0ED065AC-F3EF-42B0-A34B-DF7EED7FF8B9}"/>
          </ac:spMkLst>
        </pc:spChg>
        <pc:graphicFrameChg chg="mod modGraphic">
          <ac:chgData name="Yu, Harry" userId="d07dd713-323b-41c6-b24d-c18be50fb4fc" providerId="ADAL" clId="{196D0870-A10A-40F5-A791-3C67912576F2}" dt="2020-10-10T08:20:29.182" v="7014" actId="207"/>
          <ac:graphicFrameMkLst>
            <pc:docMk/>
            <pc:sldMk cId="3386074264" sldId="382"/>
            <ac:graphicFrameMk id="9" creationId="{A471383B-87D3-406F-AEC8-A1732EA53B37}"/>
          </ac:graphicFrameMkLst>
        </pc:graphicFrameChg>
      </pc:sldChg>
      <pc:sldChg chg="modSp">
        <pc:chgData name="Yu, Harry" userId="d07dd713-323b-41c6-b24d-c18be50fb4fc" providerId="ADAL" clId="{196D0870-A10A-40F5-A791-3C67912576F2}" dt="2020-10-10T08:27:56.530" v="7349" actId="20577"/>
        <pc:sldMkLst>
          <pc:docMk/>
          <pc:sldMk cId="1106017697" sldId="383"/>
        </pc:sldMkLst>
        <pc:spChg chg="mod">
          <ac:chgData name="Yu, Harry" userId="d07dd713-323b-41c6-b24d-c18be50fb4fc" providerId="ADAL" clId="{196D0870-A10A-40F5-A791-3C67912576F2}" dt="2020-10-10T08:27:56.530" v="7349" actId="20577"/>
          <ac:spMkLst>
            <pc:docMk/>
            <pc:sldMk cId="1106017697" sldId="383"/>
            <ac:spMk id="4" creationId="{0718C1A6-C379-4663-BDCB-A29217FAE378}"/>
          </ac:spMkLst>
        </pc:spChg>
        <pc:spChg chg="mod">
          <ac:chgData name="Yu, Harry" userId="d07dd713-323b-41c6-b24d-c18be50fb4fc" providerId="ADAL" clId="{196D0870-A10A-40F5-A791-3C67912576F2}" dt="2020-10-10T08:21:53.470" v="7181" actId="20577"/>
          <ac:spMkLst>
            <pc:docMk/>
            <pc:sldMk cId="1106017697" sldId="383"/>
            <ac:spMk id="6" creationId="{0ED065AC-F3EF-42B0-A34B-DF7EED7FF8B9}"/>
          </ac:spMkLst>
        </pc:spChg>
        <pc:graphicFrameChg chg="mod modGraphic">
          <ac:chgData name="Yu, Harry" userId="d07dd713-323b-41c6-b24d-c18be50fb4fc" providerId="ADAL" clId="{196D0870-A10A-40F5-A791-3C67912576F2}" dt="2020-10-10T08:26:40.445" v="7202" actId="207"/>
          <ac:graphicFrameMkLst>
            <pc:docMk/>
            <pc:sldMk cId="1106017697" sldId="383"/>
            <ac:graphicFrameMk id="9" creationId="{A471383B-87D3-406F-AEC8-A1732EA53B37}"/>
          </ac:graphicFrameMkLst>
        </pc:graphicFrameChg>
      </pc:sldChg>
      <pc:sldChg chg="modSp">
        <pc:chgData name="Yu, Harry" userId="d07dd713-323b-41c6-b24d-c18be50fb4fc" providerId="ADAL" clId="{196D0870-A10A-40F5-A791-3C67912576F2}" dt="2020-10-10T08:36:16.261" v="7350"/>
        <pc:sldMkLst>
          <pc:docMk/>
          <pc:sldMk cId="3968152520" sldId="384"/>
        </pc:sldMkLst>
        <pc:spChg chg="mod">
          <ac:chgData name="Yu, Harry" userId="d07dd713-323b-41c6-b24d-c18be50fb4fc" providerId="ADAL" clId="{196D0870-A10A-40F5-A791-3C67912576F2}" dt="2020-10-10T08:36:16.261" v="7350"/>
          <ac:spMkLst>
            <pc:docMk/>
            <pc:sldMk cId="3968152520" sldId="384"/>
            <ac:spMk id="4" creationId="{1567C550-8534-4752-A750-4145E9563059}"/>
          </ac:spMkLst>
        </pc:spChg>
      </pc:sldChg>
      <pc:sldChg chg="addSp delSp modSp">
        <pc:chgData name="Yu, Harry" userId="d07dd713-323b-41c6-b24d-c18be50fb4fc" providerId="ADAL" clId="{196D0870-A10A-40F5-A791-3C67912576F2}" dt="2020-11-11T09:43:58.461" v="12877" actId="20577"/>
        <pc:sldMkLst>
          <pc:docMk/>
          <pc:sldMk cId="4141823049" sldId="385"/>
        </pc:sldMkLst>
        <pc:spChg chg="del">
          <ac:chgData name="Yu, Harry" userId="d07dd713-323b-41c6-b24d-c18be50fb4fc" providerId="ADAL" clId="{196D0870-A10A-40F5-A791-3C67912576F2}" dt="2020-10-10T08:41:39.805" v="7388" actId="478"/>
          <ac:spMkLst>
            <pc:docMk/>
            <pc:sldMk cId="4141823049" sldId="385"/>
            <ac:spMk id="4" creationId="{0718C1A6-C379-4663-BDCB-A29217FAE378}"/>
          </ac:spMkLst>
        </pc:spChg>
        <pc:spChg chg="add mod">
          <ac:chgData name="Yu, Harry" userId="d07dd713-323b-41c6-b24d-c18be50fb4fc" providerId="ADAL" clId="{196D0870-A10A-40F5-A791-3C67912576F2}" dt="2020-10-10T08:58:34.674" v="7466" actId="20577"/>
          <ac:spMkLst>
            <pc:docMk/>
            <pc:sldMk cId="4141823049" sldId="385"/>
            <ac:spMk id="5" creationId="{0D4ACF82-F353-4B05-B918-35159214ED7B}"/>
          </ac:spMkLst>
        </pc:spChg>
        <pc:spChg chg="mod">
          <ac:chgData name="Yu, Harry" userId="d07dd713-323b-41c6-b24d-c18be50fb4fc" providerId="ADAL" clId="{196D0870-A10A-40F5-A791-3C67912576F2}" dt="2020-10-10T09:15:33.470" v="7778" actId="20577"/>
          <ac:spMkLst>
            <pc:docMk/>
            <pc:sldMk cId="4141823049" sldId="385"/>
            <ac:spMk id="6" creationId="{0ED065AC-F3EF-42B0-A34B-DF7EED7FF8B9}"/>
          </ac:spMkLst>
        </pc:spChg>
        <pc:graphicFrameChg chg="mod modGraphic">
          <ac:chgData name="Yu, Harry" userId="d07dd713-323b-41c6-b24d-c18be50fb4fc" providerId="ADAL" clId="{196D0870-A10A-40F5-A791-3C67912576F2}" dt="2020-11-11T09:43:58.461" v="12877" actId="20577"/>
          <ac:graphicFrameMkLst>
            <pc:docMk/>
            <pc:sldMk cId="4141823049" sldId="385"/>
            <ac:graphicFrameMk id="9" creationId="{A471383B-87D3-406F-AEC8-A1732EA53B37}"/>
          </ac:graphicFrameMkLst>
        </pc:graphicFrameChg>
      </pc:sldChg>
      <pc:sldChg chg="addSp delSp modSp">
        <pc:chgData name="Yu, Harry" userId="d07dd713-323b-41c6-b24d-c18be50fb4fc" providerId="ADAL" clId="{196D0870-A10A-40F5-A791-3C67912576F2}" dt="2020-10-19T05:49:30.521" v="10125" actId="478"/>
        <pc:sldMkLst>
          <pc:docMk/>
          <pc:sldMk cId="4009894245" sldId="386"/>
        </pc:sldMkLst>
        <pc:spChg chg="add mod">
          <ac:chgData name="Yu, Harry" userId="d07dd713-323b-41c6-b24d-c18be50fb4fc" providerId="ADAL" clId="{196D0870-A10A-40F5-A791-3C67912576F2}" dt="2020-10-19T05:49:21.037" v="10124" actId="404"/>
          <ac:spMkLst>
            <pc:docMk/>
            <pc:sldMk cId="4009894245" sldId="386"/>
            <ac:spMk id="4" creationId="{7CF37AFA-0567-4EFA-A2EF-A34EB555397C}"/>
          </ac:spMkLst>
        </pc:spChg>
        <pc:spChg chg="add del mod">
          <ac:chgData name="Yu, Harry" userId="d07dd713-323b-41c6-b24d-c18be50fb4fc" providerId="ADAL" clId="{196D0870-A10A-40F5-A791-3C67912576F2}" dt="2020-10-19T05:49:30.521" v="10125" actId="478"/>
          <ac:spMkLst>
            <pc:docMk/>
            <pc:sldMk cId="4009894245" sldId="386"/>
            <ac:spMk id="5" creationId="{129001FB-F3F7-48BB-AE7A-09E6665BDA45}"/>
          </ac:spMkLst>
        </pc:spChg>
        <pc:spChg chg="mod">
          <ac:chgData name="Yu, Harry" userId="d07dd713-323b-41c6-b24d-c18be50fb4fc" providerId="ADAL" clId="{196D0870-A10A-40F5-A791-3C67912576F2}" dt="2020-10-10T09:15:38.214" v="7779" actId="20577"/>
          <ac:spMkLst>
            <pc:docMk/>
            <pc:sldMk cId="4009894245" sldId="386"/>
            <ac:spMk id="6" creationId="{0ED065AC-F3EF-42B0-A34B-DF7EED7FF8B9}"/>
          </ac:spMkLst>
        </pc:spChg>
        <pc:graphicFrameChg chg="mod modGraphic">
          <ac:chgData name="Yu, Harry" userId="d07dd713-323b-41c6-b24d-c18be50fb4fc" providerId="ADAL" clId="{196D0870-A10A-40F5-A791-3C67912576F2}" dt="2020-10-10T09:07:04.549" v="7509" actId="207"/>
          <ac:graphicFrameMkLst>
            <pc:docMk/>
            <pc:sldMk cId="4009894245" sldId="386"/>
            <ac:graphicFrameMk id="9" creationId="{A471383B-87D3-406F-AEC8-A1732EA53B37}"/>
          </ac:graphicFrameMkLst>
        </pc:graphicFrameChg>
      </pc:sldChg>
      <pc:sldChg chg="addSp delSp modSp">
        <pc:chgData name="Yu, Harry" userId="d07dd713-323b-41c6-b24d-c18be50fb4fc" providerId="ADAL" clId="{196D0870-A10A-40F5-A791-3C67912576F2}" dt="2020-10-19T06:43:46.307" v="10384"/>
        <pc:sldMkLst>
          <pc:docMk/>
          <pc:sldMk cId="3675676484" sldId="387"/>
        </pc:sldMkLst>
        <pc:spChg chg="add">
          <ac:chgData name="Yu, Harry" userId="d07dd713-323b-41c6-b24d-c18be50fb4fc" providerId="ADAL" clId="{196D0870-A10A-40F5-A791-3C67912576F2}" dt="2020-10-19T06:43:46.307" v="10384"/>
          <ac:spMkLst>
            <pc:docMk/>
            <pc:sldMk cId="3675676484" sldId="387"/>
            <ac:spMk id="5" creationId="{CB048E8A-DE1E-46FD-9C13-99B8CDEAC8DA}"/>
          </ac:spMkLst>
        </pc:spChg>
        <pc:spChg chg="mod">
          <ac:chgData name="Yu, Harry" userId="d07dd713-323b-41c6-b24d-c18be50fb4fc" providerId="ADAL" clId="{196D0870-A10A-40F5-A791-3C67912576F2}" dt="2020-10-12T05:04:41.187" v="8059" actId="1076"/>
          <ac:spMkLst>
            <pc:docMk/>
            <pc:sldMk cId="3675676484" sldId="387"/>
            <ac:spMk id="6" creationId="{0ED065AC-F3EF-42B0-A34B-DF7EED7FF8B9}"/>
          </ac:spMkLst>
        </pc:spChg>
        <pc:spChg chg="add mod">
          <ac:chgData name="Yu, Harry" userId="d07dd713-323b-41c6-b24d-c18be50fb4fc" providerId="ADAL" clId="{196D0870-A10A-40F5-A791-3C67912576F2}" dt="2020-10-12T05:05:51.307" v="8108" actId="20577"/>
          <ac:spMkLst>
            <pc:docMk/>
            <pc:sldMk cId="3675676484" sldId="387"/>
            <ac:spMk id="7" creationId="{E979D3E5-B107-4EED-9369-B2A655B62703}"/>
          </ac:spMkLst>
        </pc:spChg>
        <pc:graphicFrameChg chg="add del">
          <ac:chgData name="Yu, Harry" userId="d07dd713-323b-41c6-b24d-c18be50fb4fc" providerId="ADAL" clId="{196D0870-A10A-40F5-A791-3C67912576F2}" dt="2020-10-12T03:17:52.688" v="7808" actId="3680"/>
          <ac:graphicFrameMkLst>
            <pc:docMk/>
            <pc:sldMk cId="3675676484" sldId="387"/>
            <ac:graphicFrameMk id="2" creationId="{E6DF603C-B816-4FB6-8886-CCF315E570C8}"/>
          </ac:graphicFrameMkLst>
        </pc:graphicFrameChg>
        <pc:graphicFrameChg chg="mod modGraphic">
          <ac:chgData name="Yu, Harry" userId="d07dd713-323b-41c6-b24d-c18be50fb4fc" providerId="ADAL" clId="{196D0870-A10A-40F5-A791-3C67912576F2}" dt="2020-10-12T01:36:09.240" v="7804" actId="207"/>
          <ac:graphicFrameMkLst>
            <pc:docMk/>
            <pc:sldMk cId="3675676484" sldId="387"/>
            <ac:graphicFrameMk id="9" creationId="{A471383B-87D3-406F-AEC8-A1732EA53B37}"/>
          </ac:graphicFrameMkLst>
        </pc:graphicFrameChg>
      </pc:sldChg>
      <pc:sldChg chg="modSp">
        <pc:chgData name="Yu, Harry" userId="d07dd713-323b-41c6-b24d-c18be50fb4fc" providerId="ADAL" clId="{196D0870-A10A-40F5-A791-3C67912576F2}" dt="2020-10-12T01:37:19.715" v="7805"/>
        <pc:sldMkLst>
          <pc:docMk/>
          <pc:sldMk cId="3933054710" sldId="388"/>
        </pc:sldMkLst>
        <pc:spChg chg="mod">
          <ac:chgData name="Yu, Harry" userId="d07dd713-323b-41c6-b24d-c18be50fb4fc" providerId="ADAL" clId="{196D0870-A10A-40F5-A791-3C67912576F2}" dt="2020-10-12T01:37:19.715" v="7805"/>
          <ac:spMkLst>
            <pc:docMk/>
            <pc:sldMk cId="3933054710" sldId="388"/>
            <ac:spMk id="4" creationId="{1567C550-8534-4752-A750-4145E9563059}"/>
          </ac:spMkLst>
        </pc:spChg>
      </pc:sldChg>
      <pc:sldChg chg="add del">
        <pc:chgData name="Yu, Harry" userId="d07dd713-323b-41c6-b24d-c18be50fb4fc" providerId="ADAL" clId="{196D0870-A10A-40F5-A791-3C67912576F2}" dt="2020-10-12T03:18:01.404" v="7810"/>
        <pc:sldMkLst>
          <pc:docMk/>
          <pc:sldMk cId="250960633" sldId="389"/>
        </pc:sldMkLst>
      </pc:sldChg>
      <pc:sldChg chg="addSp delSp modSp add ord">
        <pc:chgData name="Yu, Harry" userId="d07dd713-323b-41c6-b24d-c18be50fb4fc" providerId="ADAL" clId="{196D0870-A10A-40F5-A791-3C67912576F2}" dt="2020-10-12T05:02:32.027" v="8001"/>
        <pc:sldMkLst>
          <pc:docMk/>
          <pc:sldMk cId="4023221386" sldId="389"/>
        </pc:sldMkLst>
        <pc:spChg chg="mod">
          <ac:chgData name="Yu, Harry" userId="d07dd713-323b-41c6-b24d-c18be50fb4fc" providerId="ADAL" clId="{196D0870-A10A-40F5-A791-3C67912576F2}" dt="2020-10-12T05:02:32.027" v="8001"/>
          <ac:spMkLst>
            <pc:docMk/>
            <pc:sldMk cId="4023221386" sldId="389"/>
            <ac:spMk id="2" creationId="{FFC8ED2D-44AD-4566-888E-BED91AAFEFCD}"/>
          </ac:spMkLst>
        </pc:spChg>
        <pc:spChg chg="del">
          <ac:chgData name="Yu, Harry" userId="d07dd713-323b-41c6-b24d-c18be50fb4fc" providerId="ADAL" clId="{196D0870-A10A-40F5-A791-3C67912576F2}" dt="2020-10-12T03:18:15.232" v="7814" actId="478"/>
          <ac:spMkLst>
            <pc:docMk/>
            <pc:sldMk cId="4023221386" sldId="389"/>
            <ac:spMk id="3" creationId="{95503911-D4EE-4A70-82F7-B811E86F2BFF}"/>
          </ac:spMkLst>
        </pc:spChg>
        <pc:spChg chg="del">
          <ac:chgData name="Yu, Harry" userId="d07dd713-323b-41c6-b24d-c18be50fb4fc" providerId="ADAL" clId="{196D0870-A10A-40F5-A791-3C67912576F2}" dt="2020-10-12T03:18:12.388" v="7813" actId="478"/>
          <ac:spMkLst>
            <pc:docMk/>
            <pc:sldMk cId="4023221386" sldId="389"/>
            <ac:spMk id="4" creationId="{04610164-2380-4DB6-8F9B-6F6ABE37FDD2}"/>
          </ac:spMkLst>
        </pc:spChg>
        <pc:graphicFrameChg chg="add mod modGraphic">
          <ac:chgData name="Yu, Harry" userId="d07dd713-323b-41c6-b24d-c18be50fb4fc" providerId="ADAL" clId="{196D0870-A10A-40F5-A791-3C67912576F2}" dt="2020-10-12T05:01:15.577" v="7993" actId="20577"/>
          <ac:graphicFrameMkLst>
            <pc:docMk/>
            <pc:sldMk cId="4023221386" sldId="389"/>
            <ac:graphicFrameMk id="5" creationId="{E49FB377-936F-45F0-B02D-15081C30623D}"/>
          </ac:graphicFrameMkLst>
        </pc:graphicFrameChg>
      </pc:sldChg>
      <pc:sldChg chg="modSp ord">
        <pc:chgData name="Yu, Harry" userId="d07dd713-323b-41c6-b24d-c18be50fb4fc" providerId="ADAL" clId="{196D0870-A10A-40F5-A791-3C67912576F2}" dt="2020-11-05T00:21:36.227" v="12720" actId="20577"/>
        <pc:sldMkLst>
          <pc:docMk/>
          <pc:sldMk cId="1891120556" sldId="390"/>
        </pc:sldMkLst>
        <pc:spChg chg="mod">
          <ac:chgData name="Yu, Harry" userId="d07dd713-323b-41c6-b24d-c18be50fb4fc" providerId="ADAL" clId="{196D0870-A10A-40F5-A791-3C67912576F2}" dt="2020-10-12T05:02:27.511" v="7999"/>
          <ac:spMkLst>
            <pc:docMk/>
            <pc:sldMk cId="1891120556" sldId="390"/>
            <ac:spMk id="2" creationId="{FFC8ED2D-44AD-4566-888E-BED91AAFEFCD}"/>
          </ac:spMkLst>
        </pc:spChg>
        <pc:graphicFrameChg chg="modGraphic">
          <ac:chgData name="Yu, Harry" userId="d07dd713-323b-41c6-b24d-c18be50fb4fc" providerId="ADAL" clId="{196D0870-A10A-40F5-A791-3C67912576F2}" dt="2020-11-05T00:21:36.227" v="12720" actId="20577"/>
          <ac:graphicFrameMkLst>
            <pc:docMk/>
            <pc:sldMk cId="1891120556" sldId="390"/>
            <ac:graphicFrameMk id="5" creationId="{E49FB377-936F-45F0-B02D-15081C30623D}"/>
          </ac:graphicFrameMkLst>
        </pc:graphicFrameChg>
      </pc:sldChg>
      <pc:sldChg chg="modSp">
        <pc:chgData name="Yu, Harry" userId="d07dd713-323b-41c6-b24d-c18be50fb4fc" providerId="ADAL" clId="{196D0870-A10A-40F5-A791-3C67912576F2}" dt="2020-10-12T05:02:37.550" v="8003"/>
        <pc:sldMkLst>
          <pc:docMk/>
          <pc:sldMk cId="1220728675" sldId="391"/>
        </pc:sldMkLst>
        <pc:spChg chg="mod">
          <ac:chgData name="Yu, Harry" userId="d07dd713-323b-41c6-b24d-c18be50fb4fc" providerId="ADAL" clId="{196D0870-A10A-40F5-A791-3C67912576F2}" dt="2020-10-12T05:02:37.550" v="8003"/>
          <ac:spMkLst>
            <pc:docMk/>
            <pc:sldMk cId="1220728675" sldId="391"/>
            <ac:spMk id="2" creationId="{FFC8ED2D-44AD-4566-888E-BED91AAFEFCD}"/>
          </ac:spMkLst>
        </pc:spChg>
        <pc:graphicFrameChg chg="mod modGraphic">
          <ac:chgData name="Yu, Harry" userId="d07dd713-323b-41c6-b24d-c18be50fb4fc" providerId="ADAL" clId="{196D0870-A10A-40F5-A791-3C67912576F2}" dt="2020-10-12T05:02:14.158" v="7997" actId="20577"/>
          <ac:graphicFrameMkLst>
            <pc:docMk/>
            <pc:sldMk cId="1220728675" sldId="391"/>
            <ac:graphicFrameMk id="5" creationId="{E49FB377-936F-45F0-B02D-15081C30623D}"/>
          </ac:graphicFrameMkLst>
        </pc:graphicFrameChg>
      </pc:sldChg>
      <pc:sldChg chg="modSp">
        <pc:chgData name="Yu, Harry" userId="d07dd713-323b-41c6-b24d-c18be50fb4fc" providerId="ADAL" clId="{196D0870-A10A-40F5-A791-3C67912576F2}" dt="2020-10-12T05:07:22.186" v="8109"/>
        <pc:sldMkLst>
          <pc:docMk/>
          <pc:sldMk cId="3818488837" sldId="392"/>
        </pc:sldMkLst>
        <pc:spChg chg="mod">
          <ac:chgData name="Yu, Harry" userId="d07dd713-323b-41c6-b24d-c18be50fb4fc" providerId="ADAL" clId="{196D0870-A10A-40F5-A791-3C67912576F2}" dt="2020-10-12T05:07:22.186" v="8109"/>
          <ac:spMkLst>
            <pc:docMk/>
            <pc:sldMk cId="3818488837" sldId="392"/>
            <ac:spMk id="4" creationId="{1567C550-8534-4752-A750-4145E9563059}"/>
          </ac:spMkLst>
        </pc:spChg>
      </pc:sldChg>
      <pc:sldChg chg="delSp modSp">
        <pc:chgData name="Yu, Harry" userId="d07dd713-323b-41c6-b24d-c18be50fb4fc" providerId="ADAL" clId="{196D0870-A10A-40F5-A791-3C67912576F2}" dt="2020-10-12T05:58:13.930" v="8226" actId="20577"/>
        <pc:sldMkLst>
          <pc:docMk/>
          <pc:sldMk cId="20146493" sldId="393"/>
        </pc:sldMkLst>
        <pc:spChg chg="mod">
          <ac:chgData name="Yu, Harry" userId="d07dd713-323b-41c6-b24d-c18be50fb4fc" providerId="ADAL" clId="{196D0870-A10A-40F5-A791-3C67912576F2}" dt="2020-10-12T05:58:13.930" v="8226" actId="20577"/>
          <ac:spMkLst>
            <pc:docMk/>
            <pc:sldMk cId="20146493" sldId="393"/>
            <ac:spMk id="6" creationId="{0ED065AC-F3EF-42B0-A34B-DF7EED7FF8B9}"/>
          </ac:spMkLst>
        </pc:spChg>
        <pc:spChg chg="del">
          <ac:chgData name="Yu, Harry" userId="d07dd713-323b-41c6-b24d-c18be50fb4fc" providerId="ADAL" clId="{196D0870-A10A-40F5-A791-3C67912576F2}" dt="2020-10-12T05:10:37.726" v="8117" actId="478"/>
          <ac:spMkLst>
            <pc:docMk/>
            <pc:sldMk cId="20146493" sldId="393"/>
            <ac:spMk id="7" creationId="{E979D3E5-B107-4EED-9369-B2A655B62703}"/>
          </ac:spMkLst>
        </pc:spChg>
        <pc:graphicFrameChg chg="mod modGraphic">
          <ac:chgData name="Yu, Harry" userId="d07dd713-323b-41c6-b24d-c18be50fb4fc" providerId="ADAL" clId="{196D0870-A10A-40F5-A791-3C67912576F2}" dt="2020-10-12T05:17:06.086" v="8145" actId="20577"/>
          <ac:graphicFrameMkLst>
            <pc:docMk/>
            <pc:sldMk cId="20146493" sldId="393"/>
            <ac:graphicFrameMk id="9" creationId="{A471383B-87D3-406F-AEC8-A1732EA53B37}"/>
          </ac:graphicFrameMkLst>
        </pc:graphicFrameChg>
      </pc:sldChg>
      <pc:sldChg chg="modSp">
        <pc:chgData name="Yu, Harry" userId="d07dd713-323b-41c6-b24d-c18be50fb4fc" providerId="ADAL" clId="{196D0870-A10A-40F5-A791-3C67912576F2}" dt="2020-10-12T05:58:18.532" v="8227" actId="20577"/>
        <pc:sldMkLst>
          <pc:docMk/>
          <pc:sldMk cId="1885818837" sldId="394"/>
        </pc:sldMkLst>
        <pc:spChg chg="mod">
          <ac:chgData name="Yu, Harry" userId="d07dd713-323b-41c6-b24d-c18be50fb4fc" providerId="ADAL" clId="{196D0870-A10A-40F5-A791-3C67912576F2}" dt="2020-10-12T05:58:18.532" v="8227" actId="20577"/>
          <ac:spMkLst>
            <pc:docMk/>
            <pc:sldMk cId="1885818837" sldId="394"/>
            <ac:spMk id="6" creationId="{0ED065AC-F3EF-42B0-A34B-DF7EED7FF8B9}"/>
          </ac:spMkLst>
        </pc:spChg>
        <pc:graphicFrameChg chg="mod modGraphic">
          <ac:chgData name="Yu, Harry" userId="d07dd713-323b-41c6-b24d-c18be50fb4fc" providerId="ADAL" clId="{196D0870-A10A-40F5-A791-3C67912576F2}" dt="2020-10-12T05:25:12.382" v="8188" actId="20577"/>
          <ac:graphicFrameMkLst>
            <pc:docMk/>
            <pc:sldMk cId="1885818837" sldId="394"/>
            <ac:graphicFrameMk id="9" creationId="{A471383B-87D3-406F-AEC8-A1732EA53B37}"/>
          </ac:graphicFrameMkLst>
        </pc:graphicFrameChg>
      </pc:sldChg>
      <pc:sldChg chg="add del">
        <pc:chgData name="Yu, Harry" userId="d07dd713-323b-41c6-b24d-c18be50fb4fc" providerId="ADAL" clId="{196D0870-A10A-40F5-A791-3C67912576F2}" dt="2020-10-12T05:25:33.616" v="8189" actId="2696"/>
        <pc:sldMkLst>
          <pc:docMk/>
          <pc:sldMk cId="3452057254" sldId="395"/>
        </pc:sldMkLst>
      </pc:sldChg>
      <pc:sldChg chg="modSp">
        <pc:chgData name="Yu, Harry" userId="d07dd713-323b-41c6-b24d-c18be50fb4fc" providerId="ADAL" clId="{196D0870-A10A-40F5-A791-3C67912576F2}" dt="2020-10-12T05:58:23.930" v="8228" actId="20577"/>
        <pc:sldMkLst>
          <pc:docMk/>
          <pc:sldMk cId="3029800416" sldId="396"/>
        </pc:sldMkLst>
        <pc:spChg chg="mod">
          <ac:chgData name="Yu, Harry" userId="d07dd713-323b-41c6-b24d-c18be50fb4fc" providerId="ADAL" clId="{196D0870-A10A-40F5-A791-3C67912576F2}" dt="2020-10-12T05:58:23.930" v="8228" actId="20577"/>
          <ac:spMkLst>
            <pc:docMk/>
            <pc:sldMk cId="3029800416" sldId="396"/>
            <ac:spMk id="6" creationId="{0ED065AC-F3EF-42B0-A34B-DF7EED7FF8B9}"/>
          </ac:spMkLst>
        </pc:spChg>
        <pc:graphicFrameChg chg="mod modGraphic">
          <ac:chgData name="Yu, Harry" userId="d07dd713-323b-41c6-b24d-c18be50fb4fc" providerId="ADAL" clId="{196D0870-A10A-40F5-A791-3C67912576F2}" dt="2020-10-12T05:57:36.589" v="8225" actId="207"/>
          <ac:graphicFrameMkLst>
            <pc:docMk/>
            <pc:sldMk cId="3029800416" sldId="396"/>
            <ac:graphicFrameMk id="9" creationId="{A471383B-87D3-406F-AEC8-A1732EA53B37}"/>
          </ac:graphicFrameMkLst>
        </pc:graphicFrameChg>
      </pc:sldChg>
      <pc:sldChg chg="modSp">
        <pc:chgData name="Yu, Harry" userId="d07dd713-323b-41c6-b24d-c18be50fb4fc" providerId="ADAL" clId="{196D0870-A10A-40F5-A791-3C67912576F2}" dt="2020-10-12T05:59:48.910" v="8245" actId="20577"/>
        <pc:sldMkLst>
          <pc:docMk/>
          <pc:sldMk cId="2484212312" sldId="397"/>
        </pc:sldMkLst>
        <pc:spChg chg="mod">
          <ac:chgData name="Yu, Harry" userId="d07dd713-323b-41c6-b24d-c18be50fb4fc" providerId="ADAL" clId="{196D0870-A10A-40F5-A791-3C67912576F2}" dt="2020-10-12T05:59:48.910" v="8245" actId="20577"/>
          <ac:spMkLst>
            <pc:docMk/>
            <pc:sldMk cId="2484212312" sldId="397"/>
            <ac:spMk id="4" creationId="{1567C550-8534-4752-A750-4145E9563059}"/>
          </ac:spMkLst>
        </pc:spChg>
      </pc:sldChg>
      <pc:sldChg chg="modSp">
        <pc:chgData name="Yu, Harry" userId="d07dd713-323b-41c6-b24d-c18be50fb4fc" providerId="ADAL" clId="{196D0870-A10A-40F5-A791-3C67912576F2}" dt="2020-10-12T06:15:47.545" v="8326" actId="20577"/>
        <pc:sldMkLst>
          <pc:docMk/>
          <pc:sldMk cId="4033781814" sldId="398"/>
        </pc:sldMkLst>
        <pc:spChg chg="mod">
          <ac:chgData name="Yu, Harry" userId="d07dd713-323b-41c6-b24d-c18be50fb4fc" providerId="ADAL" clId="{196D0870-A10A-40F5-A791-3C67912576F2}" dt="2020-10-12T06:15:47.545" v="8326" actId="20577"/>
          <ac:spMkLst>
            <pc:docMk/>
            <pc:sldMk cId="4033781814" sldId="398"/>
            <ac:spMk id="6" creationId="{0ED065AC-F3EF-42B0-A34B-DF7EED7FF8B9}"/>
          </ac:spMkLst>
        </pc:spChg>
        <pc:graphicFrameChg chg="mod modGraphic">
          <ac:chgData name="Yu, Harry" userId="d07dd713-323b-41c6-b24d-c18be50fb4fc" providerId="ADAL" clId="{196D0870-A10A-40F5-A791-3C67912576F2}" dt="2020-10-12T06:06:11.335" v="8280" actId="20577"/>
          <ac:graphicFrameMkLst>
            <pc:docMk/>
            <pc:sldMk cId="4033781814" sldId="398"/>
            <ac:graphicFrameMk id="9" creationId="{A471383B-87D3-406F-AEC8-A1732EA53B37}"/>
          </ac:graphicFrameMkLst>
        </pc:graphicFrameChg>
      </pc:sldChg>
      <pc:sldChg chg="modSp">
        <pc:chgData name="Yu, Harry" userId="d07dd713-323b-41c6-b24d-c18be50fb4fc" providerId="ADAL" clId="{196D0870-A10A-40F5-A791-3C67912576F2}" dt="2020-10-12T06:15:52.602" v="8327" actId="20577"/>
        <pc:sldMkLst>
          <pc:docMk/>
          <pc:sldMk cId="1399147271" sldId="399"/>
        </pc:sldMkLst>
        <pc:spChg chg="mod">
          <ac:chgData name="Yu, Harry" userId="d07dd713-323b-41c6-b24d-c18be50fb4fc" providerId="ADAL" clId="{196D0870-A10A-40F5-A791-3C67912576F2}" dt="2020-10-12T06:15:52.602" v="8327" actId="20577"/>
          <ac:spMkLst>
            <pc:docMk/>
            <pc:sldMk cId="1399147271" sldId="399"/>
            <ac:spMk id="6" creationId="{0ED065AC-F3EF-42B0-A34B-DF7EED7FF8B9}"/>
          </ac:spMkLst>
        </pc:spChg>
        <pc:graphicFrameChg chg="mod modGraphic">
          <ac:chgData name="Yu, Harry" userId="d07dd713-323b-41c6-b24d-c18be50fb4fc" providerId="ADAL" clId="{196D0870-A10A-40F5-A791-3C67912576F2}" dt="2020-10-12T06:15:39.996" v="8325" actId="207"/>
          <ac:graphicFrameMkLst>
            <pc:docMk/>
            <pc:sldMk cId="1399147271" sldId="399"/>
            <ac:graphicFrameMk id="9" creationId="{A471383B-87D3-406F-AEC8-A1732EA53B37}"/>
          </ac:graphicFrameMkLst>
        </pc:graphicFrameChg>
      </pc:sldChg>
      <pc:sldChg chg="addSp modSp">
        <pc:chgData name="Yu, Harry" userId="d07dd713-323b-41c6-b24d-c18be50fb4fc" providerId="ADAL" clId="{196D0870-A10A-40F5-A791-3C67912576F2}" dt="2020-10-12T06:29:26.105" v="8781" actId="113"/>
        <pc:sldMkLst>
          <pc:docMk/>
          <pc:sldMk cId="2963989402" sldId="400"/>
        </pc:sldMkLst>
        <pc:spChg chg="add mod">
          <ac:chgData name="Yu, Harry" userId="d07dd713-323b-41c6-b24d-c18be50fb4fc" providerId="ADAL" clId="{196D0870-A10A-40F5-A791-3C67912576F2}" dt="2020-10-12T06:29:26.105" v="8781" actId="113"/>
          <ac:spMkLst>
            <pc:docMk/>
            <pc:sldMk cId="2963989402" sldId="400"/>
            <ac:spMk id="4" creationId="{06C3FB2C-3E91-4E40-84F6-2E3C27F2154B}"/>
          </ac:spMkLst>
        </pc:spChg>
        <pc:spChg chg="mod">
          <ac:chgData name="Yu, Harry" userId="d07dd713-323b-41c6-b24d-c18be50fb4fc" providerId="ADAL" clId="{196D0870-A10A-40F5-A791-3C67912576F2}" dt="2020-10-12T06:15:59.842" v="8330" actId="20577"/>
          <ac:spMkLst>
            <pc:docMk/>
            <pc:sldMk cId="2963989402" sldId="400"/>
            <ac:spMk id="6" creationId="{0ED065AC-F3EF-42B0-A34B-DF7EED7FF8B9}"/>
          </ac:spMkLst>
        </pc:spChg>
        <pc:graphicFrameChg chg="mod modGraphic">
          <ac:chgData name="Yu, Harry" userId="d07dd713-323b-41c6-b24d-c18be50fb4fc" providerId="ADAL" clId="{196D0870-A10A-40F5-A791-3C67912576F2}" dt="2020-10-12T06:25:05.995" v="8399" actId="20577"/>
          <ac:graphicFrameMkLst>
            <pc:docMk/>
            <pc:sldMk cId="2963989402" sldId="400"/>
            <ac:graphicFrameMk id="9" creationId="{A471383B-87D3-406F-AEC8-A1732EA53B37}"/>
          </ac:graphicFrameMkLst>
        </pc:graphicFrameChg>
      </pc:sldChg>
      <pc:sldChg chg="modSp">
        <pc:chgData name="Yu, Harry" userId="d07dd713-323b-41c6-b24d-c18be50fb4fc" providerId="ADAL" clId="{196D0870-A10A-40F5-A791-3C67912576F2}" dt="2020-10-12T06:33:44.378" v="8797" actId="207"/>
        <pc:sldMkLst>
          <pc:docMk/>
          <pc:sldMk cId="4220464762" sldId="401"/>
        </pc:sldMkLst>
        <pc:spChg chg="mod">
          <ac:chgData name="Yu, Harry" userId="d07dd713-323b-41c6-b24d-c18be50fb4fc" providerId="ADAL" clId="{196D0870-A10A-40F5-A791-3C67912576F2}" dt="2020-10-12T06:16:06.921" v="8333" actId="20577"/>
          <ac:spMkLst>
            <pc:docMk/>
            <pc:sldMk cId="4220464762" sldId="401"/>
            <ac:spMk id="6" creationId="{0ED065AC-F3EF-42B0-A34B-DF7EED7FF8B9}"/>
          </ac:spMkLst>
        </pc:spChg>
        <pc:graphicFrameChg chg="mod modGraphic">
          <ac:chgData name="Yu, Harry" userId="d07dd713-323b-41c6-b24d-c18be50fb4fc" providerId="ADAL" clId="{196D0870-A10A-40F5-A791-3C67912576F2}" dt="2020-10-12T06:33:44.378" v="8797" actId="207"/>
          <ac:graphicFrameMkLst>
            <pc:docMk/>
            <pc:sldMk cId="4220464762" sldId="401"/>
            <ac:graphicFrameMk id="9" creationId="{A471383B-87D3-406F-AEC8-A1732EA53B37}"/>
          </ac:graphicFrameMkLst>
        </pc:graphicFrameChg>
      </pc:sldChg>
      <pc:sldChg chg="addSp delSp modSp">
        <pc:chgData name="Yu, Harry" userId="d07dd713-323b-41c6-b24d-c18be50fb4fc" providerId="ADAL" clId="{196D0870-A10A-40F5-A791-3C67912576F2}" dt="2020-10-19T06:44:24.783" v="10387" actId="20577"/>
        <pc:sldMkLst>
          <pc:docMk/>
          <pc:sldMk cId="723533408" sldId="402"/>
        </pc:sldMkLst>
        <pc:spChg chg="mod">
          <ac:chgData name="Yu, Harry" userId="d07dd713-323b-41c6-b24d-c18be50fb4fc" providerId="ADAL" clId="{196D0870-A10A-40F5-A791-3C67912576F2}" dt="2020-10-19T05:11:59.819" v="9596"/>
          <ac:spMkLst>
            <pc:docMk/>
            <pc:sldMk cId="723533408" sldId="402"/>
            <ac:spMk id="2" creationId="{B2DCC6B2-4893-4AFD-A933-7468A12B60AF}"/>
          </ac:spMkLst>
        </pc:spChg>
        <pc:spChg chg="mod">
          <ac:chgData name="Yu, Harry" userId="d07dd713-323b-41c6-b24d-c18be50fb4fc" providerId="ADAL" clId="{196D0870-A10A-40F5-A791-3C67912576F2}" dt="2020-10-19T06:44:24.783" v="10387" actId="20577"/>
          <ac:spMkLst>
            <pc:docMk/>
            <pc:sldMk cId="723533408" sldId="402"/>
            <ac:spMk id="3" creationId="{96457946-1483-4C9A-8FE4-A2862E3EFF3F}"/>
          </ac:spMkLst>
        </pc:spChg>
        <pc:spChg chg="del">
          <ac:chgData name="Yu, Harry" userId="d07dd713-323b-41c6-b24d-c18be50fb4fc" providerId="ADAL" clId="{196D0870-A10A-40F5-A791-3C67912576F2}" dt="2020-10-16T06:59:15.673" v="8902" actId="478"/>
          <ac:spMkLst>
            <pc:docMk/>
            <pc:sldMk cId="723533408" sldId="402"/>
            <ac:spMk id="4" creationId="{F40B3903-56DF-4903-AAAF-FFE7DC00ED5A}"/>
          </ac:spMkLst>
        </pc:spChg>
        <pc:spChg chg="add del mod">
          <ac:chgData name="Yu, Harry" userId="d07dd713-323b-41c6-b24d-c18be50fb4fc" providerId="ADAL" clId="{196D0870-A10A-40F5-A791-3C67912576F2}" dt="2020-10-16T06:59:23.494" v="8903" actId="478"/>
          <ac:spMkLst>
            <pc:docMk/>
            <pc:sldMk cId="723533408" sldId="402"/>
            <ac:spMk id="6" creationId="{D5A259F3-86D1-4963-9E0A-6C3E7516F7F8}"/>
          </ac:spMkLst>
        </pc:spChg>
      </pc:sldChg>
      <pc:sldChg chg="addSp delSp modSp add">
        <pc:chgData name="Yu, Harry" userId="d07dd713-323b-41c6-b24d-c18be50fb4fc" providerId="ADAL" clId="{196D0870-A10A-40F5-A791-3C67912576F2}" dt="2020-10-22T04:39:39.079" v="12519"/>
        <pc:sldMkLst>
          <pc:docMk/>
          <pc:sldMk cId="3004043700" sldId="403"/>
        </pc:sldMkLst>
        <pc:spChg chg="mod">
          <ac:chgData name="Yu, Harry" userId="d07dd713-323b-41c6-b24d-c18be50fb4fc" providerId="ADAL" clId="{196D0870-A10A-40F5-A791-3C67912576F2}" dt="2020-10-22T03:57:25.806" v="11175" actId="20577"/>
          <ac:spMkLst>
            <pc:docMk/>
            <pc:sldMk cId="3004043700" sldId="403"/>
            <ac:spMk id="2" creationId="{ED55F549-94FF-4DE8-832C-177E57CD6E9A}"/>
          </ac:spMkLst>
        </pc:spChg>
        <pc:spChg chg="mod">
          <ac:chgData name="Yu, Harry" userId="d07dd713-323b-41c6-b24d-c18be50fb4fc" providerId="ADAL" clId="{196D0870-A10A-40F5-A791-3C67912576F2}" dt="2020-10-22T04:34:59.274" v="12518" actId="20577"/>
          <ac:spMkLst>
            <pc:docMk/>
            <pc:sldMk cId="3004043700" sldId="403"/>
            <ac:spMk id="3" creationId="{C94C0357-C34C-461F-A62D-2F636771AEF4}"/>
          </ac:spMkLst>
        </pc:spChg>
        <pc:spChg chg="del">
          <ac:chgData name="Yu, Harry" userId="d07dd713-323b-41c6-b24d-c18be50fb4fc" providerId="ADAL" clId="{196D0870-A10A-40F5-A791-3C67912576F2}" dt="2020-10-22T03:57:21.014" v="11172" actId="478"/>
          <ac:spMkLst>
            <pc:docMk/>
            <pc:sldMk cId="3004043700" sldId="403"/>
            <ac:spMk id="4" creationId="{7CEE157C-C9A8-480B-B036-65306144D99B}"/>
          </ac:spMkLst>
        </pc:spChg>
        <pc:spChg chg="add">
          <ac:chgData name="Yu, Harry" userId="d07dd713-323b-41c6-b24d-c18be50fb4fc" providerId="ADAL" clId="{196D0870-A10A-40F5-A791-3C67912576F2}" dt="2020-10-22T04:39:39.079" v="12519"/>
          <ac:spMkLst>
            <pc:docMk/>
            <pc:sldMk cId="3004043700" sldId="403"/>
            <ac:spMk id="6" creationId="{129C9198-1C62-4DB1-85C2-DC41B8111A85}"/>
          </ac:spMkLst>
        </pc:spChg>
        <pc:picChg chg="add mod">
          <ac:chgData name="Yu, Harry" userId="d07dd713-323b-41c6-b24d-c18be50fb4fc" providerId="ADAL" clId="{196D0870-A10A-40F5-A791-3C67912576F2}" dt="2020-10-22T03:59:37.413" v="11183" actId="14100"/>
          <ac:picMkLst>
            <pc:docMk/>
            <pc:sldMk cId="3004043700" sldId="403"/>
            <ac:picMk id="1026" creationId="{9107FF16-6CB8-4839-90F3-C9651F23535F}"/>
          </ac:picMkLst>
        </pc:picChg>
      </pc:sldChg>
      <pc:sldMasterChg chg="modSp modSldLayout">
        <pc:chgData name="Yu, Harry" userId="d07dd713-323b-41c6-b24d-c18be50fb4fc" providerId="ADAL" clId="{196D0870-A10A-40F5-A791-3C67912576F2}" dt="2020-09-24T04:30:17.205" v="49"/>
        <pc:sldMasterMkLst>
          <pc:docMk/>
          <pc:sldMasterMk cId="0" sldId="2147483648"/>
        </pc:sldMasterMkLst>
        <pc:spChg chg="mod">
          <ac:chgData name="Yu, Harry" userId="d07dd713-323b-41c6-b24d-c18be50fb4fc" providerId="ADAL" clId="{196D0870-A10A-40F5-A791-3C67912576F2}" dt="2020-09-24T04:30:17.205" v="49"/>
          <ac:spMkLst>
            <pc:docMk/>
            <pc:sldMasterMk cId="0" sldId="2147483648"/>
            <ac:spMk id="2" creationId="{6D33D527-2918-4752-A9A7-0BDBA010BB39}"/>
          </ac:spMkLst>
        </pc:spChg>
        <pc:spChg chg="mod">
          <ac:chgData name="Yu, Harry" userId="d07dd713-323b-41c6-b24d-c18be50fb4fc" providerId="ADAL" clId="{196D0870-A10A-40F5-A791-3C67912576F2}" dt="2020-09-24T04:27:30.390" v="47" actId="1076"/>
          <ac:spMkLst>
            <pc:docMk/>
            <pc:sldMasterMk cId="0" sldId="2147483648"/>
            <ac:spMk id="11" creationId="{1C80E488-8534-4743-924A-62CA17A7A192}"/>
          </ac:spMkLst>
        </pc:spChg>
        <pc:sldLayoutChg chg="modSp">
          <pc:chgData name="Yu, Harry" userId="d07dd713-323b-41c6-b24d-c18be50fb4fc" providerId="ADAL" clId="{196D0870-A10A-40F5-A791-3C67912576F2}" dt="2020-09-24T04:29:11.426" v="48"/>
          <pc:sldLayoutMkLst>
            <pc:docMk/>
            <pc:sldMasterMk cId="0" sldId="2147483648"/>
            <pc:sldLayoutMk cId="848009137" sldId="2147483723"/>
          </pc:sldLayoutMkLst>
          <pc:spChg chg="mod">
            <ac:chgData name="Yu, Harry" userId="d07dd713-323b-41c6-b24d-c18be50fb4fc" providerId="ADAL" clId="{196D0870-A10A-40F5-A791-3C67912576F2}" dt="2020-09-24T04:29:11.426" v="48"/>
            <ac:spMkLst>
              <pc:docMk/>
              <pc:sldMasterMk cId="0" sldId="2147483648"/>
              <pc:sldLayoutMk cId="848009137" sldId="2147483723"/>
              <ac:spMk id="14" creationId="{5C1E74A4-2107-4448-BA31-9630404A452B}"/>
            </ac:spMkLst>
          </pc:spChg>
        </pc:sldLayoutChg>
        <pc:sldLayoutChg chg="modSp">
          <pc:chgData name="Yu, Harry" userId="d07dd713-323b-41c6-b24d-c18be50fb4fc" providerId="ADAL" clId="{196D0870-A10A-40F5-A791-3C67912576F2}" dt="2020-09-24T04:29:11.426" v="48"/>
          <pc:sldLayoutMkLst>
            <pc:docMk/>
            <pc:sldMasterMk cId="0" sldId="2147483648"/>
            <pc:sldLayoutMk cId="3163764267" sldId="2147483744"/>
          </pc:sldLayoutMkLst>
          <pc:spChg chg="mod">
            <ac:chgData name="Yu, Harry" userId="d07dd713-323b-41c6-b24d-c18be50fb4fc" providerId="ADAL" clId="{196D0870-A10A-40F5-A791-3C67912576F2}" dt="2020-09-24T04:29:11.426" v="48"/>
            <ac:spMkLst>
              <pc:docMk/>
              <pc:sldMasterMk cId="0" sldId="2147483648"/>
              <pc:sldLayoutMk cId="3163764267" sldId="2147483744"/>
              <ac:spMk id="8" creationId="{52E60B70-5DF3-4398-B558-301661292DFC}"/>
            </ac:spMkLst>
          </pc:spChg>
        </pc:sldLayoutChg>
        <pc:sldLayoutChg chg="modSp">
          <pc:chgData name="Yu, Harry" userId="d07dd713-323b-41c6-b24d-c18be50fb4fc" providerId="ADAL" clId="{196D0870-A10A-40F5-A791-3C67912576F2}" dt="2020-09-24T04:29:11.426" v="48"/>
          <pc:sldLayoutMkLst>
            <pc:docMk/>
            <pc:sldMasterMk cId="0" sldId="2147483648"/>
            <pc:sldLayoutMk cId="111115880" sldId="2147483746"/>
          </pc:sldLayoutMkLst>
          <pc:spChg chg="mod">
            <ac:chgData name="Yu, Harry" userId="d07dd713-323b-41c6-b24d-c18be50fb4fc" providerId="ADAL" clId="{196D0870-A10A-40F5-A791-3C67912576F2}" dt="2020-09-24T04:29:11.426" v="48"/>
            <ac:spMkLst>
              <pc:docMk/>
              <pc:sldMasterMk cId="0" sldId="2147483648"/>
              <pc:sldLayoutMk cId="111115880" sldId="2147483746"/>
              <ac:spMk id="13" creationId="{ED4D76E8-466A-4C06-9261-BDE1AA914749}"/>
            </ac:spMkLst>
          </pc:spChg>
        </pc:sldLayoutChg>
        <pc:sldLayoutChg chg="modSp">
          <pc:chgData name="Yu, Harry" userId="d07dd713-323b-41c6-b24d-c18be50fb4fc" providerId="ADAL" clId="{196D0870-A10A-40F5-A791-3C67912576F2}" dt="2020-09-24T04:29:11.426" v="48"/>
          <pc:sldLayoutMkLst>
            <pc:docMk/>
            <pc:sldMasterMk cId="0" sldId="2147483648"/>
            <pc:sldLayoutMk cId="1069130286" sldId="2147483747"/>
          </pc:sldLayoutMkLst>
          <pc:spChg chg="mod">
            <ac:chgData name="Yu, Harry" userId="d07dd713-323b-41c6-b24d-c18be50fb4fc" providerId="ADAL" clId="{196D0870-A10A-40F5-A791-3C67912576F2}" dt="2020-09-24T04:29:11.426" v="48"/>
            <ac:spMkLst>
              <pc:docMk/>
              <pc:sldMasterMk cId="0" sldId="2147483648"/>
              <pc:sldLayoutMk cId="1069130286" sldId="2147483747"/>
              <ac:spMk id="15" creationId="{68A864FA-3818-4931-B452-798F1E7F5A67}"/>
            </ac:spMkLst>
          </pc:spChg>
        </pc:sldLayoutChg>
        <pc:sldLayoutChg chg="modSp">
          <pc:chgData name="Yu, Harry" userId="d07dd713-323b-41c6-b24d-c18be50fb4fc" providerId="ADAL" clId="{196D0870-A10A-40F5-A791-3C67912576F2}" dt="2020-09-24T04:29:11.426" v="48"/>
          <pc:sldLayoutMkLst>
            <pc:docMk/>
            <pc:sldMasterMk cId="0" sldId="2147483648"/>
            <pc:sldLayoutMk cId="2659977097" sldId="2147483761"/>
          </pc:sldLayoutMkLst>
          <pc:spChg chg="mod">
            <ac:chgData name="Yu, Harry" userId="d07dd713-323b-41c6-b24d-c18be50fb4fc" providerId="ADAL" clId="{196D0870-A10A-40F5-A791-3C67912576F2}" dt="2020-09-24T04:29:11.426" v="48"/>
            <ac:spMkLst>
              <pc:docMk/>
              <pc:sldMasterMk cId="0" sldId="2147483648"/>
              <pc:sldLayoutMk cId="2659977097" sldId="2147483761"/>
              <ac:spMk id="12" creationId="{EBD06FF7-C66A-4B8C-9693-1423A8337983}"/>
            </ac:spMkLst>
          </pc:spChg>
        </pc:sldLayoutChg>
        <pc:sldLayoutChg chg="modSp">
          <pc:chgData name="Yu, Harry" userId="d07dd713-323b-41c6-b24d-c18be50fb4fc" providerId="ADAL" clId="{196D0870-A10A-40F5-A791-3C67912576F2}" dt="2020-09-24T04:29:11.426" v="48"/>
          <pc:sldLayoutMkLst>
            <pc:docMk/>
            <pc:sldMasterMk cId="0" sldId="2147483648"/>
            <pc:sldLayoutMk cId="1206316103" sldId="2147483768"/>
          </pc:sldLayoutMkLst>
          <pc:spChg chg="mod">
            <ac:chgData name="Yu, Harry" userId="d07dd713-323b-41c6-b24d-c18be50fb4fc" providerId="ADAL" clId="{196D0870-A10A-40F5-A791-3C67912576F2}" dt="2020-09-24T04:29:11.426" v="48"/>
            <ac:spMkLst>
              <pc:docMk/>
              <pc:sldMasterMk cId="0" sldId="2147483648"/>
              <pc:sldLayoutMk cId="1206316103" sldId="2147483768"/>
              <ac:spMk id="15" creationId="{431659E3-0873-4033-A7E2-31DB4A07B08A}"/>
            </ac:spMkLst>
          </pc:spChg>
        </pc:sldLayoutChg>
        <pc:sldLayoutChg chg="modSp">
          <pc:chgData name="Yu, Harry" userId="d07dd713-323b-41c6-b24d-c18be50fb4fc" providerId="ADAL" clId="{196D0870-A10A-40F5-A791-3C67912576F2}" dt="2020-09-24T04:29:11.426" v="48"/>
          <pc:sldLayoutMkLst>
            <pc:docMk/>
            <pc:sldMasterMk cId="0" sldId="2147483648"/>
            <pc:sldLayoutMk cId="2929401118" sldId="2147483769"/>
          </pc:sldLayoutMkLst>
          <pc:spChg chg="mod">
            <ac:chgData name="Yu, Harry" userId="d07dd713-323b-41c6-b24d-c18be50fb4fc" providerId="ADAL" clId="{196D0870-A10A-40F5-A791-3C67912576F2}" dt="2020-09-24T04:29:11.426" v="48"/>
            <ac:spMkLst>
              <pc:docMk/>
              <pc:sldMasterMk cId="0" sldId="2147483648"/>
              <pc:sldLayoutMk cId="2929401118" sldId="2147483769"/>
              <ac:spMk id="19" creationId="{D5D8740F-FED9-4D14-9DF3-3BA84ADF820C}"/>
            </ac:spMkLst>
          </pc:spChg>
        </pc:sldLayoutChg>
        <pc:sldLayoutChg chg="modSp">
          <pc:chgData name="Yu, Harry" userId="d07dd713-323b-41c6-b24d-c18be50fb4fc" providerId="ADAL" clId="{196D0870-A10A-40F5-A791-3C67912576F2}" dt="2020-09-24T04:29:11.426" v="48"/>
          <pc:sldLayoutMkLst>
            <pc:docMk/>
            <pc:sldMasterMk cId="0" sldId="2147483648"/>
            <pc:sldLayoutMk cId="2721394469" sldId="2147483771"/>
          </pc:sldLayoutMkLst>
          <pc:spChg chg="mod">
            <ac:chgData name="Yu, Harry" userId="d07dd713-323b-41c6-b24d-c18be50fb4fc" providerId="ADAL" clId="{196D0870-A10A-40F5-A791-3C67912576F2}" dt="2020-09-24T04:29:11.426" v="48"/>
            <ac:spMkLst>
              <pc:docMk/>
              <pc:sldMasterMk cId="0" sldId="2147483648"/>
              <pc:sldLayoutMk cId="2721394469" sldId="2147483771"/>
              <ac:spMk id="23" creationId="{3C3544D4-6B59-4B11-BC0E-2FD48F693641}"/>
            </ac:spMkLst>
          </pc:spChg>
        </pc:sldLayoutChg>
        <pc:sldLayoutChg chg="modSp">
          <pc:chgData name="Yu, Harry" userId="d07dd713-323b-41c6-b24d-c18be50fb4fc" providerId="ADAL" clId="{196D0870-A10A-40F5-A791-3C67912576F2}" dt="2020-09-24T04:29:11.426" v="48"/>
          <pc:sldLayoutMkLst>
            <pc:docMk/>
            <pc:sldMasterMk cId="0" sldId="2147483648"/>
            <pc:sldLayoutMk cId="1275472773" sldId="2147483772"/>
          </pc:sldLayoutMkLst>
          <pc:spChg chg="mod">
            <ac:chgData name="Yu, Harry" userId="d07dd713-323b-41c6-b24d-c18be50fb4fc" providerId="ADAL" clId="{196D0870-A10A-40F5-A791-3C67912576F2}" dt="2020-09-24T04:29:11.426" v="48"/>
            <ac:spMkLst>
              <pc:docMk/>
              <pc:sldMasterMk cId="0" sldId="2147483648"/>
              <pc:sldLayoutMk cId="1275472773" sldId="2147483772"/>
              <ac:spMk id="22" creationId="{8D716FF7-59F9-414F-85CD-8E23360D2B4C}"/>
            </ac:spMkLst>
          </pc:spChg>
        </pc:sldLayoutChg>
        <pc:sldLayoutChg chg="modSp">
          <pc:chgData name="Yu, Harry" userId="d07dd713-323b-41c6-b24d-c18be50fb4fc" providerId="ADAL" clId="{196D0870-A10A-40F5-A791-3C67912576F2}" dt="2020-09-24T04:29:11.426" v="48"/>
          <pc:sldLayoutMkLst>
            <pc:docMk/>
            <pc:sldMasterMk cId="0" sldId="2147483648"/>
            <pc:sldLayoutMk cId="4037652969" sldId="2147483780"/>
          </pc:sldLayoutMkLst>
          <pc:spChg chg="mod">
            <ac:chgData name="Yu, Harry" userId="d07dd713-323b-41c6-b24d-c18be50fb4fc" providerId="ADAL" clId="{196D0870-A10A-40F5-A791-3C67912576F2}" dt="2020-09-24T04:29:11.426" v="48"/>
            <ac:spMkLst>
              <pc:docMk/>
              <pc:sldMasterMk cId="0" sldId="2147483648"/>
              <pc:sldLayoutMk cId="4037652969" sldId="2147483780"/>
              <ac:spMk id="8" creationId="{41A778AB-F6EC-4101-87E6-DECF7944E661}"/>
            </ac:spMkLst>
          </pc:spChg>
        </pc:sldLayoutChg>
      </pc:sldMasterChg>
    </pc:docChg>
  </pc:docChgLst>
  <pc:docChgLst>
    <pc:chgData name="Zheng, Binghuan" userId="0c8cd837-2f89-4b12-8657-4317aa4b18aa" providerId="ADAL" clId="{B2D9216A-EBD7-46F6-B789-CB55AC09CB26}"/>
    <pc:docChg chg="undo redo custSel addSld delSld modSld sldOrd">
      <pc:chgData name="Zheng, Binghuan" userId="0c8cd837-2f89-4b12-8657-4317aa4b18aa" providerId="ADAL" clId="{B2D9216A-EBD7-46F6-B789-CB55AC09CB26}" dt="2024-08-23T06:13:56.607" v="8460" actId="27636"/>
      <pc:docMkLst>
        <pc:docMk/>
      </pc:docMkLst>
      <pc:sldChg chg="modSp mod">
        <pc:chgData name="Zheng, Binghuan" userId="0c8cd837-2f89-4b12-8657-4317aa4b18aa" providerId="ADAL" clId="{B2D9216A-EBD7-46F6-B789-CB55AC09CB26}" dt="2024-08-13T06:37:46.772" v="28" actId="404"/>
        <pc:sldMkLst>
          <pc:docMk/>
          <pc:sldMk cId="2086400740" sldId="256"/>
        </pc:sldMkLst>
        <pc:spChg chg="mod">
          <ac:chgData name="Zheng, Binghuan" userId="0c8cd837-2f89-4b12-8657-4317aa4b18aa" providerId="ADAL" clId="{B2D9216A-EBD7-46F6-B789-CB55AC09CB26}" dt="2024-08-13T06:37:46.772" v="28" actId="404"/>
          <ac:spMkLst>
            <pc:docMk/>
            <pc:sldMk cId="2086400740" sldId="256"/>
            <ac:spMk id="5" creationId="{679F4BE2-8E4A-4003-B816-9E34781F7E88}"/>
          </ac:spMkLst>
        </pc:spChg>
        <pc:spChg chg="mod">
          <ac:chgData name="Zheng, Binghuan" userId="0c8cd837-2f89-4b12-8657-4317aa4b18aa" providerId="ADAL" clId="{B2D9216A-EBD7-46F6-B789-CB55AC09CB26}" dt="2024-08-13T06:37:31.626" v="23" actId="20577"/>
          <ac:spMkLst>
            <pc:docMk/>
            <pc:sldMk cId="2086400740" sldId="256"/>
            <ac:spMk id="9" creationId="{ABEAF9F9-E88D-44A4-A1B6-BAA2E532B65E}"/>
          </ac:spMkLst>
        </pc:spChg>
      </pc:sldChg>
      <pc:sldChg chg="add del">
        <pc:chgData name="Zheng, Binghuan" userId="0c8cd837-2f89-4b12-8657-4317aa4b18aa" providerId="ADAL" clId="{B2D9216A-EBD7-46F6-B789-CB55AC09CB26}" dt="2024-08-20T05:25:44.859" v="3702" actId="47"/>
        <pc:sldMkLst>
          <pc:docMk/>
          <pc:sldMk cId="326920052" sldId="292"/>
        </pc:sldMkLst>
      </pc:sldChg>
      <pc:sldChg chg="modSp mod">
        <pc:chgData name="Zheng, Binghuan" userId="0c8cd837-2f89-4b12-8657-4317aa4b18aa" providerId="ADAL" clId="{B2D9216A-EBD7-46F6-B789-CB55AC09CB26}" dt="2024-08-22T08:36:55.586" v="7595" actId="27636"/>
        <pc:sldMkLst>
          <pc:docMk/>
          <pc:sldMk cId="1970846983" sldId="346"/>
        </pc:sldMkLst>
        <pc:spChg chg="mod">
          <ac:chgData name="Zheng, Binghuan" userId="0c8cd837-2f89-4b12-8657-4317aa4b18aa" providerId="ADAL" clId="{B2D9216A-EBD7-46F6-B789-CB55AC09CB26}" dt="2024-08-22T08:36:55.584" v="7594" actId="404"/>
          <ac:spMkLst>
            <pc:docMk/>
            <pc:sldMk cId="1970846983" sldId="346"/>
            <ac:spMk id="2" creationId="{B2DCC6B2-4893-4AFD-A933-7468A12B60AF}"/>
          </ac:spMkLst>
        </pc:spChg>
        <pc:spChg chg="mod">
          <ac:chgData name="Zheng, Binghuan" userId="0c8cd837-2f89-4b12-8657-4317aa4b18aa" providerId="ADAL" clId="{B2D9216A-EBD7-46F6-B789-CB55AC09CB26}" dt="2024-08-22T08:36:55.586" v="7595" actId="27636"/>
          <ac:spMkLst>
            <pc:docMk/>
            <pc:sldMk cId="1970846983" sldId="346"/>
            <ac:spMk id="3" creationId="{96457946-1483-4C9A-8FE4-A2862E3EFF3F}"/>
          </ac:spMkLst>
        </pc:spChg>
        <pc:spChg chg="mod">
          <ac:chgData name="Zheng, Binghuan" userId="0c8cd837-2f89-4b12-8657-4317aa4b18aa" providerId="ADAL" clId="{B2D9216A-EBD7-46F6-B789-CB55AC09CB26}" dt="2024-08-22T08:36:55.584" v="7594" actId="404"/>
          <ac:spMkLst>
            <pc:docMk/>
            <pc:sldMk cId="1970846983" sldId="346"/>
            <ac:spMk id="4" creationId="{F40B3903-56DF-4903-AAAF-FFE7DC00ED5A}"/>
          </ac:spMkLst>
        </pc:spChg>
      </pc:sldChg>
      <pc:sldChg chg="modSp mod">
        <pc:chgData name="Zheng, Binghuan" userId="0c8cd837-2f89-4b12-8657-4317aa4b18aa" providerId="ADAL" clId="{B2D9216A-EBD7-46F6-B789-CB55AC09CB26}" dt="2024-08-23T06:13:56.607" v="8460" actId="27636"/>
        <pc:sldMkLst>
          <pc:docMk/>
          <pc:sldMk cId="723533408" sldId="402"/>
        </pc:sldMkLst>
        <pc:spChg chg="mod">
          <ac:chgData name="Zheng, Binghuan" userId="0c8cd837-2f89-4b12-8657-4317aa4b18aa" providerId="ADAL" clId="{B2D9216A-EBD7-46F6-B789-CB55AC09CB26}" dt="2024-08-23T06:06:14.122" v="8432" actId="404"/>
          <ac:spMkLst>
            <pc:docMk/>
            <pc:sldMk cId="723533408" sldId="402"/>
            <ac:spMk id="2" creationId="{B2DCC6B2-4893-4AFD-A933-7468A12B60AF}"/>
          </ac:spMkLst>
        </pc:spChg>
        <pc:spChg chg="mod">
          <ac:chgData name="Zheng, Binghuan" userId="0c8cd837-2f89-4b12-8657-4317aa4b18aa" providerId="ADAL" clId="{B2D9216A-EBD7-46F6-B789-CB55AC09CB26}" dt="2024-08-23T06:13:56.607" v="8460" actId="27636"/>
          <ac:spMkLst>
            <pc:docMk/>
            <pc:sldMk cId="723533408" sldId="402"/>
            <ac:spMk id="3" creationId="{96457946-1483-4C9A-8FE4-A2862E3EFF3F}"/>
          </ac:spMkLst>
        </pc:spChg>
      </pc:sldChg>
      <pc:sldChg chg="modSp mod">
        <pc:chgData name="Zheng, Binghuan" userId="0c8cd837-2f89-4b12-8657-4317aa4b18aa" providerId="ADAL" clId="{B2D9216A-EBD7-46F6-B789-CB55AC09CB26}" dt="2024-08-13T07:30:29.187" v="152"/>
        <pc:sldMkLst>
          <pc:docMk/>
          <pc:sldMk cId="2059096030" sldId="437"/>
        </pc:sldMkLst>
        <pc:spChg chg="mod">
          <ac:chgData name="Zheng, Binghuan" userId="0c8cd837-2f89-4b12-8657-4317aa4b18aa" providerId="ADAL" clId="{B2D9216A-EBD7-46F6-B789-CB55AC09CB26}" dt="2024-08-13T07:30:29.187" v="152"/>
          <ac:spMkLst>
            <pc:docMk/>
            <pc:sldMk cId="2059096030" sldId="437"/>
            <ac:spMk id="4" creationId="{1567C550-8534-4752-A750-4145E9563059}"/>
          </ac:spMkLst>
        </pc:spChg>
      </pc:sldChg>
      <pc:sldChg chg="del">
        <pc:chgData name="Zheng, Binghuan" userId="0c8cd837-2f89-4b12-8657-4317aa4b18aa" providerId="ADAL" clId="{B2D9216A-EBD7-46F6-B789-CB55AC09CB26}" dt="2024-08-15T09:53:16.648" v="1226" actId="47"/>
        <pc:sldMkLst>
          <pc:docMk/>
          <pc:sldMk cId="652883061" sldId="438"/>
        </pc:sldMkLst>
      </pc:sldChg>
      <pc:sldChg chg="del">
        <pc:chgData name="Zheng, Binghuan" userId="0c8cd837-2f89-4b12-8657-4317aa4b18aa" providerId="ADAL" clId="{B2D9216A-EBD7-46F6-B789-CB55AC09CB26}" dt="2024-08-15T09:53:17.209" v="1227" actId="47"/>
        <pc:sldMkLst>
          <pc:docMk/>
          <pc:sldMk cId="9024894" sldId="439"/>
        </pc:sldMkLst>
      </pc:sldChg>
      <pc:sldChg chg="del">
        <pc:chgData name="Zheng, Binghuan" userId="0c8cd837-2f89-4b12-8657-4317aa4b18aa" providerId="ADAL" clId="{B2D9216A-EBD7-46F6-B789-CB55AC09CB26}" dt="2024-08-15T09:53:17.711" v="1228" actId="47"/>
        <pc:sldMkLst>
          <pc:docMk/>
          <pc:sldMk cId="3674131767" sldId="440"/>
        </pc:sldMkLst>
      </pc:sldChg>
      <pc:sldChg chg="del">
        <pc:chgData name="Zheng, Binghuan" userId="0c8cd837-2f89-4b12-8657-4317aa4b18aa" providerId="ADAL" clId="{B2D9216A-EBD7-46F6-B789-CB55AC09CB26}" dt="2024-08-15T09:53:18.704" v="1229" actId="47"/>
        <pc:sldMkLst>
          <pc:docMk/>
          <pc:sldMk cId="1388188829" sldId="441"/>
        </pc:sldMkLst>
      </pc:sldChg>
      <pc:sldChg chg="del">
        <pc:chgData name="Zheng, Binghuan" userId="0c8cd837-2f89-4b12-8657-4317aa4b18aa" providerId="ADAL" clId="{B2D9216A-EBD7-46F6-B789-CB55AC09CB26}" dt="2024-08-15T09:53:19.188" v="1230" actId="47"/>
        <pc:sldMkLst>
          <pc:docMk/>
          <pc:sldMk cId="1448590864" sldId="442"/>
        </pc:sldMkLst>
      </pc:sldChg>
      <pc:sldChg chg="del">
        <pc:chgData name="Zheng, Binghuan" userId="0c8cd837-2f89-4b12-8657-4317aa4b18aa" providerId="ADAL" clId="{B2D9216A-EBD7-46F6-B789-CB55AC09CB26}" dt="2024-08-15T09:53:19.703" v="1231" actId="47"/>
        <pc:sldMkLst>
          <pc:docMk/>
          <pc:sldMk cId="435700087" sldId="443"/>
        </pc:sldMkLst>
      </pc:sldChg>
      <pc:sldChg chg="modSp mod">
        <pc:chgData name="Zheng, Binghuan" userId="0c8cd837-2f89-4b12-8657-4317aa4b18aa" providerId="ADAL" clId="{B2D9216A-EBD7-46F6-B789-CB55AC09CB26}" dt="2024-08-15T09:53:31.271" v="1251" actId="20577"/>
        <pc:sldMkLst>
          <pc:docMk/>
          <pc:sldMk cId="1495955687" sldId="444"/>
        </pc:sldMkLst>
        <pc:spChg chg="mod">
          <ac:chgData name="Zheng, Binghuan" userId="0c8cd837-2f89-4b12-8657-4317aa4b18aa" providerId="ADAL" clId="{B2D9216A-EBD7-46F6-B789-CB55AC09CB26}" dt="2024-08-15T09:53:31.271" v="1251" actId="20577"/>
          <ac:spMkLst>
            <pc:docMk/>
            <pc:sldMk cId="1495955687" sldId="444"/>
            <ac:spMk id="4" creationId="{1567C550-8534-4752-A750-4145E9563059}"/>
          </ac:spMkLst>
        </pc:spChg>
      </pc:sldChg>
      <pc:sldChg chg="del">
        <pc:chgData name="Zheng, Binghuan" userId="0c8cd837-2f89-4b12-8657-4317aa4b18aa" providerId="ADAL" clId="{B2D9216A-EBD7-46F6-B789-CB55AC09CB26}" dt="2024-08-16T03:34:24.004" v="1910" actId="47"/>
        <pc:sldMkLst>
          <pc:docMk/>
          <pc:sldMk cId="2211459611" sldId="445"/>
        </pc:sldMkLst>
      </pc:sldChg>
      <pc:sldChg chg="del">
        <pc:chgData name="Zheng, Binghuan" userId="0c8cd837-2f89-4b12-8657-4317aa4b18aa" providerId="ADAL" clId="{B2D9216A-EBD7-46F6-B789-CB55AC09CB26}" dt="2024-08-16T03:34:24.676" v="1911" actId="47"/>
        <pc:sldMkLst>
          <pc:docMk/>
          <pc:sldMk cId="3498928025" sldId="446"/>
        </pc:sldMkLst>
      </pc:sldChg>
      <pc:sldChg chg="modSp mod">
        <pc:chgData name="Zheng, Binghuan" userId="0c8cd837-2f89-4b12-8657-4317aa4b18aa" providerId="ADAL" clId="{B2D9216A-EBD7-46F6-B789-CB55AC09CB26}" dt="2024-08-16T03:34:48.998" v="1912"/>
        <pc:sldMkLst>
          <pc:docMk/>
          <pc:sldMk cId="2988194818" sldId="447"/>
        </pc:sldMkLst>
        <pc:spChg chg="mod">
          <ac:chgData name="Zheng, Binghuan" userId="0c8cd837-2f89-4b12-8657-4317aa4b18aa" providerId="ADAL" clId="{B2D9216A-EBD7-46F6-B789-CB55AC09CB26}" dt="2024-08-16T03:34:48.998" v="1912"/>
          <ac:spMkLst>
            <pc:docMk/>
            <pc:sldMk cId="2988194818" sldId="447"/>
            <ac:spMk id="4" creationId="{1567C550-8534-4752-A750-4145E9563059}"/>
          </ac:spMkLst>
        </pc:spChg>
      </pc:sldChg>
      <pc:sldChg chg="del">
        <pc:chgData name="Zheng, Binghuan" userId="0c8cd837-2f89-4b12-8657-4317aa4b18aa" providerId="ADAL" clId="{B2D9216A-EBD7-46F6-B789-CB55AC09CB26}" dt="2024-08-16T06:36:56.699" v="3190" actId="47"/>
        <pc:sldMkLst>
          <pc:docMk/>
          <pc:sldMk cId="732527161" sldId="448"/>
        </pc:sldMkLst>
      </pc:sldChg>
      <pc:sldChg chg="del">
        <pc:chgData name="Zheng, Binghuan" userId="0c8cd837-2f89-4b12-8657-4317aa4b18aa" providerId="ADAL" clId="{B2D9216A-EBD7-46F6-B789-CB55AC09CB26}" dt="2024-08-16T06:36:57.802" v="3191" actId="47"/>
        <pc:sldMkLst>
          <pc:docMk/>
          <pc:sldMk cId="1002335632" sldId="449"/>
        </pc:sldMkLst>
      </pc:sldChg>
      <pc:sldChg chg="modSp add del mod">
        <pc:chgData name="Zheng, Binghuan" userId="0c8cd837-2f89-4b12-8657-4317aa4b18aa" providerId="ADAL" clId="{B2D9216A-EBD7-46F6-B789-CB55AC09CB26}" dt="2024-08-22T08:38:37.131" v="7657" actId="1076"/>
        <pc:sldMkLst>
          <pc:docMk/>
          <pc:sldMk cId="2209356476" sldId="450"/>
        </pc:sldMkLst>
        <pc:spChg chg="mod">
          <ac:chgData name="Zheng, Binghuan" userId="0c8cd837-2f89-4b12-8657-4317aa4b18aa" providerId="ADAL" clId="{B2D9216A-EBD7-46F6-B789-CB55AC09CB26}" dt="2024-08-22T08:38:37.131" v="7657" actId="1076"/>
          <ac:spMkLst>
            <pc:docMk/>
            <pc:sldMk cId="2209356476" sldId="450"/>
            <ac:spMk id="4" creationId="{1567C550-8534-4752-A750-4145E9563059}"/>
          </ac:spMkLst>
        </pc:spChg>
      </pc:sldChg>
      <pc:sldChg chg="modSp mod">
        <pc:chgData name="Zheng, Binghuan" userId="0c8cd837-2f89-4b12-8657-4317aa4b18aa" providerId="ADAL" clId="{B2D9216A-EBD7-46F6-B789-CB55AC09CB26}" dt="2024-08-22T09:00:10.436" v="7713" actId="20577"/>
        <pc:sldMkLst>
          <pc:docMk/>
          <pc:sldMk cId="2050256125" sldId="451"/>
        </pc:sldMkLst>
        <pc:spChg chg="mod">
          <ac:chgData name="Zheng, Binghuan" userId="0c8cd837-2f89-4b12-8657-4317aa4b18aa" providerId="ADAL" clId="{B2D9216A-EBD7-46F6-B789-CB55AC09CB26}" dt="2024-08-14T00:49:32.006" v="740" actId="20577"/>
          <ac:spMkLst>
            <pc:docMk/>
            <pc:sldMk cId="2050256125" sldId="451"/>
            <ac:spMk id="4" creationId="{739ED610-7AC8-45CD-BCC6-B494109E5D9F}"/>
          </ac:spMkLst>
        </pc:spChg>
        <pc:spChg chg="mod">
          <ac:chgData name="Zheng, Binghuan" userId="0c8cd837-2f89-4b12-8657-4317aa4b18aa" providerId="ADAL" clId="{B2D9216A-EBD7-46F6-B789-CB55AC09CB26}" dt="2024-08-15T08:17:55.327" v="1026" actId="20577"/>
          <ac:spMkLst>
            <pc:docMk/>
            <pc:sldMk cId="2050256125" sldId="451"/>
            <ac:spMk id="6" creationId="{0ED065AC-F3EF-42B0-A34B-DF7EED7FF8B9}"/>
          </ac:spMkLst>
        </pc:spChg>
        <pc:graphicFrameChg chg="mod modGraphic">
          <ac:chgData name="Zheng, Binghuan" userId="0c8cd837-2f89-4b12-8657-4317aa4b18aa" providerId="ADAL" clId="{B2D9216A-EBD7-46F6-B789-CB55AC09CB26}" dt="2024-08-22T09:00:10.436" v="7713" actId="20577"/>
          <ac:graphicFrameMkLst>
            <pc:docMk/>
            <pc:sldMk cId="2050256125" sldId="451"/>
            <ac:graphicFrameMk id="3" creationId="{503B5CA7-8C98-49CD-062E-DAB370D359FC}"/>
          </ac:graphicFrameMkLst>
        </pc:graphicFrameChg>
      </pc:sldChg>
      <pc:sldChg chg="del">
        <pc:chgData name="Zheng, Binghuan" userId="0c8cd837-2f89-4b12-8657-4317aa4b18aa" providerId="ADAL" clId="{B2D9216A-EBD7-46F6-B789-CB55AC09CB26}" dt="2024-08-20T05:25:24.830" v="3664" actId="47"/>
        <pc:sldMkLst>
          <pc:docMk/>
          <pc:sldMk cId="3319544129" sldId="452"/>
        </pc:sldMkLst>
      </pc:sldChg>
      <pc:sldChg chg="del">
        <pc:chgData name="Zheng, Binghuan" userId="0c8cd837-2f89-4b12-8657-4317aa4b18aa" providerId="ADAL" clId="{B2D9216A-EBD7-46F6-B789-CB55AC09CB26}" dt="2024-08-20T05:25:28.975" v="3669" actId="47"/>
        <pc:sldMkLst>
          <pc:docMk/>
          <pc:sldMk cId="2776444572" sldId="453"/>
        </pc:sldMkLst>
      </pc:sldChg>
      <pc:sldChg chg="del">
        <pc:chgData name="Zheng, Binghuan" userId="0c8cd837-2f89-4b12-8657-4317aa4b18aa" providerId="ADAL" clId="{B2D9216A-EBD7-46F6-B789-CB55AC09CB26}" dt="2024-08-20T05:25:30.023" v="3672" actId="47"/>
        <pc:sldMkLst>
          <pc:docMk/>
          <pc:sldMk cId="71352314" sldId="454"/>
        </pc:sldMkLst>
      </pc:sldChg>
      <pc:sldChg chg="del">
        <pc:chgData name="Zheng, Binghuan" userId="0c8cd837-2f89-4b12-8657-4317aa4b18aa" providerId="ADAL" clId="{B2D9216A-EBD7-46F6-B789-CB55AC09CB26}" dt="2024-08-20T05:25:32.584" v="3682" actId="47"/>
        <pc:sldMkLst>
          <pc:docMk/>
          <pc:sldMk cId="1539297286" sldId="455"/>
        </pc:sldMkLst>
      </pc:sldChg>
      <pc:sldChg chg="del">
        <pc:chgData name="Zheng, Binghuan" userId="0c8cd837-2f89-4b12-8657-4317aa4b18aa" providerId="ADAL" clId="{B2D9216A-EBD7-46F6-B789-CB55AC09CB26}" dt="2024-08-20T05:25:19.886" v="3660" actId="47"/>
        <pc:sldMkLst>
          <pc:docMk/>
          <pc:sldMk cId="731146122" sldId="456"/>
        </pc:sldMkLst>
      </pc:sldChg>
      <pc:sldChg chg="del">
        <pc:chgData name="Zheng, Binghuan" userId="0c8cd837-2f89-4b12-8657-4317aa4b18aa" providerId="ADAL" clId="{B2D9216A-EBD7-46F6-B789-CB55AC09CB26}" dt="2024-08-20T05:25:20.375" v="3661" actId="47"/>
        <pc:sldMkLst>
          <pc:docMk/>
          <pc:sldMk cId="1628488132" sldId="457"/>
        </pc:sldMkLst>
      </pc:sldChg>
      <pc:sldChg chg="del">
        <pc:chgData name="Zheng, Binghuan" userId="0c8cd837-2f89-4b12-8657-4317aa4b18aa" providerId="ADAL" clId="{B2D9216A-EBD7-46F6-B789-CB55AC09CB26}" dt="2024-08-16T06:36:54.533" v="3189" actId="47"/>
        <pc:sldMkLst>
          <pc:docMk/>
          <pc:sldMk cId="3275979725" sldId="458"/>
        </pc:sldMkLst>
      </pc:sldChg>
      <pc:sldChg chg="del">
        <pc:chgData name="Zheng, Binghuan" userId="0c8cd837-2f89-4b12-8657-4317aa4b18aa" providerId="ADAL" clId="{B2D9216A-EBD7-46F6-B789-CB55AC09CB26}" dt="2024-08-20T05:25:21.765" v="3663" actId="47"/>
        <pc:sldMkLst>
          <pc:docMk/>
          <pc:sldMk cId="1593563696" sldId="459"/>
        </pc:sldMkLst>
      </pc:sldChg>
      <pc:sldChg chg="del">
        <pc:chgData name="Zheng, Binghuan" userId="0c8cd837-2f89-4b12-8657-4317aa4b18aa" providerId="ADAL" clId="{B2D9216A-EBD7-46F6-B789-CB55AC09CB26}" dt="2024-08-20T05:25:25.783" v="3665" actId="47"/>
        <pc:sldMkLst>
          <pc:docMk/>
          <pc:sldMk cId="3580862102" sldId="460"/>
        </pc:sldMkLst>
      </pc:sldChg>
      <pc:sldChg chg="del">
        <pc:chgData name="Zheng, Binghuan" userId="0c8cd837-2f89-4b12-8657-4317aa4b18aa" providerId="ADAL" clId="{B2D9216A-EBD7-46F6-B789-CB55AC09CB26}" dt="2024-08-20T05:25:26.899" v="3666" actId="47"/>
        <pc:sldMkLst>
          <pc:docMk/>
          <pc:sldMk cId="1419580613" sldId="461"/>
        </pc:sldMkLst>
      </pc:sldChg>
      <pc:sldChg chg="del">
        <pc:chgData name="Zheng, Binghuan" userId="0c8cd837-2f89-4b12-8657-4317aa4b18aa" providerId="ADAL" clId="{B2D9216A-EBD7-46F6-B789-CB55AC09CB26}" dt="2024-08-20T05:25:27.735" v="3667" actId="47"/>
        <pc:sldMkLst>
          <pc:docMk/>
          <pc:sldMk cId="43316218" sldId="462"/>
        </pc:sldMkLst>
      </pc:sldChg>
      <pc:sldChg chg="del">
        <pc:chgData name="Zheng, Binghuan" userId="0c8cd837-2f89-4b12-8657-4317aa4b18aa" providerId="ADAL" clId="{B2D9216A-EBD7-46F6-B789-CB55AC09CB26}" dt="2024-08-20T05:25:28.070" v="3668" actId="47"/>
        <pc:sldMkLst>
          <pc:docMk/>
          <pc:sldMk cId="3731721025" sldId="463"/>
        </pc:sldMkLst>
      </pc:sldChg>
      <pc:sldChg chg="del">
        <pc:chgData name="Zheng, Binghuan" userId="0c8cd837-2f89-4b12-8657-4317aa4b18aa" providerId="ADAL" clId="{B2D9216A-EBD7-46F6-B789-CB55AC09CB26}" dt="2024-08-20T05:25:29.442" v="3670" actId="47"/>
        <pc:sldMkLst>
          <pc:docMk/>
          <pc:sldMk cId="697485291" sldId="464"/>
        </pc:sldMkLst>
      </pc:sldChg>
      <pc:sldChg chg="del">
        <pc:chgData name="Zheng, Binghuan" userId="0c8cd837-2f89-4b12-8657-4317aa4b18aa" providerId="ADAL" clId="{B2D9216A-EBD7-46F6-B789-CB55AC09CB26}" dt="2024-08-20T05:25:29.756" v="3671" actId="47"/>
        <pc:sldMkLst>
          <pc:docMk/>
          <pc:sldMk cId="56375173" sldId="465"/>
        </pc:sldMkLst>
      </pc:sldChg>
      <pc:sldChg chg="del">
        <pc:chgData name="Zheng, Binghuan" userId="0c8cd837-2f89-4b12-8657-4317aa4b18aa" providerId="ADAL" clId="{B2D9216A-EBD7-46F6-B789-CB55AC09CB26}" dt="2024-08-20T05:25:30.329" v="3673" actId="47"/>
        <pc:sldMkLst>
          <pc:docMk/>
          <pc:sldMk cId="3136376735" sldId="467"/>
        </pc:sldMkLst>
      </pc:sldChg>
      <pc:sldChg chg="del">
        <pc:chgData name="Zheng, Binghuan" userId="0c8cd837-2f89-4b12-8657-4317aa4b18aa" providerId="ADAL" clId="{B2D9216A-EBD7-46F6-B789-CB55AC09CB26}" dt="2024-08-20T05:25:30.613" v="3674" actId="47"/>
        <pc:sldMkLst>
          <pc:docMk/>
          <pc:sldMk cId="559823900" sldId="468"/>
        </pc:sldMkLst>
      </pc:sldChg>
      <pc:sldChg chg="del">
        <pc:chgData name="Zheng, Binghuan" userId="0c8cd837-2f89-4b12-8657-4317aa4b18aa" providerId="ADAL" clId="{B2D9216A-EBD7-46F6-B789-CB55AC09CB26}" dt="2024-08-20T05:25:30.816" v="3675" actId="47"/>
        <pc:sldMkLst>
          <pc:docMk/>
          <pc:sldMk cId="1148473252" sldId="469"/>
        </pc:sldMkLst>
      </pc:sldChg>
      <pc:sldChg chg="del">
        <pc:chgData name="Zheng, Binghuan" userId="0c8cd837-2f89-4b12-8657-4317aa4b18aa" providerId="ADAL" clId="{B2D9216A-EBD7-46F6-B789-CB55AC09CB26}" dt="2024-08-20T05:25:30.918" v="3676" actId="47"/>
        <pc:sldMkLst>
          <pc:docMk/>
          <pc:sldMk cId="141679243" sldId="470"/>
        </pc:sldMkLst>
      </pc:sldChg>
      <pc:sldChg chg="del">
        <pc:chgData name="Zheng, Binghuan" userId="0c8cd837-2f89-4b12-8657-4317aa4b18aa" providerId="ADAL" clId="{B2D9216A-EBD7-46F6-B789-CB55AC09CB26}" dt="2024-08-20T05:25:31.105" v="3677" actId="47"/>
        <pc:sldMkLst>
          <pc:docMk/>
          <pc:sldMk cId="2447273490" sldId="471"/>
        </pc:sldMkLst>
      </pc:sldChg>
      <pc:sldChg chg="del">
        <pc:chgData name="Zheng, Binghuan" userId="0c8cd837-2f89-4b12-8657-4317aa4b18aa" providerId="ADAL" clId="{B2D9216A-EBD7-46F6-B789-CB55AC09CB26}" dt="2024-08-20T05:25:31.301" v="3678" actId="47"/>
        <pc:sldMkLst>
          <pc:docMk/>
          <pc:sldMk cId="3949367011" sldId="472"/>
        </pc:sldMkLst>
      </pc:sldChg>
      <pc:sldChg chg="del">
        <pc:chgData name="Zheng, Binghuan" userId="0c8cd837-2f89-4b12-8657-4317aa4b18aa" providerId="ADAL" clId="{B2D9216A-EBD7-46F6-B789-CB55AC09CB26}" dt="2024-08-20T05:25:31.628" v="3679" actId="47"/>
        <pc:sldMkLst>
          <pc:docMk/>
          <pc:sldMk cId="1608275893" sldId="473"/>
        </pc:sldMkLst>
      </pc:sldChg>
      <pc:sldChg chg="del">
        <pc:chgData name="Zheng, Binghuan" userId="0c8cd837-2f89-4b12-8657-4317aa4b18aa" providerId="ADAL" clId="{B2D9216A-EBD7-46F6-B789-CB55AC09CB26}" dt="2024-08-20T05:25:32.364" v="3681" actId="47"/>
        <pc:sldMkLst>
          <pc:docMk/>
          <pc:sldMk cId="3735186540" sldId="474"/>
        </pc:sldMkLst>
      </pc:sldChg>
      <pc:sldChg chg="del">
        <pc:chgData name="Zheng, Binghuan" userId="0c8cd837-2f89-4b12-8657-4317aa4b18aa" providerId="ADAL" clId="{B2D9216A-EBD7-46F6-B789-CB55AC09CB26}" dt="2024-08-20T05:25:32.142" v="3680" actId="47"/>
        <pc:sldMkLst>
          <pc:docMk/>
          <pc:sldMk cId="1933954306" sldId="475"/>
        </pc:sldMkLst>
      </pc:sldChg>
      <pc:sldChg chg="del">
        <pc:chgData name="Zheng, Binghuan" userId="0c8cd837-2f89-4b12-8657-4317aa4b18aa" providerId="ADAL" clId="{B2D9216A-EBD7-46F6-B789-CB55AC09CB26}" dt="2024-08-20T05:25:32.772" v="3683" actId="47"/>
        <pc:sldMkLst>
          <pc:docMk/>
          <pc:sldMk cId="3848952280" sldId="476"/>
        </pc:sldMkLst>
      </pc:sldChg>
      <pc:sldChg chg="del">
        <pc:chgData name="Zheng, Binghuan" userId="0c8cd837-2f89-4b12-8657-4317aa4b18aa" providerId="ADAL" clId="{B2D9216A-EBD7-46F6-B789-CB55AC09CB26}" dt="2024-08-20T05:25:33.053" v="3684" actId="47"/>
        <pc:sldMkLst>
          <pc:docMk/>
          <pc:sldMk cId="1789271270" sldId="478"/>
        </pc:sldMkLst>
      </pc:sldChg>
      <pc:sldChg chg="del">
        <pc:chgData name="Zheng, Binghuan" userId="0c8cd837-2f89-4b12-8657-4317aa4b18aa" providerId="ADAL" clId="{B2D9216A-EBD7-46F6-B789-CB55AC09CB26}" dt="2024-08-20T05:25:33.308" v="3685" actId="47"/>
        <pc:sldMkLst>
          <pc:docMk/>
          <pc:sldMk cId="4177327766" sldId="479"/>
        </pc:sldMkLst>
      </pc:sldChg>
      <pc:sldChg chg="add del">
        <pc:chgData name="Zheng, Binghuan" userId="0c8cd837-2f89-4b12-8657-4317aa4b18aa" providerId="ADAL" clId="{B2D9216A-EBD7-46F6-B789-CB55AC09CB26}" dt="2024-08-20T05:26:15.045" v="3704" actId="47"/>
        <pc:sldMkLst>
          <pc:docMk/>
          <pc:sldMk cId="536687498" sldId="480"/>
        </pc:sldMkLst>
      </pc:sldChg>
      <pc:sldChg chg="addSp delSp del mod">
        <pc:chgData name="Zheng, Binghuan" userId="0c8cd837-2f89-4b12-8657-4317aa4b18aa" providerId="ADAL" clId="{B2D9216A-EBD7-46F6-B789-CB55AC09CB26}" dt="2024-08-20T05:25:18.708" v="3659" actId="47"/>
        <pc:sldMkLst>
          <pc:docMk/>
          <pc:sldMk cId="788278670" sldId="481"/>
        </pc:sldMkLst>
        <pc:spChg chg="add del">
          <ac:chgData name="Zheng, Binghuan" userId="0c8cd837-2f89-4b12-8657-4317aa4b18aa" providerId="ADAL" clId="{B2D9216A-EBD7-46F6-B789-CB55AC09CB26}" dt="2024-08-20T05:14:27.494" v="3430" actId="22"/>
          <ac:spMkLst>
            <pc:docMk/>
            <pc:sldMk cId="788278670" sldId="481"/>
            <ac:spMk id="5" creationId="{E96DE295-DA3B-2D4D-31E0-7C27B69D15A6}"/>
          </ac:spMkLst>
        </pc:spChg>
      </pc:sldChg>
      <pc:sldChg chg="del">
        <pc:chgData name="Zheng, Binghuan" userId="0c8cd837-2f89-4b12-8657-4317aa4b18aa" providerId="ADAL" clId="{B2D9216A-EBD7-46F6-B789-CB55AC09CB26}" dt="2024-08-15T09:53:14.331" v="1224" actId="47"/>
        <pc:sldMkLst>
          <pc:docMk/>
          <pc:sldMk cId="345076665" sldId="482"/>
        </pc:sldMkLst>
      </pc:sldChg>
      <pc:sldChg chg="del">
        <pc:chgData name="Zheng, Binghuan" userId="0c8cd837-2f89-4b12-8657-4317aa4b18aa" providerId="ADAL" clId="{B2D9216A-EBD7-46F6-B789-CB55AC09CB26}" dt="2024-08-15T09:53:14.741" v="1225" actId="47"/>
        <pc:sldMkLst>
          <pc:docMk/>
          <pc:sldMk cId="1916881881" sldId="483"/>
        </pc:sldMkLst>
      </pc:sldChg>
      <pc:sldChg chg="del">
        <pc:chgData name="Zheng, Binghuan" userId="0c8cd837-2f89-4b12-8657-4317aa4b18aa" providerId="ADAL" clId="{B2D9216A-EBD7-46F6-B789-CB55AC09CB26}" dt="2024-08-16T03:34:23.290" v="1909" actId="47"/>
        <pc:sldMkLst>
          <pc:docMk/>
          <pc:sldMk cId="2882291423" sldId="484"/>
        </pc:sldMkLst>
      </pc:sldChg>
      <pc:sldChg chg="del">
        <pc:chgData name="Zheng, Binghuan" userId="0c8cd837-2f89-4b12-8657-4317aa4b18aa" providerId="ADAL" clId="{B2D9216A-EBD7-46F6-B789-CB55AC09CB26}" dt="2024-08-20T05:25:20.859" v="3662" actId="47"/>
        <pc:sldMkLst>
          <pc:docMk/>
          <pc:sldMk cId="837894073" sldId="485"/>
        </pc:sldMkLst>
      </pc:sldChg>
      <pc:sldChg chg="modSp add mod">
        <pc:chgData name="Zheng, Binghuan" userId="0c8cd837-2f89-4b12-8657-4317aa4b18aa" providerId="ADAL" clId="{B2D9216A-EBD7-46F6-B789-CB55AC09CB26}" dt="2024-08-22T09:01:03.007" v="7716" actId="20577"/>
        <pc:sldMkLst>
          <pc:docMk/>
          <pc:sldMk cId="1443141661" sldId="486"/>
        </pc:sldMkLst>
        <pc:spChg chg="mod">
          <ac:chgData name="Zheng, Binghuan" userId="0c8cd837-2f89-4b12-8657-4317aa4b18aa" providerId="ADAL" clId="{B2D9216A-EBD7-46F6-B789-CB55AC09CB26}" dt="2024-08-15T07:43:19.868" v="935" actId="20577"/>
          <ac:spMkLst>
            <pc:docMk/>
            <pc:sldMk cId="1443141661" sldId="486"/>
            <ac:spMk id="4" creationId="{739ED610-7AC8-45CD-BCC6-B494109E5D9F}"/>
          </ac:spMkLst>
        </pc:spChg>
        <pc:spChg chg="mod">
          <ac:chgData name="Zheng, Binghuan" userId="0c8cd837-2f89-4b12-8657-4317aa4b18aa" providerId="ADAL" clId="{B2D9216A-EBD7-46F6-B789-CB55AC09CB26}" dt="2024-08-15T08:17:51.181" v="1023" actId="20577"/>
          <ac:spMkLst>
            <pc:docMk/>
            <pc:sldMk cId="1443141661" sldId="486"/>
            <ac:spMk id="6" creationId="{0ED065AC-F3EF-42B0-A34B-DF7EED7FF8B9}"/>
          </ac:spMkLst>
        </pc:spChg>
        <pc:graphicFrameChg chg="mod modGraphic">
          <ac:chgData name="Zheng, Binghuan" userId="0c8cd837-2f89-4b12-8657-4317aa4b18aa" providerId="ADAL" clId="{B2D9216A-EBD7-46F6-B789-CB55AC09CB26}" dt="2024-08-22T09:01:03.007" v="7716" actId="20577"/>
          <ac:graphicFrameMkLst>
            <pc:docMk/>
            <pc:sldMk cId="1443141661" sldId="486"/>
            <ac:graphicFrameMk id="3" creationId="{503B5CA7-8C98-49CD-062E-DAB370D359FC}"/>
          </ac:graphicFrameMkLst>
        </pc:graphicFrameChg>
      </pc:sldChg>
      <pc:sldChg chg="modSp add del mod">
        <pc:chgData name="Zheng, Binghuan" userId="0c8cd837-2f89-4b12-8657-4317aa4b18aa" providerId="ADAL" clId="{B2D9216A-EBD7-46F6-B789-CB55AC09CB26}" dt="2024-08-15T07:44:29.790" v="952"/>
        <pc:sldMkLst>
          <pc:docMk/>
          <pc:sldMk cId="1825291162" sldId="487"/>
        </pc:sldMkLst>
        <pc:spChg chg="mod">
          <ac:chgData name="Zheng, Binghuan" userId="0c8cd837-2f89-4b12-8657-4317aa4b18aa" providerId="ADAL" clId="{B2D9216A-EBD7-46F6-B789-CB55AC09CB26}" dt="2024-08-15T07:44:28.338" v="951" actId="20577"/>
          <ac:spMkLst>
            <pc:docMk/>
            <pc:sldMk cId="1825291162" sldId="487"/>
            <ac:spMk id="6" creationId="{0ED065AC-F3EF-42B0-A34B-DF7EED7FF8B9}"/>
          </ac:spMkLst>
        </pc:spChg>
        <pc:graphicFrameChg chg="mod modGraphic">
          <ac:chgData name="Zheng, Binghuan" userId="0c8cd837-2f89-4b12-8657-4317aa4b18aa" providerId="ADAL" clId="{B2D9216A-EBD7-46F6-B789-CB55AC09CB26}" dt="2024-08-15T07:44:27.285" v="950" actId="14734"/>
          <ac:graphicFrameMkLst>
            <pc:docMk/>
            <pc:sldMk cId="1825291162" sldId="487"/>
            <ac:graphicFrameMk id="3" creationId="{503B5CA7-8C98-49CD-062E-DAB370D359FC}"/>
          </ac:graphicFrameMkLst>
        </pc:graphicFrameChg>
      </pc:sldChg>
      <pc:sldChg chg="modSp add mod">
        <pc:chgData name="Zheng, Binghuan" userId="0c8cd837-2f89-4b12-8657-4317aa4b18aa" providerId="ADAL" clId="{B2D9216A-EBD7-46F6-B789-CB55AC09CB26}" dt="2024-08-22T09:12:11.602" v="7732" actId="1076"/>
        <pc:sldMkLst>
          <pc:docMk/>
          <pc:sldMk cId="2985871454" sldId="487"/>
        </pc:sldMkLst>
        <pc:spChg chg="mod">
          <ac:chgData name="Zheng, Binghuan" userId="0c8cd837-2f89-4b12-8657-4317aa4b18aa" providerId="ADAL" clId="{B2D9216A-EBD7-46F6-B789-CB55AC09CB26}" dt="2024-08-22T09:12:11.602" v="7732" actId="1076"/>
          <ac:spMkLst>
            <pc:docMk/>
            <pc:sldMk cId="2985871454" sldId="487"/>
            <ac:spMk id="4" creationId="{739ED610-7AC8-45CD-BCC6-B494109E5D9F}"/>
          </ac:spMkLst>
        </pc:spChg>
        <pc:spChg chg="mod">
          <ac:chgData name="Zheng, Binghuan" userId="0c8cd837-2f89-4b12-8657-4317aa4b18aa" providerId="ADAL" clId="{B2D9216A-EBD7-46F6-B789-CB55AC09CB26}" dt="2024-08-15T08:17:48.489" v="1022" actId="20577"/>
          <ac:spMkLst>
            <pc:docMk/>
            <pc:sldMk cId="2985871454" sldId="487"/>
            <ac:spMk id="6" creationId="{0ED065AC-F3EF-42B0-A34B-DF7EED7FF8B9}"/>
          </ac:spMkLst>
        </pc:spChg>
        <pc:graphicFrameChg chg="mod modGraphic">
          <ac:chgData name="Zheng, Binghuan" userId="0c8cd837-2f89-4b12-8657-4317aa4b18aa" providerId="ADAL" clId="{B2D9216A-EBD7-46F6-B789-CB55AC09CB26}" dt="2024-08-22T09:12:07.649" v="7731" actId="14100"/>
          <ac:graphicFrameMkLst>
            <pc:docMk/>
            <pc:sldMk cId="2985871454" sldId="487"/>
            <ac:graphicFrameMk id="3" creationId="{503B5CA7-8C98-49CD-062E-DAB370D359FC}"/>
          </ac:graphicFrameMkLst>
        </pc:graphicFrameChg>
      </pc:sldChg>
      <pc:sldChg chg="delSp modSp add mod">
        <pc:chgData name="Zheng, Binghuan" userId="0c8cd837-2f89-4b12-8657-4317aa4b18aa" providerId="ADAL" clId="{B2D9216A-EBD7-46F6-B789-CB55AC09CB26}" dt="2024-08-22T09:12:34.635" v="7734" actId="478"/>
        <pc:sldMkLst>
          <pc:docMk/>
          <pc:sldMk cId="2918012652" sldId="488"/>
        </pc:sldMkLst>
        <pc:spChg chg="del mod">
          <ac:chgData name="Zheng, Binghuan" userId="0c8cd837-2f89-4b12-8657-4317aa4b18aa" providerId="ADAL" clId="{B2D9216A-EBD7-46F6-B789-CB55AC09CB26}" dt="2024-08-22T09:12:34.635" v="7734" actId="478"/>
          <ac:spMkLst>
            <pc:docMk/>
            <pc:sldMk cId="2918012652" sldId="488"/>
            <ac:spMk id="4" creationId="{739ED610-7AC8-45CD-BCC6-B494109E5D9F}"/>
          </ac:spMkLst>
        </pc:spChg>
        <pc:spChg chg="mod">
          <ac:chgData name="Zheng, Binghuan" userId="0c8cd837-2f89-4b12-8657-4317aa4b18aa" providerId="ADAL" clId="{B2D9216A-EBD7-46F6-B789-CB55AC09CB26}" dt="2024-08-15T08:18:03.562" v="1028" actId="20577"/>
          <ac:spMkLst>
            <pc:docMk/>
            <pc:sldMk cId="2918012652" sldId="488"/>
            <ac:spMk id="6" creationId="{0ED065AC-F3EF-42B0-A34B-DF7EED7FF8B9}"/>
          </ac:spMkLst>
        </pc:spChg>
        <pc:graphicFrameChg chg="mod modGraphic">
          <ac:chgData name="Zheng, Binghuan" userId="0c8cd837-2f89-4b12-8657-4317aa4b18aa" providerId="ADAL" clId="{B2D9216A-EBD7-46F6-B789-CB55AC09CB26}" dt="2024-08-15T09:52:33.072" v="1223" actId="108"/>
          <ac:graphicFrameMkLst>
            <pc:docMk/>
            <pc:sldMk cId="2918012652" sldId="488"/>
            <ac:graphicFrameMk id="3" creationId="{503B5CA7-8C98-49CD-062E-DAB370D359FC}"/>
          </ac:graphicFrameMkLst>
        </pc:graphicFrameChg>
      </pc:sldChg>
      <pc:sldChg chg="modSp add mod ord">
        <pc:chgData name="Zheng, Binghuan" userId="0c8cd837-2f89-4b12-8657-4317aa4b18aa" providerId="ADAL" clId="{B2D9216A-EBD7-46F6-B789-CB55AC09CB26}" dt="2024-08-22T09:13:50.646" v="7766" actId="14100"/>
        <pc:sldMkLst>
          <pc:docMk/>
          <pc:sldMk cId="2729596788" sldId="489"/>
        </pc:sldMkLst>
        <pc:spChg chg="mod">
          <ac:chgData name="Zheng, Binghuan" userId="0c8cd837-2f89-4b12-8657-4317aa4b18aa" providerId="ADAL" clId="{B2D9216A-EBD7-46F6-B789-CB55AC09CB26}" dt="2024-08-22T09:13:50.646" v="7766" actId="14100"/>
          <ac:spMkLst>
            <pc:docMk/>
            <pc:sldMk cId="2729596788" sldId="489"/>
            <ac:spMk id="4" creationId="{739ED610-7AC8-45CD-BCC6-B494109E5D9F}"/>
          </ac:spMkLst>
        </pc:spChg>
        <pc:spChg chg="mod">
          <ac:chgData name="Zheng, Binghuan" userId="0c8cd837-2f89-4b12-8657-4317aa4b18aa" providerId="ADAL" clId="{B2D9216A-EBD7-46F6-B789-CB55AC09CB26}" dt="2024-08-16T01:33:21.989" v="1279" actId="20577"/>
          <ac:spMkLst>
            <pc:docMk/>
            <pc:sldMk cId="2729596788" sldId="489"/>
            <ac:spMk id="6" creationId="{0ED065AC-F3EF-42B0-A34B-DF7EED7FF8B9}"/>
          </ac:spMkLst>
        </pc:spChg>
        <pc:graphicFrameChg chg="mod modGraphic">
          <ac:chgData name="Zheng, Binghuan" userId="0c8cd837-2f89-4b12-8657-4317aa4b18aa" providerId="ADAL" clId="{B2D9216A-EBD7-46F6-B789-CB55AC09CB26}" dt="2024-08-16T02:27:11.620" v="1393"/>
          <ac:graphicFrameMkLst>
            <pc:docMk/>
            <pc:sldMk cId="2729596788" sldId="489"/>
            <ac:graphicFrameMk id="3" creationId="{503B5CA7-8C98-49CD-062E-DAB370D359FC}"/>
          </ac:graphicFrameMkLst>
        </pc:graphicFrameChg>
      </pc:sldChg>
      <pc:sldChg chg="addSp delSp modSp add mod">
        <pc:chgData name="Zheng, Binghuan" userId="0c8cd837-2f89-4b12-8657-4317aa4b18aa" providerId="ADAL" clId="{B2D9216A-EBD7-46F6-B789-CB55AC09CB26}" dt="2024-08-22T09:41:11.538" v="7872" actId="14100"/>
        <pc:sldMkLst>
          <pc:docMk/>
          <pc:sldMk cId="522948719" sldId="490"/>
        </pc:sldMkLst>
        <pc:spChg chg="mod">
          <ac:chgData name="Zheng, Binghuan" userId="0c8cd837-2f89-4b12-8657-4317aa4b18aa" providerId="ADAL" clId="{B2D9216A-EBD7-46F6-B789-CB55AC09CB26}" dt="2024-08-22T09:41:11.538" v="7872" actId="14100"/>
          <ac:spMkLst>
            <pc:docMk/>
            <pc:sldMk cId="522948719" sldId="490"/>
            <ac:spMk id="4" creationId="{739ED610-7AC8-45CD-BCC6-B494109E5D9F}"/>
          </ac:spMkLst>
        </pc:spChg>
        <pc:spChg chg="mod">
          <ac:chgData name="Zheng, Binghuan" userId="0c8cd837-2f89-4b12-8657-4317aa4b18aa" providerId="ADAL" clId="{B2D9216A-EBD7-46F6-B789-CB55AC09CB26}" dt="2024-08-16T02:29:11.600" v="1514" actId="20577"/>
          <ac:spMkLst>
            <pc:docMk/>
            <pc:sldMk cId="522948719" sldId="490"/>
            <ac:spMk id="6" creationId="{0ED065AC-F3EF-42B0-A34B-DF7EED7FF8B9}"/>
          </ac:spMkLst>
        </pc:spChg>
        <pc:spChg chg="add del mod">
          <ac:chgData name="Zheng, Binghuan" userId="0c8cd837-2f89-4b12-8657-4317aa4b18aa" providerId="ADAL" clId="{B2D9216A-EBD7-46F6-B789-CB55AC09CB26}" dt="2024-08-22T09:23:58.735" v="7787" actId="478"/>
          <ac:spMkLst>
            <pc:docMk/>
            <pc:sldMk cId="522948719" sldId="490"/>
            <ac:spMk id="7" creationId="{439DF5CA-2C40-2234-5CDE-D001E7E0433F}"/>
          </ac:spMkLst>
        </pc:spChg>
        <pc:spChg chg="add mod">
          <ac:chgData name="Zheng, Binghuan" userId="0c8cd837-2f89-4b12-8657-4317aa4b18aa" providerId="ADAL" clId="{B2D9216A-EBD7-46F6-B789-CB55AC09CB26}" dt="2024-08-22T09:23:55.920" v="7786" actId="1076"/>
          <ac:spMkLst>
            <pc:docMk/>
            <pc:sldMk cId="522948719" sldId="490"/>
            <ac:spMk id="8" creationId="{D794579F-AA0E-C0D9-A8E7-BF8B36C89A7A}"/>
          </ac:spMkLst>
        </pc:spChg>
        <pc:spChg chg="add mod">
          <ac:chgData name="Zheng, Binghuan" userId="0c8cd837-2f89-4b12-8657-4317aa4b18aa" providerId="ADAL" clId="{B2D9216A-EBD7-46F6-B789-CB55AC09CB26}" dt="2024-08-22T09:24:02.805" v="7789" actId="1076"/>
          <ac:spMkLst>
            <pc:docMk/>
            <pc:sldMk cId="522948719" sldId="490"/>
            <ac:spMk id="9" creationId="{13B0B1EC-C79E-8DF9-F5BA-7EE7BFC88BBC}"/>
          </ac:spMkLst>
        </pc:spChg>
        <pc:spChg chg="add mod">
          <ac:chgData name="Zheng, Binghuan" userId="0c8cd837-2f89-4b12-8657-4317aa4b18aa" providerId="ADAL" clId="{B2D9216A-EBD7-46F6-B789-CB55AC09CB26}" dt="2024-08-22T09:24:20.123" v="7793" actId="1076"/>
          <ac:spMkLst>
            <pc:docMk/>
            <pc:sldMk cId="522948719" sldId="490"/>
            <ac:spMk id="10" creationId="{6506B211-0C57-3A9D-3C12-49AAD7C55213}"/>
          </ac:spMkLst>
        </pc:spChg>
        <pc:spChg chg="add mod">
          <ac:chgData name="Zheng, Binghuan" userId="0c8cd837-2f89-4b12-8657-4317aa4b18aa" providerId="ADAL" clId="{B2D9216A-EBD7-46F6-B789-CB55AC09CB26}" dt="2024-08-22T09:24:28.713" v="7796" actId="1076"/>
          <ac:spMkLst>
            <pc:docMk/>
            <pc:sldMk cId="522948719" sldId="490"/>
            <ac:spMk id="11" creationId="{A0F44C17-F0CA-BD55-1295-537436EB6BAA}"/>
          </ac:spMkLst>
        </pc:spChg>
        <pc:graphicFrameChg chg="mod modGraphic">
          <ac:chgData name="Zheng, Binghuan" userId="0c8cd837-2f89-4b12-8657-4317aa4b18aa" providerId="ADAL" clId="{B2D9216A-EBD7-46F6-B789-CB55AC09CB26}" dt="2024-08-22T09:24:24.269" v="7794" actId="20577"/>
          <ac:graphicFrameMkLst>
            <pc:docMk/>
            <pc:sldMk cId="522948719" sldId="490"/>
            <ac:graphicFrameMk id="3" creationId="{503B5CA7-8C98-49CD-062E-DAB370D359FC}"/>
          </ac:graphicFrameMkLst>
        </pc:graphicFrameChg>
        <pc:picChg chg="add del mod">
          <ac:chgData name="Zheng, Binghuan" userId="0c8cd837-2f89-4b12-8657-4317aa4b18aa" providerId="ADAL" clId="{B2D9216A-EBD7-46F6-B789-CB55AC09CB26}" dt="2024-08-22T09:22:53.882" v="7772" actId="478"/>
          <ac:picMkLst>
            <pc:docMk/>
            <pc:sldMk cId="522948719" sldId="490"/>
            <ac:picMk id="2" creationId="{BFDA4C31-4EA2-4070-B659-8806369A4BE8}"/>
          </ac:picMkLst>
        </pc:picChg>
        <pc:picChg chg="add del mod">
          <ac:chgData name="Zheng, Binghuan" userId="0c8cd837-2f89-4b12-8657-4317aa4b18aa" providerId="ADAL" clId="{B2D9216A-EBD7-46F6-B789-CB55AC09CB26}" dt="2024-08-22T09:22:52.800" v="7771" actId="478"/>
          <ac:picMkLst>
            <pc:docMk/>
            <pc:sldMk cId="522948719" sldId="490"/>
            <ac:picMk id="5" creationId="{BFDA4C31-4EA2-4070-B659-8806369A4BE8}"/>
          </ac:picMkLst>
        </pc:picChg>
      </pc:sldChg>
      <pc:sldChg chg="delSp modSp add mod">
        <pc:chgData name="Zheng, Binghuan" userId="0c8cd837-2f89-4b12-8657-4317aa4b18aa" providerId="ADAL" clId="{B2D9216A-EBD7-46F6-B789-CB55AC09CB26}" dt="2024-08-22T09:45:28.928" v="7887" actId="20577"/>
        <pc:sldMkLst>
          <pc:docMk/>
          <pc:sldMk cId="1838623475" sldId="491"/>
        </pc:sldMkLst>
        <pc:spChg chg="mod">
          <ac:chgData name="Zheng, Binghuan" userId="0c8cd837-2f89-4b12-8657-4317aa4b18aa" providerId="ADAL" clId="{B2D9216A-EBD7-46F6-B789-CB55AC09CB26}" dt="2024-08-22T09:45:28.928" v="7887" actId="20577"/>
          <ac:spMkLst>
            <pc:docMk/>
            <pc:sldMk cId="1838623475" sldId="491"/>
            <ac:spMk id="4" creationId="{739ED610-7AC8-45CD-BCC6-B494109E5D9F}"/>
          </ac:spMkLst>
        </pc:spChg>
        <pc:spChg chg="mod">
          <ac:chgData name="Zheng, Binghuan" userId="0c8cd837-2f89-4b12-8657-4317aa4b18aa" providerId="ADAL" clId="{B2D9216A-EBD7-46F6-B789-CB55AC09CB26}" dt="2024-08-16T03:20:11.946" v="1730" actId="20577"/>
          <ac:spMkLst>
            <pc:docMk/>
            <pc:sldMk cId="1838623475" sldId="491"/>
            <ac:spMk id="6" creationId="{0ED065AC-F3EF-42B0-A34B-DF7EED7FF8B9}"/>
          </ac:spMkLst>
        </pc:spChg>
        <pc:graphicFrameChg chg="mod modGraphic">
          <ac:chgData name="Zheng, Binghuan" userId="0c8cd837-2f89-4b12-8657-4317aa4b18aa" providerId="ADAL" clId="{B2D9216A-EBD7-46F6-B789-CB55AC09CB26}" dt="2024-08-22T09:45:05.058" v="7884"/>
          <ac:graphicFrameMkLst>
            <pc:docMk/>
            <pc:sldMk cId="1838623475" sldId="491"/>
            <ac:graphicFrameMk id="3" creationId="{503B5CA7-8C98-49CD-062E-DAB370D359FC}"/>
          </ac:graphicFrameMkLst>
        </pc:graphicFrameChg>
        <pc:picChg chg="del">
          <ac:chgData name="Zheng, Binghuan" userId="0c8cd837-2f89-4b12-8657-4317aa4b18aa" providerId="ADAL" clId="{B2D9216A-EBD7-46F6-B789-CB55AC09CB26}" dt="2024-08-16T03:22:24.391" v="1736" actId="478"/>
          <ac:picMkLst>
            <pc:docMk/>
            <pc:sldMk cId="1838623475" sldId="491"/>
            <ac:picMk id="2" creationId="{BFDA4C31-4EA2-4070-B659-8806369A4BE8}"/>
          </ac:picMkLst>
        </pc:picChg>
        <pc:picChg chg="del">
          <ac:chgData name="Zheng, Binghuan" userId="0c8cd837-2f89-4b12-8657-4317aa4b18aa" providerId="ADAL" clId="{B2D9216A-EBD7-46F6-B789-CB55AC09CB26}" dt="2024-08-16T03:22:25.360" v="1737" actId="478"/>
          <ac:picMkLst>
            <pc:docMk/>
            <pc:sldMk cId="1838623475" sldId="491"/>
            <ac:picMk id="5" creationId="{BFDA4C31-4EA2-4070-B659-8806369A4BE8}"/>
          </ac:picMkLst>
        </pc:picChg>
      </pc:sldChg>
      <pc:sldChg chg="modSp add mod ord">
        <pc:chgData name="Zheng, Binghuan" userId="0c8cd837-2f89-4b12-8657-4317aa4b18aa" providerId="ADAL" clId="{B2D9216A-EBD7-46F6-B789-CB55AC09CB26}" dt="2024-08-23T06:04:29.250" v="8427" actId="14100"/>
        <pc:sldMkLst>
          <pc:docMk/>
          <pc:sldMk cId="3011713260" sldId="492"/>
        </pc:sldMkLst>
        <pc:spChg chg="mod">
          <ac:chgData name="Zheng, Binghuan" userId="0c8cd837-2f89-4b12-8657-4317aa4b18aa" providerId="ADAL" clId="{B2D9216A-EBD7-46F6-B789-CB55AC09CB26}" dt="2024-08-23T06:04:29.250" v="8427" actId="14100"/>
          <ac:spMkLst>
            <pc:docMk/>
            <pc:sldMk cId="3011713260" sldId="492"/>
            <ac:spMk id="4" creationId="{739ED610-7AC8-45CD-BCC6-B494109E5D9F}"/>
          </ac:spMkLst>
        </pc:spChg>
        <pc:spChg chg="mod">
          <ac:chgData name="Zheng, Binghuan" userId="0c8cd837-2f89-4b12-8657-4317aa4b18aa" providerId="ADAL" clId="{B2D9216A-EBD7-46F6-B789-CB55AC09CB26}" dt="2024-08-20T05:04:55.203" v="3207"/>
          <ac:spMkLst>
            <pc:docMk/>
            <pc:sldMk cId="3011713260" sldId="492"/>
            <ac:spMk id="6" creationId="{0ED065AC-F3EF-42B0-A34B-DF7EED7FF8B9}"/>
          </ac:spMkLst>
        </pc:spChg>
        <pc:graphicFrameChg chg="mod modGraphic">
          <ac:chgData name="Zheng, Binghuan" userId="0c8cd837-2f89-4b12-8657-4317aa4b18aa" providerId="ADAL" clId="{B2D9216A-EBD7-46F6-B789-CB55AC09CB26}" dt="2024-08-22T09:47:21.006" v="7891" actId="20577"/>
          <ac:graphicFrameMkLst>
            <pc:docMk/>
            <pc:sldMk cId="3011713260" sldId="492"/>
            <ac:graphicFrameMk id="3" creationId="{503B5CA7-8C98-49CD-062E-DAB370D359FC}"/>
          </ac:graphicFrameMkLst>
        </pc:graphicFrameChg>
      </pc:sldChg>
      <pc:sldChg chg="modSp add del mod">
        <pc:chgData name="Zheng, Binghuan" userId="0c8cd837-2f89-4b12-8657-4317aa4b18aa" providerId="ADAL" clId="{B2D9216A-EBD7-46F6-B789-CB55AC09CB26}" dt="2024-08-22T09:53:53.370" v="7897" actId="20577"/>
        <pc:sldMkLst>
          <pc:docMk/>
          <pc:sldMk cId="1857770909" sldId="493"/>
        </pc:sldMkLst>
        <pc:spChg chg="mod">
          <ac:chgData name="Zheng, Binghuan" userId="0c8cd837-2f89-4b12-8657-4317aa4b18aa" providerId="ADAL" clId="{B2D9216A-EBD7-46F6-B789-CB55AC09CB26}" dt="2024-08-22T09:53:53.370" v="7897" actId="20577"/>
          <ac:spMkLst>
            <pc:docMk/>
            <pc:sldMk cId="1857770909" sldId="493"/>
            <ac:spMk id="4" creationId="{739ED610-7AC8-45CD-BCC6-B494109E5D9F}"/>
          </ac:spMkLst>
        </pc:spChg>
        <pc:spChg chg="mod">
          <ac:chgData name="Zheng, Binghuan" userId="0c8cd837-2f89-4b12-8657-4317aa4b18aa" providerId="ADAL" clId="{B2D9216A-EBD7-46F6-B789-CB55AC09CB26}" dt="2024-08-20T05:05:41.555" v="3218"/>
          <ac:spMkLst>
            <pc:docMk/>
            <pc:sldMk cId="1857770909" sldId="493"/>
            <ac:spMk id="6" creationId="{0ED065AC-F3EF-42B0-A34B-DF7EED7FF8B9}"/>
          </ac:spMkLst>
        </pc:spChg>
        <pc:graphicFrameChg chg="mod modGraphic">
          <ac:chgData name="Zheng, Binghuan" userId="0c8cd837-2f89-4b12-8657-4317aa4b18aa" providerId="ADAL" clId="{B2D9216A-EBD7-46F6-B789-CB55AC09CB26}" dt="2024-08-22T09:50:38.843" v="7896" actId="20577"/>
          <ac:graphicFrameMkLst>
            <pc:docMk/>
            <pc:sldMk cId="1857770909" sldId="493"/>
            <ac:graphicFrameMk id="3" creationId="{503B5CA7-8C98-49CD-062E-DAB370D359FC}"/>
          </ac:graphicFrameMkLst>
        </pc:graphicFrameChg>
      </pc:sldChg>
      <pc:sldChg chg="addSp delSp modSp add del mod">
        <pc:chgData name="Zheng, Binghuan" userId="0c8cd837-2f89-4b12-8657-4317aa4b18aa" providerId="ADAL" clId="{B2D9216A-EBD7-46F6-B789-CB55AC09CB26}" dt="2024-08-22T09:55:43.970" v="7902" actId="1076"/>
        <pc:sldMkLst>
          <pc:docMk/>
          <pc:sldMk cId="638383612" sldId="494"/>
        </pc:sldMkLst>
        <pc:spChg chg="mod">
          <ac:chgData name="Zheng, Binghuan" userId="0c8cd837-2f89-4b12-8657-4317aa4b18aa" providerId="ADAL" clId="{B2D9216A-EBD7-46F6-B789-CB55AC09CB26}" dt="2024-08-22T09:55:43.970" v="7902" actId="1076"/>
          <ac:spMkLst>
            <pc:docMk/>
            <pc:sldMk cId="638383612" sldId="494"/>
            <ac:spMk id="4" creationId="{739ED610-7AC8-45CD-BCC6-B494109E5D9F}"/>
          </ac:spMkLst>
        </pc:spChg>
        <pc:spChg chg="add del">
          <ac:chgData name="Zheng, Binghuan" userId="0c8cd837-2f89-4b12-8657-4317aa4b18aa" providerId="ADAL" clId="{B2D9216A-EBD7-46F6-B789-CB55AC09CB26}" dt="2024-08-16T05:50:10.154" v="2927" actId="22"/>
          <ac:spMkLst>
            <pc:docMk/>
            <pc:sldMk cId="638383612" sldId="494"/>
            <ac:spMk id="5" creationId="{E4FC04F8-AD1F-FAC3-6B1E-18B9A1D53BD5}"/>
          </ac:spMkLst>
        </pc:spChg>
        <pc:spChg chg="mod">
          <ac:chgData name="Zheng, Binghuan" userId="0c8cd837-2f89-4b12-8657-4317aa4b18aa" providerId="ADAL" clId="{B2D9216A-EBD7-46F6-B789-CB55AC09CB26}" dt="2024-08-20T05:05:34.416" v="3216"/>
          <ac:spMkLst>
            <pc:docMk/>
            <pc:sldMk cId="638383612" sldId="494"/>
            <ac:spMk id="6" creationId="{0ED065AC-F3EF-42B0-A34B-DF7EED7FF8B9}"/>
          </ac:spMkLst>
        </pc:spChg>
        <pc:graphicFrameChg chg="mod modGraphic">
          <ac:chgData name="Zheng, Binghuan" userId="0c8cd837-2f89-4b12-8657-4317aa4b18aa" providerId="ADAL" clId="{B2D9216A-EBD7-46F6-B789-CB55AC09CB26}" dt="2024-08-22T09:55:40.348" v="7901" actId="14734"/>
          <ac:graphicFrameMkLst>
            <pc:docMk/>
            <pc:sldMk cId="638383612" sldId="494"/>
            <ac:graphicFrameMk id="3" creationId="{503B5CA7-8C98-49CD-062E-DAB370D359FC}"/>
          </ac:graphicFrameMkLst>
        </pc:graphicFrameChg>
      </pc:sldChg>
      <pc:sldChg chg="modSp add del mod">
        <pc:chgData name="Zheng, Binghuan" userId="0c8cd837-2f89-4b12-8657-4317aa4b18aa" providerId="ADAL" clId="{B2D9216A-EBD7-46F6-B789-CB55AC09CB26}" dt="2024-08-22T09:56:42.898" v="7908" actId="20577"/>
        <pc:sldMkLst>
          <pc:docMk/>
          <pc:sldMk cId="3986514883" sldId="495"/>
        </pc:sldMkLst>
        <pc:spChg chg="mod">
          <ac:chgData name="Zheng, Binghuan" userId="0c8cd837-2f89-4b12-8657-4317aa4b18aa" providerId="ADAL" clId="{B2D9216A-EBD7-46F6-B789-CB55AC09CB26}" dt="2024-08-16T06:00:40.513" v="3030" actId="20577"/>
          <ac:spMkLst>
            <pc:docMk/>
            <pc:sldMk cId="3986514883" sldId="495"/>
            <ac:spMk id="4" creationId="{739ED610-7AC8-45CD-BCC6-B494109E5D9F}"/>
          </ac:spMkLst>
        </pc:spChg>
        <pc:spChg chg="mod">
          <ac:chgData name="Zheng, Binghuan" userId="0c8cd837-2f89-4b12-8657-4317aa4b18aa" providerId="ADAL" clId="{B2D9216A-EBD7-46F6-B789-CB55AC09CB26}" dt="2024-08-20T05:05:24.390" v="3214"/>
          <ac:spMkLst>
            <pc:docMk/>
            <pc:sldMk cId="3986514883" sldId="495"/>
            <ac:spMk id="6" creationId="{0ED065AC-F3EF-42B0-A34B-DF7EED7FF8B9}"/>
          </ac:spMkLst>
        </pc:spChg>
        <pc:graphicFrameChg chg="mod modGraphic">
          <ac:chgData name="Zheng, Binghuan" userId="0c8cd837-2f89-4b12-8657-4317aa4b18aa" providerId="ADAL" clId="{B2D9216A-EBD7-46F6-B789-CB55AC09CB26}" dt="2024-08-22T09:56:42.898" v="7908" actId="20577"/>
          <ac:graphicFrameMkLst>
            <pc:docMk/>
            <pc:sldMk cId="3986514883" sldId="495"/>
            <ac:graphicFrameMk id="3" creationId="{503B5CA7-8C98-49CD-062E-DAB370D359FC}"/>
          </ac:graphicFrameMkLst>
        </pc:graphicFrameChg>
      </pc:sldChg>
      <pc:sldChg chg="modSp add del mod ord">
        <pc:chgData name="Zheng, Binghuan" userId="0c8cd837-2f89-4b12-8657-4317aa4b18aa" providerId="ADAL" clId="{B2D9216A-EBD7-46F6-B789-CB55AC09CB26}" dt="2024-08-20T05:25:42.616" v="3698" actId="47"/>
        <pc:sldMkLst>
          <pc:docMk/>
          <pc:sldMk cId="4127238824" sldId="496"/>
        </pc:sldMkLst>
        <pc:spChg chg="mod">
          <ac:chgData name="Zheng, Binghuan" userId="0c8cd837-2f89-4b12-8657-4317aa4b18aa" providerId="ADAL" clId="{B2D9216A-EBD7-46F6-B789-CB55AC09CB26}" dt="2024-08-20T05:07:17.477" v="3221" actId="20577"/>
          <ac:spMkLst>
            <pc:docMk/>
            <pc:sldMk cId="4127238824" sldId="496"/>
            <ac:spMk id="4" creationId="{739ED610-7AC8-45CD-BCC6-B494109E5D9F}"/>
          </ac:spMkLst>
        </pc:spChg>
        <pc:spChg chg="mod">
          <ac:chgData name="Zheng, Binghuan" userId="0c8cd837-2f89-4b12-8657-4317aa4b18aa" providerId="ADAL" clId="{B2D9216A-EBD7-46F6-B789-CB55AC09CB26}" dt="2024-08-20T05:05:49.346" v="3219"/>
          <ac:spMkLst>
            <pc:docMk/>
            <pc:sldMk cId="4127238824" sldId="496"/>
            <ac:spMk id="6" creationId="{0ED065AC-F3EF-42B0-A34B-DF7EED7FF8B9}"/>
          </ac:spMkLst>
        </pc:spChg>
        <pc:graphicFrameChg chg="mod modGraphic">
          <ac:chgData name="Zheng, Binghuan" userId="0c8cd837-2f89-4b12-8657-4317aa4b18aa" providerId="ADAL" clId="{B2D9216A-EBD7-46F6-B789-CB55AC09CB26}" dt="2024-08-16T06:35:44.748" v="3059"/>
          <ac:graphicFrameMkLst>
            <pc:docMk/>
            <pc:sldMk cId="4127238824" sldId="496"/>
            <ac:graphicFrameMk id="3" creationId="{503B5CA7-8C98-49CD-062E-DAB370D359FC}"/>
          </ac:graphicFrameMkLst>
        </pc:graphicFrameChg>
      </pc:sldChg>
      <pc:sldChg chg="addSp delSp modSp add del mod">
        <pc:chgData name="Zheng, Binghuan" userId="0c8cd837-2f89-4b12-8657-4317aa4b18aa" providerId="ADAL" clId="{B2D9216A-EBD7-46F6-B789-CB55AC09CB26}" dt="2024-08-22T09:58:01.972" v="7912" actId="1076"/>
        <pc:sldMkLst>
          <pc:docMk/>
          <pc:sldMk cId="1975868213" sldId="497"/>
        </pc:sldMkLst>
        <pc:spChg chg="add mod">
          <ac:chgData name="Zheng, Binghuan" userId="0c8cd837-2f89-4b12-8657-4317aa4b18aa" providerId="ADAL" clId="{B2D9216A-EBD7-46F6-B789-CB55AC09CB26}" dt="2024-08-22T09:58:01.972" v="7912" actId="1076"/>
          <ac:spMkLst>
            <pc:docMk/>
            <pc:sldMk cId="1975868213" sldId="497"/>
            <ac:spMk id="2" creationId="{BF5712C1-0BCA-00E4-A3B2-03DF90AB06E2}"/>
          </ac:spMkLst>
        </pc:spChg>
        <pc:spChg chg="del">
          <ac:chgData name="Zheng, Binghuan" userId="0c8cd837-2f89-4b12-8657-4317aa4b18aa" providerId="ADAL" clId="{B2D9216A-EBD7-46F6-B789-CB55AC09CB26}" dt="2024-08-22T09:57:58.719" v="7911" actId="478"/>
          <ac:spMkLst>
            <pc:docMk/>
            <pc:sldMk cId="1975868213" sldId="497"/>
            <ac:spMk id="4" creationId="{739ED610-7AC8-45CD-BCC6-B494109E5D9F}"/>
          </ac:spMkLst>
        </pc:spChg>
        <pc:spChg chg="mod">
          <ac:chgData name="Zheng, Binghuan" userId="0c8cd837-2f89-4b12-8657-4317aa4b18aa" providerId="ADAL" clId="{B2D9216A-EBD7-46F6-B789-CB55AC09CB26}" dt="2024-08-20T05:05:56.448" v="3220"/>
          <ac:spMkLst>
            <pc:docMk/>
            <pc:sldMk cId="1975868213" sldId="497"/>
            <ac:spMk id="6" creationId="{0ED065AC-F3EF-42B0-A34B-DF7EED7FF8B9}"/>
          </ac:spMkLst>
        </pc:spChg>
        <pc:graphicFrameChg chg="mod modGraphic">
          <ac:chgData name="Zheng, Binghuan" userId="0c8cd837-2f89-4b12-8657-4317aa4b18aa" providerId="ADAL" clId="{B2D9216A-EBD7-46F6-B789-CB55AC09CB26}" dt="2024-08-22T09:57:46.895" v="7910" actId="14734"/>
          <ac:graphicFrameMkLst>
            <pc:docMk/>
            <pc:sldMk cId="1975868213" sldId="497"/>
            <ac:graphicFrameMk id="3" creationId="{503B5CA7-8C98-49CD-062E-DAB370D359FC}"/>
          </ac:graphicFrameMkLst>
        </pc:graphicFrameChg>
      </pc:sldChg>
      <pc:sldChg chg="delSp modSp add del mod ord">
        <pc:chgData name="Zheng, Binghuan" userId="0c8cd837-2f89-4b12-8657-4317aa4b18aa" providerId="ADAL" clId="{B2D9216A-EBD7-46F6-B789-CB55AC09CB26}" dt="2024-08-23T06:08:02.468" v="8441" actId="1076"/>
        <pc:sldMkLst>
          <pc:docMk/>
          <pc:sldMk cId="2815045398" sldId="498"/>
        </pc:sldMkLst>
        <pc:spChg chg="mod">
          <ac:chgData name="Zheng, Binghuan" userId="0c8cd837-2f89-4b12-8657-4317aa4b18aa" providerId="ADAL" clId="{B2D9216A-EBD7-46F6-B789-CB55AC09CB26}" dt="2024-08-23T06:08:02.468" v="8441" actId="1076"/>
          <ac:spMkLst>
            <pc:docMk/>
            <pc:sldMk cId="2815045398" sldId="498"/>
            <ac:spMk id="2" creationId="{BF5712C1-0BCA-00E4-A3B2-03DF90AB06E2}"/>
          </ac:spMkLst>
        </pc:spChg>
        <pc:spChg chg="del mod">
          <ac:chgData name="Zheng, Binghuan" userId="0c8cd837-2f89-4b12-8657-4317aa4b18aa" providerId="ADAL" clId="{B2D9216A-EBD7-46F6-B789-CB55AC09CB26}" dt="2024-08-20T05:27:25.737" v="3714" actId="478"/>
          <ac:spMkLst>
            <pc:docMk/>
            <pc:sldMk cId="2815045398" sldId="498"/>
            <ac:spMk id="4" creationId="{739ED610-7AC8-45CD-BCC6-B494109E5D9F}"/>
          </ac:spMkLst>
        </pc:spChg>
        <pc:spChg chg="mod">
          <ac:chgData name="Zheng, Binghuan" userId="0c8cd837-2f89-4b12-8657-4317aa4b18aa" providerId="ADAL" clId="{B2D9216A-EBD7-46F6-B789-CB55AC09CB26}" dt="2024-08-20T05:47:03.172" v="4122" actId="20577"/>
          <ac:spMkLst>
            <pc:docMk/>
            <pc:sldMk cId="2815045398" sldId="498"/>
            <ac:spMk id="6" creationId="{0ED065AC-F3EF-42B0-A34B-DF7EED7FF8B9}"/>
          </ac:spMkLst>
        </pc:spChg>
        <pc:graphicFrameChg chg="mod modGraphic">
          <ac:chgData name="Zheng, Binghuan" userId="0c8cd837-2f89-4b12-8657-4317aa4b18aa" providerId="ADAL" clId="{B2D9216A-EBD7-46F6-B789-CB55AC09CB26}" dt="2024-08-22T09:58:53.387" v="7914" actId="20577"/>
          <ac:graphicFrameMkLst>
            <pc:docMk/>
            <pc:sldMk cId="2815045398" sldId="498"/>
            <ac:graphicFrameMk id="3" creationId="{503B5CA7-8C98-49CD-062E-DAB370D359FC}"/>
          </ac:graphicFrameMkLst>
        </pc:graphicFrameChg>
      </pc:sldChg>
      <pc:sldChg chg="delSp modSp add mod">
        <pc:chgData name="Zheng, Binghuan" userId="0c8cd837-2f89-4b12-8657-4317aa4b18aa" providerId="ADAL" clId="{B2D9216A-EBD7-46F6-B789-CB55AC09CB26}" dt="2024-08-22T09:59:25.267" v="7916" actId="20577"/>
        <pc:sldMkLst>
          <pc:docMk/>
          <pc:sldMk cId="1560715043" sldId="499"/>
        </pc:sldMkLst>
        <pc:spChg chg="mod">
          <ac:chgData name="Zheng, Binghuan" userId="0c8cd837-2f89-4b12-8657-4317aa4b18aa" providerId="ADAL" clId="{B2D9216A-EBD7-46F6-B789-CB55AC09CB26}" dt="2024-08-22T09:59:08.406" v="7915" actId="1076"/>
          <ac:spMkLst>
            <pc:docMk/>
            <pc:sldMk cId="1560715043" sldId="499"/>
            <ac:spMk id="2" creationId="{BF5712C1-0BCA-00E4-A3B2-03DF90AB06E2}"/>
          </ac:spMkLst>
        </pc:spChg>
        <pc:spChg chg="del">
          <ac:chgData name="Zheng, Binghuan" userId="0c8cd837-2f89-4b12-8657-4317aa4b18aa" providerId="ADAL" clId="{B2D9216A-EBD7-46F6-B789-CB55AC09CB26}" dt="2024-08-20T05:27:34.974" v="3716" actId="478"/>
          <ac:spMkLst>
            <pc:docMk/>
            <pc:sldMk cId="1560715043" sldId="499"/>
            <ac:spMk id="4" creationId="{739ED610-7AC8-45CD-BCC6-B494109E5D9F}"/>
          </ac:spMkLst>
        </pc:spChg>
        <pc:spChg chg="mod">
          <ac:chgData name="Zheng, Binghuan" userId="0c8cd837-2f89-4b12-8657-4317aa4b18aa" providerId="ADAL" clId="{B2D9216A-EBD7-46F6-B789-CB55AC09CB26}" dt="2024-08-20T05:47:06.893" v="4123" actId="20577"/>
          <ac:spMkLst>
            <pc:docMk/>
            <pc:sldMk cId="1560715043" sldId="499"/>
            <ac:spMk id="6" creationId="{0ED065AC-F3EF-42B0-A34B-DF7EED7FF8B9}"/>
          </ac:spMkLst>
        </pc:spChg>
        <pc:graphicFrameChg chg="mod modGraphic">
          <ac:chgData name="Zheng, Binghuan" userId="0c8cd837-2f89-4b12-8657-4317aa4b18aa" providerId="ADAL" clId="{B2D9216A-EBD7-46F6-B789-CB55AC09CB26}" dt="2024-08-22T09:59:25.267" v="7916" actId="20577"/>
          <ac:graphicFrameMkLst>
            <pc:docMk/>
            <pc:sldMk cId="1560715043" sldId="499"/>
            <ac:graphicFrameMk id="3" creationId="{503B5CA7-8C98-49CD-062E-DAB370D359FC}"/>
          </ac:graphicFrameMkLst>
        </pc:graphicFrameChg>
      </pc:sldChg>
      <pc:sldChg chg="addSp modSp add mod">
        <pc:chgData name="Zheng, Binghuan" userId="0c8cd837-2f89-4b12-8657-4317aa4b18aa" providerId="ADAL" clId="{B2D9216A-EBD7-46F6-B789-CB55AC09CB26}" dt="2024-08-23T05:19:04.776" v="8013" actId="20577"/>
        <pc:sldMkLst>
          <pc:docMk/>
          <pc:sldMk cId="2993275724" sldId="500"/>
        </pc:sldMkLst>
        <pc:spChg chg="mod">
          <ac:chgData name="Zheng, Binghuan" userId="0c8cd837-2f89-4b12-8657-4317aa4b18aa" providerId="ADAL" clId="{B2D9216A-EBD7-46F6-B789-CB55AC09CB26}" dt="2024-08-23T05:19:04.776" v="8013" actId="20577"/>
          <ac:spMkLst>
            <pc:docMk/>
            <pc:sldMk cId="2993275724" sldId="500"/>
            <ac:spMk id="2" creationId="{BF5712C1-0BCA-00E4-A3B2-03DF90AB06E2}"/>
          </ac:spMkLst>
        </pc:spChg>
        <pc:spChg chg="mod">
          <ac:chgData name="Zheng, Binghuan" userId="0c8cd837-2f89-4b12-8657-4317aa4b18aa" providerId="ADAL" clId="{B2D9216A-EBD7-46F6-B789-CB55AC09CB26}" dt="2024-08-20T05:47:10.341" v="4124" actId="20577"/>
          <ac:spMkLst>
            <pc:docMk/>
            <pc:sldMk cId="2993275724" sldId="500"/>
            <ac:spMk id="6" creationId="{0ED065AC-F3EF-42B0-A34B-DF7EED7FF8B9}"/>
          </ac:spMkLst>
        </pc:spChg>
        <pc:graphicFrameChg chg="mod modGraphic">
          <ac:chgData name="Zheng, Binghuan" userId="0c8cd837-2f89-4b12-8657-4317aa4b18aa" providerId="ADAL" clId="{B2D9216A-EBD7-46F6-B789-CB55AC09CB26}" dt="2024-08-22T10:11:08.631" v="7922" actId="20577"/>
          <ac:graphicFrameMkLst>
            <pc:docMk/>
            <pc:sldMk cId="2993275724" sldId="500"/>
            <ac:graphicFrameMk id="3" creationId="{503B5CA7-8C98-49CD-062E-DAB370D359FC}"/>
          </ac:graphicFrameMkLst>
        </pc:graphicFrameChg>
        <pc:graphicFrameChg chg="add mod">
          <ac:chgData name="Zheng, Binghuan" userId="0c8cd837-2f89-4b12-8657-4317aa4b18aa" providerId="ADAL" clId="{B2D9216A-EBD7-46F6-B789-CB55AC09CB26}" dt="2024-08-20T05:46:53.977" v="4120"/>
          <ac:graphicFrameMkLst>
            <pc:docMk/>
            <pc:sldMk cId="2993275724" sldId="500"/>
            <ac:graphicFrameMk id="4" creationId="{AC5DB847-D878-2FFB-73BC-5DA01E6A77BE}"/>
          </ac:graphicFrameMkLst>
        </pc:graphicFrameChg>
      </pc:sldChg>
      <pc:sldChg chg="modSp add mod">
        <pc:chgData name="Zheng, Binghuan" userId="0c8cd837-2f89-4b12-8657-4317aa4b18aa" providerId="ADAL" clId="{B2D9216A-EBD7-46F6-B789-CB55AC09CB26}" dt="2024-08-22T10:11:37.649" v="7935" actId="20577"/>
        <pc:sldMkLst>
          <pc:docMk/>
          <pc:sldMk cId="1264831888" sldId="501"/>
        </pc:sldMkLst>
        <pc:spChg chg="mod">
          <ac:chgData name="Zheng, Binghuan" userId="0c8cd837-2f89-4b12-8657-4317aa4b18aa" providerId="ADAL" clId="{B2D9216A-EBD7-46F6-B789-CB55AC09CB26}" dt="2024-08-22T10:11:37.649" v="7935" actId="20577"/>
          <ac:spMkLst>
            <pc:docMk/>
            <pc:sldMk cId="1264831888" sldId="501"/>
            <ac:spMk id="2" creationId="{BF5712C1-0BCA-00E4-A3B2-03DF90AB06E2}"/>
          </ac:spMkLst>
        </pc:spChg>
        <pc:spChg chg="mod">
          <ac:chgData name="Zheng, Binghuan" userId="0c8cd837-2f89-4b12-8657-4317aa4b18aa" providerId="ADAL" clId="{B2D9216A-EBD7-46F6-B789-CB55AC09CB26}" dt="2024-08-20T05:47:27.132" v="4126" actId="20577"/>
          <ac:spMkLst>
            <pc:docMk/>
            <pc:sldMk cId="1264831888" sldId="501"/>
            <ac:spMk id="6" creationId="{0ED065AC-F3EF-42B0-A34B-DF7EED7FF8B9}"/>
          </ac:spMkLst>
        </pc:spChg>
        <pc:graphicFrameChg chg="mod modGraphic">
          <ac:chgData name="Zheng, Binghuan" userId="0c8cd837-2f89-4b12-8657-4317aa4b18aa" providerId="ADAL" clId="{B2D9216A-EBD7-46F6-B789-CB55AC09CB26}" dt="2024-08-20T05:51:53.628" v="4194" actId="20577"/>
          <ac:graphicFrameMkLst>
            <pc:docMk/>
            <pc:sldMk cId="1264831888" sldId="501"/>
            <ac:graphicFrameMk id="3" creationId="{503B5CA7-8C98-49CD-062E-DAB370D359FC}"/>
          </ac:graphicFrameMkLst>
        </pc:graphicFrameChg>
      </pc:sldChg>
      <pc:sldChg chg="modSp add mod ord">
        <pc:chgData name="Zheng, Binghuan" userId="0c8cd837-2f89-4b12-8657-4317aa4b18aa" providerId="ADAL" clId="{B2D9216A-EBD7-46F6-B789-CB55AC09CB26}" dt="2024-08-20T05:54:54.161" v="4428"/>
        <pc:sldMkLst>
          <pc:docMk/>
          <pc:sldMk cId="3370009950" sldId="502"/>
        </pc:sldMkLst>
        <pc:spChg chg="mod">
          <ac:chgData name="Zheng, Binghuan" userId="0c8cd837-2f89-4b12-8657-4317aa4b18aa" providerId="ADAL" clId="{B2D9216A-EBD7-46F6-B789-CB55AC09CB26}" dt="2024-08-20T05:54:54.161" v="4428"/>
          <ac:spMkLst>
            <pc:docMk/>
            <pc:sldMk cId="3370009950" sldId="502"/>
            <ac:spMk id="4" creationId="{1567C550-8534-4752-A750-4145E9563059}"/>
          </ac:spMkLst>
        </pc:spChg>
      </pc:sldChg>
      <pc:sldChg chg="modSp add mod ord">
        <pc:chgData name="Zheng, Binghuan" userId="0c8cd837-2f89-4b12-8657-4317aa4b18aa" providerId="ADAL" clId="{B2D9216A-EBD7-46F6-B789-CB55AC09CB26}" dt="2024-08-22T10:14:00.617" v="7939" actId="14100"/>
        <pc:sldMkLst>
          <pc:docMk/>
          <pc:sldMk cId="3481064182" sldId="503"/>
        </pc:sldMkLst>
        <pc:spChg chg="mod">
          <ac:chgData name="Zheng, Binghuan" userId="0c8cd837-2f89-4b12-8657-4317aa4b18aa" providerId="ADAL" clId="{B2D9216A-EBD7-46F6-B789-CB55AC09CB26}" dt="2024-08-22T10:14:00.617" v="7939" actId="14100"/>
          <ac:spMkLst>
            <pc:docMk/>
            <pc:sldMk cId="3481064182" sldId="503"/>
            <ac:spMk id="2" creationId="{BF5712C1-0BCA-00E4-A3B2-03DF90AB06E2}"/>
          </ac:spMkLst>
        </pc:spChg>
        <pc:spChg chg="mod">
          <ac:chgData name="Zheng, Binghuan" userId="0c8cd837-2f89-4b12-8657-4317aa4b18aa" providerId="ADAL" clId="{B2D9216A-EBD7-46F6-B789-CB55AC09CB26}" dt="2024-08-20T10:01:16.219" v="5053" actId="20577"/>
          <ac:spMkLst>
            <pc:docMk/>
            <pc:sldMk cId="3481064182" sldId="503"/>
            <ac:spMk id="6" creationId="{0ED065AC-F3EF-42B0-A34B-DF7EED7FF8B9}"/>
          </ac:spMkLst>
        </pc:spChg>
        <pc:graphicFrameChg chg="mod modGraphic">
          <ac:chgData name="Zheng, Binghuan" userId="0c8cd837-2f89-4b12-8657-4317aa4b18aa" providerId="ADAL" clId="{B2D9216A-EBD7-46F6-B789-CB55AC09CB26}" dt="2024-08-22T10:13:51.991" v="7937" actId="14734"/>
          <ac:graphicFrameMkLst>
            <pc:docMk/>
            <pc:sldMk cId="3481064182" sldId="503"/>
            <ac:graphicFrameMk id="3" creationId="{503B5CA7-8C98-49CD-062E-DAB370D359FC}"/>
          </ac:graphicFrameMkLst>
        </pc:graphicFrameChg>
      </pc:sldChg>
      <pc:sldChg chg="addSp delSp modSp add mod">
        <pc:chgData name="Zheng, Binghuan" userId="0c8cd837-2f89-4b12-8657-4317aa4b18aa" providerId="ADAL" clId="{B2D9216A-EBD7-46F6-B789-CB55AC09CB26}" dt="2024-08-22T10:18:03.474" v="7995" actId="1036"/>
        <pc:sldMkLst>
          <pc:docMk/>
          <pc:sldMk cId="2294451221" sldId="504"/>
        </pc:sldMkLst>
        <pc:spChg chg="mod">
          <ac:chgData name="Zheng, Binghuan" userId="0c8cd837-2f89-4b12-8657-4317aa4b18aa" providerId="ADAL" clId="{B2D9216A-EBD7-46F6-B789-CB55AC09CB26}" dt="2024-08-22T10:17:21.014" v="7985" actId="1076"/>
          <ac:spMkLst>
            <pc:docMk/>
            <pc:sldMk cId="2294451221" sldId="504"/>
            <ac:spMk id="2" creationId="{BF5712C1-0BCA-00E4-A3B2-03DF90AB06E2}"/>
          </ac:spMkLst>
        </pc:spChg>
        <pc:spChg chg="add del mod">
          <ac:chgData name="Zheng, Binghuan" userId="0c8cd837-2f89-4b12-8657-4317aa4b18aa" providerId="ADAL" clId="{B2D9216A-EBD7-46F6-B789-CB55AC09CB26}" dt="2024-08-22T10:17:29.595" v="7988" actId="478"/>
          <ac:spMkLst>
            <pc:docMk/>
            <pc:sldMk cId="2294451221" sldId="504"/>
            <ac:spMk id="4" creationId="{A2EC13D3-EFDE-512A-D7D0-D53955075F4D}"/>
          </ac:spMkLst>
        </pc:spChg>
        <pc:spChg chg="add mod">
          <ac:chgData name="Zheng, Binghuan" userId="0c8cd837-2f89-4b12-8657-4317aa4b18aa" providerId="ADAL" clId="{B2D9216A-EBD7-46F6-B789-CB55AC09CB26}" dt="2024-08-22T10:17:52.460" v="7990" actId="1076"/>
          <ac:spMkLst>
            <pc:docMk/>
            <pc:sldMk cId="2294451221" sldId="504"/>
            <ac:spMk id="5" creationId="{160A6ACC-037D-32BA-74BF-054AF5F4BB4A}"/>
          </ac:spMkLst>
        </pc:spChg>
        <pc:spChg chg="mod">
          <ac:chgData name="Zheng, Binghuan" userId="0c8cd837-2f89-4b12-8657-4317aa4b18aa" providerId="ADAL" clId="{B2D9216A-EBD7-46F6-B789-CB55AC09CB26}" dt="2024-08-20T10:01:12.108" v="5052" actId="20577"/>
          <ac:spMkLst>
            <pc:docMk/>
            <pc:sldMk cId="2294451221" sldId="504"/>
            <ac:spMk id="6" creationId="{0ED065AC-F3EF-42B0-A34B-DF7EED7FF8B9}"/>
          </ac:spMkLst>
        </pc:spChg>
        <pc:spChg chg="add mod">
          <ac:chgData name="Zheng, Binghuan" userId="0c8cd837-2f89-4b12-8657-4317aa4b18aa" providerId="ADAL" clId="{B2D9216A-EBD7-46F6-B789-CB55AC09CB26}" dt="2024-08-22T10:18:03.474" v="7995" actId="1036"/>
          <ac:spMkLst>
            <pc:docMk/>
            <pc:sldMk cId="2294451221" sldId="504"/>
            <ac:spMk id="7" creationId="{DED4D2A1-F8E1-96BD-233F-4C51524CB335}"/>
          </ac:spMkLst>
        </pc:spChg>
        <pc:graphicFrameChg chg="mod modGraphic">
          <ac:chgData name="Zheng, Binghuan" userId="0c8cd837-2f89-4b12-8657-4317aa4b18aa" providerId="ADAL" clId="{B2D9216A-EBD7-46F6-B789-CB55AC09CB26}" dt="2024-08-22T10:17:17.715" v="7984" actId="14734"/>
          <ac:graphicFrameMkLst>
            <pc:docMk/>
            <pc:sldMk cId="2294451221" sldId="504"/>
            <ac:graphicFrameMk id="3" creationId="{503B5CA7-8C98-49CD-062E-DAB370D359FC}"/>
          </ac:graphicFrameMkLst>
        </pc:graphicFrameChg>
      </pc:sldChg>
      <pc:sldChg chg="addSp delSp modSp add mod">
        <pc:chgData name="Zheng, Binghuan" userId="0c8cd837-2f89-4b12-8657-4317aa4b18aa" providerId="ADAL" clId="{B2D9216A-EBD7-46F6-B789-CB55AC09CB26}" dt="2024-08-22T10:18:31.460" v="7997"/>
        <pc:sldMkLst>
          <pc:docMk/>
          <pc:sldMk cId="1237411496" sldId="505"/>
        </pc:sldMkLst>
        <pc:spChg chg="add del mod">
          <ac:chgData name="Zheng, Binghuan" userId="0c8cd837-2f89-4b12-8657-4317aa4b18aa" providerId="ADAL" clId="{B2D9216A-EBD7-46F6-B789-CB55AC09CB26}" dt="2024-08-22T10:18:17.948" v="7996" actId="1076"/>
          <ac:spMkLst>
            <pc:docMk/>
            <pc:sldMk cId="1237411496" sldId="505"/>
            <ac:spMk id="2" creationId="{BF5712C1-0BCA-00E4-A3B2-03DF90AB06E2}"/>
          </ac:spMkLst>
        </pc:spChg>
        <pc:spChg chg="mod">
          <ac:chgData name="Zheng, Binghuan" userId="0c8cd837-2f89-4b12-8657-4317aa4b18aa" providerId="ADAL" clId="{B2D9216A-EBD7-46F6-B789-CB55AC09CB26}" dt="2024-08-20T10:01:04.183" v="5049" actId="20577"/>
          <ac:spMkLst>
            <pc:docMk/>
            <pc:sldMk cId="1237411496" sldId="505"/>
            <ac:spMk id="6" creationId="{0ED065AC-F3EF-42B0-A34B-DF7EED7FF8B9}"/>
          </ac:spMkLst>
        </pc:spChg>
        <pc:graphicFrameChg chg="mod modGraphic">
          <ac:chgData name="Zheng, Binghuan" userId="0c8cd837-2f89-4b12-8657-4317aa4b18aa" providerId="ADAL" clId="{B2D9216A-EBD7-46F6-B789-CB55AC09CB26}" dt="2024-08-22T10:18:31.460" v="7997"/>
          <ac:graphicFrameMkLst>
            <pc:docMk/>
            <pc:sldMk cId="1237411496" sldId="505"/>
            <ac:graphicFrameMk id="3" creationId="{503B5CA7-8C98-49CD-062E-DAB370D359FC}"/>
          </ac:graphicFrameMkLst>
        </pc:graphicFrameChg>
      </pc:sldChg>
      <pc:sldChg chg="modSp add del mod">
        <pc:chgData name="Zheng, Binghuan" userId="0c8cd837-2f89-4b12-8657-4317aa4b18aa" providerId="ADAL" clId="{B2D9216A-EBD7-46F6-B789-CB55AC09CB26}" dt="2024-08-20T10:02:53.805" v="5058" actId="47"/>
        <pc:sldMkLst>
          <pc:docMk/>
          <pc:sldMk cId="916157826" sldId="506"/>
        </pc:sldMkLst>
        <pc:spChg chg="mod">
          <ac:chgData name="Zheng, Binghuan" userId="0c8cd837-2f89-4b12-8657-4317aa4b18aa" providerId="ADAL" clId="{B2D9216A-EBD7-46F6-B789-CB55AC09CB26}" dt="2024-08-20T10:01:08.306" v="5051" actId="20577"/>
          <ac:spMkLst>
            <pc:docMk/>
            <pc:sldMk cId="916157826" sldId="506"/>
            <ac:spMk id="6" creationId="{0ED065AC-F3EF-42B0-A34B-DF7EED7FF8B9}"/>
          </ac:spMkLst>
        </pc:spChg>
      </pc:sldChg>
      <pc:sldChg chg="modSp add mod">
        <pc:chgData name="Zheng, Binghuan" userId="0c8cd837-2f89-4b12-8657-4317aa4b18aa" providerId="ADAL" clId="{B2D9216A-EBD7-46F6-B789-CB55AC09CB26}" dt="2024-08-22T10:22:44.867" v="8009" actId="20577"/>
        <pc:sldMkLst>
          <pc:docMk/>
          <pc:sldMk cId="1691443480" sldId="506"/>
        </pc:sldMkLst>
        <pc:spChg chg="mod">
          <ac:chgData name="Zheng, Binghuan" userId="0c8cd837-2f89-4b12-8657-4317aa4b18aa" providerId="ADAL" clId="{B2D9216A-EBD7-46F6-B789-CB55AC09CB26}" dt="2024-08-22T10:18:42.670" v="7999" actId="1076"/>
          <ac:spMkLst>
            <pc:docMk/>
            <pc:sldMk cId="1691443480" sldId="506"/>
            <ac:spMk id="2" creationId="{BF5712C1-0BCA-00E4-A3B2-03DF90AB06E2}"/>
          </ac:spMkLst>
        </pc:spChg>
        <pc:spChg chg="mod">
          <ac:chgData name="Zheng, Binghuan" userId="0c8cd837-2f89-4b12-8657-4317aa4b18aa" providerId="ADAL" clId="{B2D9216A-EBD7-46F6-B789-CB55AC09CB26}" dt="2024-08-20T10:02:59.101" v="5060" actId="20577"/>
          <ac:spMkLst>
            <pc:docMk/>
            <pc:sldMk cId="1691443480" sldId="506"/>
            <ac:spMk id="6" creationId="{0ED065AC-F3EF-42B0-A34B-DF7EED7FF8B9}"/>
          </ac:spMkLst>
        </pc:spChg>
        <pc:graphicFrameChg chg="mod modGraphic">
          <ac:chgData name="Zheng, Binghuan" userId="0c8cd837-2f89-4b12-8657-4317aa4b18aa" providerId="ADAL" clId="{B2D9216A-EBD7-46F6-B789-CB55AC09CB26}" dt="2024-08-22T10:22:44.867" v="8009" actId="20577"/>
          <ac:graphicFrameMkLst>
            <pc:docMk/>
            <pc:sldMk cId="1691443480" sldId="506"/>
            <ac:graphicFrameMk id="3" creationId="{503B5CA7-8C98-49CD-062E-DAB370D359FC}"/>
          </ac:graphicFrameMkLst>
        </pc:graphicFrameChg>
      </pc:sldChg>
      <pc:sldChg chg="modSp add mod ord">
        <pc:chgData name="Zheng, Binghuan" userId="0c8cd837-2f89-4b12-8657-4317aa4b18aa" providerId="ADAL" clId="{B2D9216A-EBD7-46F6-B789-CB55AC09CB26}" dt="2024-08-20T10:25:16.193" v="5193" actId="20577"/>
        <pc:sldMkLst>
          <pc:docMk/>
          <pc:sldMk cId="4001441323" sldId="507"/>
        </pc:sldMkLst>
        <pc:spChg chg="mod">
          <ac:chgData name="Zheng, Binghuan" userId="0c8cd837-2f89-4b12-8657-4317aa4b18aa" providerId="ADAL" clId="{B2D9216A-EBD7-46F6-B789-CB55AC09CB26}" dt="2024-08-20T10:25:16.193" v="5193" actId="20577"/>
          <ac:spMkLst>
            <pc:docMk/>
            <pc:sldMk cId="4001441323" sldId="507"/>
            <ac:spMk id="4" creationId="{1567C550-8534-4752-A750-4145E9563059}"/>
          </ac:spMkLst>
        </pc:spChg>
      </pc:sldChg>
      <pc:sldChg chg="addSp delSp modSp add mod ord">
        <pc:chgData name="Zheng, Binghuan" userId="0c8cd837-2f89-4b12-8657-4317aa4b18aa" providerId="ADAL" clId="{B2D9216A-EBD7-46F6-B789-CB55AC09CB26}" dt="2024-08-23T05:25:31.120" v="8039" actId="20577"/>
        <pc:sldMkLst>
          <pc:docMk/>
          <pc:sldMk cId="91791109" sldId="508"/>
        </pc:sldMkLst>
        <pc:spChg chg="mod">
          <ac:chgData name="Zheng, Binghuan" userId="0c8cd837-2f89-4b12-8657-4317aa4b18aa" providerId="ADAL" clId="{B2D9216A-EBD7-46F6-B789-CB55AC09CB26}" dt="2024-08-21T02:47:34.151" v="5329" actId="20577"/>
          <ac:spMkLst>
            <pc:docMk/>
            <pc:sldMk cId="91791109" sldId="508"/>
            <ac:spMk id="2" creationId="{BF5712C1-0BCA-00E4-A3B2-03DF90AB06E2}"/>
          </ac:spMkLst>
        </pc:spChg>
        <pc:spChg chg="add del">
          <ac:chgData name="Zheng, Binghuan" userId="0c8cd837-2f89-4b12-8657-4317aa4b18aa" providerId="ADAL" clId="{B2D9216A-EBD7-46F6-B789-CB55AC09CB26}" dt="2024-08-21T02:03:59.508" v="5234" actId="22"/>
          <ac:spMkLst>
            <pc:docMk/>
            <pc:sldMk cId="91791109" sldId="508"/>
            <ac:spMk id="5" creationId="{E0B568CE-EC9D-93B1-2DE6-FA8F25C54AFF}"/>
          </ac:spMkLst>
        </pc:spChg>
        <pc:spChg chg="mod">
          <ac:chgData name="Zheng, Binghuan" userId="0c8cd837-2f89-4b12-8657-4317aa4b18aa" providerId="ADAL" clId="{B2D9216A-EBD7-46F6-B789-CB55AC09CB26}" dt="2024-08-20T10:25:22.997" v="5197" actId="20577"/>
          <ac:spMkLst>
            <pc:docMk/>
            <pc:sldMk cId="91791109" sldId="508"/>
            <ac:spMk id="6" creationId="{0ED065AC-F3EF-42B0-A34B-DF7EED7FF8B9}"/>
          </ac:spMkLst>
        </pc:spChg>
        <pc:graphicFrameChg chg="mod modGraphic">
          <ac:chgData name="Zheng, Binghuan" userId="0c8cd837-2f89-4b12-8657-4317aa4b18aa" providerId="ADAL" clId="{B2D9216A-EBD7-46F6-B789-CB55AC09CB26}" dt="2024-08-23T05:25:31.120" v="8039" actId="20577"/>
          <ac:graphicFrameMkLst>
            <pc:docMk/>
            <pc:sldMk cId="91791109" sldId="508"/>
            <ac:graphicFrameMk id="3" creationId="{503B5CA7-8C98-49CD-062E-DAB370D359FC}"/>
          </ac:graphicFrameMkLst>
        </pc:graphicFrameChg>
        <pc:graphicFrameChg chg="add mod">
          <ac:chgData name="Zheng, Binghuan" userId="0c8cd837-2f89-4b12-8657-4317aa4b18aa" providerId="ADAL" clId="{B2D9216A-EBD7-46F6-B789-CB55AC09CB26}" dt="2024-08-20T10:29:55.870" v="5227" actId="571"/>
          <ac:graphicFrameMkLst>
            <pc:docMk/>
            <pc:sldMk cId="91791109" sldId="508"/>
            <ac:graphicFrameMk id="4" creationId="{324AB10D-6CDD-AF57-8417-26F64FB1FDF6}"/>
          </ac:graphicFrameMkLst>
        </pc:graphicFrameChg>
      </pc:sldChg>
      <pc:sldChg chg="addSp delSp modSp add mod">
        <pc:chgData name="Zheng, Binghuan" userId="0c8cd837-2f89-4b12-8657-4317aa4b18aa" providerId="ADAL" clId="{B2D9216A-EBD7-46F6-B789-CB55AC09CB26}" dt="2024-08-23T05:27:09.429" v="8062" actId="20577"/>
        <pc:sldMkLst>
          <pc:docMk/>
          <pc:sldMk cId="3317381244" sldId="509"/>
        </pc:sldMkLst>
        <pc:spChg chg="del mod">
          <ac:chgData name="Zheng, Binghuan" userId="0c8cd837-2f89-4b12-8657-4317aa4b18aa" providerId="ADAL" clId="{B2D9216A-EBD7-46F6-B789-CB55AC09CB26}" dt="2024-08-21T05:16:58.395" v="5362" actId="478"/>
          <ac:spMkLst>
            <pc:docMk/>
            <pc:sldMk cId="3317381244" sldId="509"/>
            <ac:spMk id="2" creationId="{BF5712C1-0BCA-00E4-A3B2-03DF90AB06E2}"/>
          </ac:spMkLst>
        </pc:spChg>
        <pc:spChg chg="add mod">
          <ac:chgData name="Zheng, Binghuan" userId="0c8cd837-2f89-4b12-8657-4317aa4b18aa" providerId="ADAL" clId="{B2D9216A-EBD7-46F6-B789-CB55AC09CB26}" dt="2024-08-23T05:27:09.429" v="8062" actId="20577"/>
          <ac:spMkLst>
            <pc:docMk/>
            <pc:sldMk cId="3317381244" sldId="509"/>
            <ac:spMk id="4" creationId="{5332E2C5-A397-831F-3E45-BDA2D6AE9676}"/>
          </ac:spMkLst>
        </pc:spChg>
        <pc:spChg chg="mod">
          <ac:chgData name="Zheng, Binghuan" userId="0c8cd837-2f89-4b12-8657-4317aa4b18aa" providerId="ADAL" clId="{B2D9216A-EBD7-46F6-B789-CB55AC09CB26}" dt="2024-08-21T02:04:12.154" v="5238" actId="20577"/>
          <ac:spMkLst>
            <pc:docMk/>
            <pc:sldMk cId="3317381244" sldId="509"/>
            <ac:spMk id="6" creationId="{0ED065AC-F3EF-42B0-A34B-DF7EED7FF8B9}"/>
          </ac:spMkLst>
        </pc:spChg>
        <pc:graphicFrameChg chg="mod modGraphic">
          <ac:chgData name="Zheng, Binghuan" userId="0c8cd837-2f89-4b12-8657-4317aa4b18aa" providerId="ADAL" clId="{B2D9216A-EBD7-46F6-B789-CB55AC09CB26}" dt="2024-08-23T05:26:24.964" v="8055" actId="20577"/>
          <ac:graphicFrameMkLst>
            <pc:docMk/>
            <pc:sldMk cId="3317381244" sldId="509"/>
            <ac:graphicFrameMk id="3" creationId="{503B5CA7-8C98-49CD-062E-DAB370D359FC}"/>
          </ac:graphicFrameMkLst>
        </pc:graphicFrameChg>
      </pc:sldChg>
      <pc:sldChg chg="modSp add mod">
        <pc:chgData name="Zheng, Binghuan" userId="0c8cd837-2f89-4b12-8657-4317aa4b18aa" providerId="ADAL" clId="{B2D9216A-EBD7-46F6-B789-CB55AC09CB26}" dt="2024-08-21T06:34:16.386" v="5741" actId="20577"/>
        <pc:sldMkLst>
          <pc:docMk/>
          <pc:sldMk cId="3724086086" sldId="510"/>
        </pc:sldMkLst>
        <pc:spChg chg="mod">
          <ac:chgData name="Zheng, Binghuan" userId="0c8cd837-2f89-4b12-8657-4317aa4b18aa" providerId="ADAL" clId="{B2D9216A-EBD7-46F6-B789-CB55AC09CB26}" dt="2024-08-21T06:34:16.386" v="5741" actId="20577"/>
          <ac:spMkLst>
            <pc:docMk/>
            <pc:sldMk cId="3724086086" sldId="510"/>
            <ac:spMk id="2" creationId="{BF5712C1-0BCA-00E4-A3B2-03DF90AB06E2}"/>
          </ac:spMkLst>
        </pc:spChg>
        <pc:spChg chg="mod">
          <ac:chgData name="Zheng, Binghuan" userId="0c8cd837-2f89-4b12-8657-4317aa4b18aa" providerId="ADAL" clId="{B2D9216A-EBD7-46F6-B789-CB55AC09CB26}" dt="2024-08-21T02:04:14.865" v="5239" actId="20577"/>
          <ac:spMkLst>
            <pc:docMk/>
            <pc:sldMk cId="3724086086" sldId="510"/>
            <ac:spMk id="6" creationId="{0ED065AC-F3EF-42B0-A34B-DF7EED7FF8B9}"/>
          </ac:spMkLst>
        </pc:spChg>
        <pc:graphicFrameChg chg="mod modGraphic">
          <ac:chgData name="Zheng, Binghuan" userId="0c8cd837-2f89-4b12-8657-4317aa4b18aa" providerId="ADAL" clId="{B2D9216A-EBD7-46F6-B789-CB55AC09CB26}" dt="2024-08-21T06:31:31.418" v="5504" actId="20577"/>
          <ac:graphicFrameMkLst>
            <pc:docMk/>
            <pc:sldMk cId="3724086086" sldId="510"/>
            <ac:graphicFrameMk id="3" creationId="{503B5CA7-8C98-49CD-062E-DAB370D359FC}"/>
          </ac:graphicFrameMkLst>
        </pc:graphicFrameChg>
      </pc:sldChg>
      <pc:sldChg chg="modSp add mod">
        <pc:chgData name="Zheng, Binghuan" userId="0c8cd837-2f89-4b12-8657-4317aa4b18aa" providerId="ADAL" clId="{B2D9216A-EBD7-46F6-B789-CB55AC09CB26}" dt="2024-08-23T05:27:45.854" v="8063" actId="1076"/>
        <pc:sldMkLst>
          <pc:docMk/>
          <pc:sldMk cId="1885676024" sldId="511"/>
        </pc:sldMkLst>
        <pc:spChg chg="mod">
          <ac:chgData name="Zheng, Binghuan" userId="0c8cd837-2f89-4b12-8657-4317aa4b18aa" providerId="ADAL" clId="{B2D9216A-EBD7-46F6-B789-CB55AC09CB26}" dt="2024-08-23T05:27:45.854" v="8063" actId="1076"/>
          <ac:spMkLst>
            <pc:docMk/>
            <pc:sldMk cId="1885676024" sldId="511"/>
            <ac:spMk id="2" creationId="{BF5712C1-0BCA-00E4-A3B2-03DF90AB06E2}"/>
          </ac:spMkLst>
        </pc:spChg>
        <pc:spChg chg="mod">
          <ac:chgData name="Zheng, Binghuan" userId="0c8cd837-2f89-4b12-8657-4317aa4b18aa" providerId="ADAL" clId="{B2D9216A-EBD7-46F6-B789-CB55AC09CB26}" dt="2024-08-21T02:04:17.647" v="5240" actId="20577"/>
          <ac:spMkLst>
            <pc:docMk/>
            <pc:sldMk cId="1885676024" sldId="511"/>
            <ac:spMk id="6" creationId="{0ED065AC-F3EF-42B0-A34B-DF7EED7FF8B9}"/>
          </ac:spMkLst>
        </pc:spChg>
        <pc:graphicFrameChg chg="mod modGraphic">
          <ac:chgData name="Zheng, Binghuan" userId="0c8cd837-2f89-4b12-8657-4317aa4b18aa" providerId="ADAL" clId="{B2D9216A-EBD7-46F6-B789-CB55AC09CB26}" dt="2024-08-21T06:46:52.265" v="5747" actId="2164"/>
          <ac:graphicFrameMkLst>
            <pc:docMk/>
            <pc:sldMk cId="1885676024" sldId="511"/>
            <ac:graphicFrameMk id="3" creationId="{503B5CA7-8C98-49CD-062E-DAB370D359FC}"/>
          </ac:graphicFrameMkLst>
        </pc:graphicFrameChg>
      </pc:sldChg>
      <pc:sldChg chg="modSp add mod ord">
        <pc:chgData name="Zheng, Binghuan" userId="0c8cd837-2f89-4b12-8657-4317aa4b18aa" providerId="ADAL" clId="{B2D9216A-EBD7-46F6-B789-CB55AC09CB26}" dt="2024-08-21T06:49:04.764" v="5929"/>
        <pc:sldMkLst>
          <pc:docMk/>
          <pc:sldMk cId="1713096378" sldId="512"/>
        </pc:sldMkLst>
        <pc:spChg chg="mod">
          <ac:chgData name="Zheng, Binghuan" userId="0c8cd837-2f89-4b12-8657-4317aa4b18aa" providerId="ADAL" clId="{B2D9216A-EBD7-46F6-B789-CB55AC09CB26}" dt="2024-08-21T06:49:04.764" v="5929"/>
          <ac:spMkLst>
            <pc:docMk/>
            <pc:sldMk cId="1713096378" sldId="512"/>
            <ac:spMk id="4" creationId="{1567C550-8534-4752-A750-4145E9563059}"/>
          </ac:spMkLst>
        </pc:spChg>
      </pc:sldChg>
      <pc:sldChg chg="modSp add mod ord">
        <pc:chgData name="Zheng, Binghuan" userId="0c8cd837-2f89-4b12-8657-4317aa4b18aa" providerId="ADAL" clId="{B2D9216A-EBD7-46F6-B789-CB55AC09CB26}" dt="2024-08-23T06:12:10.704" v="8448" actId="1076"/>
        <pc:sldMkLst>
          <pc:docMk/>
          <pc:sldMk cId="453494785" sldId="513"/>
        </pc:sldMkLst>
        <pc:spChg chg="mod">
          <ac:chgData name="Zheng, Binghuan" userId="0c8cd837-2f89-4b12-8657-4317aa4b18aa" providerId="ADAL" clId="{B2D9216A-EBD7-46F6-B789-CB55AC09CB26}" dt="2024-08-23T06:12:10.704" v="8448" actId="1076"/>
          <ac:spMkLst>
            <pc:docMk/>
            <pc:sldMk cId="453494785" sldId="513"/>
            <ac:spMk id="2" creationId="{BF5712C1-0BCA-00E4-A3B2-03DF90AB06E2}"/>
          </ac:spMkLst>
        </pc:spChg>
        <pc:spChg chg="mod">
          <ac:chgData name="Zheng, Binghuan" userId="0c8cd837-2f89-4b12-8657-4317aa4b18aa" providerId="ADAL" clId="{B2D9216A-EBD7-46F6-B789-CB55AC09CB26}" dt="2024-08-21T10:14:07.866" v="7475"/>
          <ac:spMkLst>
            <pc:docMk/>
            <pc:sldMk cId="453494785" sldId="513"/>
            <ac:spMk id="6" creationId="{0ED065AC-F3EF-42B0-A34B-DF7EED7FF8B9}"/>
          </ac:spMkLst>
        </pc:spChg>
        <pc:graphicFrameChg chg="mod modGraphic">
          <ac:chgData name="Zheng, Binghuan" userId="0c8cd837-2f89-4b12-8657-4317aa4b18aa" providerId="ADAL" clId="{B2D9216A-EBD7-46F6-B789-CB55AC09CB26}" dt="2024-08-21T07:06:12.932" v="5987"/>
          <ac:graphicFrameMkLst>
            <pc:docMk/>
            <pc:sldMk cId="453494785" sldId="513"/>
            <ac:graphicFrameMk id="3" creationId="{503B5CA7-8C98-49CD-062E-DAB370D359FC}"/>
          </ac:graphicFrameMkLst>
        </pc:graphicFrameChg>
      </pc:sldChg>
      <pc:sldChg chg="modSp add mod">
        <pc:chgData name="Zheng, Binghuan" userId="0c8cd837-2f89-4b12-8657-4317aa4b18aa" providerId="ADAL" clId="{B2D9216A-EBD7-46F6-B789-CB55AC09CB26}" dt="2024-08-23T05:32:35.129" v="8075" actId="1076"/>
        <pc:sldMkLst>
          <pc:docMk/>
          <pc:sldMk cId="486828748" sldId="514"/>
        </pc:sldMkLst>
        <pc:spChg chg="mod">
          <ac:chgData name="Zheng, Binghuan" userId="0c8cd837-2f89-4b12-8657-4317aa4b18aa" providerId="ADAL" clId="{B2D9216A-EBD7-46F6-B789-CB55AC09CB26}" dt="2024-08-23T05:32:35.129" v="8075" actId="1076"/>
          <ac:spMkLst>
            <pc:docMk/>
            <pc:sldMk cId="486828748" sldId="514"/>
            <ac:spMk id="2" creationId="{BF5712C1-0BCA-00E4-A3B2-03DF90AB06E2}"/>
          </ac:spMkLst>
        </pc:spChg>
        <pc:spChg chg="mod">
          <ac:chgData name="Zheng, Binghuan" userId="0c8cd837-2f89-4b12-8657-4317aa4b18aa" providerId="ADAL" clId="{B2D9216A-EBD7-46F6-B789-CB55AC09CB26}" dt="2024-08-21T10:14:05.535" v="7474"/>
          <ac:spMkLst>
            <pc:docMk/>
            <pc:sldMk cId="486828748" sldId="514"/>
            <ac:spMk id="6" creationId="{0ED065AC-F3EF-42B0-A34B-DF7EED7FF8B9}"/>
          </ac:spMkLst>
        </pc:spChg>
        <pc:graphicFrameChg chg="mod modGraphic">
          <ac:chgData name="Zheng, Binghuan" userId="0c8cd837-2f89-4b12-8657-4317aa4b18aa" providerId="ADAL" clId="{B2D9216A-EBD7-46F6-B789-CB55AC09CB26}" dt="2024-08-23T05:32:22.047" v="8074" actId="20577"/>
          <ac:graphicFrameMkLst>
            <pc:docMk/>
            <pc:sldMk cId="486828748" sldId="514"/>
            <ac:graphicFrameMk id="3" creationId="{503B5CA7-8C98-49CD-062E-DAB370D359FC}"/>
          </ac:graphicFrameMkLst>
        </pc:graphicFrameChg>
      </pc:sldChg>
      <pc:sldChg chg="modSp add mod">
        <pc:chgData name="Zheng, Binghuan" userId="0c8cd837-2f89-4b12-8657-4317aa4b18aa" providerId="ADAL" clId="{B2D9216A-EBD7-46F6-B789-CB55AC09CB26}" dt="2024-08-23T05:47:18.270" v="8096" actId="1076"/>
        <pc:sldMkLst>
          <pc:docMk/>
          <pc:sldMk cId="3115430750" sldId="515"/>
        </pc:sldMkLst>
        <pc:spChg chg="mod">
          <ac:chgData name="Zheng, Binghuan" userId="0c8cd837-2f89-4b12-8657-4317aa4b18aa" providerId="ADAL" clId="{B2D9216A-EBD7-46F6-B789-CB55AC09CB26}" dt="2024-08-23T05:47:18.270" v="8096" actId="1076"/>
          <ac:spMkLst>
            <pc:docMk/>
            <pc:sldMk cId="3115430750" sldId="515"/>
            <ac:spMk id="2" creationId="{BF5712C1-0BCA-00E4-A3B2-03DF90AB06E2}"/>
          </ac:spMkLst>
        </pc:spChg>
        <pc:spChg chg="mod">
          <ac:chgData name="Zheng, Binghuan" userId="0c8cd837-2f89-4b12-8657-4317aa4b18aa" providerId="ADAL" clId="{B2D9216A-EBD7-46F6-B789-CB55AC09CB26}" dt="2024-08-21T10:14:02.798" v="7473"/>
          <ac:spMkLst>
            <pc:docMk/>
            <pc:sldMk cId="3115430750" sldId="515"/>
            <ac:spMk id="6" creationId="{0ED065AC-F3EF-42B0-A34B-DF7EED7FF8B9}"/>
          </ac:spMkLst>
        </pc:spChg>
        <pc:graphicFrameChg chg="mod modGraphic">
          <ac:chgData name="Zheng, Binghuan" userId="0c8cd837-2f89-4b12-8657-4317aa4b18aa" providerId="ADAL" clId="{B2D9216A-EBD7-46F6-B789-CB55AC09CB26}" dt="2024-08-23T05:47:02.967" v="8095" actId="20577"/>
          <ac:graphicFrameMkLst>
            <pc:docMk/>
            <pc:sldMk cId="3115430750" sldId="515"/>
            <ac:graphicFrameMk id="3" creationId="{503B5CA7-8C98-49CD-062E-DAB370D359FC}"/>
          </ac:graphicFrameMkLst>
        </pc:graphicFrameChg>
      </pc:sldChg>
      <pc:sldChg chg="modSp add mod">
        <pc:chgData name="Zheng, Binghuan" userId="0c8cd837-2f89-4b12-8657-4317aa4b18aa" providerId="ADAL" clId="{B2D9216A-EBD7-46F6-B789-CB55AC09CB26}" dt="2024-08-21T10:14:00.356" v="7472"/>
        <pc:sldMkLst>
          <pc:docMk/>
          <pc:sldMk cId="4027813640" sldId="516"/>
        </pc:sldMkLst>
        <pc:spChg chg="mod">
          <ac:chgData name="Zheng, Binghuan" userId="0c8cd837-2f89-4b12-8657-4317aa4b18aa" providerId="ADAL" clId="{B2D9216A-EBD7-46F6-B789-CB55AC09CB26}" dt="2024-08-21T08:48:29.441" v="6545" actId="1076"/>
          <ac:spMkLst>
            <pc:docMk/>
            <pc:sldMk cId="4027813640" sldId="516"/>
            <ac:spMk id="2" creationId="{BF5712C1-0BCA-00E4-A3B2-03DF90AB06E2}"/>
          </ac:spMkLst>
        </pc:spChg>
        <pc:spChg chg="mod">
          <ac:chgData name="Zheng, Binghuan" userId="0c8cd837-2f89-4b12-8657-4317aa4b18aa" providerId="ADAL" clId="{B2D9216A-EBD7-46F6-B789-CB55AC09CB26}" dt="2024-08-21T10:14:00.356" v="7472"/>
          <ac:spMkLst>
            <pc:docMk/>
            <pc:sldMk cId="4027813640" sldId="516"/>
            <ac:spMk id="6" creationId="{0ED065AC-F3EF-42B0-A34B-DF7EED7FF8B9}"/>
          </ac:spMkLst>
        </pc:spChg>
        <pc:graphicFrameChg chg="mod modGraphic">
          <ac:chgData name="Zheng, Binghuan" userId="0c8cd837-2f89-4b12-8657-4317aa4b18aa" providerId="ADAL" clId="{B2D9216A-EBD7-46F6-B789-CB55AC09CB26}" dt="2024-08-21T09:04:39.354" v="6624" actId="20577"/>
          <ac:graphicFrameMkLst>
            <pc:docMk/>
            <pc:sldMk cId="4027813640" sldId="516"/>
            <ac:graphicFrameMk id="3" creationId="{503B5CA7-8C98-49CD-062E-DAB370D359FC}"/>
          </ac:graphicFrameMkLst>
        </pc:graphicFrameChg>
      </pc:sldChg>
      <pc:sldChg chg="modSp add mod">
        <pc:chgData name="Zheng, Binghuan" userId="0c8cd837-2f89-4b12-8657-4317aa4b18aa" providerId="ADAL" clId="{B2D9216A-EBD7-46F6-B789-CB55AC09CB26}" dt="2024-08-23T05:48:28.089" v="8177" actId="20577"/>
        <pc:sldMkLst>
          <pc:docMk/>
          <pc:sldMk cId="3543675474" sldId="517"/>
        </pc:sldMkLst>
        <pc:spChg chg="mod">
          <ac:chgData name="Zheng, Binghuan" userId="0c8cd837-2f89-4b12-8657-4317aa4b18aa" providerId="ADAL" clId="{B2D9216A-EBD7-46F6-B789-CB55AC09CB26}" dt="2024-08-23T05:48:28.089" v="8177" actId="20577"/>
          <ac:spMkLst>
            <pc:docMk/>
            <pc:sldMk cId="3543675474" sldId="517"/>
            <ac:spMk id="2" creationId="{BF5712C1-0BCA-00E4-A3B2-03DF90AB06E2}"/>
          </ac:spMkLst>
        </pc:spChg>
        <pc:spChg chg="mod">
          <ac:chgData name="Zheng, Binghuan" userId="0c8cd837-2f89-4b12-8657-4317aa4b18aa" providerId="ADAL" clId="{B2D9216A-EBD7-46F6-B789-CB55AC09CB26}" dt="2024-08-21T10:13:57.879" v="7471"/>
          <ac:spMkLst>
            <pc:docMk/>
            <pc:sldMk cId="3543675474" sldId="517"/>
            <ac:spMk id="6" creationId="{0ED065AC-F3EF-42B0-A34B-DF7EED7FF8B9}"/>
          </ac:spMkLst>
        </pc:spChg>
        <pc:graphicFrameChg chg="mod modGraphic">
          <ac:chgData name="Zheng, Binghuan" userId="0c8cd837-2f89-4b12-8657-4317aa4b18aa" providerId="ADAL" clId="{B2D9216A-EBD7-46F6-B789-CB55AC09CB26}" dt="2024-08-21T09:03:16.731" v="6600"/>
          <ac:graphicFrameMkLst>
            <pc:docMk/>
            <pc:sldMk cId="3543675474" sldId="517"/>
            <ac:graphicFrameMk id="3" creationId="{503B5CA7-8C98-49CD-062E-DAB370D359FC}"/>
          </ac:graphicFrameMkLst>
        </pc:graphicFrameChg>
      </pc:sldChg>
      <pc:sldChg chg="modSp add mod">
        <pc:chgData name="Zheng, Binghuan" userId="0c8cd837-2f89-4b12-8657-4317aa4b18aa" providerId="ADAL" clId="{B2D9216A-EBD7-46F6-B789-CB55AC09CB26}" dt="2024-08-23T05:49:53.381" v="8182" actId="1076"/>
        <pc:sldMkLst>
          <pc:docMk/>
          <pc:sldMk cId="3494725010" sldId="518"/>
        </pc:sldMkLst>
        <pc:spChg chg="mod">
          <ac:chgData name="Zheng, Binghuan" userId="0c8cd837-2f89-4b12-8657-4317aa4b18aa" providerId="ADAL" clId="{B2D9216A-EBD7-46F6-B789-CB55AC09CB26}" dt="2024-08-23T05:49:53.381" v="8182" actId="1076"/>
          <ac:spMkLst>
            <pc:docMk/>
            <pc:sldMk cId="3494725010" sldId="518"/>
            <ac:spMk id="2" creationId="{BF5712C1-0BCA-00E4-A3B2-03DF90AB06E2}"/>
          </ac:spMkLst>
        </pc:spChg>
        <pc:spChg chg="mod">
          <ac:chgData name="Zheng, Binghuan" userId="0c8cd837-2f89-4b12-8657-4317aa4b18aa" providerId="ADAL" clId="{B2D9216A-EBD7-46F6-B789-CB55AC09CB26}" dt="2024-08-21T10:13:55.251" v="7470"/>
          <ac:spMkLst>
            <pc:docMk/>
            <pc:sldMk cId="3494725010" sldId="518"/>
            <ac:spMk id="6" creationId="{0ED065AC-F3EF-42B0-A34B-DF7EED7FF8B9}"/>
          </ac:spMkLst>
        </pc:spChg>
        <pc:graphicFrameChg chg="mod modGraphic">
          <ac:chgData name="Zheng, Binghuan" userId="0c8cd837-2f89-4b12-8657-4317aa4b18aa" providerId="ADAL" clId="{B2D9216A-EBD7-46F6-B789-CB55AC09CB26}" dt="2024-08-23T05:49:47.758" v="8181" actId="20577"/>
          <ac:graphicFrameMkLst>
            <pc:docMk/>
            <pc:sldMk cId="3494725010" sldId="518"/>
            <ac:graphicFrameMk id="3" creationId="{503B5CA7-8C98-49CD-062E-DAB370D359FC}"/>
          </ac:graphicFrameMkLst>
        </pc:graphicFrameChg>
      </pc:sldChg>
      <pc:sldChg chg="modSp add mod">
        <pc:chgData name="Zheng, Binghuan" userId="0c8cd837-2f89-4b12-8657-4317aa4b18aa" providerId="ADAL" clId="{B2D9216A-EBD7-46F6-B789-CB55AC09CB26}" dt="2024-08-23T05:44:41.698" v="8077" actId="20577"/>
        <pc:sldMkLst>
          <pc:docMk/>
          <pc:sldMk cId="2344740167" sldId="519"/>
        </pc:sldMkLst>
        <pc:spChg chg="mod">
          <ac:chgData name="Zheng, Binghuan" userId="0c8cd837-2f89-4b12-8657-4317aa4b18aa" providerId="ADAL" clId="{B2D9216A-EBD7-46F6-B789-CB55AC09CB26}" dt="2024-08-21T09:39:48.797" v="6885" actId="1076"/>
          <ac:spMkLst>
            <pc:docMk/>
            <pc:sldMk cId="2344740167" sldId="519"/>
            <ac:spMk id="2" creationId="{BF5712C1-0BCA-00E4-A3B2-03DF90AB06E2}"/>
          </ac:spMkLst>
        </pc:spChg>
        <pc:spChg chg="mod">
          <ac:chgData name="Zheng, Binghuan" userId="0c8cd837-2f89-4b12-8657-4317aa4b18aa" providerId="ADAL" clId="{B2D9216A-EBD7-46F6-B789-CB55AC09CB26}" dt="2024-08-21T10:13:52.646" v="7469"/>
          <ac:spMkLst>
            <pc:docMk/>
            <pc:sldMk cId="2344740167" sldId="519"/>
            <ac:spMk id="6" creationId="{0ED065AC-F3EF-42B0-A34B-DF7EED7FF8B9}"/>
          </ac:spMkLst>
        </pc:spChg>
        <pc:graphicFrameChg chg="mod modGraphic">
          <ac:chgData name="Zheng, Binghuan" userId="0c8cd837-2f89-4b12-8657-4317aa4b18aa" providerId="ADAL" clId="{B2D9216A-EBD7-46F6-B789-CB55AC09CB26}" dt="2024-08-23T05:44:41.698" v="8077" actId="20577"/>
          <ac:graphicFrameMkLst>
            <pc:docMk/>
            <pc:sldMk cId="2344740167" sldId="519"/>
            <ac:graphicFrameMk id="3" creationId="{503B5CA7-8C98-49CD-062E-DAB370D359FC}"/>
          </ac:graphicFrameMkLst>
        </pc:graphicFrameChg>
      </pc:sldChg>
      <pc:sldChg chg="modSp add mod">
        <pc:chgData name="Zheng, Binghuan" userId="0c8cd837-2f89-4b12-8657-4317aa4b18aa" providerId="ADAL" clId="{B2D9216A-EBD7-46F6-B789-CB55AC09CB26}" dt="2024-08-23T05:52:43.360" v="8257" actId="20577"/>
        <pc:sldMkLst>
          <pc:docMk/>
          <pc:sldMk cId="1303671432" sldId="520"/>
        </pc:sldMkLst>
        <pc:spChg chg="mod">
          <ac:chgData name="Zheng, Binghuan" userId="0c8cd837-2f89-4b12-8657-4317aa4b18aa" providerId="ADAL" clId="{B2D9216A-EBD7-46F6-B789-CB55AC09CB26}" dt="2024-08-23T05:52:43.360" v="8257" actId="20577"/>
          <ac:spMkLst>
            <pc:docMk/>
            <pc:sldMk cId="1303671432" sldId="520"/>
            <ac:spMk id="2" creationId="{BF5712C1-0BCA-00E4-A3B2-03DF90AB06E2}"/>
          </ac:spMkLst>
        </pc:spChg>
        <pc:spChg chg="mod">
          <ac:chgData name="Zheng, Binghuan" userId="0c8cd837-2f89-4b12-8657-4317aa4b18aa" providerId="ADAL" clId="{B2D9216A-EBD7-46F6-B789-CB55AC09CB26}" dt="2024-08-21T10:12:58.324" v="7468"/>
          <ac:spMkLst>
            <pc:docMk/>
            <pc:sldMk cId="1303671432" sldId="520"/>
            <ac:spMk id="6" creationId="{0ED065AC-F3EF-42B0-A34B-DF7EED7FF8B9}"/>
          </ac:spMkLst>
        </pc:spChg>
        <pc:graphicFrameChg chg="mod modGraphic">
          <ac:chgData name="Zheng, Binghuan" userId="0c8cd837-2f89-4b12-8657-4317aa4b18aa" providerId="ADAL" clId="{B2D9216A-EBD7-46F6-B789-CB55AC09CB26}" dt="2024-08-21T09:47:01.964" v="7029" actId="20577"/>
          <ac:graphicFrameMkLst>
            <pc:docMk/>
            <pc:sldMk cId="1303671432" sldId="520"/>
            <ac:graphicFrameMk id="3" creationId="{503B5CA7-8C98-49CD-062E-DAB370D359FC}"/>
          </ac:graphicFrameMkLst>
        </pc:graphicFrameChg>
      </pc:sldChg>
      <pc:sldChg chg="modSp add mod">
        <pc:chgData name="Zheng, Binghuan" userId="0c8cd837-2f89-4b12-8657-4317aa4b18aa" providerId="ADAL" clId="{B2D9216A-EBD7-46F6-B789-CB55AC09CB26}" dt="2024-08-23T05:53:31.136" v="8271" actId="20577"/>
        <pc:sldMkLst>
          <pc:docMk/>
          <pc:sldMk cId="3240281301" sldId="521"/>
        </pc:sldMkLst>
        <pc:spChg chg="mod">
          <ac:chgData name="Zheng, Binghuan" userId="0c8cd837-2f89-4b12-8657-4317aa4b18aa" providerId="ADAL" clId="{B2D9216A-EBD7-46F6-B789-CB55AC09CB26}" dt="2024-08-23T05:52:50.559" v="8258" actId="1076"/>
          <ac:spMkLst>
            <pc:docMk/>
            <pc:sldMk cId="3240281301" sldId="521"/>
            <ac:spMk id="2" creationId="{BF5712C1-0BCA-00E4-A3B2-03DF90AB06E2}"/>
          </ac:spMkLst>
        </pc:spChg>
        <pc:spChg chg="mod">
          <ac:chgData name="Zheng, Binghuan" userId="0c8cd837-2f89-4b12-8657-4317aa4b18aa" providerId="ADAL" clId="{B2D9216A-EBD7-46F6-B789-CB55AC09CB26}" dt="2024-08-21T10:12:55.999" v="7467"/>
          <ac:spMkLst>
            <pc:docMk/>
            <pc:sldMk cId="3240281301" sldId="521"/>
            <ac:spMk id="6" creationId="{0ED065AC-F3EF-42B0-A34B-DF7EED7FF8B9}"/>
          </ac:spMkLst>
        </pc:spChg>
        <pc:graphicFrameChg chg="mod modGraphic">
          <ac:chgData name="Zheng, Binghuan" userId="0c8cd837-2f89-4b12-8657-4317aa4b18aa" providerId="ADAL" clId="{B2D9216A-EBD7-46F6-B789-CB55AC09CB26}" dt="2024-08-23T05:53:31.136" v="8271" actId="20577"/>
          <ac:graphicFrameMkLst>
            <pc:docMk/>
            <pc:sldMk cId="3240281301" sldId="521"/>
            <ac:graphicFrameMk id="3" creationId="{503B5CA7-8C98-49CD-062E-DAB370D359FC}"/>
          </ac:graphicFrameMkLst>
        </pc:graphicFrameChg>
      </pc:sldChg>
      <pc:sldChg chg="modSp add mod">
        <pc:chgData name="Zheng, Binghuan" userId="0c8cd837-2f89-4b12-8657-4317aa4b18aa" providerId="ADAL" clId="{B2D9216A-EBD7-46F6-B789-CB55AC09CB26}" dt="2024-08-23T05:55:25.920" v="8273" actId="14100"/>
        <pc:sldMkLst>
          <pc:docMk/>
          <pc:sldMk cId="1631761778" sldId="522"/>
        </pc:sldMkLst>
        <pc:spChg chg="mod">
          <ac:chgData name="Zheng, Binghuan" userId="0c8cd837-2f89-4b12-8657-4317aa4b18aa" providerId="ADAL" clId="{B2D9216A-EBD7-46F6-B789-CB55AC09CB26}" dt="2024-08-23T05:55:25.920" v="8273" actId="14100"/>
          <ac:spMkLst>
            <pc:docMk/>
            <pc:sldMk cId="1631761778" sldId="522"/>
            <ac:spMk id="2" creationId="{BF5712C1-0BCA-00E4-A3B2-03DF90AB06E2}"/>
          </ac:spMkLst>
        </pc:spChg>
        <pc:spChg chg="mod">
          <ac:chgData name="Zheng, Binghuan" userId="0c8cd837-2f89-4b12-8657-4317aa4b18aa" providerId="ADAL" clId="{B2D9216A-EBD7-46F6-B789-CB55AC09CB26}" dt="2024-08-21T10:12:48.094" v="7466" actId="20577"/>
          <ac:spMkLst>
            <pc:docMk/>
            <pc:sldMk cId="1631761778" sldId="522"/>
            <ac:spMk id="6" creationId="{0ED065AC-F3EF-42B0-A34B-DF7EED7FF8B9}"/>
          </ac:spMkLst>
        </pc:spChg>
        <pc:graphicFrameChg chg="mod modGraphic">
          <ac:chgData name="Zheng, Binghuan" userId="0c8cd837-2f89-4b12-8657-4317aa4b18aa" providerId="ADAL" clId="{B2D9216A-EBD7-46F6-B789-CB55AC09CB26}" dt="2024-08-21T10:15:35.061" v="7485"/>
          <ac:graphicFrameMkLst>
            <pc:docMk/>
            <pc:sldMk cId="1631761778" sldId="522"/>
            <ac:graphicFrameMk id="3" creationId="{503B5CA7-8C98-49CD-062E-DAB370D359FC}"/>
          </ac:graphicFrameMkLst>
        </pc:graphicFrameChg>
      </pc:sldChg>
      <pc:sldChg chg="modSp add mod ord">
        <pc:chgData name="Zheng, Binghuan" userId="0c8cd837-2f89-4b12-8657-4317aa4b18aa" providerId="ADAL" clId="{B2D9216A-EBD7-46F6-B789-CB55AC09CB26}" dt="2024-08-21T10:14:30.018" v="7479"/>
        <pc:sldMkLst>
          <pc:docMk/>
          <pc:sldMk cId="2707869640" sldId="523"/>
        </pc:sldMkLst>
        <pc:spChg chg="mod">
          <ac:chgData name="Zheng, Binghuan" userId="0c8cd837-2f89-4b12-8657-4317aa4b18aa" providerId="ADAL" clId="{B2D9216A-EBD7-46F6-B789-CB55AC09CB26}" dt="2024-08-21T10:14:30.018" v="7479"/>
          <ac:spMkLst>
            <pc:docMk/>
            <pc:sldMk cId="2707869640" sldId="523"/>
            <ac:spMk id="4" creationId="{1567C550-8534-4752-A750-4145E9563059}"/>
          </ac:spMkLst>
        </pc:spChg>
      </pc:sldChg>
      <pc:sldChg chg="delSp modSp add mod ord">
        <pc:chgData name="Zheng, Binghuan" userId="0c8cd837-2f89-4b12-8657-4317aa4b18aa" providerId="ADAL" clId="{B2D9216A-EBD7-46F6-B789-CB55AC09CB26}" dt="2024-08-23T05:56:30.740" v="8275" actId="403"/>
        <pc:sldMkLst>
          <pc:docMk/>
          <pc:sldMk cId="1122803921" sldId="524"/>
        </pc:sldMkLst>
        <pc:spChg chg="del">
          <ac:chgData name="Zheng, Binghuan" userId="0c8cd837-2f89-4b12-8657-4317aa4b18aa" providerId="ADAL" clId="{B2D9216A-EBD7-46F6-B789-CB55AC09CB26}" dt="2024-08-21T10:17:05.853" v="7496" actId="478"/>
          <ac:spMkLst>
            <pc:docMk/>
            <pc:sldMk cId="1122803921" sldId="524"/>
            <ac:spMk id="2" creationId="{BF5712C1-0BCA-00E4-A3B2-03DF90AB06E2}"/>
          </ac:spMkLst>
        </pc:spChg>
        <pc:spChg chg="mod">
          <ac:chgData name="Zheng, Binghuan" userId="0c8cd837-2f89-4b12-8657-4317aa4b18aa" providerId="ADAL" clId="{B2D9216A-EBD7-46F6-B789-CB55AC09CB26}" dt="2024-08-21T10:14:35.236" v="7480"/>
          <ac:spMkLst>
            <pc:docMk/>
            <pc:sldMk cId="1122803921" sldId="524"/>
            <ac:spMk id="6" creationId="{0ED065AC-F3EF-42B0-A34B-DF7EED7FF8B9}"/>
          </ac:spMkLst>
        </pc:spChg>
        <pc:graphicFrameChg chg="mod modGraphic">
          <ac:chgData name="Zheng, Binghuan" userId="0c8cd837-2f89-4b12-8657-4317aa4b18aa" providerId="ADAL" clId="{B2D9216A-EBD7-46F6-B789-CB55AC09CB26}" dt="2024-08-23T05:56:30.740" v="8275" actId="403"/>
          <ac:graphicFrameMkLst>
            <pc:docMk/>
            <pc:sldMk cId="1122803921" sldId="524"/>
            <ac:graphicFrameMk id="3" creationId="{503B5CA7-8C98-49CD-062E-DAB370D359FC}"/>
          </ac:graphicFrameMkLst>
        </pc:graphicFrameChg>
      </pc:sldChg>
      <pc:sldChg chg="addSp delSp modSp add mod ord">
        <pc:chgData name="Zheng, Binghuan" userId="0c8cd837-2f89-4b12-8657-4317aa4b18aa" providerId="ADAL" clId="{B2D9216A-EBD7-46F6-B789-CB55AC09CB26}" dt="2024-08-23T05:58:28.595" v="8323" actId="20577"/>
        <pc:sldMkLst>
          <pc:docMk/>
          <pc:sldMk cId="528219773" sldId="525"/>
        </pc:sldMkLst>
        <pc:spChg chg="add mod">
          <ac:chgData name="Zheng, Binghuan" userId="0c8cd837-2f89-4b12-8657-4317aa4b18aa" providerId="ADAL" clId="{B2D9216A-EBD7-46F6-B789-CB55AC09CB26}" dt="2024-08-22T08:35:40.036" v="7583"/>
          <ac:spMkLst>
            <pc:docMk/>
            <pc:sldMk cId="528219773" sldId="525"/>
            <ac:spMk id="2" creationId="{8932A107-F2FA-0E28-C5D5-09ABF7829FF4}"/>
          </ac:spMkLst>
        </pc:spChg>
        <pc:spChg chg="add mod">
          <ac:chgData name="Zheng, Binghuan" userId="0c8cd837-2f89-4b12-8657-4317aa4b18aa" providerId="ADAL" clId="{B2D9216A-EBD7-46F6-B789-CB55AC09CB26}" dt="2024-08-23T05:58:28.595" v="8323" actId="20577"/>
          <ac:spMkLst>
            <pc:docMk/>
            <pc:sldMk cId="528219773" sldId="525"/>
            <ac:spMk id="3" creationId="{E1F051B3-C41D-40E4-5995-94DA1A8DC936}"/>
          </ac:spMkLst>
        </pc:spChg>
        <pc:spChg chg="add del mod">
          <ac:chgData name="Zheng, Binghuan" userId="0c8cd837-2f89-4b12-8657-4317aa4b18aa" providerId="ADAL" clId="{B2D9216A-EBD7-46F6-B789-CB55AC09CB26}" dt="2024-08-23T05:56:37.432" v="8276" actId="478"/>
          <ac:spMkLst>
            <pc:docMk/>
            <pc:sldMk cId="528219773" sldId="525"/>
            <ac:spMk id="4" creationId="{81F92C4D-9BB0-9DE3-73D5-F9303F078DFF}"/>
          </ac:spMkLst>
        </pc:spChg>
        <pc:spChg chg="mod">
          <ac:chgData name="Zheng, Binghuan" userId="0c8cd837-2f89-4b12-8657-4317aa4b18aa" providerId="ADAL" clId="{B2D9216A-EBD7-46F6-B789-CB55AC09CB26}" dt="2024-08-22T09:25:05.648" v="7847" actId="20577"/>
          <ac:spMkLst>
            <pc:docMk/>
            <pc:sldMk cId="528219773" sldId="525"/>
            <ac:spMk id="6" creationId="{0ED065AC-F3EF-42B0-A34B-DF7EED7FF8B9}"/>
          </ac:spMkLst>
        </pc:spChg>
        <pc:spChg chg="add mod">
          <ac:chgData name="Zheng, Binghuan" userId="0c8cd837-2f89-4b12-8657-4317aa4b18aa" providerId="ADAL" clId="{B2D9216A-EBD7-46F6-B789-CB55AC09CB26}" dt="2024-08-23T05:57:55.476" v="8307" actId="1076"/>
          <ac:spMkLst>
            <pc:docMk/>
            <pc:sldMk cId="528219773" sldId="525"/>
            <ac:spMk id="10" creationId="{44D3FA55-4D04-1151-F67F-9825B36AA6A2}"/>
          </ac:spMkLst>
        </pc:spChg>
        <pc:spChg chg="add mod">
          <ac:chgData name="Zheng, Binghuan" userId="0c8cd837-2f89-4b12-8657-4317aa4b18aa" providerId="ADAL" clId="{B2D9216A-EBD7-46F6-B789-CB55AC09CB26}" dt="2024-08-23T05:58:05.490" v="8310" actId="20577"/>
          <ac:spMkLst>
            <pc:docMk/>
            <pc:sldMk cId="528219773" sldId="525"/>
            <ac:spMk id="11" creationId="{5891BAB0-CF25-09B3-08A7-AA7A059A9176}"/>
          </ac:spMkLst>
        </pc:spChg>
        <pc:spChg chg="add mod">
          <ac:chgData name="Zheng, Binghuan" userId="0c8cd837-2f89-4b12-8657-4317aa4b18aa" providerId="ADAL" clId="{B2D9216A-EBD7-46F6-B789-CB55AC09CB26}" dt="2024-08-23T05:58:15.023" v="8312" actId="20577"/>
          <ac:spMkLst>
            <pc:docMk/>
            <pc:sldMk cId="528219773" sldId="525"/>
            <ac:spMk id="12" creationId="{DC699755-CDB6-6FA0-5D0B-2EC4C7351992}"/>
          </ac:spMkLst>
        </pc:spChg>
        <pc:graphicFrameChg chg="del">
          <ac:chgData name="Zheng, Binghuan" userId="0c8cd837-2f89-4b12-8657-4317aa4b18aa" providerId="ADAL" clId="{B2D9216A-EBD7-46F6-B789-CB55AC09CB26}" dt="2024-08-22T08:31:22.963" v="7582" actId="478"/>
          <ac:graphicFrameMkLst>
            <pc:docMk/>
            <pc:sldMk cId="528219773" sldId="525"/>
            <ac:graphicFrameMk id="3" creationId="{503B5CA7-8C98-49CD-062E-DAB370D359FC}"/>
          </ac:graphicFrameMkLst>
        </pc:graphicFrameChg>
        <pc:picChg chg="add mod">
          <ac:chgData name="Zheng, Binghuan" userId="0c8cd837-2f89-4b12-8657-4317aa4b18aa" providerId="ADAL" clId="{B2D9216A-EBD7-46F6-B789-CB55AC09CB26}" dt="2024-08-23T05:57:55.476" v="8307" actId="1076"/>
          <ac:picMkLst>
            <pc:docMk/>
            <pc:sldMk cId="528219773" sldId="525"/>
            <ac:picMk id="5" creationId="{BFDA4C31-4EA2-4070-B659-8806369A4BE8}"/>
          </ac:picMkLst>
        </pc:picChg>
        <pc:picChg chg="add mod">
          <ac:chgData name="Zheng, Binghuan" userId="0c8cd837-2f89-4b12-8657-4317aa4b18aa" providerId="ADAL" clId="{B2D9216A-EBD7-46F6-B789-CB55AC09CB26}" dt="2024-08-23T05:57:55.476" v="8307" actId="1076"/>
          <ac:picMkLst>
            <pc:docMk/>
            <pc:sldMk cId="528219773" sldId="525"/>
            <ac:picMk id="7" creationId="{70F048D3-24ED-4905-9DC0-B9953F756B99}"/>
          </ac:picMkLst>
        </pc:picChg>
        <pc:picChg chg="add mod">
          <ac:chgData name="Zheng, Binghuan" userId="0c8cd837-2f89-4b12-8657-4317aa4b18aa" providerId="ADAL" clId="{B2D9216A-EBD7-46F6-B789-CB55AC09CB26}" dt="2024-08-23T05:57:55.476" v="8307" actId="1076"/>
          <ac:picMkLst>
            <pc:docMk/>
            <pc:sldMk cId="528219773" sldId="525"/>
            <ac:picMk id="8" creationId="{FA5171C7-840C-49B5-BB6D-8E8CBEF2374B}"/>
          </ac:picMkLst>
        </pc:picChg>
        <pc:picChg chg="add mod">
          <ac:chgData name="Zheng, Binghuan" userId="0c8cd837-2f89-4b12-8657-4317aa4b18aa" providerId="ADAL" clId="{B2D9216A-EBD7-46F6-B789-CB55AC09CB26}" dt="2024-08-23T05:57:55.476" v="8307" actId="1076"/>
          <ac:picMkLst>
            <pc:docMk/>
            <pc:sldMk cId="528219773" sldId="525"/>
            <ac:picMk id="9" creationId="{11C6179D-9B5E-4322-9C57-799A56E82448}"/>
          </ac:picMkLst>
        </pc:picChg>
      </pc:sldChg>
      <pc:sldChg chg="addSp delSp modSp add mod">
        <pc:chgData name="Zheng, Binghuan" userId="0c8cd837-2f89-4b12-8657-4317aa4b18aa" providerId="ADAL" clId="{B2D9216A-EBD7-46F6-B789-CB55AC09CB26}" dt="2024-08-23T06:00:52.017" v="8401" actId="1076"/>
        <pc:sldMkLst>
          <pc:docMk/>
          <pc:sldMk cId="1563753362" sldId="526"/>
        </pc:sldMkLst>
        <pc:spChg chg="mod">
          <ac:chgData name="Zheng, Binghuan" userId="0c8cd837-2f89-4b12-8657-4317aa4b18aa" providerId="ADAL" clId="{B2D9216A-EBD7-46F6-B789-CB55AC09CB26}" dt="2024-08-22T08:37:55.612" v="7648" actId="20577"/>
          <ac:spMkLst>
            <pc:docMk/>
            <pc:sldMk cId="1563753362" sldId="526"/>
            <ac:spMk id="2" creationId="{B2DCC6B2-4893-4AFD-A933-7468A12B60AF}"/>
          </ac:spMkLst>
        </pc:spChg>
        <pc:spChg chg="mod">
          <ac:chgData name="Zheng, Binghuan" userId="0c8cd837-2f89-4b12-8657-4317aa4b18aa" providerId="ADAL" clId="{B2D9216A-EBD7-46F6-B789-CB55AC09CB26}" dt="2024-08-22T08:46:44.674" v="7690" actId="108"/>
          <ac:spMkLst>
            <pc:docMk/>
            <pc:sldMk cId="1563753362" sldId="526"/>
            <ac:spMk id="3" creationId="{96457946-1483-4C9A-8FE4-A2862E3EFF3F}"/>
          </ac:spMkLst>
        </pc:spChg>
        <pc:spChg chg="add mod">
          <ac:chgData name="Zheng, Binghuan" userId="0c8cd837-2f89-4b12-8657-4317aa4b18aa" providerId="ADAL" clId="{B2D9216A-EBD7-46F6-B789-CB55AC09CB26}" dt="2024-08-23T06:00:07.613" v="8358" actId="1076"/>
          <ac:spMkLst>
            <pc:docMk/>
            <pc:sldMk cId="1563753362" sldId="526"/>
            <ac:spMk id="4" creationId="{C44F9908-8493-CADD-DAEA-3FCD09D25791}"/>
          </ac:spMkLst>
        </pc:spChg>
        <pc:spChg chg="del">
          <ac:chgData name="Zheng, Binghuan" userId="0c8cd837-2f89-4b12-8657-4317aa4b18aa" providerId="ADAL" clId="{B2D9216A-EBD7-46F6-B789-CB55AC09CB26}" dt="2024-08-22T08:37:40.273" v="7597" actId="478"/>
          <ac:spMkLst>
            <pc:docMk/>
            <pc:sldMk cId="1563753362" sldId="526"/>
            <ac:spMk id="4" creationId="{F40B3903-56DF-4903-AAAF-FFE7DC00ED5A}"/>
          </ac:spMkLst>
        </pc:spChg>
        <pc:spChg chg="add mod">
          <ac:chgData name="Zheng, Binghuan" userId="0c8cd837-2f89-4b12-8657-4317aa4b18aa" providerId="ADAL" clId="{B2D9216A-EBD7-46F6-B789-CB55AC09CB26}" dt="2024-08-23T06:00:13.794" v="8360" actId="1076"/>
          <ac:spMkLst>
            <pc:docMk/>
            <pc:sldMk cId="1563753362" sldId="526"/>
            <ac:spMk id="5" creationId="{0B529C48-B12C-F541-0648-D0A6AF41C6CA}"/>
          </ac:spMkLst>
        </pc:spChg>
        <pc:spChg chg="add del mod">
          <ac:chgData name="Zheng, Binghuan" userId="0c8cd837-2f89-4b12-8657-4317aa4b18aa" providerId="ADAL" clId="{B2D9216A-EBD7-46F6-B789-CB55AC09CB26}" dt="2024-08-22T08:37:42.552" v="7598" actId="478"/>
          <ac:spMkLst>
            <pc:docMk/>
            <pc:sldMk cId="1563753362" sldId="526"/>
            <ac:spMk id="6" creationId="{02F0BB3B-4894-B7F1-1828-09CFD0D0D074}"/>
          </ac:spMkLst>
        </pc:spChg>
        <pc:spChg chg="add mod">
          <ac:chgData name="Zheng, Binghuan" userId="0c8cd837-2f89-4b12-8657-4317aa4b18aa" providerId="ADAL" clId="{B2D9216A-EBD7-46F6-B789-CB55AC09CB26}" dt="2024-08-23T06:00:24.395" v="8365" actId="1076"/>
          <ac:spMkLst>
            <pc:docMk/>
            <pc:sldMk cId="1563753362" sldId="526"/>
            <ac:spMk id="6" creationId="{DDC441B3-3DF3-17C5-D782-FF880523A06E}"/>
          </ac:spMkLst>
        </pc:spChg>
        <pc:spChg chg="add mod">
          <ac:chgData name="Zheng, Binghuan" userId="0c8cd837-2f89-4b12-8657-4317aa4b18aa" providerId="ADAL" clId="{B2D9216A-EBD7-46F6-B789-CB55AC09CB26}" dt="2024-08-23T06:00:21.930" v="8364" actId="1076"/>
          <ac:spMkLst>
            <pc:docMk/>
            <pc:sldMk cId="1563753362" sldId="526"/>
            <ac:spMk id="7" creationId="{955F1123-D62D-6899-72BA-31F0E7FF8DFB}"/>
          </ac:spMkLst>
        </pc:spChg>
        <pc:spChg chg="add mod">
          <ac:chgData name="Zheng, Binghuan" userId="0c8cd837-2f89-4b12-8657-4317aa4b18aa" providerId="ADAL" clId="{B2D9216A-EBD7-46F6-B789-CB55AC09CB26}" dt="2024-08-23T06:00:36.783" v="8382" actId="1037"/>
          <ac:spMkLst>
            <pc:docMk/>
            <pc:sldMk cId="1563753362" sldId="526"/>
            <ac:spMk id="8" creationId="{92B762E0-E579-A674-4106-BD85396479FF}"/>
          </ac:spMkLst>
        </pc:spChg>
        <pc:spChg chg="add mod">
          <ac:chgData name="Zheng, Binghuan" userId="0c8cd837-2f89-4b12-8657-4317aa4b18aa" providerId="ADAL" clId="{B2D9216A-EBD7-46F6-B789-CB55AC09CB26}" dt="2024-08-23T06:00:41.577" v="8384" actId="1076"/>
          <ac:spMkLst>
            <pc:docMk/>
            <pc:sldMk cId="1563753362" sldId="526"/>
            <ac:spMk id="9" creationId="{6448FA80-07C8-1E40-59D2-931DC695625D}"/>
          </ac:spMkLst>
        </pc:spChg>
        <pc:spChg chg="add mod">
          <ac:chgData name="Zheng, Binghuan" userId="0c8cd837-2f89-4b12-8657-4317aa4b18aa" providerId="ADAL" clId="{B2D9216A-EBD7-46F6-B789-CB55AC09CB26}" dt="2024-08-23T06:00:47.613" v="8399" actId="1036"/>
          <ac:spMkLst>
            <pc:docMk/>
            <pc:sldMk cId="1563753362" sldId="526"/>
            <ac:spMk id="10" creationId="{E485B54C-0F26-63E9-E36C-5194F02EC143}"/>
          </ac:spMkLst>
        </pc:spChg>
        <pc:spChg chg="add mod">
          <ac:chgData name="Zheng, Binghuan" userId="0c8cd837-2f89-4b12-8657-4317aa4b18aa" providerId="ADAL" clId="{B2D9216A-EBD7-46F6-B789-CB55AC09CB26}" dt="2024-08-23T06:00:52.017" v="8401" actId="1076"/>
          <ac:spMkLst>
            <pc:docMk/>
            <pc:sldMk cId="1563753362" sldId="526"/>
            <ac:spMk id="11" creationId="{792B62FB-BE6B-58A7-C939-1651B163D4B1}"/>
          </ac:spMkLst>
        </pc:spChg>
      </pc:sldChg>
      <pc:sldChg chg="addSp delSp modSp add mod">
        <pc:chgData name="Zheng, Binghuan" userId="0c8cd837-2f89-4b12-8657-4317aa4b18aa" providerId="ADAL" clId="{B2D9216A-EBD7-46F6-B789-CB55AC09CB26}" dt="2024-08-23T05:59:29.574" v="8356" actId="20577"/>
        <pc:sldMkLst>
          <pc:docMk/>
          <pc:sldMk cId="4033759234" sldId="527"/>
        </pc:sldMkLst>
        <pc:spChg chg="add mod">
          <ac:chgData name="Zheng, Binghuan" userId="0c8cd837-2f89-4b12-8657-4317aa4b18aa" providerId="ADAL" clId="{B2D9216A-EBD7-46F6-B789-CB55AC09CB26}" dt="2024-08-23T05:58:48.705" v="8333"/>
          <ac:spMkLst>
            <pc:docMk/>
            <pc:sldMk cId="4033759234" sldId="527"/>
            <ac:spMk id="3" creationId="{F5AD012B-1119-E196-4FCE-791623B1AFE9}"/>
          </ac:spMkLst>
        </pc:spChg>
        <pc:spChg chg="del">
          <ac:chgData name="Zheng, Binghuan" userId="0c8cd837-2f89-4b12-8657-4317aa4b18aa" providerId="ADAL" clId="{B2D9216A-EBD7-46F6-B789-CB55AC09CB26}" dt="2024-08-23T05:56:40.319" v="8277" actId="478"/>
          <ac:spMkLst>
            <pc:docMk/>
            <pc:sldMk cId="4033759234" sldId="527"/>
            <ac:spMk id="4" creationId="{81F92C4D-9BB0-9DE3-73D5-F9303F078DFF}"/>
          </ac:spMkLst>
        </pc:spChg>
        <pc:spChg chg="add mod">
          <ac:chgData name="Zheng, Binghuan" userId="0c8cd837-2f89-4b12-8657-4317aa4b18aa" providerId="ADAL" clId="{B2D9216A-EBD7-46F6-B789-CB55AC09CB26}" dt="2024-08-23T05:59:29.574" v="8356" actId="20577"/>
          <ac:spMkLst>
            <pc:docMk/>
            <pc:sldMk cId="4033759234" sldId="527"/>
            <ac:spMk id="5" creationId="{BCCC7311-6891-A427-6023-4BF48DD23AEF}"/>
          </ac:spMkLst>
        </pc:spChg>
        <pc:spChg chg="mod">
          <ac:chgData name="Zheng, Binghuan" userId="0c8cd837-2f89-4b12-8657-4317aa4b18aa" providerId="ADAL" clId="{B2D9216A-EBD7-46F6-B789-CB55AC09CB26}" dt="2024-08-22T10:14:29.947" v="7952" actId="20577"/>
          <ac:spMkLst>
            <pc:docMk/>
            <pc:sldMk cId="4033759234" sldId="527"/>
            <ac:spMk id="6" creationId="{0ED065AC-F3EF-42B0-A34B-DF7EED7FF8B9}"/>
          </ac:spMkLst>
        </pc:spChg>
        <pc:spChg chg="add">
          <ac:chgData name="Zheng, Binghuan" userId="0c8cd837-2f89-4b12-8657-4317aa4b18aa" providerId="ADAL" clId="{B2D9216A-EBD7-46F6-B789-CB55AC09CB26}" dt="2024-08-22T10:16:27.669" v="7977"/>
          <ac:spMkLst>
            <pc:docMk/>
            <pc:sldMk cId="4033759234" sldId="527"/>
            <ac:spMk id="13" creationId="{A76F122F-FF48-5A06-8722-9A12191F81FB}"/>
          </ac:spMkLst>
        </pc:spChg>
        <pc:spChg chg="add">
          <ac:chgData name="Zheng, Binghuan" userId="0c8cd837-2f89-4b12-8657-4317aa4b18aa" providerId="ADAL" clId="{B2D9216A-EBD7-46F6-B789-CB55AC09CB26}" dt="2024-08-22T10:16:27.669" v="7977"/>
          <ac:spMkLst>
            <pc:docMk/>
            <pc:sldMk cId="4033759234" sldId="527"/>
            <ac:spMk id="14" creationId="{57B1A572-4583-AC6B-01AF-B5DA847B2879}"/>
          </ac:spMkLst>
        </pc:spChg>
        <pc:spChg chg="add">
          <ac:chgData name="Zheng, Binghuan" userId="0c8cd837-2f89-4b12-8657-4317aa4b18aa" providerId="ADAL" clId="{B2D9216A-EBD7-46F6-B789-CB55AC09CB26}" dt="2024-08-22T10:16:27.669" v="7977"/>
          <ac:spMkLst>
            <pc:docMk/>
            <pc:sldMk cId="4033759234" sldId="527"/>
            <ac:spMk id="15" creationId="{631C0A15-A58F-C8C7-13A3-A6F24FF4B1CC}"/>
          </ac:spMkLst>
        </pc:spChg>
        <pc:picChg chg="del">
          <ac:chgData name="Zheng, Binghuan" userId="0c8cd837-2f89-4b12-8657-4317aa4b18aa" providerId="ADAL" clId="{B2D9216A-EBD7-46F6-B789-CB55AC09CB26}" dt="2024-08-22T10:14:41.834" v="7953" actId="478"/>
          <ac:picMkLst>
            <pc:docMk/>
            <pc:sldMk cId="4033759234" sldId="527"/>
            <ac:picMk id="5" creationId="{BFDA4C31-4EA2-4070-B659-8806369A4BE8}"/>
          </ac:picMkLst>
        </pc:picChg>
        <pc:picChg chg="del">
          <ac:chgData name="Zheng, Binghuan" userId="0c8cd837-2f89-4b12-8657-4317aa4b18aa" providerId="ADAL" clId="{B2D9216A-EBD7-46F6-B789-CB55AC09CB26}" dt="2024-08-22T10:14:42.532" v="7954" actId="478"/>
          <ac:picMkLst>
            <pc:docMk/>
            <pc:sldMk cId="4033759234" sldId="527"/>
            <ac:picMk id="7" creationId="{70F048D3-24ED-4905-9DC0-B9953F756B99}"/>
          </ac:picMkLst>
        </pc:picChg>
        <pc:picChg chg="del">
          <ac:chgData name="Zheng, Binghuan" userId="0c8cd837-2f89-4b12-8657-4317aa4b18aa" providerId="ADAL" clId="{B2D9216A-EBD7-46F6-B789-CB55AC09CB26}" dt="2024-08-22T10:14:43.294" v="7956" actId="478"/>
          <ac:picMkLst>
            <pc:docMk/>
            <pc:sldMk cId="4033759234" sldId="527"/>
            <ac:picMk id="8" creationId="{FA5171C7-840C-49B5-BB6D-8E8CBEF2374B}"/>
          </ac:picMkLst>
        </pc:picChg>
        <pc:picChg chg="del">
          <ac:chgData name="Zheng, Binghuan" userId="0c8cd837-2f89-4b12-8657-4317aa4b18aa" providerId="ADAL" clId="{B2D9216A-EBD7-46F6-B789-CB55AC09CB26}" dt="2024-08-22T10:14:42.948" v="7955" actId="478"/>
          <ac:picMkLst>
            <pc:docMk/>
            <pc:sldMk cId="4033759234" sldId="527"/>
            <ac:picMk id="9" creationId="{11C6179D-9B5E-4322-9C57-799A56E82448}"/>
          </ac:picMkLst>
        </pc:picChg>
        <pc:picChg chg="add mod modCrop">
          <ac:chgData name="Zheng, Binghuan" userId="0c8cd837-2f89-4b12-8657-4317aa4b18aa" providerId="ADAL" clId="{B2D9216A-EBD7-46F6-B789-CB55AC09CB26}" dt="2024-08-23T05:59:20.454" v="8347" actId="1076"/>
          <ac:picMkLst>
            <pc:docMk/>
            <pc:sldMk cId="4033759234" sldId="527"/>
            <ac:picMk id="10" creationId="{7F4DF4DC-D41F-2E7B-6F97-D0DDD76C1089}"/>
          </ac:picMkLst>
        </pc:picChg>
        <pc:picChg chg="add mod modCrop">
          <ac:chgData name="Zheng, Binghuan" userId="0c8cd837-2f89-4b12-8657-4317aa4b18aa" providerId="ADAL" clId="{B2D9216A-EBD7-46F6-B789-CB55AC09CB26}" dt="2024-08-23T05:59:20.454" v="8347" actId="1076"/>
          <ac:picMkLst>
            <pc:docMk/>
            <pc:sldMk cId="4033759234" sldId="527"/>
            <ac:picMk id="12" creationId="{C4139092-F54D-CAB9-22A2-B0C0CCFF40E6}"/>
          </ac:picMkLst>
        </pc:picChg>
        <pc:picChg chg="add mod">
          <ac:chgData name="Zheng, Binghuan" userId="0c8cd837-2f89-4b12-8657-4317aa4b18aa" providerId="ADAL" clId="{B2D9216A-EBD7-46F6-B789-CB55AC09CB26}" dt="2024-08-23T05:59:23.654" v="8348" actId="1076"/>
          <ac:picMkLst>
            <pc:docMk/>
            <pc:sldMk cId="4033759234" sldId="527"/>
            <ac:picMk id="1025" creationId="{08EDC8FA-E819-07D3-7E26-7712EC57295E}"/>
          </ac:picMkLst>
        </pc:picChg>
        <pc:picChg chg="add mod">
          <ac:chgData name="Zheng, Binghuan" userId="0c8cd837-2f89-4b12-8657-4317aa4b18aa" providerId="ADAL" clId="{B2D9216A-EBD7-46F6-B789-CB55AC09CB26}" dt="2024-08-23T05:59:23.654" v="8348" actId="1076"/>
          <ac:picMkLst>
            <pc:docMk/>
            <pc:sldMk cId="4033759234" sldId="527"/>
            <ac:picMk id="1026" creationId="{28ABD0A9-3E66-33B9-3F98-BA16CF677458}"/>
          </ac:picMkLst>
        </pc:picChg>
      </pc:sldChg>
    </pc:docChg>
  </pc:docChgLst>
  <pc:docChgLst>
    <pc:chgData name="Yu, Harry" userId="d07dd713-323b-41c6-b24d-c18be50fb4fc" providerId="ADAL" clId="{D83F0C2C-D676-425D-B92E-9A88DAD47D68}"/>
    <pc:docChg chg="custSel modSld">
      <pc:chgData name="Yu, Harry" userId="d07dd713-323b-41c6-b24d-c18be50fb4fc" providerId="ADAL" clId="{D83F0C2C-D676-425D-B92E-9A88DAD47D68}" dt="2021-11-01T05:42:06.395" v="282" actId="20577"/>
      <pc:docMkLst>
        <pc:docMk/>
      </pc:docMkLst>
      <pc:sldChg chg="delSp mod">
        <pc:chgData name="Yu, Harry" userId="d07dd713-323b-41c6-b24d-c18be50fb4fc" providerId="ADAL" clId="{D83F0C2C-D676-425D-B92E-9A88DAD47D68}" dt="2021-11-01T05:39:28.097" v="0" actId="478"/>
        <pc:sldMkLst>
          <pc:docMk/>
          <pc:sldMk cId="914646431" sldId="368"/>
        </pc:sldMkLst>
        <pc:spChg chg="del">
          <ac:chgData name="Yu, Harry" userId="d07dd713-323b-41c6-b24d-c18be50fb4fc" providerId="ADAL" clId="{D83F0C2C-D676-425D-B92E-9A88DAD47D68}" dt="2021-11-01T05:39:28.097" v="0" actId="478"/>
          <ac:spMkLst>
            <pc:docMk/>
            <pc:sldMk cId="914646431" sldId="368"/>
            <ac:spMk id="3" creationId="{EA58FA56-130E-4D6D-A0F3-D10C0C15DD3F}"/>
          </ac:spMkLst>
        </pc:spChg>
      </pc:sldChg>
      <pc:sldChg chg="modSp mod">
        <pc:chgData name="Yu, Harry" userId="d07dd713-323b-41c6-b24d-c18be50fb4fc" providerId="ADAL" clId="{D83F0C2C-D676-425D-B92E-9A88DAD47D68}" dt="2021-11-01T05:42:06.395" v="282" actId="20577"/>
        <pc:sldMkLst>
          <pc:docMk/>
          <pc:sldMk cId="2549360784" sldId="429"/>
        </pc:sldMkLst>
        <pc:spChg chg="mod">
          <ac:chgData name="Yu, Harry" userId="d07dd713-323b-41c6-b24d-c18be50fb4fc" providerId="ADAL" clId="{D83F0C2C-D676-425D-B92E-9A88DAD47D68}" dt="2021-11-01T05:42:06.395" v="282" actId="20577"/>
          <ac:spMkLst>
            <pc:docMk/>
            <pc:sldMk cId="2549360784" sldId="429"/>
            <ac:spMk id="2" creationId="{04417B0E-2535-41CF-BF65-EDAC494977E0}"/>
          </ac:spMkLst>
        </pc:spChg>
      </pc:sldChg>
    </pc:docChg>
  </pc:docChgLst>
  <pc:docChgLst>
    <pc:chgData name="Zheng, Binghuan" userId="0c8cd837-2f89-4b12-8657-4317aa4b18aa" providerId="ADAL" clId="{D8289620-1A04-4CBE-8F79-62382FF4C4DB}"/>
    <pc:docChg chg="custSel addSld modSld modShowInfo">
      <pc:chgData name="Zheng, Binghuan" userId="0c8cd837-2f89-4b12-8657-4317aa4b18aa" providerId="ADAL" clId="{D8289620-1A04-4CBE-8F79-62382FF4C4DB}" dt="2024-11-07T02:34:26.903" v="133" actId="20577"/>
      <pc:docMkLst>
        <pc:docMk/>
      </pc:docMkLst>
      <pc:sldChg chg="modTransition">
        <pc:chgData name="Zheng, Binghuan" userId="0c8cd837-2f89-4b12-8657-4317aa4b18aa" providerId="ADAL" clId="{D8289620-1A04-4CBE-8F79-62382FF4C4DB}" dt="2024-11-06T23:49:37.251" v="72"/>
        <pc:sldMkLst>
          <pc:docMk/>
          <pc:sldMk cId="2086400740" sldId="256"/>
        </pc:sldMkLst>
      </pc:sldChg>
      <pc:sldChg chg="modSp mod">
        <pc:chgData name="Zheng, Binghuan" userId="0c8cd837-2f89-4b12-8657-4317aa4b18aa" providerId="ADAL" clId="{D8289620-1A04-4CBE-8F79-62382FF4C4DB}" dt="2024-10-29T08:59:04.142" v="8" actId="13926"/>
        <pc:sldMkLst>
          <pc:docMk/>
          <pc:sldMk cId="2729596788" sldId="489"/>
        </pc:sldMkLst>
        <pc:graphicFrameChg chg="mod modGraphic">
          <ac:chgData name="Zheng, Binghuan" userId="0c8cd837-2f89-4b12-8657-4317aa4b18aa" providerId="ADAL" clId="{D8289620-1A04-4CBE-8F79-62382FF4C4DB}" dt="2024-10-29T08:59:04.142" v="8" actId="13926"/>
          <ac:graphicFrameMkLst>
            <pc:docMk/>
            <pc:sldMk cId="2729596788" sldId="489"/>
            <ac:graphicFrameMk id="3" creationId="{503B5CA7-8C98-49CD-062E-DAB370D359FC}"/>
          </ac:graphicFrameMkLst>
        </pc:graphicFrameChg>
      </pc:sldChg>
      <pc:sldChg chg="modSp mod">
        <pc:chgData name="Zheng, Binghuan" userId="0c8cd837-2f89-4b12-8657-4317aa4b18aa" providerId="ADAL" clId="{D8289620-1A04-4CBE-8F79-62382FF4C4DB}" dt="2024-11-07T01:58:29.898" v="95" actId="1076"/>
        <pc:sldMkLst>
          <pc:docMk/>
          <pc:sldMk cId="4127238824" sldId="496"/>
        </pc:sldMkLst>
        <pc:spChg chg="mod">
          <ac:chgData name="Zheng, Binghuan" userId="0c8cd837-2f89-4b12-8657-4317aa4b18aa" providerId="ADAL" clId="{D8289620-1A04-4CBE-8F79-62382FF4C4DB}" dt="2024-11-07T01:58:29.898" v="95" actId="1076"/>
          <ac:spMkLst>
            <pc:docMk/>
            <pc:sldMk cId="4127238824" sldId="496"/>
            <ac:spMk id="4" creationId="{739ED610-7AC8-45CD-BCC6-B494109E5D9F}"/>
          </ac:spMkLst>
        </pc:spChg>
        <pc:graphicFrameChg chg="mod modGraphic">
          <ac:chgData name="Zheng, Binghuan" userId="0c8cd837-2f89-4b12-8657-4317aa4b18aa" providerId="ADAL" clId="{D8289620-1A04-4CBE-8F79-62382FF4C4DB}" dt="2024-11-07T01:58:26.552" v="94" actId="14734"/>
          <ac:graphicFrameMkLst>
            <pc:docMk/>
            <pc:sldMk cId="4127238824" sldId="496"/>
            <ac:graphicFrameMk id="3" creationId="{503B5CA7-8C98-49CD-062E-DAB370D359FC}"/>
          </ac:graphicFrameMkLst>
        </pc:graphicFrameChg>
      </pc:sldChg>
      <pc:sldChg chg="addSp modSp mod">
        <pc:chgData name="Zheng, Binghuan" userId="0c8cd837-2f89-4b12-8657-4317aa4b18aa" providerId="ADAL" clId="{D8289620-1A04-4CBE-8F79-62382FF4C4DB}" dt="2024-11-07T01:59:15.204" v="98" actId="1076"/>
        <pc:sldMkLst>
          <pc:docMk/>
          <pc:sldMk cId="2294451221" sldId="504"/>
        </pc:sldMkLst>
        <pc:spChg chg="add mod">
          <ac:chgData name="Zheng, Binghuan" userId="0c8cd837-2f89-4b12-8657-4317aa4b18aa" providerId="ADAL" clId="{D8289620-1A04-4CBE-8F79-62382FF4C4DB}" dt="2024-11-07T01:59:15.204" v="98" actId="1076"/>
          <ac:spMkLst>
            <pc:docMk/>
            <pc:sldMk cId="2294451221" sldId="504"/>
            <ac:spMk id="4" creationId="{1ADD9073-5143-6FCA-2652-0779930AF372}"/>
          </ac:spMkLst>
        </pc:spChg>
        <pc:graphicFrameChg chg="mod">
          <ac:chgData name="Zheng, Binghuan" userId="0c8cd837-2f89-4b12-8657-4317aa4b18aa" providerId="ADAL" clId="{D8289620-1A04-4CBE-8F79-62382FF4C4DB}" dt="2024-11-07T01:59:10.574" v="96"/>
          <ac:graphicFrameMkLst>
            <pc:docMk/>
            <pc:sldMk cId="2294451221" sldId="504"/>
            <ac:graphicFrameMk id="3" creationId="{503B5CA7-8C98-49CD-062E-DAB370D359FC}"/>
          </ac:graphicFrameMkLst>
        </pc:graphicFrameChg>
      </pc:sldChg>
      <pc:sldChg chg="addSp modSp mod">
        <pc:chgData name="Zheng, Binghuan" userId="0c8cd837-2f89-4b12-8657-4317aa4b18aa" providerId="ADAL" clId="{D8289620-1A04-4CBE-8F79-62382FF4C4DB}" dt="2024-11-07T02:34:26.903" v="133" actId="20577"/>
        <pc:sldMkLst>
          <pc:docMk/>
          <pc:sldMk cId="4033759234" sldId="527"/>
        </pc:sldMkLst>
        <pc:spChg chg="mod">
          <ac:chgData name="Zheng, Binghuan" userId="0c8cd837-2f89-4b12-8657-4317aa4b18aa" providerId="ADAL" clId="{D8289620-1A04-4CBE-8F79-62382FF4C4DB}" dt="2024-11-07T02:34:09.379" v="111" actId="1076"/>
          <ac:spMkLst>
            <pc:docMk/>
            <pc:sldMk cId="4033759234" sldId="527"/>
            <ac:spMk id="3" creationId="{F5AD012B-1119-E196-4FCE-791623B1AFE9}"/>
          </ac:spMkLst>
        </pc:spChg>
        <pc:spChg chg="mod">
          <ac:chgData name="Zheng, Binghuan" userId="0c8cd837-2f89-4b12-8657-4317aa4b18aa" providerId="ADAL" clId="{D8289620-1A04-4CBE-8F79-62382FF4C4DB}" dt="2024-11-07T02:34:16.237" v="113" actId="1076"/>
          <ac:spMkLst>
            <pc:docMk/>
            <pc:sldMk cId="4033759234" sldId="527"/>
            <ac:spMk id="5" creationId="{BCCC7311-6891-A427-6023-4BF48DD23AEF}"/>
          </ac:spMkLst>
        </pc:spChg>
        <pc:spChg chg="add mod">
          <ac:chgData name="Zheng, Binghuan" userId="0c8cd837-2f89-4b12-8657-4317aa4b18aa" providerId="ADAL" clId="{D8289620-1A04-4CBE-8F79-62382FF4C4DB}" dt="2024-11-07T02:34:26.903" v="133" actId="20577"/>
          <ac:spMkLst>
            <pc:docMk/>
            <pc:sldMk cId="4033759234" sldId="527"/>
            <ac:spMk id="8" creationId="{53435DA0-9088-AA01-CE99-6CC9A6344AC1}"/>
          </ac:spMkLst>
        </pc:spChg>
        <pc:picChg chg="add mod">
          <ac:chgData name="Zheng, Binghuan" userId="0c8cd837-2f89-4b12-8657-4317aa4b18aa" providerId="ADAL" clId="{D8289620-1A04-4CBE-8F79-62382FF4C4DB}" dt="2024-11-07T02:34:19.997" v="116" actId="1076"/>
          <ac:picMkLst>
            <pc:docMk/>
            <pc:sldMk cId="4033759234" sldId="527"/>
            <ac:picMk id="7" creationId="{1D2007E1-0F0E-7F7D-59B1-3512545FE98C}"/>
          </ac:picMkLst>
        </pc:picChg>
        <pc:picChg chg="mod">
          <ac:chgData name="Zheng, Binghuan" userId="0c8cd837-2f89-4b12-8657-4317aa4b18aa" providerId="ADAL" clId="{D8289620-1A04-4CBE-8F79-62382FF4C4DB}" dt="2024-11-07T02:34:05.631" v="110" actId="1076"/>
          <ac:picMkLst>
            <pc:docMk/>
            <pc:sldMk cId="4033759234" sldId="527"/>
            <ac:picMk id="10" creationId="{7F4DF4DC-D41F-2E7B-6F97-D0DDD76C1089}"/>
          </ac:picMkLst>
        </pc:picChg>
        <pc:picChg chg="mod">
          <ac:chgData name="Zheng, Binghuan" userId="0c8cd837-2f89-4b12-8657-4317aa4b18aa" providerId="ADAL" clId="{D8289620-1A04-4CBE-8F79-62382FF4C4DB}" dt="2024-11-07T02:34:05.631" v="110" actId="1076"/>
          <ac:picMkLst>
            <pc:docMk/>
            <pc:sldMk cId="4033759234" sldId="527"/>
            <ac:picMk id="12" creationId="{C4139092-F54D-CAB9-22A2-B0C0CCFF40E6}"/>
          </ac:picMkLst>
        </pc:picChg>
        <pc:picChg chg="mod">
          <ac:chgData name="Zheng, Binghuan" userId="0c8cd837-2f89-4b12-8657-4317aa4b18aa" providerId="ADAL" clId="{D8289620-1A04-4CBE-8F79-62382FF4C4DB}" dt="2024-11-07T02:34:11.967" v="112" actId="1076"/>
          <ac:picMkLst>
            <pc:docMk/>
            <pc:sldMk cId="4033759234" sldId="527"/>
            <ac:picMk id="1025" creationId="{08EDC8FA-E819-07D3-7E26-7712EC57295E}"/>
          </ac:picMkLst>
        </pc:picChg>
        <pc:picChg chg="mod">
          <ac:chgData name="Zheng, Binghuan" userId="0c8cd837-2f89-4b12-8657-4317aa4b18aa" providerId="ADAL" clId="{D8289620-1A04-4CBE-8F79-62382FF4C4DB}" dt="2024-11-07T02:34:11.967" v="112" actId="1076"/>
          <ac:picMkLst>
            <pc:docMk/>
            <pc:sldMk cId="4033759234" sldId="527"/>
            <ac:picMk id="1026" creationId="{28ABD0A9-3E66-33B9-3F98-BA16CF677458}"/>
          </ac:picMkLst>
        </pc:picChg>
      </pc:sldChg>
      <pc:sldChg chg="addSp delSp modSp add mod">
        <pc:chgData name="Zheng, Binghuan" userId="0c8cd837-2f89-4b12-8657-4317aa4b18aa" providerId="ADAL" clId="{D8289620-1A04-4CBE-8F79-62382FF4C4DB}" dt="2024-10-29T09:01:34.536" v="55" actId="1076"/>
        <pc:sldMkLst>
          <pc:docMk/>
          <pc:sldMk cId="3592081840" sldId="529"/>
        </pc:sldMkLst>
        <pc:spChg chg="del">
          <ac:chgData name="Zheng, Binghuan" userId="0c8cd837-2f89-4b12-8657-4317aa4b18aa" providerId="ADAL" clId="{D8289620-1A04-4CBE-8F79-62382FF4C4DB}" dt="2024-10-29T09:00:45.148" v="36" actId="478"/>
          <ac:spMkLst>
            <pc:docMk/>
            <pc:sldMk cId="3592081840" sldId="529"/>
            <ac:spMk id="2" creationId="{8932A107-F2FA-0E28-C5D5-09ABF7829FF4}"/>
          </ac:spMkLst>
        </pc:spChg>
        <pc:spChg chg="del">
          <ac:chgData name="Zheng, Binghuan" userId="0c8cd837-2f89-4b12-8657-4317aa4b18aa" providerId="ADAL" clId="{D8289620-1A04-4CBE-8F79-62382FF4C4DB}" dt="2024-10-29T09:00:43.856" v="35" actId="478"/>
          <ac:spMkLst>
            <pc:docMk/>
            <pc:sldMk cId="3592081840" sldId="529"/>
            <ac:spMk id="3" creationId="{F5AD012B-1119-E196-4FCE-791623B1AFE9}"/>
          </ac:spMkLst>
        </pc:spChg>
        <pc:spChg chg="del">
          <ac:chgData name="Zheng, Binghuan" userId="0c8cd837-2f89-4b12-8657-4317aa4b18aa" providerId="ADAL" clId="{D8289620-1A04-4CBE-8F79-62382FF4C4DB}" dt="2024-10-29T09:00:42.082" v="34" actId="478"/>
          <ac:spMkLst>
            <pc:docMk/>
            <pc:sldMk cId="3592081840" sldId="529"/>
            <ac:spMk id="5" creationId="{BCCC7311-6891-A427-6023-4BF48DD23AEF}"/>
          </ac:spMkLst>
        </pc:spChg>
        <pc:spChg chg="mod">
          <ac:chgData name="Zheng, Binghuan" userId="0c8cd837-2f89-4b12-8657-4317aa4b18aa" providerId="ADAL" clId="{D8289620-1A04-4CBE-8F79-62382FF4C4DB}" dt="2024-10-29T09:00:37.420" v="29" actId="20577"/>
          <ac:spMkLst>
            <pc:docMk/>
            <pc:sldMk cId="3592081840" sldId="529"/>
            <ac:spMk id="6" creationId="{0ED065AC-F3EF-42B0-A34B-DF7EED7FF8B9}"/>
          </ac:spMkLst>
        </pc:spChg>
        <pc:picChg chg="add mod">
          <ac:chgData name="Zheng, Binghuan" userId="0c8cd837-2f89-4b12-8657-4317aa4b18aa" providerId="ADAL" clId="{D8289620-1A04-4CBE-8F79-62382FF4C4DB}" dt="2024-10-29T09:01:34.536" v="55" actId="1076"/>
          <ac:picMkLst>
            <pc:docMk/>
            <pc:sldMk cId="3592081840" sldId="529"/>
            <ac:picMk id="7" creationId="{10AE365B-45CC-DD3B-0C49-0196A9C1FDD1}"/>
          </ac:picMkLst>
        </pc:picChg>
        <pc:picChg chg="add mod">
          <ac:chgData name="Zheng, Binghuan" userId="0c8cd837-2f89-4b12-8657-4317aa4b18aa" providerId="ADAL" clId="{D8289620-1A04-4CBE-8F79-62382FF4C4DB}" dt="2024-10-29T09:01:33.684" v="54" actId="1076"/>
          <ac:picMkLst>
            <pc:docMk/>
            <pc:sldMk cId="3592081840" sldId="529"/>
            <ac:picMk id="9" creationId="{694E74C1-336B-7A39-55E8-FECEAE3F4D82}"/>
          </ac:picMkLst>
        </pc:picChg>
        <pc:picChg chg="del">
          <ac:chgData name="Zheng, Binghuan" userId="0c8cd837-2f89-4b12-8657-4317aa4b18aa" providerId="ADAL" clId="{D8289620-1A04-4CBE-8F79-62382FF4C4DB}" dt="2024-10-29T09:00:39.641" v="30" actId="478"/>
          <ac:picMkLst>
            <pc:docMk/>
            <pc:sldMk cId="3592081840" sldId="529"/>
            <ac:picMk id="10" creationId="{7F4DF4DC-D41F-2E7B-6F97-D0DDD76C1089}"/>
          </ac:picMkLst>
        </pc:picChg>
        <pc:picChg chg="del">
          <ac:chgData name="Zheng, Binghuan" userId="0c8cd837-2f89-4b12-8657-4317aa4b18aa" providerId="ADAL" clId="{D8289620-1A04-4CBE-8F79-62382FF4C4DB}" dt="2024-10-29T09:00:40.013" v="31" actId="478"/>
          <ac:picMkLst>
            <pc:docMk/>
            <pc:sldMk cId="3592081840" sldId="529"/>
            <ac:picMk id="12" creationId="{C4139092-F54D-CAB9-22A2-B0C0CCFF40E6}"/>
          </ac:picMkLst>
        </pc:picChg>
        <pc:picChg chg="del">
          <ac:chgData name="Zheng, Binghuan" userId="0c8cd837-2f89-4b12-8657-4317aa4b18aa" providerId="ADAL" clId="{D8289620-1A04-4CBE-8F79-62382FF4C4DB}" dt="2024-10-29T09:00:40.799" v="33" actId="478"/>
          <ac:picMkLst>
            <pc:docMk/>
            <pc:sldMk cId="3592081840" sldId="529"/>
            <ac:picMk id="1025" creationId="{08EDC8FA-E819-07D3-7E26-7712EC57295E}"/>
          </ac:picMkLst>
        </pc:picChg>
        <pc:picChg chg="del">
          <ac:chgData name="Zheng, Binghuan" userId="0c8cd837-2f89-4b12-8657-4317aa4b18aa" providerId="ADAL" clId="{D8289620-1A04-4CBE-8F79-62382FF4C4DB}" dt="2024-10-29T09:00:40.418" v="32" actId="478"/>
          <ac:picMkLst>
            <pc:docMk/>
            <pc:sldMk cId="3592081840" sldId="529"/>
            <ac:picMk id="1026" creationId="{28ABD0A9-3E66-33B9-3F98-BA16CF677458}"/>
          </ac:picMkLst>
        </pc:picChg>
      </pc:sldChg>
    </pc:docChg>
  </pc:docChgLst>
  <pc:docChgLst>
    <pc:chgData name="Zheng, Binghuan" userId="0c8cd837-2f89-4b12-8657-4317aa4b18aa" providerId="ADAL" clId="{363AEF24-54E3-445D-86D2-5135E015E662}"/>
    <pc:docChg chg="modSld">
      <pc:chgData name="Zheng, Binghuan" userId="0c8cd837-2f89-4b12-8657-4317aa4b18aa" providerId="ADAL" clId="{363AEF24-54E3-445D-86D2-5135E015E662}" dt="2024-10-17T02:16:11.099" v="8" actId="13926"/>
      <pc:docMkLst>
        <pc:docMk/>
      </pc:docMkLst>
      <pc:sldChg chg="modSp mod">
        <pc:chgData name="Zheng, Binghuan" userId="0c8cd837-2f89-4b12-8657-4317aa4b18aa" providerId="ADAL" clId="{363AEF24-54E3-445D-86D2-5135E015E662}" dt="2024-10-17T02:16:11.099" v="8" actId="13926"/>
        <pc:sldMkLst>
          <pc:docMk/>
          <pc:sldMk cId="2050256125" sldId="451"/>
        </pc:sldMkLst>
        <pc:graphicFrameChg chg="modGraphic">
          <ac:chgData name="Zheng, Binghuan" userId="0c8cd837-2f89-4b12-8657-4317aa4b18aa" providerId="ADAL" clId="{363AEF24-54E3-445D-86D2-5135E015E662}" dt="2024-10-17T02:16:11.099" v="8" actId="13926"/>
          <ac:graphicFrameMkLst>
            <pc:docMk/>
            <pc:sldMk cId="2050256125" sldId="451"/>
            <ac:graphicFrameMk id="3" creationId="{503B5CA7-8C98-49CD-062E-DAB370D359FC}"/>
          </ac:graphicFrameMkLst>
        </pc:graphicFrameChg>
      </pc:sldChg>
      <pc:sldChg chg="addSp modSp mod">
        <pc:chgData name="Zheng, Binghuan" userId="0c8cd837-2f89-4b12-8657-4317aa4b18aa" providerId="ADAL" clId="{363AEF24-54E3-445D-86D2-5135E015E662}" dt="2024-10-11T09:35:30.185" v="1" actId="1076"/>
        <pc:sldMkLst>
          <pc:docMk/>
          <pc:sldMk cId="2918012652" sldId="488"/>
        </pc:sldMkLst>
        <pc:spChg chg="add mod">
          <ac:chgData name="Zheng, Binghuan" userId="0c8cd837-2f89-4b12-8657-4317aa4b18aa" providerId="ADAL" clId="{363AEF24-54E3-445D-86D2-5135E015E662}" dt="2024-10-11T09:35:30.185" v="1" actId="1076"/>
          <ac:spMkLst>
            <pc:docMk/>
            <pc:sldMk cId="2918012652" sldId="488"/>
            <ac:spMk id="2" creationId="{66531D9E-4A65-55A9-B497-AE2CFA4A8AFD}"/>
          </ac:spMkLst>
        </pc:spChg>
      </pc:sldChg>
      <pc:sldChg chg="addSp modSp">
        <pc:chgData name="Zheng, Binghuan" userId="0c8cd837-2f89-4b12-8657-4317aa4b18aa" providerId="ADAL" clId="{363AEF24-54E3-445D-86D2-5135E015E662}" dt="2024-10-11T09:35:38.861" v="2"/>
        <pc:sldMkLst>
          <pc:docMk/>
          <pc:sldMk cId="1838623475" sldId="491"/>
        </pc:sldMkLst>
        <pc:spChg chg="add mod">
          <ac:chgData name="Zheng, Binghuan" userId="0c8cd837-2f89-4b12-8657-4317aa4b18aa" providerId="ADAL" clId="{363AEF24-54E3-445D-86D2-5135E015E662}" dt="2024-10-11T09:35:38.861" v="2"/>
          <ac:spMkLst>
            <pc:docMk/>
            <pc:sldMk cId="1838623475" sldId="491"/>
            <ac:spMk id="2" creationId="{F17B7237-7B6C-7277-9F15-9F3CD4890B45}"/>
          </ac:spMkLst>
        </pc:spChg>
      </pc:sldChg>
      <pc:sldChg chg="addSp modSp">
        <pc:chgData name="Zheng, Binghuan" userId="0c8cd837-2f89-4b12-8657-4317aa4b18aa" providerId="ADAL" clId="{363AEF24-54E3-445D-86D2-5135E015E662}" dt="2024-10-11T09:35:42.609" v="3"/>
        <pc:sldMkLst>
          <pc:docMk/>
          <pc:sldMk cId="1975868213" sldId="497"/>
        </pc:sldMkLst>
        <pc:spChg chg="add mod">
          <ac:chgData name="Zheng, Binghuan" userId="0c8cd837-2f89-4b12-8657-4317aa4b18aa" providerId="ADAL" clId="{363AEF24-54E3-445D-86D2-5135E015E662}" dt="2024-10-11T09:35:42.609" v="3"/>
          <ac:spMkLst>
            <pc:docMk/>
            <pc:sldMk cId="1975868213" sldId="497"/>
            <ac:spMk id="4" creationId="{0C19E5F0-361B-2ABA-A866-DBC2B8F7E255}"/>
          </ac:spMkLst>
        </pc:spChg>
      </pc:sldChg>
      <pc:sldChg chg="addSp modSp">
        <pc:chgData name="Zheng, Binghuan" userId="0c8cd837-2f89-4b12-8657-4317aa4b18aa" providerId="ADAL" clId="{363AEF24-54E3-445D-86D2-5135E015E662}" dt="2024-10-11T09:35:45.972" v="4"/>
        <pc:sldMkLst>
          <pc:docMk/>
          <pc:sldMk cId="1264831888" sldId="501"/>
        </pc:sldMkLst>
        <pc:spChg chg="add mod">
          <ac:chgData name="Zheng, Binghuan" userId="0c8cd837-2f89-4b12-8657-4317aa4b18aa" providerId="ADAL" clId="{363AEF24-54E3-445D-86D2-5135E015E662}" dt="2024-10-11T09:35:45.972" v="4"/>
          <ac:spMkLst>
            <pc:docMk/>
            <pc:sldMk cId="1264831888" sldId="501"/>
            <ac:spMk id="4" creationId="{1097F592-F41A-112F-66C7-BA35E366B82F}"/>
          </ac:spMkLst>
        </pc:spChg>
      </pc:sldChg>
      <pc:sldChg chg="addSp modSp">
        <pc:chgData name="Zheng, Binghuan" userId="0c8cd837-2f89-4b12-8657-4317aa4b18aa" providerId="ADAL" clId="{363AEF24-54E3-445D-86D2-5135E015E662}" dt="2024-10-11T09:35:48.982" v="5"/>
        <pc:sldMkLst>
          <pc:docMk/>
          <pc:sldMk cId="1691443480" sldId="506"/>
        </pc:sldMkLst>
        <pc:spChg chg="add mod">
          <ac:chgData name="Zheng, Binghuan" userId="0c8cd837-2f89-4b12-8657-4317aa4b18aa" providerId="ADAL" clId="{363AEF24-54E3-445D-86D2-5135E015E662}" dt="2024-10-11T09:35:48.982" v="5"/>
          <ac:spMkLst>
            <pc:docMk/>
            <pc:sldMk cId="1691443480" sldId="506"/>
            <ac:spMk id="2" creationId="{B8F95884-1987-FC06-3FBF-3E593D038457}"/>
          </ac:spMkLst>
        </pc:spChg>
      </pc:sldChg>
      <pc:sldChg chg="addSp modSp">
        <pc:chgData name="Zheng, Binghuan" userId="0c8cd837-2f89-4b12-8657-4317aa4b18aa" providerId="ADAL" clId="{363AEF24-54E3-445D-86D2-5135E015E662}" dt="2024-10-11T09:35:52.357" v="6"/>
        <pc:sldMkLst>
          <pc:docMk/>
          <pc:sldMk cId="1885676024" sldId="511"/>
        </pc:sldMkLst>
        <pc:spChg chg="add mod">
          <ac:chgData name="Zheng, Binghuan" userId="0c8cd837-2f89-4b12-8657-4317aa4b18aa" providerId="ADAL" clId="{363AEF24-54E3-445D-86D2-5135E015E662}" dt="2024-10-11T09:35:52.357" v="6"/>
          <ac:spMkLst>
            <pc:docMk/>
            <pc:sldMk cId="1885676024" sldId="511"/>
            <ac:spMk id="4" creationId="{26A88B5A-C36B-4760-A0D8-AE728CBB46A7}"/>
          </ac:spMkLst>
        </pc:spChg>
      </pc:sldChg>
      <pc:sldChg chg="addSp modSp">
        <pc:chgData name="Zheng, Binghuan" userId="0c8cd837-2f89-4b12-8657-4317aa4b18aa" providerId="ADAL" clId="{363AEF24-54E3-445D-86D2-5135E015E662}" dt="2024-10-11T09:35:57.056" v="7"/>
        <pc:sldMkLst>
          <pc:docMk/>
          <pc:sldMk cId="1631761778" sldId="522"/>
        </pc:sldMkLst>
        <pc:spChg chg="add mod">
          <ac:chgData name="Zheng, Binghuan" userId="0c8cd837-2f89-4b12-8657-4317aa4b18aa" providerId="ADAL" clId="{363AEF24-54E3-445D-86D2-5135E015E662}" dt="2024-10-11T09:35:57.056" v="7"/>
          <ac:spMkLst>
            <pc:docMk/>
            <pc:sldMk cId="1631761778" sldId="522"/>
            <ac:spMk id="4" creationId="{7D8379EE-8F15-C121-50D4-523FD3010A75}"/>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t>11/7/2024</a:t>
            </a:fld>
            <a:endParaRPr lang="en-US"/>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7500">
                <a:solidFill>
                  <a:schemeClr val="bg1"/>
                </a:solidFill>
              </a:defRPr>
            </a:lvl1pPr>
          </a:lstStyle>
          <a:p>
            <a:r>
              <a:rPr lang="en-US" dirty="0"/>
              <a:t>75 </a:t>
            </a:r>
            <a:r>
              <a:rPr lang="en-US" dirty="0" err="1"/>
              <a:t>pt</a:t>
            </a:r>
            <a:r>
              <a:rPr lang="en-US" dirty="0"/>
              <a:t> Intel Clear Light</a:t>
            </a:r>
            <a:endParaRPr dirty="0"/>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7500">
                <a:solidFill>
                  <a:schemeClr val="bg1"/>
                </a:solidFill>
              </a:defRPr>
            </a:lvl1pPr>
          </a:lstStyle>
          <a:p>
            <a:r>
              <a:rPr lang="en-US" dirty="0"/>
              <a:t>75 </a:t>
            </a:r>
            <a:r>
              <a:rPr lang="en-US" dirty="0" err="1"/>
              <a:t>pt</a:t>
            </a:r>
            <a:r>
              <a:rPr lang="en-US" dirty="0"/>
              <a:t> Intel Clear Light</a:t>
            </a:r>
            <a:endParaRPr dirty="0"/>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rgbClr val="525252"/>
                </a:solidFill>
              </a:defRPr>
            </a:lvl1pPr>
          </a:lstStyle>
          <a:p>
            <a:r>
              <a:rPr lang="en-US" dirty="0"/>
              <a:t>75 </a:t>
            </a:r>
            <a:r>
              <a:rPr lang="en-US" dirty="0" err="1"/>
              <a:t>pt</a:t>
            </a:r>
            <a:r>
              <a:rPr lang="en-US" dirty="0"/>
              <a:t> Intel Clear</a:t>
            </a:r>
            <a:endParaRPr dirty="0"/>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dirty="0"/>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4000">
                <a:solidFill>
                  <a:srgbClr val="525252"/>
                </a:solidFill>
              </a:defRPr>
            </a:lvl1pPr>
          </a:lstStyle>
          <a:p>
            <a:r>
              <a:rPr lang="en-US" dirty="0"/>
              <a:t>40pt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dirty="0"/>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dirty="0"/>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lvl1pPr>
              <a:defRPr sz="4000">
                <a:solidFill>
                  <a:schemeClr val="tx2"/>
                </a:solidFill>
              </a:defRPr>
            </a:lvl1pPr>
          </a:lstStyle>
          <a:p>
            <a:r>
              <a:rPr lang="en-US" dirty="0"/>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lvl1pPr>
              <a:defRPr sz="4000">
                <a:solidFill>
                  <a:srgbClr val="525252"/>
                </a:solidFill>
              </a:defRPr>
            </a:lvl1pPr>
          </a:lstStyle>
          <a:p>
            <a:r>
              <a:rPr lang="en-US" dirty="0"/>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dirty="0"/>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lvl1pPr>
              <a:defRPr sz="4000">
                <a:solidFill>
                  <a:schemeClr val="bg1"/>
                </a:solidFill>
              </a:defRPr>
            </a:lvl1pPr>
          </a:lstStyle>
          <a:p>
            <a:r>
              <a:rPr lang="en-US" dirty="0"/>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dirty="0"/>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dirty="0"/>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nchorCtr="0">
            <a:noAutofit/>
          </a:bodyPr>
          <a:lstStyle>
            <a:lvl1pPr>
              <a:defRPr sz="4800">
                <a:solidFill>
                  <a:srgbClr val="525252"/>
                </a:solidFill>
              </a:defRPr>
            </a:lvl1pPr>
          </a:lstStyle>
          <a:p>
            <a:r>
              <a:rPr lang="en-US" dirty="0"/>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nchorCtr="0">
            <a:noAutofit/>
          </a:bodyPr>
          <a:lstStyle>
            <a:lvl1pPr>
              <a:defRPr sz="4800">
                <a:solidFill>
                  <a:schemeClr val="bg1"/>
                </a:solidFill>
              </a:defRPr>
            </a:lvl1pPr>
          </a:lstStyle>
          <a:p>
            <a:r>
              <a:rPr lang="en-US" dirty="0"/>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dirty="0"/>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nchorCtr="0">
            <a:noAutofit/>
          </a:bodyPr>
          <a:lstStyle>
            <a:lvl1pPr>
              <a:defRPr sz="4800">
                <a:solidFill>
                  <a:schemeClr val="bg1"/>
                </a:solidFill>
              </a:defRPr>
            </a:lvl1pPr>
          </a:lstStyle>
          <a:p>
            <a:r>
              <a:rPr lang="en-US" dirty="0"/>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nchorCtr="0">
            <a:noAutofit/>
          </a:bodyPr>
          <a:lstStyle>
            <a:lvl1pPr>
              <a:defRPr sz="4000">
                <a:solidFill>
                  <a:schemeClr val="bg2"/>
                </a:solidFill>
              </a:defRPr>
            </a:lvl1pPr>
          </a:lstStyle>
          <a:p>
            <a:r>
              <a:rPr lang="en-US" dirty="0"/>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dirty="0"/>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dirty="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t" anchorCtr="0">
            <a:noAutofit/>
          </a:bodyPr>
          <a:lstStyle>
            <a:lvl1pPr>
              <a:defRPr sz="4000">
                <a:solidFill>
                  <a:schemeClr val="bg1"/>
                </a:solidFill>
              </a:defRPr>
            </a:lvl1pPr>
          </a:lstStyle>
          <a:p>
            <a:r>
              <a:rPr lang="en-US" dirty="0"/>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dirty="0"/>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chorCtr="0">
            <a:noAutofit/>
          </a:bodyPr>
          <a:lstStyle>
            <a:lvl1pPr algn="ctr">
              <a:defRPr sz="4800">
                <a:solidFill>
                  <a:schemeClr val="accent1"/>
                </a:solidFill>
              </a:defRPr>
            </a:lvl1pPr>
          </a:lstStyle>
          <a:p>
            <a:r>
              <a:rPr lang="en-US" dirty="0"/>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9" name="Rectangle 8">
            <a:extLst>
              <a:ext uri="{FF2B5EF4-FFF2-40B4-BE49-F238E27FC236}">
                <a16:creationId xmlns:a16="http://schemas.microsoft.com/office/drawing/2014/main" id="{F6E1F1A6-2FDF-4676-B713-F9746DD3A821}"/>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chorCtr="0">
            <a:noAutofit/>
          </a:bodyPr>
          <a:lstStyle>
            <a:lvl1pPr algn="ctr">
              <a:defRPr sz="4800">
                <a:solidFill>
                  <a:schemeClr val="bg1"/>
                </a:solidFill>
              </a:defRPr>
            </a:lvl1pPr>
          </a:lstStyle>
          <a:p>
            <a:r>
              <a:rPr lang="en-US" dirty="0"/>
              <a:t>48pt Intel Clear Light Body. For content that is not a section, but has a big idea in text only.</a:t>
            </a: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4835879" y="6562504"/>
            <a:ext cx="2520242" cy="231410"/>
          </a:xfrm>
          <a:prstGeom prst="rect">
            <a:avLst/>
          </a:prstGeom>
        </p:spPr>
        <p:txBody>
          <a:bodyPr wrap="none">
            <a:spAutoFit/>
          </a:bodyPr>
          <a:lstStyle/>
          <a:p>
            <a:pPr algn="ctr"/>
            <a:r>
              <a:rPr lang="en-US" sz="1000" dirty="0">
                <a:solidFill>
                  <a:schemeClr val="bg1"/>
                </a:solidFill>
              </a:rPr>
              <a:t>Intel Confidential | For Internal Use Only</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2287806" cy="231410"/>
          </a:xfrm>
          <a:prstGeom prst="rect">
            <a:avLst/>
          </a:prstGeom>
        </p:spPr>
        <p:txBody>
          <a:bodyPr wrap="none">
            <a:spAutoFit/>
          </a:bodyPr>
          <a:lstStyle/>
          <a:p>
            <a:pPr algn="l"/>
            <a:r>
              <a:rPr lang="en-US" sz="1000" b="1" dirty="0">
                <a:solidFill>
                  <a:schemeClr val="bg1"/>
                </a:solidFill>
              </a:rPr>
              <a:t>CQR |</a:t>
            </a:r>
            <a:r>
              <a:rPr lang="en-US" sz="1000" b="0" dirty="0">
                <a:solidFill>
                  <a:schemeClr val="bg1"/>
                </a:solidFill>
              </a:rPr>
              <a:t> Customer Quality &amp; Reliability</a:t>
            </a:r>
            <a:endParaRPr lang="en-US" sz="1000" b="1" dirty="0">
              <a:solidFill>
                <a:schemeClr val="bg1"/>
              </a:solidFill>
            </a:endParaRP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nchorCtr="0">
            <a:noAutofit/>
          </a:bodyPr>
          <a:lstStyle>
            <a:lvl1pPr algn="ctr">
              <a:defRPr sz="4800">
                <a:solidFill>
                  <a:schemeClr val="bg1"/>
                </a:solidFill>
              </a:defRPr>
            </a:lvl1pPr>
          </a:lstStyle>
          <a:p>
            <a:r>
              <a:rPr lang="en-US" dirty="0"/>
              <a:t>48pt Intel Clear Light Body. For content that is not a section, but has a big idea in text only.</a:t>
            </a: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9144"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p>
            <a:r>
              <a:rPr lang="en-US" dirty="0"/>
              <a:t>Body copy Intel clear light 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p>
            <a:r>
              <a:rPr lang="en-US" dirty="0"/>
              <a:t>40pt Intel Clear Light Text Goes Here</a:t>
            </a:r>
            <a:endParaRPr dirty="0"/>
          </a:p>
        </p:txBody>
      </p:sp>
      <p:sp>
        <p:nvSpPr>
          <p:cNvPr id="2" name="Rectangle 1">
            <a:extLst>
              <a:ext uri="{FF2B5EF4-FFF2-40B4-BE49-F238E27FC236}">
                <a16:creationId xmlns:a16="http://schemas.microsoft.com/office/drawing/2014/main" id="{6D33D527-2918-4752-A9A7-0BDBA010BB39}"/>
              </a:ext>
            </a:extLst>
          </p:cNvPr>
          <p:cNvSpPr/>
          <p:nvPr userDrawn="1"/>
        </p:nvSpPr>
        <p:spPr>
          <a:xfrm>
            <a:off x="4835881" y="6562504"/>
            <a:ext cx="2520242" cy="231410"/>
          </a:xfrm>
          <a:prstGeom prst="rect">
            <a:avLst/>
          </a:prstGeom>
        </p:spPr>
        <p:txBody>
          <a:bodyPr wrap="none">
            <a:spAutoFit/>
          </a:bodyPr>
          <a:lstStyle/>
          <a:p>
            <a:pPr algn="ctr"/>
            <a:r>
              <a:rPr lang="en-US" sz="1000" dirty="0">
                <a:solidFill>
                  <a:schemeClr val="bg2"/>
                </a:solidFill>
              </a:rPr>
              <a:t>Intel Confidential | For Internal Use Only</a:t>
            </a:r>
          </a:p>
        </p:txBody>
      </p:sp>
      <p:sp>
        <p:nvSpPr>
          <p:cNvPr id="5" name="Rectangle 4">
            <a:extLst>
              <a:ext uri="{FF2B5EF4-FFF2-40B4-BE49-F238E27FC236}">
                <a16:creationId xmlns:a16="http://schemas.microsoft.com/office/drawing/2014/main" id="{7FE2005A-EE28-4562-A018-55A90BB1BA11}"/>
              </a:ext>
            </a:extLst>
          </p:cNvPr>
          <p:cNvSpPr/>
          <p:nvPr userDrawn="1"/>
        </p:nvSpPr>
        <p:spPr>
          <a:xfrm>
            <a:off x="483010" y="6562504"/>
            <a:ext cx="2319866" cy="231410"/>
          </a:xfrm>
          <a:prstGeom prst="rect">
            <a:avLst/>
          </a:prstGeom>
        </p:spPr>
        <p:txBody>
          <a:bodyPr wrap="none">
            <a:spAutoFit/>
          </a:bodyPr>
          <a:lstStyle/>
          <a:p>
            <a:pPr algn="l"/>
            <a:r>
              <a:rPr lang="en-US" sz="1000" b="1" dirty="0">
                <a:solidFill>
                  <a:schemeClr val="bg2"/>
                </a:solidFill>
              </a:rPr>
              <a:t>CQR | </a:t>
            </a:r>
            <a:r>
              <a:rPr lang="en-US" sz="1000" b="0" dirty="0">
                <a:solidFill>
                  <a:schemeClr val="bg2"/>
                </a:solidFill>
              </a:rPr>
              <a:t> Customer Quality &amp; Reliability</a:t>
            </a:r>
            <a:endParaRPr lang="en-US" sz="1000" b="1" dirty="0">
              <a:solidFill>
                <a:schemeClr val="bg2"/>
              </a:solidFill>
            </a:endParaRP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28">
            <a:extLst>
              <a:ext uri="{96DAC541-7B7A-43D3-8B79-37D633B846F1}">
                <asvg:svgBlip xmlns:asvg="http://schemas.microsoft.com/office/drawing/2016/SVG/main" r:embed="rId29"/>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dirty="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Intel Clear Light" panose="020B0404020203020204" pitchFamily="34" charset="0"/>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8" Type="http://schemas.openxmlformats.org/officeDocument/2006/relationships/slide" Target="slide37.xml"/><Relationship Id="rId3" Type="http://schemas.openxmlformats.org/officeDocument/2006/relationships/slide" Target="slide11.xml"/><Relationship Id="rId7" Type="http://schemas.openxmlformats.org/officeDocument/2006/relationships/slide" Target="slide32.xml"/><Relationship Id="rId2" Type="http://schemas.openxmlformats.org/officeDocument/2006/relationships/slide" Target="slide6.xml"/><Relationship Id="rId1" Type="http://schemas.openxmlformats.org/officeDocument/2006/relationships/slideLayout" Target="../slideLayouts/slideLayout6.xml"/><Relationship Id="rId6" Type="http://schemas.openxmlformats.org/officeDocument/2006/relationships/slide" Target="slide27.xml"/><Relationship Id="rId5" Type="http://schemas.openxmlformats.org/officeDocument/2006/relationships/slide" Target="slide22.xml"/><Relationship Id="rId4" Type="http://schemas.openxmlformats.org/officeDocument/2006/relationships/slide" Target="slide15.xml"/><Relationship Id="rId9" Type="http://schemas.openxmlformats.org/officeDocument/2006/relationships/slide" Target="slide4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slide" Target="slide5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slide" Target="slide5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 Target="slide13.xml"/><Relationship Id="rId1" Type="http://schemas.openxmlformats.org/officeDocument/2006/relationships/slideLayout" Target="../slideLayouts/slideLayout6.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s>
</file>

<file path=ppt/slides/_rels/slide53.xml.rels><?xml version="1.0" encoding="UTF-8" standalone="yes"?>
<Relationships xmlns="http://schemas.openxmlformats.org/package/2006/relationships"><Relationship Id="rId8" Type="http://schemas.openxmlformats.org/officeDocument/2006/relationships/image" Target="cid:image002.png@01DAE8C0.F1F597A0" TargetMode="External"/><Relationship Id="rId3" Type="http://schemas.openxmlformats.org/officeDocument/2006/relationships/image" Target="../media/image13.jpeg"/><Relationship Id="rId7" Type="http://schemas.openxmlformats.org/officeDocument/2006/relationships/image" Target="../media/image16.png"/><Relationship Id="rId2" Type="http://schemas.openxmlformats.org/officeDocument/2006/relationships/slide" Target="slide29.xml"/><Relationship Id="rId1" Type="http://schemas.openxmlformats.org/officeDocument/2006/relationships/slideLayout" Target="../slideLayouts/slideLayout6.xml"/><Relationship Id="rId6" Type="http://schemas.openxmlformats.org/officeDocument/2006/relationships/image" Target="cid:image001.png@01DAE8C0.F1F597A0" TargetMode="External"/><Relationship Id="rId5" Type="http://schemas.openxmlformats.org/officeDocument/2006/relationships/image" Target="../media/image15.png"/><Relationship Id="rId4" Type="http://schemas.openxmlformats.org/officeDocument/2006/relationships/image" Target="../media/image14.jpeg"/><Relationship Id="rId9" Type="http://schemas.openxmlformats.org/officeDocument/2006/relationships/image" Target="../media/image17.png"/></Relationships>
</file>

<file path=ppt/slides/_rels/slide54.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9F4BE2-8E4A-4003-B816-9E34781F7E88}"/>
              </a:ext>
            </a:extLst>
          </p:cNvPr>
          <p:cNvSpPr>
            <a:spLocks noGrp="1"/>
          </p:cNvSpPr>
          <p:nvPr>
            <p:ph type="title"/>
          </p:nvPr>
        </p:nvSpPr>
        <p:spPr>
          <a:xfrm>
            <a:off x="627484" y="1454727"/>
            <a:ext cx="10568898" cy="2170334"/>
          </a:xfrm>
        </p:spPr>
        <p:txBody>
          <a:bodyPr anchor="b" anchorCtr="0"/>
          <a:lstStyle/>
          <a:p>
            <a:pPr algn="ctr"/>
            <a:r>
              <a:rPr lang="en-US" sz="6000" dirty="0"/>
              <a:t>2024 Panther Lake CRD_ODM Summary Report</a:t>
            </a:r>
          </a:p>
        </p:txBody>
      </p:sp>
      <p:sp>
        <p:nvSpPr>
          <p:cNvPr id="9" name="Text Placeholder 8">
            <a:extLst>
              <a:ext uri="{FF2B5EF4-FFF2-40B4-BE49-F238E27FC236}">
                <a16:creationId xmlns:a16="http://schemas.microsoft.com/office/drawing/2014/main" id="{ABEAF9F9-E88D-44A4-A1B6-BAA2E532B65E}"/>
              </a:ext>
            </a:extLst>
          </p:cNvPr>
          <p:cNvSpPr>
            <a:spLocks noGrp="1"/>
          </p:cNvSpPr>
          <p:nvPr>
            <p:ph type="body" sz="quarter" idx="27"/>
          </p:nvPr>
        </p:nvSpPr>
        <p:spPr>
          <a:xfrm>
            <a:off x="1908349" y="4778609"/>
            <a:ext cx="9695388" cy="326776"/>
          </a:xfrm>
        </p:spPr>
        <p:txBody>
          <a:bodyPr/>
          <a:lstStyle/>
          <a:p>
            <a:r>
              <a:rPr lang="en-US" dirty="0"/>
              <a:t>Rev1.0, CQ&amp;R CMEE Team, 2024Q3</a:t>
            </a:r>
          </a:p>
        </p:txBody>
      </p:sp>
      <p:sp>
        <p:nvSpPr>
          <p:cNvPr id="8" name="Octagon 7">
            <a:extLst>
              <a:ext uri="{FF2B5EF4-FFF2-40B4-BE49-F238E27FC236}">
                <a16:creationId xmlns:a16="http://schemas.microsoft.com/office/drawing/2014/main" id="{6042841E-0D98-468A-8176-AB4F17BB07E7}"/>
              </a:ext>
            </a:extLst>
          </p:cNvPr>
          <p:cNvSpPr/>
          <p:nvPr/>
        </p:nvSpPr>
        <p:spPr>
          <a:xfrm>
            <a:off x="10330099" y="17705"/>
            <a:ext cx="1861901" cy="2061686"/>
          </a:xfrm>
          <a:prstGeom prst="octagon">
            <a:avLst/>
          </a:prstGeom>
          <a:solidFill>
            <a:srgbClr val="FF00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kumimoji="0" lang="en-US" sz="3200" b="1" i="0" u="none" strike="noStrike" cap="none" spc="0" normalizeH="0" baseline="0" dirty="0">
                <a:ln>
                  <a:noFill/>
                </a:ln>
                <a:solidFill>
                  <a:srgbClr val="FFFFFF"/>
                </a:solidFill>
                <a:effectLst/>
                <a:uFillTx/>
                <a:latin typeface="Intel Clear Light" panose="020B0404020203020204" pitchFamily="34" charset="0"/>
                <a:ea typeface="Intel Clear Light" panose="020B0404020203020204" pitchFamily="34" charset="0"/>
                <a:cs typeface="Intel Clear Light" panose="020B0404020203020204" pitchFamily="34" charset="0"/>
                <a:sym typeface="Helvetica Neue Medium"/>
              </a:rPr>
              <a:t>Stop</a:t>
            </a:r>
          </a:p>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Intel Clear Light" panose="020B0404020203020204" pitchFamily="34" charset="0"/>
                <a:ea typeface="Intel Clear Light" panose="020B0404020203020204" pitchFamily="34" charset="0"/>
                <a:cs typeface="Intel Clear Light" panose="020B0404020203020204" pitchFamily="34" charset="0"/>
                <a:sym typeface="Helvetica Neue Medium"/>
              </a:rPr>
              <a:t>Customers confidential information </a:t>
            </a:r>
            <a:r>
              <a:rPr lang="en-US" sz="1200" u="sng" dirty="0">
                <a:solidFill>
                  <a:srgbClr val="FFFFFF"/>
                </a:solidFill>
                <a:latin typeface="Intel Clear Light" panose="020B0404020203020204" pitchFamily="34" charset="0"/>
                <a:ea typeface="Intel Clear Light" panose="020B0404020203020204" pitchFamily="34" charset="0"/>
                <a:cs typeface="Intel Clear Light" panose="020B0404020203020204" pitchFamily="34" charset="0"/>
                <a:sym typeface="Helvetica Neue Medium"/>
              </a:rPr>
              <a:t>under NDA</a:t>
            </a:r>
            <a:r>
              <a:rPr lang="en-US" sz="1200" dirty="0">
                <a:solidFill>
                  <a:srgbClr val="FFFFFF"/>
                </a:solidFill>
                <a:latin typeface="Intel Clear Light" panose="020B0404020203020204" pitchFamily="34" charset="0"/>
                <a:ea typeface="Intel Clear Light" panose="020B0404020203020204" pitchFamily="34" charset="0"/>
                <a:cs typeface="Intel Clear Light" panose="020B0404020203020204" pitchFamily="34" charset="0"/>
                <a:sym typeface="Helvetica Neue Medium"/>
              </a:rPr>
              <a:t>, Intel internal use only</a:t>
            </a:r>
            <a:endParaRPr kumimoji="0" lang="en-US" sz="1200" b="0" i="0" u="none" strike="noStrike" cap="none" spc="0" normalizeH="0" baseline="0" dirty="0">
              <a:ln>
                <a:noFill/>
              </a:ln>
              <a:solidFill>
                <a:srgbClr val="FFFFFF"/>
              </a:solidFill>
              <a:effectLst/>
              <a:uFillTx/>
              <a:latin typeface="Intel Clear Light" panose="020B0404020203020204" pitchFamily="34" charset="0"/>
              <a:ea typeface="Intel Clear Light" panose="020B0404020203020204" pitchFamily="34" charset="0"/>
              <a:cs typeface="Intel Clear Light" panose="020B0404020203020204" pitchFamily="34" charset="0"/>
              <a:sym typeface="Helvetica Neue Medium"/>
            </a:endParaRPr>
          </a:p>
        </p:txBody>
      </p:sp>
    </p:spTree>
    <p:extLst>
      <p:ext uri="{BB962C8B-B14F-4D97-AF65-F5344CB8AC3E}">
        <p14:creationId xmlns:p14="http://schemas.microsoft.com/office/powerpoint/2010/main" val="2086400740"/>
      </p:ext>
    </p:extLst>
  </p:cSld>
  <p:clrMapOvr>
    <a:masterClrMapping/>
  </p:clrMapOvr>
  <mc:AlternateContent xmlns:mc="http://schemas.openxmlformats.org/markup-compatibility/2006">
    <mc:Choice xmlns:p14="http://schemas.microsoft.com/office/powerpoint/2010/main" Requires="p14">
      <p:transition spd="med" p14:dur="700" advTm="14173">
        <p:fade/>
      </p:transition>
    </mc:Choice>
    <mc:Fallback>
      <p:transition spd="med" advTm="14173">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F9035-2E54-4883-B353-04ABA460C743}"/>
              </a:ext>
            </a:extLst>
          </p:cNvPr>
          <p:cNvSpPr>
            <a:spLocks noGrp="1"/>
          </p:cNvSpPr>
          <p:nvPr>
            <p:ph type="title"/>
          </p:nvPr>
        </p:nvSpPr>
        <p:spPr/>
        <p:txBody>
          <a:bodyPr/>
          <a:lstStyle/>
          <a:p>
            <a:r>
              <a:rPr lang="en-US" dirty="0"/>
              <a:t>General SMT Line Layout</a:t>
            </a:r>
          </a:p>
        </p:txBody>
      </p:sp>
      <p:grpSp>
        <p:nvGrpSpPr>
          <p:cNvPr id="15" name="Group 14">
            <a:extLst>
              <a:ext uri="{FF2B5EF4-FFF2-40B4-BE49-F238E27FC236}">
                <a16:creationId xmlns:a16="http://schemas.microsoft.com/office/drawing/2014/main" id="{406266C5-0975-40AE-B7EA-B35AA647EFBD}"/>
              </a:ext>
            </a:extLst>
          </p:cNvPr>
          <p:cNvGrpSpPr/>
          <p:nvPr/>
        </p:nvGrpSpPr>
        <p:grpSpPr>
          <a:xfrm>
            <a:off x="1524000" y="1308555"/>
            <a:ext cx="9144000" cy="5011888"/>
            <a:chOff x="1524000" y="1308555"/>
            <a:chExt cx="9144000" cy="5011888"/>
          </a:xfrm>
        </p:grpSpPr>
        <p:pic>
          <p:nvPicPr>
            <p:cNvPr id="5" name="Picture 4">
              <a:extLst>
                <a:ext uri="{FF2B5EF4-FFF2-40B4-BE49-F238E27FC236}">
                  <a16:creationId xmlns:a16="http://schemas.microsoft.com/office/drawing/2014/main" id="{57F4FA19-8472-4A82-A54B-C1605218127E}"/>
                </a:ext>
              </a:extLst>
            </p:cNvPr>
            <p:cNvPicPr>
              <a:picLocks noChangeAspect="1"/>
            </p:cNvPicPr>
            <p:nvPr/>
          </p:nvPicPr>
          <p:blipFill>
            <a:blip r:embed="rId2"/>
            <a:stretch>
              <a:fillRect/>
            </a:stretch>
          </p:blipFill>
          <p:spPr>
            <a:xfrm>
              <a:off x="1524000" y="1523999"/>
              <a:ext cx="9144000" cy="4796444"/>
            </a:xfrm>
            <a:prstGeom prst="rect">
              <a:avLst/>
            </a:prstGeom>
          </p:spPr>
        </p:pic>
        <p:cxnSp>
          <p:nvCxnSpPr>
            <p:cNvPr id="6" name="Straight Arrow Connector 5">
              <a:extLst>
                <a:ext uri="{FF2B5EF4-FFF2-40B4-BE49-F238E27FC236}">
                  <a16:creationId xmlns:a16="http://schemas.microsoft.com/office/drawing/2014/main" id="{58F69106-D292-407E-A7B9-C515C8437CF0}"/>
                </a:ext>
              </a:extLst>
            </p:cNvPr>
            <p:cNvCxnSpPr/>
            <p:nvPr/>
          </p:nvCxnSpPr>
          <p:spPr bwMode="auto">
            <a:xfrm>
              <a:off x="2307771" y="3992201"/>
              <a:ext cx="503853" cy="447869"/>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sp>
          <p:nvSpPr>
            <p:cNvPr id="7" name="TextBox 6">
              <a:extLst>
                <a:ext uri="{FF2B5EF4-FFF2-40B4-BE49-F238E27FC236}">
                  <a16:creationId xmlns:a16="http://schemas.microsoft.com/office/drawing/2014/main" id="{117AD1CA-9E40-4A83-B158-6161861785B4}"/>
                </a:ext>
              </a:extLst>
            </p:cNvPr>
            <p:cNvSpPr txBox="1"/>
            <p:nvPr/>
          </p:nvSpPr>
          <p:spPr>
            <a:xfrm>
              <a:off x="3637383" y="5102544"/>
              <a:ext cx="1754156" cy="523220"/>
            </a:xfrm>
            <a:prstGeom prst="rect">
              <a:avLst/>
            </a:prstGeom>
            <a:noFill/>
          </p:spPr>
          <p:txBody>
            <a:bodyPr wrap="square" rtlCol="0">
              <a:spAutoFit/>
            </a:bodyPr>
            <a:lstStyle/>
            <a:p>
              <a:r>
                <a:rPr lang="en-MY" sz="1400" dirty="0">
                  <a:solidFill>
                    <a:srgbClr val="000000"/>
                  </a:solidFill>
                </a:rPr>
                <a:t>Solder Paste Inspection (SPI)</a:t>
              </a:r>
              <a:endParaRPr lang="en-US" sz="1400" dirty="0">
                <a:solidFill>
                  <a:srgbClr val="000000"/>
                </a:solidFill>
              </a:endParaRPr>
            </a:p>
          </p:txBody>
        </p:sp>
        <p:cxnSp>
          <p:nvCxnSpPr>
            <p:cNvPr id="8" name="Straight Arrow Connector 7">
              <a:extLst>
                <a:ext uri="{FF2B5EF4-FFF2-40B4-BE49-F238E27FC236}">
                  <a16:creationId xmlns:a16="http://schemas.microsoft.com/office/drawing/2014/main" id="{FB93E878-13D6-4C2A-856E-4E1228840DD8}"/>
                </a:ext>
              </a:extLst>
            </p:cNvPr>
            <p:cNvCxnSpPr/>
            <p:nvPr/>
          </p:nvCxnSpPr>
          <p:spPr bwMode="auto">
            <a:xfrm>
              <a:off x="4276531" y="3329727"/>
              <a:ext cx="27991" cy="419878"/>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cxnSp>
          <p:nvCxnSpPr>
            <p:cNvPr id="9" name="Straight Arrow Connector 8">
              <a:extLst>
                <a:ext uri="{FF2B5EF4-FFF2-40B4-BE49-F238E27FC236}">
                  <a16:creationId xmlns:a16="http://schemas.microsoft.com/office/drawing/2014/main" id="{1CFC6F87-4A16-42AE-B754-83982841936D}"/>
                </a:ext>
              </a:extLst>
            </p:cNvPr>
            <p:cNvCxnSpPr/>
            <p:nvPr/>
          </p:nvCxnSpPr>
          <p:spPr bwMode="auto">
            <a:xfrm>
              <a:off x="4649755" y="3245752"/>
              <a:ext cx="233265" cy="298579"/>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sp>
          <p:nvSpPr>
            <p:cNvPr id="10" name="TextBox 9">
              <a:extLst>
                <a:ext uri="{FF2B5EF4-FFF2-40B4-BE49-F238E27FC236}">
                  <a16:creationId xmlns:a16="http://schemas.microsoft.com/office/drawing/2014/main" id="{2749D29A-B82C-4221-BE39-D0F88411B680}"/>
                </a:ext>
              </a:extLst>
            </p:cNvPr>
            <p:cNvSpPr txBox="1"/>
            <p:nvPr/>
          </p:nvSpPr>
          <p:spPr>
            <a:xfrm>
              <a:off x="4439814" y="2394175"/>
              <a:ext cx="2701213" cy="430887"/>
            </a:xfrm>
            <a:prstGeom prst="rect">
              <a:avLst/>
            </a:prstGeom>
            <a:noFill/>
          </p:spPr>
          <p:txBody>
            <a:bodyPr wrap="square" rtlCol="0">
              <a:spAutoFit/>
            </a:bodyPr>
            <a:lstStyle/>
            <a:p>
              <a:pPr algn="ctr"/>
              <a:r>
                <a:rPr lang="en-MY" sz="1100" dirty="0">
                  <a:solidFill>
                    <a:srgbClr val="000000"/>
                  </a:solidFill>
                </a:rPr>
                <a:t>Pre-Reflow Automated Optical Inspection (AOI) - Optional</a:t>
              </a:r>
              <a:endParaRPr lang="en-US" sz="1100" dirty="0">
                <a:solidFill>
                  <a:srgbClr val="000000"/>
                </a:solidFill>
              </a:endParaRPr>
            </a:p>
          </p:txBody>
        </p:sp>
        <p:cxnSp>
          <p:nvCxnSpPr>
            <p:cNvPr id="11" name="Straight Arrow Connector 10">
              <a:extLst>
                <a:ext uri="{FF2B5EF4-FFF2-40B4-BE49-F238E27FC236}">
                  <a16:creationId xmlns:a16="http://schemas.microsoft.com/office/drawing/2014/main" id="{D6C88DCD-F20E-4AF5-A366-6C8BAAE1E43B}"/>
                </a:ext>
              </a:extLst>
            </p:cNvPr>
            <p:cNvCxnSpPr/>
            <p:nvPr/>
          </p:nvCxnSpPr>
          <p:spPr bwMode="auto">
            <a:xfrm>
              <a:off x="5790420" y="2825062"/>
              <a:ext cx="202943" cy="504665"/>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cxnSp>
          <p:nvCxnSpPr>
            <p:cNvPr id="12" name="Straight Arrow Connector 11">
              <a:extLst>
                <a:ext uri="{FF2B5EF4-FFF2-40B4-BE49-F238E27FC236}">
                  <a16:creationId xmlns:a16="http://schemas.microsoft.com/office/drawing/2014/main" id="{BBF56A05-17CF-4253-B856-E47C94C05471}"/>
                </a:ext>
              </a:extLst>
            </p:cNvPr>
            <p:cNvCxnSpPr/>
            <p:nvPr/>
          </p:nvCxnSpPr>
          <p:spPr bwMode="auto">
            <a:xfrm>
              <a:off x="7346302" y="2394175"/>
              <a:ext cx="457200" cy="683219"/>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cxnSp>
          <p:nvCxnSpPr>
            <p:cNvPr id="13" name="Straight Arrow Connector 12">
              <a:extLst>
                <a:ext uri="{FF2B5EF4-FFF2-40B4-BE49-F238E27FC236}">
                  <a16:creationId xmlns:a16="http://schemas.microsoft.com/office/drawing/2014/main" id="{E780ECD1-3821-42E4-9542-1DF1AE079146}"/>
                </a:ext>
              </a:extLst>
            </p:cNvPr>
            <p:cNvCxnSpPr/>
            <p:nvPr/>
          </p:nvCxnSpPr>
          <p:spPr bwMode="auto">
            <a:xfrm flipH="1" flipV="1">
              <a:off x="9566988" y="2825062"/>
              <a:ext cx="569167" cy="420690"/>
            </a:xfrm>
            <a:prstGeom prst="straightConnector1">
              <a:avLst/>
            </a:prstGeom>
            <a:solidFill>
              <a:schemeClr val="accent1"/>
            </a:solidFill>
            <a:ln w="50800" cap="flat" cmpd="sng" algn="ctr">
              <a:solidFill>
                <a:srgbClr val="000000"/>
              </a:solidFill>
              <a:prstDash val="solid"/>
              <a:round/>
              <a:headEnd type="none" w="med" len="med"/>
              <a:tailEnd type="triangle"/>
            </a:ln>
            <a:effectLst/>
          </p:spPr>
        </p:cxnSp>
        <p:sp>
          <p:nvSpPr>
            <p:cNvPr id="14" name="TextBox 13">
              <a:extLst>
                <a:ext uri="{FF2B5EF4-FFF2-40B4-BE49-F238E27FC236}">
                  <a16:creationId xmlns:a16="http://schemas.microsoft.com/office/drawing/2014/main" id="{06982695-F2F8-46E3-A98A-7B5025ED4C2F}"/>
                </a:ext>
              </a:extLst>
            </p:cNvPr>
            <p:cNvSpPr txBox="1"/>
            <p:nvPr/>
          </p:nvSpPr>
          <p:spPr>
            <a:xfrm>
              <a:off x="8344677" y="1308555"/>
              <a:ext cx="2218353" cy="430887"/>
            </a:xfrm>
            <a:prstGeom prst="rect">
              <a:avLst/>
            </a:prstGeom>
            <a:noFill/>
          </p:spPr>
          <p:txBody>
            <a:bodyPr wrap="square" rtlCol="0">
              <a:spAutoFit/>
            </a:bodyPr>
            <a:lstStyle/>
            <a:p>
              <a:pPr algn="ctr"/>
              <a:r>
                <a:rPr lang="en-MY" sz="1100" dirty="0">
                  <a:solidFill>
                    <a:srgbClr val="000000"/>
                  </a:solidFill>
                </a:rPr>
                <a:t>Post-Reflow Automated Optical Inspection (AOI)</a:t>
              </a:r>
              <a:endParaRPr lang="en-US" sz="1100" dirty="0">
                <a:solidFill>
                  <a:srgbClr val="000000"/>
                </a:solidFill>
              </a:endParaRPr>
            </a:p>
          </p:txBody>
        </p:sp>
      </p:grpSp>
    </p:spTree>
    <p:extLst>
      <p:ext uri="{BB962C8B-B14F-4D97-AF65-F5344CB8AC3E}">
        <p14:creationId xmlns:p14="http://schemas.microsoft.com/office/powerpoint/2010/main" val="2393367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CC6B2-4893-4AFD-A933-7468A12B60AF}"/>
              </a:ext>
            </a:extLst>
          </p:cNvPr>
          <p:cNvSpPr>
            <a:spLocks noGrp="1"/>
          </p:cNvSpPr>
          <p:nvPr>
            <p:ph type="title"/>
          </p:nvPr>
        </p:nvSpPr>
        <p:spPr/>
        <p:txBody>
          <a:bodyPr/>
          <a:lstStyle/>
          <a:p>
            <a:r>
              <a:rPr lang="en-US" sz="3200" dirty="0"/>
              <a:t>Objectives</a:t>
            </a:r>
          </a:p>
        </p:txBody>
      </p:sp>
      <p:sp>
        <p:nvSpPr>
          <p:cNvPr id="3" name="Content Placeholder 2">
            <a:extLst>
              <a:ext uri="{FF2B5EF4-FFF2-40B4-BE49-F238E27FC236}">
                <a16:creationId xmlns:a16="http://schemas.microsoft.com/office/drawing/2014/main" id="{96457946-1483-4C9A-8FE4-A2862E3EFF3F}"/>
              </a:ext>
            </a:extLst>
          </p:cNvPr>
          <p:cNvSpPr>
            <a:spLocks noGrp="1"/>
          </p:cNvSpPr>
          <p:nvPr>
            <p:ph sz="quarter" idx="28"/>
          </p:nvPr>
        </p:nvSpPr>
        <p:spPr>
          <a:xfrm>
            <a:off x="584993" y="2191431"/>
            <a:ext cx="11010900" cy="4191322"/>
          </a:xfrm>
        </p:spPr>
        <p:txBody>
          <a:bodyPr>
            <a:normAutofit/>
          </a:bodyPr>
          <a:lstStyle/>
          <a:p>
            <a:r>
              <a:rPr lang="en-US" sz="2000" dirty="0"/>
              <a:t>Data Collected From 11 ODM Customers/Sites</a:t>
            </a:r>
          </a:p>
          <a:p>
            <a:pPr lvl="1"/>
            <a:r>
              <a:rPr lang="en-US" sz="1800" dirty="0"/>
              <a:t>Compal (Kunshan – Build for Dell/HP/Lenovo, Chengdu – Build for Dell, Chongqing – Build for Acer)</a:t>
            </a:r>
          </a:p>
          <a:p>
            <a:pPr lvl="1"/>
            <a:r>
              <a:rPr lang="en-US" sz="1800" dirty="0" err="1"/>
              <a:t>Huaqin</a:t>
            </a:r>
            <a:r>
              <a:rPr lang="en-US" sz="1800" dirty="0"/>
              <a:t> (Build for Huawei/Asus/Lenovo/Samsung)</a:t>
            </a:r>
          </a:p>
          <a:p>
            <a:pPr lvl="1"/>
            <a:r>
              <a:rPr lang="en-US" sz="1800" dirty="0" err="1"/>
              <a:t>Inventec</a:t>
            </a:r>
            <a:r>
              <a:rPr lang="en-US" sz="1800" dirty="0"/>
              <a:t> Chongqing (Build for HP/Asus)</a:t>
            </a:r>
          </a:p>
          <a:p>
            <a:pPr lvl="1"/>
            <a:r>
              <a:rPr lang="en-US" sz="1800" dirty="0"/>
              <a:t>LCFC (Build for Lenovo)</a:t>
            </a:r>
          </a:p>
          <a:p>
            <a:pPr lvl="1"/>
            <a:r>
              <a:rPr lang="en-US" sz="1800" dirty="0"/>
              <a:t>MSI </a:t>
            </a:r>
            <a:r>
              <a:rPr lang="en-US" sz="1800" dirty="0" err="1"/>
              <a:t>KunShan</a:t>
            </a:r>
            <a:r>
              <a:rPr lang="en-US" sz="1800" dirty="0"/>
              <a:t> (Own Brand)</a:t>
            </a:r>
          </a:p>
          <a:p>
            <a:pPr lvl="1"/>
            <a:r>
              <a:rPr lang="en-US" sz="1800" dirty="0"/>
              <a:t>Pegatron (Suzhou - Build for Microsoft, Chongqing – Build for Asus)</a:t>
            </a:r>
          </a:p>
          <a:p>
            <a:pPr lvl="1"/>
            <a:r>
              <a:rPr lang="en-US" sz="1800" dirty="0"/>
              <a:t>Quanta (Chongqing – Build for HP)</a:t>
            </a:r>
          </a:p>
          <a:p>
            <a:pPr lvl="1"/>
            <a:r>
              <a:rPr lang="en-US" sz="1800" dirty="0"/>
              <a:t>Wistron Chongqing(Build for Lenovo)</a:t>
            </a:r>
          </a:p>
        </p:txBody>
      </p:sp>
      <p:sp>
        <p:nvSpPr>
          <p:cNvPr id="4" name="Text Placeholder 3">
            <a:extLst>
              <a:ext uri="{FF2B5EF4-FFF2-40B4-BE49-F238E27FC236}">
                <a16:creationId xmlns:a16="http://schemas.microsoft.com/office/drawing/2014/main" id="{F40B3903-56DF-4903-AAAF-FFE7DC00ED5A}"/>
              </a:ext>
            </a:extLst>
          </p:cNvPr>
          <p:cNvSpPr>
            <a:spLocks noGrp="1"/>
          </p:cNvSpPr>
          <p:nvPr>
            <p:ph type="body" sz="quarter" idx="29"/>
          </p:nvPr>
        </p:nvSpPr>
        <p:spPr>
          <a:xfrm>
            <a:off x="584993" y="1161716"/>
            <a:ext cx="11022013" cy="1250615"/>
          </a:xfrm>
        </p:spPr>
        <p:txBody>
          <a:bodyPr/>
          <a:lstStyle/>
          <a:p>
            <a:r>
              <a:rPr lang="en-US" sz="2400" dirty="0"/>
              <a:t>Share Findings From CMEE Mobile Industry Data Collection (Panther Lake Platform Customer Survey)</a:t>
            </a:r>
          </a:p>
        </p:txBody>
      </p:sp>
    </p:spTree>
    <p:extLst>
      <p:ext uri="{BB962C8B-B14F-4D97-AF65-F5344CB8AC3E}">
        <p14:creationId xmlns:p14="http://schemas.microsoft.com/office/powerpoint/2010/main" val="1970846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CC6B2-4893-4AFD-A933-7468A12B60AF}"/>
              </a:ext>
            </a:extLst>
          </p:cNvPr>
          <p:cNvSpPr>
            <a:spLocks noGrp="1"/>
          </p:cNvSpPr>
          <p:nvPr>
            <p:ph type="title"/>
          </p:nvPr>
        </p:nvSpPr>
        <p:spPr/>
        <p:txBody>
          <a:bodyPr/>
          <a:lstStyle/>
          <a:p>
            <a:r>
              <a:rPr lang="en-US" altLang="zh-CN" sz="3200" dirty="0"/>
              <a:t>Agenda</a:t>
            </a:r>
            <a:endParaRPr lang="en-US" sz="3200" dirty="0"/>
          </a:p>
        </p:txBody>
      </p:sp>
      <p:sp>
        <p:nvSpPr>
          <p:cNvPr id="3" name="Content Placeholder 2">
            <a:extLst>
              <a:ext uri="{FF2B5EF4-FFF2-40B4-BE49-F238E27FC236}">
                <a16:creationId xmlns:a16="http://schemas.microsoft.com/office/drawing/2014/main" id="{96457946-1483-4C9A-8FE4-A2862E3EFF3F}"/>
              </a:ext>
            </a:extLst>
          </p:cNvPr>
          <p:cNvSpPr>
            <a:spLocks noGrp="1"/>
          </p:cNvSpPr>
          <p:nvPr>
            <p:ph sz="quarter" idx="28"/>
          </p:nvPr>
        </p:nvSpPr>
        <p:spPr>
          <a:xfrm>
            <a:off x="584993" y="1333339"/>
            <a:ext cx="11010900" cy="4191322"/>
          </a:xfrm>
        </p:spPr>
        <p:txBody>
          <a:bodyPr>
            <a:normAutofit/>
          </a:bodyPr>
          <a:lstStyle/>
          <a:p>
            <a:r>
              <a:rPr lang="en-US" sz="2000" dirty="0"/>
              <a:t>Reliability Test</a:t>
            </a:r>
          </a:p>
          <a:p>
            <a:r>
              <a:rPr lang="en-US" sz="2000" dirty="0"/>
              <a:t>Functional Test</a:t>
            </a:r>
          </a:p>
          <a:p>
            <a:r>
              <a:rPr lang="en-US" sz="2000" dirty="0"/>
              <a:t>SMT Process &amp; Rework</a:t>
            </a:r>
          </a:p>
          <a:p>
            <a:r>
              <a:rPr lang="en-US" sz="2000" dirty="0"/>
              <a:t>Solder paste &amp; Solder ball</a:t>
            </a:r>
          </a:p>
          <a:p>
            <a:r>
              <a:rPr lang="en-US" sz="2000" dirty="0"/>
              <a:t>Equipment Related</a:t>
            </a:r>
          </a:p>
          <a:p>
            <a:r>
              <a:rPr lang="en-US" altLang="zh-CN" sz="2000" dirty="0"/>
              <a:t>BFI Related</a:t>
            </a:r>
          </a:p>
          <a:p>
            <a:r>
              <a:rPr lang="en-US" sz="2000" dirty="0"/>
              <a:t>Adhesive Related</a:t>
            </a:r>
          </a:p>
          <a:p>
            <a:r>
              <a:rPr lang="en-US" sz="2000" dirty="0"/>
              <a:t>Others </a:t>
            </a:r>
          </a:p>
        </p:txBody>
      </p:sp>
      <p:sp>
        <p:nvSpPr>
          <p:cNvPr id="4" name="Action Button: Go Forward or Next 3">
            <a:hlinkClick r:id="rId2" action="ppaction://hlinksldjump" highlightClick="1"/>
            <a:extLst>
              <a:ext uri="{FF2B5EF4-FFF2-40B4-BE49-F238E27FC236}">
                <a16:creationId xmlns:a16="http://schemas.microsoft.com/office/drawing/2014/main" id="{C44F9908-8493-CADD-DAEA-3FCD09D25791}"/>
              </a:ext>
            </a:extLst>
          </p:cNvPr>
          <p:cNvSpPr/>
          <p:nvPr/>
        </p:nvSpPr>
        <p:spPr>
          <a:xfrm>
            <a:off x="2558390" y="1436803"/>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5" name="Action Button: Go Forward or Next 4">
            <a:hlinkClick r:id="rId3" action="ppaction://hlinksldjump" highlightClick="1"/>
            <a:extLst>
              <a:ext uri="{FF2B5EF4-FFF2-40B4-BE49-F238E27FC236}">
                <a16:creationId xmlns:a16="http://schemas.microsoft.com/office/drawing/2014/main" id="{0B529C48-B12C-F541-0648-D0A6AF41C6CA}"/>
              </a:ext>
            </a:extLst>
          </p:cNvPr>
          <p:cNvSpPr/>
          <p:nvPr/>
        </p:nvSpPr>
        <p:spPr>
          <a:xfrm>
            <a:off x="2698921" y="1856392"/>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6" name="Action Button: Go Forward or Next 5">
            <a:hlinkClick r:id="rId4" action="ppaction://hlinksldjump" highlightClick="1"/>
            <a:extLst>
              <a:ext uri="{FF2B5EF4-FFF2-40B4-BE49-F238E27FC236}">
                <a16:creationId xmlns:a16="http://schemas.microsoft.com/office/drawing/2014/main" id="{DDC441B3-3DF3-17C5-D782-FF880523A06E}"/>
              </a:ext>
            </a:extLst>
          </p:cNvPr>
          <p:cNvSpPr/>
          <p:nvPr/>
        </p:nvSpPr>
        <p:spPr>
          <a:xfrm>
            <a:off x="3458916" y="2324105"/>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Action Button: Go Forward or Next 6">
            <a:hlinkClick r:id="rId5" action="ppaction://hlinksldjump" highlightClick="1"/>
            <a:extLst>
              <a:ext uri="{FF2B5EF4-FFF2-40B4-BE49-F238E27FC236}">
                <a16:creationId xmlns:a16="http://schemas.microsoft.com/office/drawing/2014/main" id="{955F1123-D62D-6899-72BA-31F0E7FF8DFB}"/>
              </a:ext>
            </a:extLst>
          </p:cNvPr>
          <p:cNvSpPr/>
          <p:nvPr/>
        </p:nvSpPr>
        <p:spPr>
          <a:xfrm>
            <a:off x="3813847" y="2760765"/>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8" name="Action Button: Go Forward or Next 7">
            <a:hlinkClick r:id="rId6" action="ppaction://hlinksldjump" highlightClick="1"/>
            <a:extLst>
              <a:ext uri="{FF2B5EF4-FFF2-40B4-BE49-F238E27FC236}">
                <a16:creationId xmlns:a16="http://schemas.microsoft.com/office/drawing/2014/main" id="{92B762E0-E579-A674-4106-BD85396479FF}"/>
              </a:ext>
            </a:extLst>
          </p:cNvPr>
          <p:cNvSpPr/>
          <p:nvPr/>
        </p:nvSpPr>
        <p:spPr>
          <a:xfrm>
            <a:off x="3063876" y="3232003"/>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Action Button: Go Forward or Next 8">
            <a:hlinkClick r:id="rId7" action="ppaction://hlinksldjump" highlightClick="1"/>
            <a:extLst>
              <a:ext uri="{FF2B5EF4-FFF2-40B4-BE49-F238E27FC236}">
                <a16:creationId xmlns:a16="http://schemas.microsoft.com/office/drawing/2014/main" id="{6448FA80-07C8-1E40-59D2-931DC695625D}"/>
              </a:ext>
            </a:extLst>
          </p:cNvPr>
          <p:cNvSpPr/>
          <p:nvPr/>
        </p:nvSpPr>
        <p:spPr>
          <a:xfrm>
            <a:off x="2173542" y="3695218"/>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0" name="Action Button: Go Forward or Next 9">
            <a:hlinkClick r:id="rId8" action="ppaction://hlinksldjump" highlightClick="1"/>
            <a:extLst>
              <a:ext uri="{FF2B5EF4-FFF2-40B4-BE49-F238E27FC236}">
                <a16:creationId xmlns:a16="http://schemas.microsoft.com/office/drawing/2014/main" id="{E485B54C-0F26-63E9-E36C-5194F02EC143}"/>
              </a:ext>
            </a:extLst>
          </p:cNvPr>
          <p:cNvSpPr/>
          <p:nvPr/>
        </p:nvSpPr>
        <p:spPr>
          <a:xfrm>
            <a:off x="2839453" y="4159246"/>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Action Button: Go Forward or Next 10">
            <a:hlinkClick r:id="rId9" action="ppaction://hlinksldjump" highlightClick="1"/>
            <a:extLst>
              <a:ext uri="{FF2B5EF4-FFF2-40B4-BE49-F238E27FC236}">
                <a16:creationId xmlns:a16="http://schemas.microsoft.com/office/drawing/2014/main" id="{792B62FB-BE6B-58A7-C939-1651B163D4B1}"/>
              </a:ext>
            </a:extLst>
          </p:cNvPr>
          <p:cNvSpPr/>
          <p:nvPr/>
        </p:nvSpPr>
        <p:spPr>
          <a:xfrm>
            <a:off x="1656184" y="4597586"/>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563753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CC6B2-4893-4AFD-A933-7468A12B60AF}"/>
              </a:ext>
            </a:extLst>
          </p:cNvPr>
          <p:cNvSpPr>
            <a:spLocks noGrp="1"/>
          </p:cNvSpPr>
          <p:nvPr>
            <p:ph type="title"/>
          </p:nvPr>
        </p:nvSpPr>
        <p:spPr/>
        <p:txBody>
          <a:bodyPr/>
          <a:lstStyle/>
          <a:p>
            <a:r>
              <a:rPr lang="en-US" sz="3200" dirty="0">
                <a:solidFill>
                  <a:srgbClr val="FF0000"/>
                </a:solidFill>
              </a:rPr>
              <a:t>Highlight</a:t>
            </a:r>
            <a:r>
              <a:rPr lang="en-US" altLang="zh-CN" sz="3200" dirty="0">
                <a:solidFill>
                  <a:srgbClr val="FF0000"/>
                </a:solidFill>
              </a:rPr>
              <a:t>s</a:t>
            </a:r>
            <a:endParaRPr lang="en-US" sz="3200" dirty="0">
              <a:solidFill>
                <a:srgbClr val="FF0000"/>
              </a:solidFill>
            </a:endParaRPr>
          </a:p>
        </p:txBody>
      </p:sp>
      <p:sp>
        <p:nvSpPr>
          <p:cNvPr id="3" name="Content Placeholder 2">
            <a:extLst>
              <a:ext uri="{FF2B5EF4-FFF2-40B4-BE49-F238E27FC236}">
                <a16:creationId xmlns:a16="http://schemas.microsoft.com/office/drawing/2014/main" id="{96457946-1483-4C9A-8FE4-A2862E3EFF3F}"/>
              </a:ext>
            </a:extLst>
          </p:cNvPr>
          <p:cNvSpPr>
            <a:spLocks noGrp="1"/>
          </p:cNvSpPr>
          <p:nvPr>
            <p:ph sz="quarter" idx="28"/>
          </p:nvPr>
        </p:nvSpPr>
        <p:spPr>
          <a:xfrm>
            <a:off x="571286" y="1139465"/>
            <a:ext cx="11010900" cy="5483919"/>
          </a:xfrm>
        </p:spPr>
        <p:txBody>
          <a:bodyPr>
            <a:normAutofit/>
          </a:bodyPr>
          <a:lstStyle/>
          <a:p>
            <a:pPr marL="288925" indent="-288925">
              <a:spcBef>
                <a:spcPts val="600"/>
              </a:spcBef>
            </a:pPr>
            <a:r>
              <a:rPr lang="en-US" sz="1800" dirty="0"/>
              <a:t>All customers perform TC/Shock/</a:t>
            </a:r>
            <a:r>
              <a:rPr lang="en-US" sz="1800" dirty="0">
                <a:solidFill>
                  <a:schemeClr val="accent1"/>
                </a:solidFill>
              </a:rPr>
              <a:t> </a:t>
            </a:r>
            <a:r>
              <a:rPr lang="en-US" sz="1800" dirty="0"/>
              <a:t>Thermal Humidity test, but thermal test conditions were different</a:t>
            </a:r>
          </a:p>
          <a:p>
            <a:pPr marL="288925" indent="-288925">
              <a:spcBef>
                <a:spcPts val="600"/>
              </a:spcBef>
            </a:pPr>
            <a:r>
              <a:rPr lang="en-US" altLang="zh-CN" sz="1800" dirty="0">
                <a:sym typeface="Wingdings" panose="05000000000000000000" pitchFamily="2" charset="2"/>
              </a:rPr>
              <a:t>Thunderbolt is the most difficult feature to test and causes most false failures. Most ODMs don’t know how to test AI.</a:t>
            </a:r>
          </a:p>
          <a:p>
            <a:pPr marL="288925" indent="-288925">
              <a:lnSpc>
                <a:spcPct val="110000"/>
              </a:lnSpc>
              <a:spcBef>
                <a:spcPts val="600"/>
              </a:spcBef>
            </a:pPr>
            <a:r>
              <a:rPr lang="en-US" altLang="zh-CN" sz="1800" dirty="0">
                <a:sym typeface="Wingdings" panose="05000000000000000000" pitchFamily="2" charset="2"/>
              </a:rPr>
              <a:t>Most customers follow Intel MAS guidance for land pattern creation. Please make sure the reference board is consistent with the land pattern in MAS!</a:t>
            </a:r>
          </a:p>
          <a:p>
            <a:pPr marL="288925" indent="-288925">
              <a:spcBef>
                <a:spcPts val="600"/>
              </a:spcBef>
            </a:pPr>
            <a:r>
              <a:rPr lang="en-US" altLang="zh-CN" sz="1800" dirty="0">
                <a:sym typeface="Wingdings" panose="05000000000000000000" pitchFamily="2" charset="2"/>
              </a:rPr>
              <a:t>Less than half ODMs use NCTF testable pin design for testing. Half of them prefer NCTF testable pins to be connected to GND plane. All ODMs hope to keep NCTF testable feature.</a:t>
            </a:r>
          </a:p>
          <a:p>
            <a:pPr marL="288925" indent="-288925">
              <a:spcBef>
                <a:spcPts val="600"/>
              </a:spcBef>
            </a:pPr>
            <a:r>
              <a:rPr lang="en-US" altLang="zh-CN" sz="1800" dirty="0">
                <a:sym typeface="Wingdings" panose="05000000000000000000" pitchFamily="2" charset="2"/>
              </a:rPr>
              <a:t>Only Pegatron Suzhou used to use recycled Tin solder paste Senju M705R S101-N4, requested by MSFT. Reliability and cost are the main concern.</a:t>
            </a:r>
          </a:p>
          <a:p>
            <a:pPr marL="288925" indent="-288925" rtl="0">
              <a:spcBef>
                <a:spcPts val="600"/>
              </a:spcBef>
            </a:pPr>
            <a:r>
              <a:rPr lang="en-US" sz="1800" dirty="0"/>
              <a:t>Half customers hope Intel don’t remove solder paste recommendation in MAS, otherwise they have to qualified by themselves.</a:t>
            </a:r>
          </a:p>
          <a:p>
            <a:pPr marL="288925" indent="-288925" rtl="0">
              <a:spcBef>
                <a:spcPts val="600"/>
              </a:spcBef>
            </a:pPr>
            <a:r>
              <a:rPr lang="en-US" sz="1800" dirty="0"/>
              <a:t>TI uses SAC105, AMD uses SAC305, Qualcomm uses SAC405. Most customers concern on the soldering quality if Intel change SAC405 to SAC305 and will do some qualifications.</a:t>
            </a:r>
          </a:p>
          <a:p>
            <a:pPr marL="288925" indent="-288925" rtl="0">
              <a:spcBef>
                <a:spcPts val="600"/>
              </a:spcBef>
            </a:pPr>
            <a:r>
              <a:rPr lang="en-US" sz="1800" dirty="0"/>
              <a:t>Most customers don’t use dosimeter for X-ray exposure measurement. </a:t>
            </a:r>
          </a:p>
          <a:p>
            <a:pPr marL="288925" indent="-288925" rtl="0">
              <a:spcBef>
                <a:spcPts val="600"/>
              </a:spcBef>
            </a:pPr>
            <a:r>
              <a:rPr lang="en-US" sz="1800" dirty="0"/>
              <a:t>All customers apply adhesives to Intel BGAs except Pegatron Suzhou(MSFT ODM).</a:t>
            </a:r>
          </a:p>
          <a:p>
            <a:pPr marL="288925" indent="-288925" rtl="0">
              <a:spcBef>
                <a:spcPts val="600"/>
              </a:spcBef>
            </a:pPr>
            <a:endParaRPr lang="en-US" sz="1800" dirty="0"/>
          </a:p>
          <a:p>
            <a:pPr marL="288925" indent="-288925" rtl="0">
              <a:spcBef>
                <a:spcPts val="600"/>
              </a:spcBef>
            </a:pPr>
            <a:endParaRPr lang="en-US" sz="1800" dirty="0"/>
          </a:p>
          <a:p>
            <a:pPr marL="288925" indent="-288925">
              <a:spcBef>
                <a:spcPts val="600"/>
              </a:spcBef>
            </a:pPr>
            <a:endParaRPr lang="en-US" altLang="zh-CN" sz="1800" dirty="0">
              <a:sym typeface="Wingdings" panose="05000000000000000000" pitchFamily="2" charset="2"/>
            </a:endParaRPr>
          </a:p>
          <a:p>
            <a:pPr marL="288925" indent="-288925">
              <a:spcBef>
                <a:spcPts val="600"/>
              </a:spcBef>
            </a:pPr>
            <a:endParaRPr lang="en-US" altLang="zh-CN" sz="1800" dirty="0">
              <a:sym typeface="Wingdings" panose="05000000000000000000" pitchFamily="2" charset="2"/>
            </a:endParaRPr>
          </a:p>
          <a:p>
            <a:pPr marL="288925" indent="-288925">
              <a:spcBef>
                <a:spcPts val="600"/>
              </a:spcBef>
            </a:pPr>
            <a:endParaRPr lang="en-US" altLang="zh-CN" sz="1800" dirty="0">
              <a:sym typeface="Wingdings" panose="05000000000000000000" pitchFamily="2" charset="2"/>
            </a:endParaRPr>
          </a:p>
          <a:p>
            <a:pPr marL="288925" indent="-288925">
              <a:spcBef>
                <a:spcPts val="600"/>
              </a:spcBef>
            </a:pPr>
            <a:endParaRPr lang="en-US" sz="1800" dirty="0">
              <a:sym typeface="Wingdings" panose="05000000000000000000" pitchFamily="2" charset="2"/>
            </a:endParaRPr>
          </a:p>
        </p:txBody>
      </p:sp>
    </p:spTree>
    <p:extLst>
      <p:ext uri="{BB962C8B-B14F-4D97-AF65-F5344CB8AC3E}">
        <p14:creationId xmlns:p14="http://schemas.microsoft.com/office/powerpoint/2010/main" val="723533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Reliability Test</a:t>
            </a:r>
          </a:p>
        </p:txBody>
      </p:sp>
    </p:spTree>
    <p:extLst>
      <p:ext uri="{BB962C8B-B14F-4D97-AF65-F5344CB8AC3E}">
        <p14:creationId xmlns:p14="http://schemas.microsoft.com/office/powerpoint/2010/main" val="2059096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Reliability Test(1 Of 4)</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868292"/>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All customers perform TC test, but thermal test conditions and sample size were different.</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1668120194"/>
              </p:ext>
            </p:extLst>
          </p:nvPr>
        </p:nvGraphicFramePr>
        <p:xfrm>
          <a:off x="210553" y="675827"/>
          <a:ext cx="11271882" cy="5058410"/>
        </p:xfrm>
        <a:graphic>
          <a:graphicData uri="http://schemas.openxmlformats.org/drawingml/2006/table">
            <a:tbl>
              <a:tblPr firstRow="1" bandRow="1">
                <a:tableStyleId>{B301B821-A1FF-4177-AEE7-76D212191A09}</a:tableStyleId>
              </a:tblPr>
              <a:tblGrid>
                <a:gridCol w="968542">
                  <a:extLst>
                    <a:ext uri="{9D8B030D-6E8A-4147-A177-3AD203B41FA5}">
                      <a16:colId xmlns:a16="http://schemas.microsoft.com/office/drawing/2014/main" val="476935505"/>
                    </a:ext>
                  </a:extLst>
                </a:gridCol>
                <a:gridCol w="1329489">
                  <a:extLst>
                    <a:ext uri="{9D8B030D-6E8A-4147-A177-3AD203B41FA5}">
                      <a16:colId xmlns:a16="http://schemas.microsoft.com/office/drawing/2014/main" val="1213491659"/>
                    </a:ext>
                  </a:extLst>
                </a:gridCol>
                <a:gridCol w="2261937">
                  <a:extLst>
                    <a:ext uri="{9D8B030D-6E8A-4147-A177-3AD203B41FA5}">
                      <a16:colId xmlns:a16="http://schemas.microsoft.com/office/drawing/2014/main" val="1470204383"/>
                    </a:ext>
                  </a:extLst>
                </a:gridCol>
                <a:gridCol w="1497932">
                  <a:extLst>
                    <a:ext uri="{9D8B030D-6E8A-4147-A177-3AD203B41FA5}">
                      <a16:colId xmlns:a16="http://schemas.microsoft.com/office/drawing/2014/main" val="4194567538"/>
                    </a:ext>
                  </a:extLst>
                </a:gridCol>
                <a:gridCol w="5213982">
                  <a:extLst>
                    <a:ext uri="{9D8B030D-6E8A-4147-A177-3AD203B41FA5}">
                      <a16:colId xmlns:a16="http://schemas.microsoft.com/office/drawing/2014/main" val="3653989113"/>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perform reliability test for your product?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When do you decide to perform reliability test?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do Thermal Cycle (TC) test?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TC test details?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level, -40°C~</a:t>
                      </a:r>
                      <a:r>
                        <a:rPr kumimoji="0" lang="en-US" sz="1000" b="0" i="0" u="none" strike="noStrike" kern="0" cap="none" spc="0" normalizeH="0" baseline="0" dirty="0">
                          <a:ln>
                            <a:noFill/>
                          </a:ln>
                          <a:solidFill>
                            <a:srgbClr val="00B050"/>
                          </a:solidFill>
                          <a:effectLst/>
                          <a:highlight>
                            <a:srgbClr val="FF0000"/>
                          </a:highlight>
                          <a:uLnTx/>
                          <a:uFillTx/>
                          <a:latin typeface="Intel Clear Light" panose="020B0404020203020204" pitchFamily="34" charset="0"/>
                          <a:ea typeface="+mn-ea"/>
                          <a:cs typeface="+mn-cs"/>
                          <a:sym typeface="Intel Clear"/>
                        </a:rPr>
                        <a:t>65°C</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15 ℃/min, dwell 8 min, sample size:10, 678cycles basic requirement，1000cycles is extended requirement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Both system level and board level, System level: </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-40°C~65°C</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&gt; 30 °C/min</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dwell 20 min, 5 units/ Monthly /model, </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50 cycles </a:t>
                      </a:r>
                    </a:p>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level: -40°C~85°C, </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&gt; 30 °C/min</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dwell 15 min, 30 pcs or 1 full chamber filled boards /month/platform, </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100 cycles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System level, </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-22°C~50°C</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10 ℃/min, dwell 30 min</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 sample size:5, 50 cycles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 due to NDA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level, </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-30°C~60°C, 30 ℃/min, dwell 60 min, sample size:2, 5 cycles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Only when new form factors or new process were introduced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 due to NDA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EVT: board level, -40°C~85°C, </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40</a:t>
                      </a:r>
                      <a:r>
                        <a:rPr kumimoji="0" lang="en-US" altLang="zh-CN"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±5</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°C/min</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dwell 15 min, 20 pcs(reworked*10pcs+non-reworked*10pcs),</a:t>
                      </a:r>
                      <a:r>
                        <a:rPr kumimoji="0" lang="zh-CN" alt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a:t>
                      </a:r>
                      <a:r>
                        <a:rPr kumimoji="0" lang="en-US" altLang="zh-CN"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100</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0 cycles </a:t>
                      </a:r>
                    </a:p>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DVT: system level: -40°C~65°C, </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40</a:t>
                      </a:r>
                      <a:r>
                        <a:rPr kumimoji="0" lang="en-US" altLang="zh-CN"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±5</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°C/min</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dwell 20 min, Minimum 3pcs, 1000 cycles </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 due to NDA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Depends on customer's requirements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level</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 -40°C~100°C</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15-30 ℃/min, dwell 20-30 min, sample size:53, 630 cycles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Depends on customer's requirements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System level, </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-40°C~65°C</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＞20 ℃/min, </a:t>
                      </a: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dwell 2 hours, 16 cycles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Choose one or several projects in each generation, and when new form factors or new process were introduced </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level, -40°C~85°C, &gt; 40℃/min, dwell 15 min, sample size:20, 1000 cycles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Tree>
    <p:extLst>
      <p:ext uri="{BB962C8B-B14F-4D97-AF65-F5344CB8AC3E}">
        <p14:creationId xmlns:p14="http://schemas.microsoft.com/office/powerpoint/2010/main" val="2050256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Reliability Test(2 Of 4)</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868292"/>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Most customers perform shock</a:t>
            </a:r>
            <a:r>
              <a:rPr lang="en-US" sz="1600" dirty="0">
                <a:solidFill>
                  <a:schemeClr val="accent1"/>
                </a:solidFill>
              </a:rPr>
              <a:t> test at system level</a:t>
            </a:r>
            <a:r>
              <a:rPr kumimoji="0" lang="en-US" sz="1600" i="0" u="none" strike="noStrike" cap="none" spc="0" normalizeH="0" baseline="0" dirty="0">
                <a:ln>
                  <a:noFill/>
                </a:ln>
                <a:solidFill>
                  <a:schemeClr val="accent1"/>
                </a:solidFill>
                <a:effectLst/>
                <a:uFillTx/>
                <a:latin typeface="+mn-lt"/>
                <a:ea typeface="+mn-ea"/>
                <a:cs typeface="+mn-cs"/>
                <a:sym typeface="Helvetica Neue"/>
              </a:rPr>
              <a:t>, the test conditions were different. Some customers perform vibration test only.</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2295620931"/>
              </p:ext>
            </p:extLst>
          </p:nvPr>
        </p:nvGraphicFramePr>
        <p:xfrm>
          <a:off x="210553" y="675827"/>
          <a:ext cx="11271882" cy="5114925"/>
        </p:xfrm>
        <a:graphic>
          <a:graphicData uri="http://schemas.openxmlformats.org/drawingml/2006/table">
            <a:tbl>
              <a:tblPr firstRow="1" bandRow="1">
                <a:tableStyleId>{B301B821-A1FF-4177-AEE7-76D212191A09}</a:tableStyleId>
              </a:tblPr>
              <a:tblGrid>
                <a:gridCol w="968542">
                  <a:extLst>
                    <a:ext uri="{9D8B030D-6E8A-4147-A177-3AD203B41FA5}">
                      <a16:colId xmlns:a16="http://schemas.microsoft.com/office/drawing/2014/main" val="476935505"/>
                    </a:ext>
                  </a:extLst>
                </a:gridCol>
                <a:gridCol w="1191126">
                  <a:extLst>
                    <a:ext uri="{9D8B030D-6E8A-4147-A177-3AD203B41FA5}">
                      <a16:colId xmlns:a16="http://schemas.microsoft.com/office/drawing/2014/main" val="1213491659"/>
                    </a:ext>
                  </a:extLst>
                </a:gridCol>
                <a:gridCol w="2340142">
                  <a:extLst>
                    <a:ext uri="{9D8B030D-6E8A-4147-A177-3AD203B41FA5}">
                      <a16:colId xmlns:a16="http://schemas.microsoft.com/office/drawing/2014/main" val="1470204383"/>
                    </a:ext>
                  </a:extLst>
                </a:gridCol>
                <a:gridCol w="2544679">
                  <a:extLst>
                    <a:ext uri="{9D8B030D-6E8A-4147-A177-3AD203B41FA5}">
                      <a16:colId xmlns:a16="http://schemas.microsoft.com/office/drawing/2014/main" val="4194567538"/>
                    </a:ext>
                  </a:extLst>
                </a:gridCol>
                <a:gridCol w="4227393">
                  <a:extLst>
                    <a:ext uri="{9D8B030D-6E8A-4147-A177-3AD203B41FA5}">
                      <a16:colId xmlns:a16="http://schemas.microsoft.com/office/drawing/2014/main" val="3653989113"/>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perform shock test?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do you do shock test at system level or board level?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what is the sample size you normally used for shock test?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Do you monitor the acceleration and shock wave in your shock test, if yes, what is the G level and wave spec?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System level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System level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2 Pcs/monthly/model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140G, 2ms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System level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3 Pcs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245G, 2ms, half sine pulse(Shock test)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System level, in package box</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information from factory side.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ODM due to NDA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System level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2~4 Pcs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System level and board level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information from factory side.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information from factory side.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System level: Operational Random Vibration Test</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Board level: Halt Test/PKG vibration test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Operational Random Vibration: Design Qual Minimum 2pcs</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Halt test: Design Qual Minimum 4pcs</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PKG vibration test: refer to shipping plan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Operational Random Vibration:0.66G  half sine pulse</a:t>
                      </a:r>
                    </a:p>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Halt:(30~70G or higher) TTF</a:t>
                      </a:r>
                    </a:p>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PKG vibration:1.146G  half sine pulse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System level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reply from ODM due to NDA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ODM due to NDA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System level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22 Pcs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Trapezoidal 25g , 250 inch/sec</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System level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2 Pcs/SKU</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op shock test: system power on, Amplitude: 105G, Duration: 2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ms</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Wave form: Half-sine</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non-op shock test: system power off, Amplitude: 220G, Duration: 2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ms</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Wave form: Half-sine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Board level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8 Pcs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Tree>
    <p:extLst>
      <p:ext uri="{BB962C8B-B14F-4D97-AF65-F5344CB8AC3E}">
        <p14:creationId xmlns:p14="http://schemas.microsoft.com/office/powerpoint/2010/main" val="1443141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Reliability Test(3 Of 4)</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235618"/>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Most</a:t>
            </a:r>
            <a:r>
              <a:rPr kumimoji="0" lang="en-US" sz="1600" i="0" u="none" strike="noStrike" cap="none" spc="0" normalizeH="0" baseline="0" dirty="0">
                <a:ln>
                  <a:noFill/>
                </a:ln>
                <a:solidFill>
                  <a:schemeClr val="accent1"/>
                </a:solidFill>
                <a:effectLst/>
                <a:uFillTx/>
                <a:latin typeface="+mn-lt"/>
                <a:ea typeface="+mn-ea"/>
                <a:cs typeface="+mn-cs"/>
                <a:sym typeface="Helvetica Neue"/>
              </a:rPr>
              <a:t> customers perform </a:t>
            </a:r>
            <a:r>
              <a:rPr lang="en-US" sz="1600" dirty="0">
                <a:solidFill>
                  <a:schemeClr val="accent1"/>
                </a:solidFill>
              </a:rPr>
              <a:t>Thermal Humidity</a:t>
            </a:r>
            <a:r>
              <a:rPr kumimoji="0" lang="en-US" sz="1600" i="0" u="none" strike="noStrike" cap="none" spc="0" normalizeH="0" baseline="0" dirty="0">
                <a:ln>
                  <a:noFill/>
                </a:ln>
                <a:solidFill>
                  <a:schemeClr val="accent1"/>
                </a:solidFill>
                <a:effectLst/>
                <a:uFillTx/>
                <a:latin typeface="+mn-lt"/>
                <a:ea typeface="+mn-ea"/>
                <a:cs typeface="+mn-cs"/>
                <a:sym typeface="Helvetica Neue"/>
              </a:rPr>
              <a:t> test, but test conditions were different.</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120885291"/>
              </p:ext>
            </p:extLst>
          </p:nvPr>
        </p:nvGraphicFramePr>
        <p:xfrm>
          <a:off x="210553" y="675827"/>
          <a:ext cx="11010816" cy="4450080"/>
        </p:xfrm>
        <a:graphic>
          <a:graphicData uri="http://schemas.openxmlformats.org/drawingml/2006/table">
            <a:tbl>
              <a:tblPr firstRow="1" bandRow="1">
                <a:tableStyleId>{B301B821-A1FF-4177-AEE7-76D212191A09}</a:tableStyleId>
              </a:tblPr>
              <a:tblGrid>
                <a:gridCol w="1513870">
                  <a:extLst>
                    <a:ext uri="{9D8B030D-6E8A-4147-A177-3AD203B41FA5}">
                      <a16:colId xmlns:a16="http://schemas.microsoft.com/office/drawing/2014/main" val="476935505"/>
                    </a:ext>
                  </a:extLst>
                </a:gridCol>
                <a:gridCol w="2811472">
                  <a:extLst>
                    <a:ext uri="{9D8B030D-6E8A-4147-A177-3AD203B41FA5}">
                      <a16:colId xmlns:a16="http://schemas.microsoft.com/office/drawing/2014/main" val="1213491659"/>
                    </a:ext>
                  </a:extLst>
                </a:gridCol>
                <a:gridCol w="3168783">
                  <a:extLst>
                    <a:ext uri="{9D8B030D-6E8A-4147-A177-3AD203B41FA5}">
                      <a16:colId xmlns:a16="http://schemas.microsoft.com/office/drawing/2014/main" val="1470204383"/>
                    </a:ext>
                  </a:extLst>
                </a:gridCol>
                <a:gridCol w="3516691">
                  <a:extLst>
                    <a:ext uri="{9D8B030D-6E8A-4147-A177-3AD203B41FA5}">
                      <a16:colId xmlns:a16="http://schemas.microsoft.com/office/drawing/2014/main" val="4194567538"/>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perform Thermal Humidity (TH) Test? (Double 85 test)?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004A86"/>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do you do TH test at system level or board level?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your total test time of TH test?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Board level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500 hours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System level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100 hours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Board level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300 hours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System level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information from factory side.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information from factory side.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information from factory side.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System level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System level and board level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500 hours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System level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Non-operating Temperature and Humidity Test: 51hours</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Package Storage Test :120hrs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Tree>
    <p:extLst>
      <p:ext uri="{BB962C8B-B14F-4D97-AF65-F5344CB8AC3E}">
        <p14:creationId xmlns:p14="http://schemas.microsoft.com/office/powerpoint/2010/main" val="2985871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Reliability Test(4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2985288251"/>
              </p:ext>
            </p:extLst>
          </p:nvPr>
        </p:nvGraphicFramePr>
        <p:xfrm>
          <a:off x="210553" y="675827"/>
          <a:ext cx="11117180" cy="5063490"/>
        </p:xfrm>
        <a:graphic>
          <a:graphicData uri="http://schemas.openxmlformats.org/drawingml/2006/table">
            <a:tbl>
              <a:tblPr firstRow="1" bandRow="1">
                <a:tableStyleId>{B301B821-A1FF-4177-AEE7-76D212191A09}</a:tableStyleId>
              </a:tblPr>
              <a:tblGrid>
                <a:gridCol w="842515">
                  <a:extLst>
                    <a:ext uri="{9D8B030D-6E8A-4147-A177-3AD203B41FA5}">
                      <a16:colId xmlns:a16="http://schemas.microsoft.com/office/drawing/2014/main" val="476935505"/>
                    </a:ext>
                  </a:extLst>
                </a:gridCol>
                <a:gridCol w="3603153">
                  <a:extLst>
                    <a:ext uri="{9D8B030D-6E8A-4147-A177-3AD203B41FA5}">
                      <a16:colId xmlns:a16="http://schemas.microsoft.com/office/drawing/2014/main" val="1470204383"/>
                    </a:ext>
                  </a:extLst>
                </a:gridCol>
                <a:gridCol w="2236285">
                  <a:extLst>
                    <a:ext uri="{9D8B030D-6E8A-4147-A177-3AD203B41FA5}">
                      <a16:colId xmlns:a16="http://schemas.microsoft.com/office/drawing/2014/main" val="4194567538"/>
                    </a:ext>
                  </a:extLst>
                </a:gridCol>
                <a:gridCol w="1923690">
                  <a:extLst>
                    <a:ext uri="{9D8B030D-6E8A-4147-A177-3AD203B41FA5}">
                      <a16:colId xmlns:a16="http://schemas.microsoft.com/office/drawing/2014/main" val="3653989113"/>
                    </a:ext>
                  </a:extLst>
                </a:gridCol>
                <a:gridCol w="2511537">
                  <a:extLst>
                    <a:ext uri="{9D8B030D-6E8A-4147-A177-3AD203B41FA5}">
                      <a16:colId xmlns:a16="http://schemas.microsoft.com/office/drawing/2014/main" val="3229580235"/>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Any other reliability test you perform except above 3 mentioned tests? If yes, please specify the test name, test condition, sample size and passing/failing criteria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Are the tests run on daisy chain parts/boards or functional parts/boards?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board thickness will be used for the tests?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Is the test run on bare boards, or run on bare boards with thermal solution attached, or run inside a fully populated system/chassis?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HT storage，125c，600h</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Daisy chain and functional boards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Depends on product design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Bare boards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ESD/EMC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Functional boards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0.8 mm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System/Chassis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Vibration Test</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Random Vibration: 0.025 g2/Hz, 10-500 Hz, nominal 3.5 </a:t>
                      </a:r>
                      <a:r>
                        <a:rPr kumimoji="0" lang="en-US" sz="10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grms</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Functional boards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0.8 mm and 1mm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System/Chassis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ODM due to NDA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ODM due to NDA</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ODM due to NDA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ODM due to NDA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Display swing 12500 times, 2-4 Pcs to check whether torque force failure, flash screen or blue screen;</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drop test, 76 cm, 2 pcs to check whether package crack, PC damage and basic functions</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Functional boards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1.2 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Boards with thermal solution attached + system/chassis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information from factory side.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information from factory side.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information from factory side.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Bare boards+ system/chassis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Please refer to REL1078 durability requirement document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Functional boards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Portofino(project name): 0.6mm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Bare boards+ system/chassis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ODM due to NDA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Vibration, 5Hz to 500Hz 2.2g </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22 pcs, functional pass and D&amp;P and X-section pass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Functional boards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Depends on product type，0.8-1.0mm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Boards with thermal solution attached + system/chassis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Depends on product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System/Chassis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Depends on product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Action Button: Go Home 1">
            <a:hlinkClick r:id="rId2" action="ppaction://hlinksldjump" highlightClick="1"/>
            <a:extLst>
              <a:ext uri="{FF2B5EF4-FFF2-40B4-BE49-F238E27FC236}">
                <a16:creationId xmlns:a16="http://schemas.microsoft.com/office/drawing/2014/main" id="{66531D9E-4A65-55A9-B497-AE2CFA4A8AFD}"/>
              </a:ext>
            </a:extLst>
          </p:cNvPr>
          <p:cNvSpPr/>
          <p:nvPr/>
        </p:nvSpPr>
        <p:spPr>
          <a:xfrm>
            <a:off x="11160840" y="6034974"/>
            <a:ext cx="424985" cy="294398"/>
          </a:xfrm>
          <a:prstGeom prst="actionButtonHome">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chemeClr val="bg2">
                  <a:lumMod val="40000"/>
                  <a:lumOff val="60000"/>
                </a:schemeClr>
              </a:solidFill>
              <a:effectLst/>
              <a:uFillTx/>
              <a:latin typeface="IntelOne Display Regular" panose="020B0503020203020204" pitchFamily="34" charset="0"/>
              <a:ea typeface="Helvetica Neue Medium"/>
              <a:cs typeface="Helvetica Neue Medium"/>
              <a:sym typeface="Helvetica Neue Medium"/>
            </a:endParaRPr>
          </a:p>
        </p:txBody>
      </p:sp>
    </p:spTree>
    <p:extLst>
      <p:ext uri="{BB962C8B-B14F-4D97-AF65-F5344CB8AC3E}">
        <p14:creationId xmlns:p14="http://schemas.microsoft.com/office/powerpoint/2010/main" val="2918012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Functional Test</a:t>
            </a:r>
          </a:p>
        </p:txBody>
      </p:sp>
    </p:spTree>
    <p:extLst>
      <p:ext uri="{BB962C8B-B14F-4D97-AF65-F5344CB8AC3E}">
        <p14:creationId xmlns:p14="http://schemas.microsoft.com/office/powerpoint/2010/main" val="1495955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Functional Test(1 Of 3)</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2" y="5479736"/>
            <a:ext cx="11345779"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Most customers use ICT tester. Keysight is the most popular ICT tester, all customers have USB-based functional test.</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623729959"/>
              </p:ext>
            </p:extLst>
          </p:nvPr>
        </p:nvGraphicFramePr>
        <p:xfrm>
          <a:off x="210553" y="675827"/>
          <a:ext cx="11117179" cy="4650105"/>
        </p:xfrm>
        <a:graphic>
          <a:graphicData uri="http://schemas.openxmlformats.org/drawingml/2006/table">
            <a:tbl>
              <a:tblPr firstRow="1" bandRow="1">
                <a:tableStyleId>{B301B821-A1FF-4177-AEE7-76D212191A09}</a:tableStyleId>
              </a:tblPr>
              <a:tblGrid>
                <a:gridCol w="636289">
                  <a:extLst>
                    <a:ext uri="{9D8B030D-6E8A-4147-A177-3AD203B41FA5}">
                      <a16:colId xmlns:a16="http://schemas.microsoft.com/office/drawing/2014/main" val="476935505"/>
                    </a:ext>
                  </a:extLst>
                </a:gridCol>
                <a:gridCol w="2052769">
                  <a:extLst>
                    <a:ext uri="{9D8B030D-6E8A-4147-A177-3AD203B41FA5}">
                      <a16:colId xmlns:a16="http://schemas.microsoft.com/office/drawing/2014/main" val="1470204383"/>
                    </a:ext>
                  </a:extLst>
                </a:gridCol>
                <a:gridCol w="2033336">
                  <a:extLst>
                    <a:ext uri="{9D8B030D-6E8A-4147-A177-3AD203B41FA5}">
                      <a16:colId xmlns:a16="http://schemas.microsoft.com/office/drawing/2014/main" val="1360623046"/>
                    </a:ext>
                  </a:extLst>
                </a:gridCol>
                <a:gridCol w="2237874">
                  <a:extLst>
                    <a:ext uri="{9D8B030D-6E8A-4147-A177-3AD203B41FA5}">
                      <a16:colId xmlns:a16="http://schemas.microsoft.com/office/drawing/2014/main" val="4194567538"/>
                    </a:ext>
                  </a:extLst>
                </a:gridCol>
                <a:gridCol w="2123574">
                  <a:extLst>
                    <a:ext uri="{9D8B030D-6E8A-4147-A177-3AD203B41FA5}">
                      <a16:colId xmlns:a16="http://schemas.microsoft.com/office/drawing/2014/main" val="3653989113"/>
                    </a:ext>
                  </a:extLst>
                </a:gridCol>
                <a:gridCol w="2033337">
                  <a:extLst>
                    <a:ext uri="{9D8B030D-6E8A-4147-A177-3AD203B41FA5}">
                      <a16:colId xmlns:a16="http://schemas.microsoft.com/office/drawing/2014/main" val="3229580235"/>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Are ICT testers used?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please provide ICT tester model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lt1"/>
                          </a:solidFill>
                          <a:uFillTx/>
                          <a:latin typeface="+mn-lt"/>
                          <a:ea typeface="+mn-ea"/>
                          <a:cs typeface="+mn-cs"/>
                          <a:sym typeface="Intel Clear"/>
                        </a:rPr>
                        <a:t>If not, what other assembly test methodology do you use prior to functional test? </a:t>
                      </a:r>
                      <a:endPar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lt1"/>
                          </a:solidFill>
                          <a:uFillTx/>
                          <a:latin typeface="+mn-lt"/>
                          <a:ea typeface="+mn-ea"/>
                          <a:cs typeface="+mn-cs"/>
                          <a:sym typeface="Intel Clear"/>
                        </a:rPr>
                        <a:t>Do you use any type of USB-based functional test?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If yes, what kind of fixture it is?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Board flat with cable(s) plugged in to a USB or other connector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Keysight i3070/Teradyne TSHL52</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AOI(Small board without test point, only do AOI)</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flat with cable(s) plugged in to a USB or other connector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TR5001D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flat with cable(s) plugged in to a USB or other connector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TR800</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flat with cable(s) plugged in to a USB or other connector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JET3000</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 Special test fixture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Keysight 3070</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flat with cable(s) plugged in to a USB or other connector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flat with cable(s) plugged in to a USB or other connector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Board flat with cable(s) plugged in to a USB or other connector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MDA test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Board flat with cable(s) plugged in to a USB or other connector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Keysight 3070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Board flat with cable(s) plugged in to a USB or other connector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Keysight 3070</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Automated test equipment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Tree>
    <p:extLst>
      <p:ext uri="{BB962C8B-B14F-4D97-AF65-F5344CB8AC3E}">
        <p14:creationId xmlns:p14="http://schemas.microsoft.com/office/powerpoint/2010/main" val="2729596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Functional Test(2 Of 3)</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479736"/>
            <a:ext cx="11363826"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Customer tested 1-6 times before thermal solution attach.</a:t>
            </a:r>
          </a:p>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Most customers use tray and lay flat when transport boards.</a:t>
            </a: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4217778995"/>
              </p:ext>
            </p:extLst>
          </p:nvPr>
        </p:nvGraphicFramePr>
        <p:xfrm>
          <a:off x="210552" y="675827"/>
          <a:ext cx="11010816" cy="4645660"/>
        </p:xfrm>
        <a:graphic>
          <a:graphicData uri="http://schemas.openxmlformats.org/drawingml/2006/table">
            <a:tbl>
              <a:tblPr firstRow="1" bandRow="1">
                <a:tableStyleId>{B301B821-A1FF-4177-AEE7-76D212191A09}</a:tableStyleId>
              </a:tblPr>
              <a:tblGrid>
                <a:gridCol w="771266">
                  <a:extLst>
                    <a:ext uri="{9D8B030D-6E8A-4147-A177-3AD203B41FA5}">
                      <a16:colId xmlns:a16="http://schemas.microsoft.com/office/drawing/2014/main" val="476935505"/>
                    </a:ext>
                  </a:extLst>
                </a:gridCol>
                <a:gridCol w="2488227">
                  <a:extLst>
                    <a:ext uri="{9D8B030D-6E8A-4147-A177-3AD203B41FA5}">
                      <a16:colId xmlns:a16="http://schemas.microsoft.com/office/drawing/2014/main" val="1470204383"/>
                    </a:ext>
                  </a:extLst>
                </a:gridCol>
                <a:gridCol w="2464672">
                  <a:extLst>
                    <a:ext uri="{9D8B030D-6E8A-4147-A177-3AD203B41FA5}">
                      <a16:colId xmlns:a16="http://schemas.microsoft.com/office/drawing/2014/main" val="1360623046"/>
                    </a:ext>
                  </a:extLst>
                </a:gridCol>
                <a:gridCol w="2712599">
                  <a:extLst>
                    <a:ext uri="{9D8B030D-6E8A-4147-A177-3AD203B41FA5}">
                      <a16:colId xmlns:a16="http://schemas.microsoft.com/office/drawing/2014/main" val="4194567538"/>
                    </a:ext>
                  </a:extLst>
                </a:gridCol>
                <a:gridCol w="2574052">
                  <a:extLst>
                    <a:ext uri="{9D8B030D-6E8A-4147-A177-3AD203B41FA5}">
                      <a16:colId xmlns:a16="http://schemas.microsoft.com/office/drawing/2014/main" val="3653989113"/>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How many times is assembly test done before thermal solution attach?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How are boards transported between all assembly and test process steps?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lt1"/>
                          </a:solidFill>
                          <a:uFillTx/>
                          <a:latin typeface="+mn-lt"/>
                          <a:ea typeface="+mn-ea"/>
                          <a:cs typeface="+mn-cs"/>
                          <a:sym typeface="Intel Clear"/>
                        </a:rPr>
                        <a:t>Are boards held vertically in racks or lay flat in a tray? </a:t>
                      </a:r>
                      <a:endPar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lt1"/>
                          </a:solidFill>
                          <a:uFillTx/>
                          <a:latin typeface="+mn-lt"/>
                          <a:ea typeface="+mn-ea"/>
                          <a:cs typeface="+mn-cs"/>
                          <a:sym typeface="Intel Clear"/>
                        </a:rPr>
                        <a:t>Can the customer provide images of the method(s) used to transport boards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Box + trolly</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Vertical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SMT conveyer belt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Lay flat</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3-6</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Tray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Lay flat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Box</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Lay flat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3</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Trolly + Anti-static box</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Vertical and flat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Tray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Lay flat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2-3(BFT test, basic function test before Rel test, rework test)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Tray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Lay flat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 (ICT, function)</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Tray</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sym typeface="Intel Clear"/>
                        </a:rPr>
                        <a:t>Lay flat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2-3(MDA test/functional test, rework test)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SMT conveyer belt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Lay flat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Tray</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Lay flat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3-6</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Tray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Lay flat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8" name="Action Button: Go Forward or Next 7">
            <a:hlinkClick r:id="rId2" action="ppaction://hlinksldjump" highlightClick="1"/>
            <a:extLst>
              <a:ext uri="{FF2B5EF4-FFF2-40B4-BE49-F238E27FC236}">
                <a16:creationId xmlns:a16="http://schemas.microsoft.com/office/drawing/2014/main" id="{D794579F-AA0E-C0D9-A8E7-BF8B36C89A7A}"/>
              </a:ext>
            </a:extLst>
          </p:cNvPr>
          <p:cNvSpPr/>
          <p:nvPr/>
        </p:nvSpPr>
        <p:spPr>
          <a:xfrm>
            <a:off x="9843511" y="2453344"/>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Action Button: Go Forward or Next 8">
            <a:hlinkClick r:id="rId2" action="ppaction://hlinksldjump" highlightClick="1"/>
            <a:extLst>
              <a:ext uri="{FF2B5EF4-FFF2-40B4-BE49-F238E27FC236}">
                <a16:creationId xmlns:a16="http://schemas.microsoft.com/office/drawing/2014/main" id="{13B0B1EC-C79E-8DF9-F5BA-7EE7BFC88BBC}"/>
              </a:ext>
            </a:extLst>
          </p:cNvPr>
          <p:cNvSpPr/>
          <p:nvPr/>
        </p:nvSpPr>
        <p:spPr>
          <a:xfrm>
            <a:off x="9843511" y="1682000"/>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0" name="Action Button: Go Forward or Next 9">
            <a:hlinkClick r:id="rId2" action="ppaction://hlinksldjump" highlightClick="1"/>
            <a:extLst>
              <a:ext uri="{FF2B5EF4-FFF2-40B4-BE49-F238E27FC236}">
                <a16:creationId xmlns:a16="http://schemas.microsoft.com/office/drawing/2014/main" id="{6506B211-0C57-3A9D-3C12-49AAD7C55213}"/>
              </a:ext>
            </a:extLst>
          </p:cNvPr>
          <p:cNvSpPr/>
          <p:nvPr/>
        </p:nvSpPr>
        <p:spPr>
          <a:xfrm>
            <a:off x="9837496" y="2824265"/>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1" name="Action Button: Go Forward or Next 10">
            <a:hlinkClick r:id="rId2" action="ppaction://hlinksldjump" highlightClick="1"/>
            <a:extLst>
              <a:ext uri="{FF2B5EF4-FFF2-40B4-BE49-F238E27FC236}">
                <a16:creationId xmlns:a16="http://schemas.microsoft.com/office/drawing/2014/main" id="{A0F44C17-F0CA-BD55-1295-537436EB6BAA}"/>
              </a:ext>
            </a:extLst>
          </p:cNvPr>
          <p:cNvSpPr/>
          <p:nvPr/>
        </p:nvSpPr>
        <p:spPr>
          <a:xfrm>
            <a:off x="9825465" y="3541934"/>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522948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Functional Test(3 Of 3)</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566584"/>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Thunderbolt is the most difficult feature to test and causes most false failures.</a:t>
            </a:r>
          </a:p>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Most ODMs don’t know how to test AI.</a:t>
            </a: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656505019"/>
              </p:ext>
            </p:extLst>
          </p:nvPr>
        </p:nvGraphicFramePr>
        <p:xfrm>
          <a:off x="210552" y="675827"/>
          <a:ext cx="11010816" cy="4828540"/>
        </p:xfrm>
        <a:graphic>
          <a:graphicData uri="http://schemas.openxmlformats.org/drawingml/2006/table">
            <a:tbl>
              <a:tblPr firstRow="1" bandRow="1">
                <a:tableStyleId>{B301B821-A1FF-4177-AEE7-76D212191A09}</a:tableStyleId>
              </a:tblPr>
              <a:tblGrid>
                <a:gridCol w="771266">
                  <a:extLst>
                    <a:ext uri="{9D8B030D-6E8A-4147-A177-3AD203B41FA5}">
                      <a16:colId xmlns:a16="http://schemas.microsoft.com/office/drawing/2014/main" val="476935505"/>
                    </a:ext>
                  </a:extLst>
                </a:gridCol>
                <a:gridCol w="2488227">
                  <a:extLst>
                    <a:ext uri="{9D8B030D-6E8A-4147-A177-3AD203B41FA5}">
                      <a16:colId xmlns:a16="http://schemas.microsoft.com/office/drawing/2014/main" val="1470204383"/>
                    </a:ext>
                  </a:extLst>
                </a:gridCol>
                <a:gridCol w="2464672">
                  <a:extLst>
                    <a:ext uri="{9D8B030D-6E8A-4147-A177-3AD203B41FA5}">
                      <a16:colId xmlns:a16="http://schemas.microsoft.com/office/drawing/2014/main" val="1360623046"/>
                    </a:ext>
                  </a:extLst>
                </a:gridCol>
                <a:gridCol w="2712599">
                  <a:extLst>
                    <a:ext uri="{9D8B030D-6E8A-4147-A177-3AD203B41FA5}">
                      <a16:colId xmlns:a16="http://schemas.microsoft.com/office/drawing/2014/main" val="4194567538"/>
                    </a:ext>
                  </a:extLst>
                </a:gridCol>
                <a:gridCol w="2574052">
                  <a:extLst>
                    <a:ext uri="{9D8B030D-6E8A-4147-A177-3AD203B41FA5}">
                      <a16:colId xmlns:a16="http://schemas.microsoft.com/office/drawing/2014/main" val="3653989113"/>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Which feature is the most difficult to test or causes the most false failures?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Which SW or HW tools used for functional testing of peripheral and functional modules in MB needs to be improved?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lt1"/>
                          </a:solidFill>
                          <a:uFillTx/>
                          <a:latin typeface="+mn-lt"/>
                          <a:ea typeface="+mn-ea"/>
                          <a:cs typeface="+mn-cs"/>
                          <a:sym typeface="Intel Clear"/>
                        </a:rPr>
                        <a:t>Do you have any difficulty knowing how to test the functionality of AI features? </a:t>
                      </a:r>
                      <a:endPar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lt1"/>
                          </a:solidFill>
                          <a:uFillTx/>
                          <a:latin typeface="+mn-lt"/>
                          <a:ea typeface="+mn-ea"/>
                          <a:cs typeface="+mn-cs"/>
                          <a:sym typeface="Intel Clear"/>
                        </a:rPr>
                        <a:t>If yes, please state what is the difficult you are experiencing?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USB，HDD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Thunderbolt, type C</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Thunderbolt, type C</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CPU, thunderbolt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Thunderbolt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Thunderbolt has a lot of functions, need to test a lot of times and very time-consuming</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RF, USB</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Thunderbolt, VGA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Thunderbolt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Thunderbolt/USB3.1</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Thunderbolt/USB3.1</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HDMI</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USB</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Action Button: Go Home 1">
            <a:hlinkClick r:id="rId2" action="ppaction://hlinksldjump" highlightClick="1"/>
            <a:extLst>
              <a:ext uri="{FF2B5EF4-FFF2-40B4-BE49-F238E27FC236}">
                <a16:creationId xmlns:a16="http://schemas.microsoft.com/office/drawing/2014/main" id="{F17B7237-7B6C-7277-9F15-9F3CD4890B45}"/>
              </a:ext>
            </a:extLst>
          </p:cNvPr>
          <p:cNvSpPr/>
          <p:nvPr/>
        </p:nvSpPr>
        <p:spPr>
          <a:xfrm>
            <a:off x="11160840" y="6034974"/>
            <a:ext cx="424985" cy="294398"/>
          </a:xfrm>
          <a:prstGeom prst="actionButtonHome">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chemeClr val="bg2">
                  <a:lumMod val="40000"/>
                  <a:lumOff val="60000"/>
                </a:schemeClr>
              </a:solidFill>
              <a:effectLst/>
              <a:uFillTx/>
              <a:latin typeface="IntelOne Display Regular" panose="020B0503020203020204" pitchFamily="34" charset="0"/>
              <a:ea typeface="Helvetica Neue Medium"/>
              <a:cs typeface="Helvetica Neue Medium"/>
              <a:sym typeface="Helvetica Neue Medium"/>
            </a:endParaRPr>
          </a:p>
        </p:txBody>
      </p:sp>
    </p:spTree>
    <p:extLst>
      <p:ext uri="{BB962C8B-B14F-4D97-AF65-F5344CB8AC3E}">
        <p14:creationId xmlns:p14="http://schemas.microsoft.com/office/powerpoint/2010/main" val="1838623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SMT Process &amp; Rework</a:t>
            </a:r>
          </a:p>
        </p:txBody>
      </p:sp>
    </p:spTree>
    <p:extLst>
      <p:ext uri="{BB962C8B-B14F-4D97-AF65-F5344CB8AC3E}">
        <p14:creationId xmlns:p14="http://schemas.microsoft.com/office/powerpoint/2010/main" val="29881948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SMT Process &amp; Rework(1 Of 6)</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2" y="5612084"/>
            <a:ext cx="11213431" cy="7386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All customers follow Intel MAS adhesive KOZ, but the requirement for rework is different, range from 1 mm to 2 mm.</a:t>
            </a:r>
          </a:p>
          <a:p>
            <a:pPr marL="0" marR="0" indent="0" defTabSz="2438338" rtl="0" fontAlgn="auto" latinLnBrk="0" hangingPunct="0">
              <a:lnSpc>
                <a:spcPct val="100000"/>
              </a:lnSpc>
              <a:spcBef>
                <a:spcPts val="0"/>
              </a:spcBef>
              <a:spcAft>
                <a:spcPts val="0"/>
              </a:spcAft>
              <a:buClrTx/>
              <a:buSzTx/>
              <a:buFontTx/>
              <a:buNone/>
              <a:tabLst/>
            </a:pPr>
            <a:r>
              <a:rPr lang="en-US" sz="1600" dirty="0">
                <a:solidFill>
                  <a:srgbClr val="FF0000"/>
                </a:solidFill>
              </a:rPr>
              <a:t>Most customers follow Intel land pattern guidance by referring to Intel reference board. Thus, it is critical to make sure the reference board is consistent with the land pattern in MAS!</a:t>
            </a:r>
            <a:endParaRPr kumimoji="0" lang="en-US" sz="1600" i="0" u="none" strike="noStrike" cap="none" spc="0" normalizeH="0" baseline="0" dirty="0">
              <a:ln>
                <a:noFill/>
              </a:ln>
              <a:solidFill>
                <a:srgbClr val="FF0000"/>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491518362"/>
              </p:ext>
            </p:extLst>
          </p:nvPr>
        </p:nvGraphicFramePr>
        <p:xfrm>
          <a:off x="210552" y="675827"/>
          <a:ext cx="11010816" cy="4910455"/>
        </p:xfrm>
        <a:graphic>
          <a:graphicData uri="http://schemas.openxmlformats.org/drawingml/2006/table">
            <a:tbl>
              <a:tblPr firstRow="1" bandRow="1">
                <a:tableStyleId>{B301B821-A1FF-4177-AEE7-76D212191A09}</a:tableStyleId>
              </a:tblPr>
              <a:tblGrid>
                <a:gridCol w="771266">
                  <a:extLst>
                    <a:ext uri="{9D8B030D-6E8A-4147-A177-3AD203B41FA5}">
                      <a16:colId xmlns:a16="http://schemas.microsoft.com/office/drawing/2014/main" val="476935505"/>
                    </a:ext>
                  </a:extLst>
                </a:gridCol>
                <a:gridCol w="2488227">
                  <a:extLst>
                    <a:ext uri="{9D8B030D-6E8A-4147-A177-3AD203B41FA5}">
                      <a16:colId xmlns:a16="http://schemas.microsoft.com/office/drawing/2014/main" val="1470204383"/>
                    </a:ext>
                  </a:extLst>
                </a:gridCol>
                <a:gridCol w="2464672">
                  <a:extLst>
                    <a:ext uri="{9D8B030D-6E8A-4147-A177-3AD203B41FA5}">
                      <a16:colId xmlns:a16="http://schemas.microsoft.com/office/drawing/2014/main" val="1360623046"/>
                    </a:ext>
                  </a:extLst>
                </a:gridCol>
                <a:gridCol w="2712599">
                  <a:extLst>
                    <a:ext uri="{9D8B030D-6E8A-4147-A177-3AD203B41FA5}">
                      <a16:colId xmlns:a16="http://schemas.microsoft.com/office/drawing/2014/main" val="4194567538"/>
                    </a:ext>
                  </a:extLst>
                </a:gridCol>
                <a:gridCol w="2574052">
                  <a:extLst>
                    <a:ext uri="{9D8B030D-6E8A-4147-A177-3AD203B41FA5}">
                      <a16:colId xmlns:a16="http://schemas.microsoft.com/office/drawing/2014/main" val="3653989113"/>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follow the Intel MAS adhesive KOZ?</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KOZ is implemented to ensure Intel BGA rework?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lt1"/>
                          </a:solidFill>
                          <a:uFillTx/>
                          <a:latin typeface="+mn-lt"/>
                          <a:ea typeface="+mn-ea"/>
                          <a:cs typeface="+mn-cs"/>
                          <a:sym typeface="Intel Clear"/>
                        </a:rPr>
                        <a:t>Do you follow Intel MAS/PDG guidance for the SOC land pattern creation? </a:t>
                      </a:r>
                      <a:endParaRPr kumimoji="0" lang="en-US" sz="12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lt1"/>
                          </a:solidFill>
                          <a:uFillTx/>
                          <a:latin typeface="+mn-lt"/>
                          <a:ea typeface="+mn-ea"/>
                          <a:cs typeface="+mn-cs"/>
                          <a:sym typeface="Intel Clear"/>
                        </a:rPr>
                        <a:t>How close do you allow passive components to be placed around the SOC site(for rework consideration)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altLang="zh-CN"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If other parts next to BGA </a:t>
                      </a:r>
                      <a:r>
                        <a:rPr kumimoji="0" lang="zh-CN" alt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 mm, the minimum rework requirement is 2 mm, if </a:t>
                      </a:r>
                      <a:r>
                        <a:rPr kumimoji="0" lang="zh-CN" alt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 mm, minimum requirement is 3 mm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If other parts next to BGA </a:t>
                      </a:r>
                      <a:r>
                        <a:rPr kumimoji="0" lang="zh-CN" alt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 mm, the minimum rework requirement is 2 mm, if </a:t>
                      </a:r>
                      <a:r>
                        <a:rPr kumimoji="0" lang="zh-CN" alt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 mm, minimum requirement is 3 mm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1.5mm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1.5mm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1mm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＞1.25 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 follow Intel reference board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＞1.25 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No, most SOC don't have adhesive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1.7 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 follow Intel reference board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1.7 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 follow Intel reference board, please make sure reference board is same with MAS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 follow Intel reference board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 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 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 follow Intel reference board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1.5mm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1.5mm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Tree>
    <p:extLst>
      <p:ext uri="{BB962C8B-B14F-4D97-AF65-F5344CB8AC3E}">
        <p14:creationId xmlns:p14="http://schemas.microsoft.com/office/powerpoint/2010/main" val="3011713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SMT Process &amp; Rework(2 Of 6)</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503800"/>
            <a:ext cx="10686438" cy="7386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Most customers use OSP board and reflow pallet. </a:t>
            </a:r>
          </a:p>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F</a:t>
            </a:r>
            <a:r>
              <a:rPr lang="en-US" sz="1600" dirty="0">
                <a:solidFill>
                  <a:schemeClr val="accent1"/>
                </a:solidFill>
              </a:rPr>
              <a:t>ew ODMs have experience on placing small passive parts underneath a taller SMT parts.</a:t>
            </a:r>
          </a:p>
          <a:p>
            <a:pPr marL="0" marR="0" indent="0" defTabSz="2438338" rtl="0" fontAlgn="auto" latinLnBrk="0" hangingPunct="0">
              <a:lnSpc>
                <a:spcPct val="100000"/>
              </a:lnSpc>
              <a:spcBef>
                <a:spcPts val="0"/>
              </a:spcBef>
              <a:spcAft>
                <a:spcPts val="0"/>
              </a:spcAft>
              <a:buClrTx/>
              <a:buSzTx/>
              <a:buFontTx/>
              <a:buNone/>
              <a:tabLst/>
            </a:pPr>
            <a:r>
              <a:rPr kumimoji="0" lang="en-US" sz="1600" i="0" u="none" strike="noStrike" cap="none" spc="0" normalizeH="0" baseline="0" dirty="0">
                <a:ln>
                  <a:noFill/>
                </a:ln>
                <a:solidFill>
                  <a:schemeClr val="accent1"/>
                </a:solidFill>
                <a:effectLst/>
                <a:uFillTx/>
                <a:latin typeface="+mn-lt"/>
                <a:ea typeface="+mn-ea"/>
                <a:cs typeface="+mn-cs"/>
                <a:sym typeface="Helvetica Neue"/>
              </a:rPr>
              <a:t>Q2 PPM range from 1000</a:t>
            </a:r>
            <a:r>
              <a:rPr lang="en-US" sz="1600" dirty="0">
                <a:solidFill>
                  <a:schemeClr val="accent1"/>
                </a:solidFill>
              </a:rPr>
              <a:t> PPM to 4000 PPM.</a:t>
            </a: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1981779270"/>
              </p:ext>
            </p:extLst>
          </p:nvPr>
        </p:nvGraphicFramePr>
        <p:xfrm>
          <a:off x="210552" y="675827"/>
          <a:ext cx="11010816" cy="4741545"/>
        </p:xfrm>
        <a:graphic>
          <a:graphicData uri="http://schemas.openxmlformats.org/drawingml/2006/table">
            <a:tbl>
              <a:tblPr firstRow="1" bandRow="1">
                <a:tableStyleId>{B301B821-A1FF-4177-AEE7-76D212191A09}</a:tableStyleId>
              </a:tblPr>
              <a:tblGrid>
                <a:gridCol w="771266">
                  <a:extLst>
                    <a:ext uri="{9D8B030D-6E8A-4147-A177-3AD203B41FA5}">
                      <a16:colId xmlns:a16="http://schemas.microsoft.com/office/drawing/2014/main" val="476935505"/>
                    </a:ext>
                  </a:extLst>
                </a:gridCol>
                <a:gridCol w="2488227">
                  <a:extLst>
                    <a:ext uri="{9D8B030D-6E8A-4147-A177-3AD203B41FA5}">
                      <a16:colId xmlns:a16="http://schemas.microsoft.com/office/drawing/2014/main" val="1470204383"/>
                    </a:ext>
                  </a:extLst>
                </a:gridCol>
                <a:gridCol w="2464672">
                  <a:extLst>
                    <a:ext uri="{9D8B030D-6E8A-4147-A177-3AD203B41FA5}">
                      <a16:colId xmlns:a16="http://schemas.microsoft.com/office/drawing/2014/main" val="1360623046"/>
                    </a:ext>
                  </a:extLst>
                </a:gridCol>
                <a:gridCol w="2712599">
                  <a:extLst>
                    <a:ext uri="{9D8B030D-6E8A-4147-A177-3AD203B41FA5}">
                      <a16:colId xmlns:a16="http://schemas.microsoft.com/office/drawing/2014/main" val="4194567538"/>
                    </a:ext>
                  </a:extLst>
                </a:gridCol>
                <a:gridCol w="2574052">
                  <a:extLst>
                    <a:ext uri="{9D8B030D-6E8A-4147-A177-3AD203B41FA5}">
                      <a16:colId xmlns:a16="http://schemas.microsoft.com/office/drawing/2014/main" val="3653989113"/>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your board surface finish?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use SMT Pallets (from printing through reflow) or is each separate?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lt1"/>
                          </a:solidFill>
                          <a:uFillTx/>
                          <a:latin typeface="+mn-lt"/>
                          <a:ea typeface="+mn-ea"/>
                          <a:cs typeface="+mn-cs"/>
                          <a:sym typeface="Intel Clear"/>
                        </a:rPr>
                        <a:t>Have you placed small passive parts underneath a taller SMT part?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lt1"/>
                          </a:solidFill>
                          <a:uFillTx/>
                          <a:latin typeface="+mn-lt"/>
                          <a:ea typeface="+mn-ea"/>
                          <a:cs typeface="+mn-cs"/>
                          <a:sym typeface="Intel Clear"/>
                        </a:rPr>
                        <a:t>If N2 is used at reflow, what is the specific O2 PPM setting?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OSP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Only use reflow pallet</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(except the shielding can)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&lt;1000 ppm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OSP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Only use reflow pallet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&lt;=3000 ppm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OSP</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Some projects used pallet for all process, some use reflow pallet only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1000~3000 ppm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ENIG and OSP</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From printing through reflow</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&lt;=3000 ppm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ENIG and OSP</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Only use reflow pallet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&lt;1000ppm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ENIG and OSP</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From printing through reflow</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 we print small passive parts under the shielding can</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&lt;=4000PPM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OSP or OSP + Selective ENIG</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Only use reflow pallet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&lt;=4000PPM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OSP</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Only use reflow pallet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 only tried in NPI, not used in HVM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1000 PPM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OSP</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From printing through reflow for board thinner than 0.8 mm, otherwise only use reflow pallet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≤3000 ppm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OSP</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Only use reflow pallet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≤3000 ppm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OSP</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Only use reflow pallet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&lt;=1000 ppm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Tree>
    <p:extLst>
      <p:ext uri="{BB962C8B-B14F-4D97-AF65-F5344CB8AC3E}">
        <p14:creationId xmlns:p14="http://schemas.microsoft.com/office/powerpoint/2010/main" val="1857770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SMT Process &amp; Rework(3 Of 6)</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0" y="5550756"/>
            <a:ext cx="11436017"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Less than half ODMs use NCTF testable pin design for testing. Half of them prefer NCTF testable pins to be connected to GND plane.</a:t>
            </a: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3111302693"/>
              </p:ext>
            </p:extLst>
          </p:nvPr>
        </p:nvGraphicFramePr>
        <p:xfrm>
          <a:off x="210551" y="675827"/>
          <a:ext cx="11171323" cy="4824095"/>
        </p:xfrm>
        <a:graphic>
          <a:graphicData uri="http://schemas.openxmlformats.org/drawingml/2006/table">
            <a:tbl>
              <a:tblPr firstRow="1" bandRow="1">
                <a:tableStyleId>{B301B821-A1FF-4177-AEE7-76D212191A09}</a:tableStyleId>
              </a:tblPr>
              <a:tblGrid>
                <a:gridCol w="788656">
                  <a:extLst>
                    <a:ext uri="{9D8B030D-6E8A-4147-A177-3AD203B41FA5}">
                      <a16:colId xmlns:a16="http://schemas.microsoft.com/office/drawing/2014/main" val="476935505"/>
                    </a:ext>
                  </a:extLst>
                </a:gridCol>
                <a:gridCol w="2959182">
                  <a:extLst>
                    <a:ext uri="{9D8B030D-6E8A-4147-A177-3AD203B41FA5}">
                      <a16:colId xmlns:a16="http://schemas.microsoft.com/office/drawing/2014/main" val="1470204383"/>
                    </a:ext>
                  </a:extLst>
                </a:gridCol>
                <a:gridCol w="2322095">
                  <a:extLst>
                    <a:ext uri="{9D8B030D-6E8A-4147-A177-3AD203B41FA5}">
                      <a16:colId xmlns:a16="http://schemas.microsoft.com/office/drawing/2014/main" val="2540138070"/>
                    </a:ext>
                  </a:extLst>
                </a:gridCol>
                <a:gridCol w="2327629">
                  <a:extLst>
                    <a:ext uri="{9D8B030D-6E8A-4147-A177-3AD203B41FA5}">
                      <a16:colId xmlns:a16="http://schemas.microsoft.com/office/drawing/2014/main" val="1360623046"/>
                    </a:ext>
                  </a:extLst>
                </a:gridCol>
                <a:gridCol w="2773761">
                  <a:extLst>
                    <a:ext uri="{9D8B030D-6E8A-4147-A177-3AD203B41FA5}">
                      <a16:colId xmlns:a16="http://schemas.microsoft.com/office/drawing/2014/main" val="4194567538"/>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aware Intel Client BGA has NCTF testable pin designed to make it possible to detect solder joint crack use continuity test (ICT or manual probe)?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apply corner NCTF solder joint open detection design in your mother board?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what percentage of your designs implemented this kind of design?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lt1"/>
                          </a:solidFill>
                          <a:uFillTx/>
                          <a:latin typeface="+mn-lt"/>
                          <a:ea typeface="+mn-ea"/>
                          <a:cs typeface="+mn-cs"/>
                          <a:sym typeface="Intel Clear"/>
                        </a:rPr>
                        <a:t>Do you prefer the NCTF testable pins to be connected to Ground plane or PWR plane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All products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GND plane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Only Lunar Lake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GND plane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All products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preference – both are OK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information from factory side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information from factory side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information from factory side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information from factory side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All products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preference – both are OK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Tree>
    <p:extLst>
      <p:ext uri="{BB962C8B-B14F-4D97-AF65-F5344CB8AC3E}">
        <p14:creationId xmlns:p14="http://schemas.microsoft.com/office/powerpoint/2010/main" val="638383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SMT Process &amp; Rework(4 Of 6)</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259704"/>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altLang="zh-CN" sz="1600" dirty="0">
                <a:solidFill>
                  <a:schemeClr val="accent1"/>
                </a:solidFill>
              </a:rPr>
              <a:t>All ODMs think it is nice to keep NCTF testable feature.</a:t>
            </a: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114838499"/>
              </p:ext>
            </p:extLst>
          </p:nvPr>
        </p:nvGraphicFramePr>
        <p:xfrm>
          <a:off x="210551" y="675827"/>
          <a:ext cx="11010818" cy="4450080"/>
        </p:xfrm>
        <a:graphic>
          <a:graphicData uri="http://schemas.openxmlformats.org/drawingml/2006/table">
            <a:tbl>
              <a:tblPr firstRow="1" bandRow="1">
                <a:tableStyleId>{B301B821-A1FF-4177-AEE7-76D212191A09}</a:tableStyleId>
              </a:tblPr>
              <a:tblGrid>
                <a:gridCol w="1477502">
                  <a:extLst>
                    <a:ext uri="{9D8B030D-6E8A-4147-A177-3AD203B41FA5}">
                      <a16:colId xmlns:a16="http://schemas.microsoft.com/office/drawing/2014/main" val="476935505"/>
                    </a:ext>
                  </a:extLst>
                </a:gridCol>
                <a:gridCol w="4766658">
                  <a:extLst>
                    <a:ext uri="{9D8B030D-6E8A-4147-A177-3AD203B41FA5}">
                      <a16:colId xmlns:a16="http://schemas.microsoft.com/office/drawing/2014/main" val="1470204383"/>
                    </a:ext>
                  </a:extLst>
                </a:gridCol>
                <a:gridCol w="4766658">
                  <a:extLst>
                    <a:ext uri="{9D8B030D-6E8A-4147-A177-3AD203B41FA5}">
                      <a16:colId xmlns:a16="http://schemas.microsoft.com/office/drawing/2014/main" val="2540138070"/>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think it is a ‘must to have’  NCTF feature for future Intel BGA package design?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‘must to have’ or ‘nice to have’, what is the minimum QTY of NCTF testable pins you think are needed for each corner?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Must to have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2</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Nice to have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Nice to have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Nice to have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2</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Nice to have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zh-CN" alt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t>
                      </a:r>
                      <a:r>
                        <a:rPr kumimoji="0" lang="en-US" altLang="zh-CN"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information from factory side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information from factory side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Nice to have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30-40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Nice to have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zh-CN" alt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t>
                      </a:r>
                      <a:r>
                        <a:rPr kumimoji="0" lang="en-US" altLang="zh-CN"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Nice to have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zh-CN" alt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t>
                      </a:r>
                      <a:r>
                        <a:rPr kumimoji="0" lang="en-US" altLang="zh-CN"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2</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Tree>
    <p:extLst>
      <p:ext uri="{BB962C8B-B14F-4D97-AF65-F5344CB8AC3E}">
        <p14:creationId xmlns:p14="http://schemas.microsoft.com/office/powerpoint/2010/main" val="398651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SMT Process &amp; Rework(5 Of 6)</a:t>
            </a:r>
          </a:p>
        </p:txBody>
      </p:sp>
      <p:sp>
        <p:nvSpPr>
          <p:cNvPr id="4" name="TextBox 3">
            <a:extLst>
              <a:ext uri="{FF2B5EF4-FFF2-40B4-BE49-F238E27FC236}">
                <a16:creationId xmlns:a16="http://schemas.microsoft.com/office/drawing/2014/main" id="{739ED610-7AC8-45CD-BCC6-B494109E5D9F}"/>
              </a:ext>
            </a:extLst>
          </p:cNvPr>
          <p:cNvSpPr txBox="1"/>
          <p:nvPr/>
        </p:nvSpPr>
        <p:spPr>
          <a:xfrm>
            <a:off x="210553" y="5380657"/>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All customers prefer mini-stencil to rework, only Compal KS has paste jetting machine and minimum KOZ is 2 mm.</a:t>
            </a: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1834772206"/>
              </p:ext>
            </p:extLst>
          </p:nvPr>
        </p:nvGraphicFramePr>
        <p:xfrm>
          <a:off x="210551" y="675827"/>
          <a:ext cx="10900612" cy="4536440"/>
        </p:xfrm>
        <a:graphic>
          <a:graphicData uri="http://schemas.openxmlformats.org/drawingml/2006/table">
            <a:tbl>
              <a:tblPr firstRow="1" bandRow="1">
                <a:tableStyleId>{B301B821-A1FF-4177-AEE7-76D212191A09}</a:tableStyleId>
              </a:tblPr>
              <a:tblGrid>
                <a:gridCol w="1023730">
                  <a:extLst>
                    <a:ext uri="{9D8B030D-6E8A-4147-A177-3AD203B41FA5}">
                      <a16:colId xmlns:a16="http://schemas.microsoft.com/office/drawing/2014/main" val="476935505"/>
                    </a:ext>
                  </a:extLst>
                </a:gridCol>
                <a:gridCol w="3494473">
                  <a:extLst>
                    <a:ext uri="{9D8B030D-6E8A-4147-A177-3AD203B41FA5}">
                      <a16:colId xmlns:a16="http://schemas.microsoft.com/office/drawing/2014/main" val="1470204383"/>
                    </a:ext>
                  </a:extLst>
                </a:gridCol>
                <a:gridCol w="3110959">
                  <a:extLst>
                    <a:ext uri="{9D8B030D-6E8A-4147-A177-3AD203B41FA5}">
                      <a16:colId xmlns:a16="http://schemas.microsoft.com/office/drawing/2014/main" val="2540138070"/>
                    </a:ext>
                  </a:extLst>
                </a:gridCol>
                <a:gridCol w="3271450">
                  <a:extLst>
                    <a:ext uri="{9D8B030D-6E8A-4147-A177-3AD203B41FA5}">
                      <a16:colId xmlns:a16="http://schemas.microsoft.com/office/drawing/2014/main" val="1360623046"/>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your rework process preferred to repair full grid array SOC devices?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have the capability to do paste jetting for rework BGA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what is the minimum KOZ for your paste jetting process?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Solder paste printed with a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ministencil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indent="0" algn="ctr" defTabSz="609600" fontAlgn="b" latinLnBrk="0">
                        <a:lnSpc>
                          <a:spcPct val="100000"/>
                        </a:lnSpc>
                        <a:spcBef>
                          <a:spcPts val="0"/>
                        </a:spcBef>
                        <a:spcAft>
                          <a:spcPts val="0"/>
                        </a:spcAft>
                        <a:buClrTx/>
                        <a:buSzTx/>
                        <a:buFontTx/>
                        <a:buNone/>
                        <a:tabLst/>
                      </a:pP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Solder paste printed with a </a:t>
                      </a:r>
                      <a:r>
                        <a:rPr kumimoji="0" lang="en-US" sz="10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ministencil</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and Solder paste printing on the component solder ball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Solder paste printed with a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ministencil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Solder paste printed with a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ministencil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Solder paste printed with a ministencil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Solder paste printed with a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ministencil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Solder paste printed with a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ministencil</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/paste jetting. Paste jetting rework tooling response is product specific (LTS pkg), but their baseline process is mini-stencil rework.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2 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Solder paste printed with a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ministencil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Solder paste printed with a ministencil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Solder paste printed with a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ministencil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Solder paste printed with a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ministencil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Tree>
    <p:extLst>
      <p:ext uri="{BB962C8B-B14F-4D97-AF65-F5344CB8AC3E}">
        <p14:creationId xmlns:p14="http://schemas.microsoft.com/office/powerpoint/2010/main" val="4127238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SMT Process &amp; Rework(6 Of 6)</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2421620702"/>
              </p:ext>
            </p:extLst>
          </p:nvPr>
        </p:nvGraphicFramePr>
        <p:xfrm>
          <a:off x="210551" y="675827"/>
          <a:ext cx="10900612" cy="4627880"/>
        </p:xfrm>
        <a:graphic>
          <a:graphicData uri="http://schemas.openxmlformats.org/drawingml/2006/table">
            <a:tbl>
              <a:tblPr firstRow="1" bandRow="1">
                <a:tableStyleId>{B301B821-A1FF-4177-AEE7-76D212191A09}</a:tableStyleId>
              </a:tblPr>
              <a:tblGrid>
                <a:gridCol w="1023730">
                  <a:extLst>
                    <a:ext uri="{9D8B030D-6E8A-4147-A177-3AD203B41FA5}">
                      <a16:colId xmlns:a16="http://schemas.microsoft.com/office/drawing/2014/main" val="476935505"/>
                    </a:ext>
                  </a:extLst>
                </a:gridCol>
                <a:gridCol w="2784266">
                  <a:extLst>
                    <a:ext uri="{9D8B030D-6E8A-4147-A177-3AD203B41FA5}">
                      <a16:colId xmlns:a16="http://schemas.microsoft.com/office/drawing/2014/main" val="1470204383"/>
                    </a:ext>
                  </a:extLst>
                </a:gridCol>
                <a:gridCol w="3398921">
                  <a:extLst>
                    <a:ext uri="{9D8B030D-6E8A-4147-A177-3AD203B41FA5}">
                      <a16:colId xmlns:a16="http://schemas.microsoft.com/office/drawing/2014/main" val="2540138070"/>
                    </a:ext>
                  </a:extLst>
                </a:gridCol>
                <a:gridCol w="3693695">
                  <a:extLst>
                    <a:ext uri="{9D8B030D-6E8A-4147-A177-3AD203B41FA5}">
                      <a16:colId xmlns:a16="http://schemas.microsoft.com/office/drawing/2014/main" val="1360623046"/>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use any fixturing /pallets for the rework process?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what is the material of fixturing /pallets?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What is your prefer method to remove the solder paste residues after SOC removal from the board, do you do manual site dress or auto-scavenging?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Aluminum, synthetic stone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Manual remove</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Synthetic stone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Manual remove</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Synthetic stone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Manual remove</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Aluminum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Manual remove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Aluminum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Manual remove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Aluminum or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durostone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Most are manual remove, the automated machine is not good for use, VTTECH/VT-610S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Aluminum or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durostone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Manual remove</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SST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Manual remove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 Aluminum</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Manual remove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 Aluminum</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Manual remove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Aluminum</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Manual remove and auto-scavenging</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1" y="5388082"/>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Most customers use Aluminum or Synthetic stone to make pallets. And manual remove is the most popular way to remove the solder paste residues. </a:t>
            </a:r>
            <a:endParaRPr kumimoji="0" lang="en-US" sz="1600" i="0" u="none" strike="noStrike" cap="none" spc="0" normalizeH="0" baseline="0" dirty="0">
              <a:ln>
                <a:noFill/>
              </a:ln>
              <a:solidFill>
                <a:schemeClr val="accent1"/>
              </a:solidFill>
              <a:effectLst/>
              <a:uFillTx/>
              <a:latin typeface="+mn-lt"/>
              <a:ea typeface="+mn-ea"/>
              <a:cs typeface="+mn-cs"/>
              <a:sym typeface="Helvetica Neue"/>
            </a:endParaRPr>
          </a:p>
        </p:txBody>
      </p:sp>
      <p:sp>
        <p:nvSpPr>
          <p:cNvPr id="4" name="Action Button: Go Home 3">
            <a:hlinkClick r:id="rId2" action="ppaction://hlinksldjump" highlightClick="1"/>
            <a:extLst>
              <a:ext uri="{FF2B5EF4-FFF2-40B4-BE49-F238E27FC236}">
                <a16:creationId xmlns:a16="http://schemas.microsoft.com/office/drawing/2014/main" id="{0C19E5F0-361B-2ABA-A866-DBC2B8F7E255}"/>
              </a:ext>
            </a:extLst>
          </p:cNvPr>
          <p:cNvSpPr/>
          <p:nvPr/>
        </p:nvSpPr>
        <p:spPr>
          <a:xfrm>
            <a:off x="11160840" y="6034974"/>
            <a:ext cx="424985" cy="294398"/>
          </a:xfrm>
          <a:prstGeom prst="actionButtonHome">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chemeClr val="bg2">
                  <a:lumMod val="40000"/>
                  <a:lumOff val="60000"/>
                </a:schemeClr>
              </a:solidFill>
              <a:effectLst/>
              <a:uFillTx/>
              <a:latin typeface="IntelOne Display Regular" panose="020B0503020203020204" pitchFamily="34" charset="0"/>
              <a:ea typeface="Helvetica Neue Medium"/>
              <a:cs typeface="Helvetica Neue Medium"/>
              <a:sym typeface="Helvetica Neue Medium"/>
            </a:endParaRPr>
          </a:p>
        </p:txBody>
      </p:sp>
    </p:spTree>
    <p:extLst>
      <p:ext uri="{BB962C8B-B14F-4D97-AF65-F5344CB8AC3E}">
        <p14:creationId xmlns:p14="http://schemas.microsoft.com/office/powerpoint/2010/main" val="1975868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Solder paste &amp; Solder ball </a:t>
            </a:r>
          </a:p>
        </p:txBody>
      </p:sp>
    </p:spTree>
    <p:extLst>
      <p:ext uri="{BB962C8B-B14F-4D97-AF65-F5344CB8AC3E}">
        <p14:creationId xmlns:p14="http://schemas.microsoft.com/office/powerpoint/2010/main" val="2209356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Solder paste &amp; Solder ball (1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2533981538"/>
              </p:ext>
            </p:extLst>
          </p:nvPr>
        </p:nvGraphicFramePr>
        <p:xfrm>
          <a:off x="210551" y="675827"/>
          <a:ext cx="10900613" cy="4824095"/>
        </p:xfrm>
        <a:graphic>
          <a:graphicData uri="http://schemas.openxmlformats.org/drawingml/2006/table">
            <a:tbl>
              <a:tblPr firstRow="1" bandRow="1">
                <a:tableStyleId>{B301B821-A1FF-4177-AEE7-76D212191A09}</a:tableStyleId>
              </a:tblPr>
              <a:tblGrid>
                <a:gridCol w="785681">
                  <a:extLst>
                    <a:ext uri="{9D8B030D-6E8A-4147-A177-3AD203B41FA5}">
                      <a16:colId xmlns:a16="http://schemas.microsoft.com/office/drawing/2014/main" val="476935505"/>
                    </a:ext>
                  </a:extLst>
                </a:gridCol>
                <a:gridCol w="2534732">
                  <a:extLst>
                    <a:ext uri="{9D8B030D-6E8A-4147-A177-3AD203B41FA5}">
                      <a16:colId xmlns:a16="http://schemas.microsoft.com/office/drawing/2014/main" val="1470204383"/>
                    </a:ext>
                  </a:extLst>
                </a:gridCol>
                <a:gridCol w="2534732">
                  <a:extLst>
                    <a:ext uri="{9D8B030D-6E8A-4147-A177-3AD203B41FA5}">
                      <a16:colId xmlns:a16="http://schemas.microsoft.com/office/drawing/2014/main" val="2540138070"/>
                    </a:ext>
                  </a:extLst>
                </a:gridCol>
                <a:gridCol w="2534732">
                  <a:extLst>
                    <a:ext uri="{9D8B030D-6E8A-4147-A177-3AD203B41FA5}">
                      <a16:colId xmlns:a16="http://schemas.microsoft.com/office/drawing/2014/main" val="3848910107"/>
                    </a:ext>
                  </a:extLst>
                </a:gridCol>
                <a:gridCol w="2510736">
                  <a:extLst>
                    <a:ext uri="{9D8B030D-6E8A-4147-A177-3AD203B41FA5}">
                      <a16:colId xmlns:a16="http://schemas.microsoft.com/office/drawing/2014/main" val="1360623046"/>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Have you ever utilized Recycled Tin solder paste or solder bars in your HVM factories?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If you have utilized Recycled Tin Solder paste or solder bars, which suppliers and formulations have you used?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Would you consider utilizing Recycled Tin Solder paste or solder bars in your products to support sustainability efforts?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the primary reason for not considering utilizing Recycled Tin Solder paste or solder bars?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So Far 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 Tried Senju</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Depends on OEM requirement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Reliability</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Reliability</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Reliability, cost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Reliability</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Reliability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Senju M705R S101-N4</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Depends on customer requirement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Reliability</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Reliability</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1" y="5555565"/>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Only Pegatron Suzhou used to use recycled Tin solder paste Senju M705R S101-N4, requested by MSFT. Reliability and cost are the main concerns.</a:t>
            </a:r>
          </a:p>
        </p:txBody>
      </p:sp>
    </p:spTree>
    <p:extLst>
      <p:ext uri="{BB962C8B-B14F-4D97-AF65-F5344CB8AC3E}">
        <p14:creationId xmlns:p14="http://schemas.microsoft.com/office/powerpoint/2010/main" val="2815045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Solder paste &amp; Solder ball (2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3049943166"/>
              </p:ext>
            </p:extLst>
          </p:nvPr>
        </p:nvGraphicFramePr>
        <p:xfrm>
          <a:off x="210551" y="675827"/>
          <a:ext cx="11243512" cy="4450080"/>
        </p:xfrm>
        <a:graphic>
          <a:graphicData uri="http://schemas.openxmlformats.org/drawingml/2006/table">
            <a:tbl>
              <a:tblPr firstRow="1" bandRow="1">
                <a:tableStyleId>{B301B821-A1FF-4177-AEE7-76D212191A09}</a:tableStyleId>
              </a:tblPr>
              <a:tblGrid>
                <a:gridCol w="1317460">
                  <a:extLst>
                    <a:ext uri="{9D8B030D-6E8A-4147-A177-3AD203B41FA5}">
                      <a16:colId xmlns:a16="http://schemas.microsoft.com/office/drawing/2014/main" val="476935505"/>
                    </a:ext>
                  </a:extLst>
                </a:gridCol>
                <a:gridCol w="4076265">
                  <a:extLst>
                    <a:ext uri="{9D8B030D-6E8A-4147-A177-3AD203B41FA5}">
                      <a16:colId xmlns:a16="http://schemas.microsoft.com/office/drawing/2014/main" val="1470204383"/>
                    </a:ext>
                  </a:extLst>
                </a:gridCol>
                <a:gridCol w="5849787">
                  <a:extLst>
                    <a:ext uri="{9D8B030D-6E8A-4147-A177-3AD203B41FA5}">
                      <a16:colId xmlns:a16="http://schemas.microsoft.com/office/drawing/2014/main" val="2540138070"/>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Will there be impact if we remove the solder paste vendor/model list recommendation from MAS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what is the impact?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Intel has tested the NWO, HOP risk of the recommended solder paste in MAS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Customer will check whether ODM's solder paste was recommended by Intel, if not, ODM need to provide DOE result of the solder paste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our solder paste was verified by OEM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we follow OEM's advice to use solder paste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Customer request Intel to provide paste recommendation;</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Have to qualify (how long it takes?) our own paste instead of choosing from Intel's recommendation list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When analyze solder issues, we will take Intel recommendation for reference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we follow OEM's advice to use solder paste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Customer request Intel to provide paste recommendation;</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Have to qualify  our own paste </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Have to qualify our own paste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3" y="5203614"/>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Half customers hope Intel don’t remove solder paste recommendation in MAS, otherwise they have to qualified by themselves. Others follow OEM’s request.</a:t>
            </a:r>
          </a:p>
        </p:txBody>
      </p:sp>
    </p:spTree>
    <p:extLst>
      <p:ext uri="{BB962C8B-B14F-4D97-AF65-F5344CB8AC3E}">
        <p14:creationId xmlns:p14="http://schemas.microsoft.com/office/powerpoint/2010/main" val="1560715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Solder paste &amp; Solder ball (3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911636091"/>
              </p:ext>
            </p:extLst>
          </p:nvPr>
        </p:nvGraphicFramePr>
        <p:xfrm>
          <a:off x="210551" y="675827"/>
          <a:ext cx="11278716" cy="4627880"/>
        </p:xfrm>
        <a:graphic>
          <a:graphicData uri="http://schemas.openxmlformats.org/drawingml/2006/table">
            <a:tbl>
              <a:tblPr firstRow="1" bandRow="1">
                <a:tableStyleId>{B301B821-A1FF-4177-AEE7-76D212191A09}</a:tableStyleId>
              </a:tblPr>
              <a:tblGrid>
                <a:gridCol w="1062287">
                  <a:extLst>
                    <a:ext uri="{9D8B030D-6E8A-4147-A177-3AD203B41FA5}">
                      <a16:colId xmlns:a16="http://schemas.microsoft.com/office/drawing/2014/main" val="476935505"/>
                    </a:ext>
                  </a:extLst>
                </a:gridCol>
                <a:gridCol w="3427105">
                  <a:extLst>
                    <a:ext uri="{9D8B030D-6E8A-4147-A177-3AD203B41FA5}">
                      <a16:colId xmlns:a16="http://schemas.microsoft.com/office/drawing/2014/main" val="3848910107"/>
                    </a:ext>
                  </a:extLst>
                </a:gridCol>
                <a:gridCol w="3394662">
                  <a:extLst>
                    <a:ext uri="{9D8B030D-6E8A-4147-A177-3AD203B41FA5}">
                      <a16:colId xmlns:a16="http://schemas.microsoft.com/office/drawing/2014/main" val="1360623046"/>
                    </a:ext>
                  </a:extLst>
                </a:gridCol>
                <a:gridCol w="3394662">
                  <a:extLst>
                    <a:ext uri="{9D8B030D-6E8A-4147-A177-3AD203B41FA5}">
                      <a16:colId xmlns:a16="http://schemas.microsoft.com/office/drawing/2014/main" val="213967512"/>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 of non-Intel BGAs do you currently assemble with SAC305 solder balls?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have any concerns if Intel switch BGA solder balls from SAC405 to SAC305 metallurgy?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Would any new qualifications need to be done if Intel do this change?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data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Need further verification, Intel can also try SAC 105</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 will do some verification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TI use SAC105</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Need to confirm the wetting performance, strength and reliability of the solder ball</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data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Need to confirm the reliability under double 85</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AMD use SAC 305, Qualcomm use SAC405</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Need to confirm the influence on soldering</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90%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Yes, we think SAC405 has better wetting capability and thermal shock performance compared to SAC305</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We recommend not to change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data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Yes, need do reliability test.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98%</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Reliability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100%</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Need to confirm the quality of solder joint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90%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Need to confirm the open, SBB risk of SAC305</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X-section,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DnP</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2" y="5388082"/>
            <a:ext cx="11339763"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TI uses SAC105, AMD uses SAC305, Qualcomm uses SAC405. Most customers worry about the soldering quality and reliability if Intel change SAC405 to SAC305 and will do some qualifications.</a:t>
            </a:r>
          </a:p>
        </p:txBody>
      </p:sp>
    </p:spTree>
    <p:extLst>
      <p:ext uri="{BB962C8B-B14F-4D97-AF65-F5344CB8AC3E}">
        <p14:creationId xmlns:p14="http://schemas.microsoft.com/office/powerpoint/2010/main" val="2993275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Solder paste &amp; Solder ball (4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2787673504"/>
              </p:ext>
            </p:extLst>
          </p:nvPr>
        </p:nvGraphicFramePr>
        <p:xfrm>
          <a:off x="210551" y="675827"/>
          <a:ext cx="11278716" cy="4627880"/>
        </p:xfrm>
        <a:graphic>
          <a:graphicData uri="http://schemas.openxmlformats.org/drawingml/2006/table">
            <a:tbl>
              <a:tblPr firstRow="1" bandRow="1">
                <a:tableStyleId>{B301B821-A1FF-4177-AEE7-76D212191A09}</a:tableStyleId>
              </a:tblPr>
              <a:tblGrid>
                <a:gridCol w="1062287">
                  <a:extLst>
                    <a:ext uri="{9D8B030D-6E8A-4147-A177-3AD203B41FA5}">
                      <a16:colId xmlns:a16="http://schemas.microsoft.com/office/drawing/2014/main" val="476935505"/>
                    </a:ext>
                  </a:extLst>
                </a:gridCol>
                <a:gridCol w="3427105">
                  <a:extLst>
                    <a:ext uri="{9D8B030D-6E8A-4147-A177-3AD203B41FA5}">
                      <a16:colId xmlns:a16="http://schemas.microsoft.com/office/drawing/2014/main" val="3848910107"/>
                    </a:ext>
                  </a:extLst>
                </a:gridCol>
                <a:gridCol w="3394662">
                  <a:extLst>
                    <a:ext uri="{9D8B030D-6E8A-4147-A177-3AD203B41FA5}">
                      <a16:colId xmlns:a16="http://schemas.microsoft.com/office/drawing/2014/main" val="1360623046"/>
                    </a:ext>
                  </a:extLst>
                </a:gridCol>
                <a:gridCol w="3394662">
                  <a:extLst>
                    <a:ext uri="{9D8B030D-6E8A-4147-A177-3AD203B41FA5}">
                      <a16:colId xmlns:a16="http://schemas.microsoft.com/office/drawing/2014/main" val="213967512"/>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a:solidFill>
                            <a:schemeClr val="lt1"/>
                          </a:solidFill>
                          <a:uFillTx/>
                          <a:latin typeface="+mn-lt"/>
                          <a:ea typeface="+mn-ea"/>
                          <a:cs typeface="+mn-cs"/>
                          <a:sym typeface="Intel Clear"/>
                        </a:rPr>
                        <a:t>What is the largest void size in BGA solderjoint allowed?</a:t>
                      </a:r>
                      <a:endParaRPr lang="en-US" sz="1200" b="1" i="0" u="none" strike="noStrike" cap="none" spc="0" baseline="0" dirty="0">
                        <a:solidFill>
                          <a:schemeClr val="lt1"/>
                        </a:solidFill>
                        <a:uFillTx/>
                        <a:latin typeface="+mn-lt"/>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How often do you find SAC BGA in HVM that have solder joint cumulative void size &gt;30%?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If you find a SAC BGA solder joint with cumulative void size &gt;30%, what action(s) do you take?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a:solidFill>
                            <a:schemeClr val="tx1"/>
                          </a:solidFill>
                          <a:effectLst/>
                          <a:uFillTx/>
                          <a:latin typeface="Intel Clear Light" panose="020B0404020203020204" pitchFamily="34" charset="0"/>
                          <a:ea typeface="+mn-ea"/>
                          <a:cs typeface="+mn-cs"/>
                          <a:sym typeface="Intel Clear"/>
                        </a:rPr>
                        <a:t>LCFC</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Depends on product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Sometimes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Rework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Follow IPC610, less than 30%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Never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Adjust the reflow profile and stencil</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30%</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Sometimes</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Adjust the reflow profile and stencil</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30%</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Sometimes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Adjust the reflow profile and stencil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30%</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Never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Adjust the reflow profile and stencil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30%</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Sometimes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adjustment, only if high FR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30%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Never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Optimize the process setting</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20%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Never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30%</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Only find in LNL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Adjust the reflow profile, but the result is not very good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30%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Never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＜25%</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Sometimes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Adjust the reflow profile and stencil</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3" y="5441799"/>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Most customers follow 30% spec to inspect void size, except Quanta and Wistron. Half customers used to find void &gt;30%. Adjust the profile and stencil is the most popular actions if they find void &gt;30%. </a:t>
            </a:r>
          </a:p>
        </p:txBody>
      </p:sp>
      <p:sp>
        <p:nvSpPr>
          <p:cNvPr id="4" name="Action Button: Go Home 3">
            <a:hlinkClick r:id="rId2" action="ppaction://hlinksldjump" highlightClick="1"/>
            <a:extLst>
              <a:ext uri="{FF2B5EF4-FFF2-40B4-BE49-F238E27FC236}">
                <a16:creationId xmlns:a16="http://schemas.microsoft.com/office/drawing/2014/main" id="{1097F592-F41A-112F-66C7-BA35E366B82F}"/>
              </a:ext>
            </a:extLst>
          </p:cNvPr>
          <p:cNvSpPr/>
          <p:nvPr/>
        </p:nvSpPr>
        <p:spPr>
          <a:xfrm>
            <a:off x="11160840" y="6034974"/>
            <a:ext cx="424985" cy="294398"/>
          </a:xfrm>
          <a:prstGeom prst="actionButtonHome">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chemeClr val="bg2">
                  <a:lumMod val="40000"/>
                  <a:lumOff val="60000"/>
                </a:schemeClr>
              </a:solidFill>
              <a:effectLst/>
              <a:uFillTx/>
              <a:latin typeface="IntelOne Display Regular" panose="020B0503020203020204" pitchFamily="34" charset="0"/>
              <a:ea typeface="Helvetica Neue Medium"/>
              <a:cs typeface="Helvetica Neue Medium"/>
              <a:sym typeface="Helvetica Neue Medium"/>
            </a:endParaRPr>
          </a:p>
        </p:txBody>
      </p:sp>
    </p:spTree>
    <p:extLst>
      <p:ext uri="{BB962C8B-B14F-4D97-AF65-F5344CB8AC3E}">
        <p14:creationId xmlns:p14="http://schemas.microsoft.com/office/powerpoint/2010/main" val="1264831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Equipment Related</a:t>
            </a:r>
          </a:p>
        </p:txBody>
      </p:sp>
    </p:spTree>
    <p:extLst>
      <p:ext uri="{BB962C8B-B14F-4D97-AF65-F5344CB8AC3E}">
        <p14:creationId xmlns:p14="http://schemas.microsoft.com/office/powerpoint/2010/main" val="3370009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Equipment Related(1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2502991757"/>
              </p:ext>
            </p:extLst>
          </p:nvPr>
        </p:nvGraphicFramePr>
        <p:xfrm>
          <a:off x="210551" y="675827"/>
          <a:ext cx="10900613" cy="4723765"/>
        </p:xfrm>
        <a:graphic>
          <a:graphicData uri="http://schemas.openxmlformats.org/drawingml/2006/table">
            <a:tbl>
              <a:tblPr firstRow="1" bandRow="1">
                <a:tableStyleId>{B301B821-A1FF-4177-AEE7-76D212191A09}</a:tableStyleId>
              </a:tblPr>
              <a:tblGrid>
                <a:gridCol w="944481">
                  <a:extLst>
                    <a:ext uri="{9D8B030D-6E8A-4147-A177-3AD203B41FA5}">
                      <a16:colId xmlns:a16="http://schemas.microsoft.com/office/drawing/2014/main" val="476935505"/>
                    </a:ext>
                  </a:extLst>
                </a:gridCol>
                <a:gridCol w="2021305">
                  <a:extLst>
                    <a:ext uri="{9D8B030D-6E8A-4147-A177-3AD203B41FA5}">
                      <a16:colId xmlns:a16="http://schemas.microsoft.com/office/drawing/2014/main" val="1470204383"/>
                    </a:ext>
                  </a:extLst>
                </a:gridCol>
                <a:gridCol w="2713121">
                  <a:extLst>
                    <a:ext uri="{9D8B030D-6E8A-4147-A177-3AD203B41FA5}">
                      <a16:colId xmlns:a16="http://schemas.microsoft.com/office/drawing/2014/main" val="2540138070"/>
                    </a:ext>
                  </a:extLst>
                </a:gridCol>
                <a:gridCol w="2710970">
                  <a:extLst>
                    <a:ext uri="{9D8B030D-6E8A-4147-A177-3AD203B41FA5}">
                      <a16:colId xmlns:a16="http://schemas.microsoft.com/office/drawing/2014/main" val="3848910107"/>
                    </a:ext>
                  </a:extLst>
                </a:gridCol>
                <a:gridCol w="2510736">
                  <a:extLst>
                    <a:ext uri="{9D8B030D-6E8A-4147-A177-3AD203B41FA5}">
                      <a16:colId xmlns:a16="http://schemas.microsoft.com/office/drawing/2014/main" val="1360623046"/>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Is MXI Inspection used in your line?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If MXI is used, what is the purpose?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the tube Voltage and Power of the MXI machine used for inspection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the MXI Inspection time for PCBA with SOC housing a memory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FA, rework, process set-up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90 KV, 7.65 W</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3 minutes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Rework validation, process set-up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160KV , 3W</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LNL projects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Rework validation, process set-up</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60KV, 2400W</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 minutes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Rework validation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120kV, 2W</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2 minutes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FA, rework, process set-up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130KV/40W</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3 minutes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FA, rework, process set-up</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120kV, 14W</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3 minutes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FA, rework, process set-up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120KV, 1.6 W</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5 minutes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Process set-up</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120 KV, 3.8W</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Unknow</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Rework, process set-up</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Nanofocus</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focus size:1um, max power: 1W </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Microfocus focus size: 2um, max power: 7W High Power focus size: 6um, max power: 12W</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2 minutes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FA, rework validation, process set-up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120kV, 10W</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5 minutes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Sampling check, P/R check, rework validation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160KV,20W</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5 minutes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1" y="5468570"/>
            <a:ext cx="11303670"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All customers use MXI for FA, rework, process set-up. The Voltage and Power settings are different, since different machines were used. Inspection time range from 1 min to 5 min. </a:t>
            </a:r>
          </a:p>
        </p:txBody>
      </p:sp>
    </p:spTree>
    <p:extLst>
      <p:ext uri="{BB962C8B-B14F-4D97-AF65-F5344CB8AC3E}">
        <p14:creationId xmlns:p14="http://schemas.microsoft.com/office/powerpoint/2010/main" val="3481064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Equipment Related(2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1590146583"/>
              </p:ext>
            </p:extLst>
          </p:nvPr>
        </p:nvGraphicFramePr>
        <p:xfrm>
          <a:off x="210551" y="675827"/>
          <a:ext cx="11143249" cy="4654786"/>
        </p:xfrm>
        <a:graphic>
          <a:graphicData uri="http://schemas.openxmlformats.org/drawingml/2006/table">
            <a:tbl>
              <a:tblPr firstRow="1" bandRow="1">
                <a:tableStyleId>{B301B821-A1FF-4177-AEE7-76D212191A09}</a:tableStyleId>
              </a:tblPr>
              <a:tblGrid>
                <a:gridCol w="1043524">
                  <a:extLst>
                    <a:ext uri="{9D8B030D-6E8A-4147-A177-3AD203B41FA5}">
                      <a16:colId xmlns:a16="http://schemas.microsoft.com/office/drawing/2014/main" val="476935505"/>
                    </a:ext>
                  </a:extLst>
                </a:gridCol>
                <a:gridCol w="2836662">
                  <a:extLst>
                    <a:ext uri="{9D8B030D-6E8A-4147-A177-3AD203B41FA5}">
                      <a16:colId xmlns:a16="http://schemas.microsoft.com/office/drawing/2014/main" val="1470204383"/>
                    </a:ext>
                  </a:extLst>
                </a:gridCol>
                <a:gridCol w="3711742">
                  <a:extLst>
                    <a:ext uri="{9D8B030D-6E8A-4147-A177-3AD203B41FA5}">
                      <a16:colId xmlns:a16="http://schemas.microsoft.com/office/drawing/2014/main" val="2540138070"/>
                    </a:ext>
                  </a:extLst>
                </a:gridCol>
                <a:gridCol w="3551321">
                  <a:extLst>
                    <a:ext uri="{9D8B030D-6E8A-4147-A177-3AD203B41FA5}">
                      <a16:colId xmlns:a16="http://schemas.microsoft.com/office/drawing/2014/main" val="3848910107"/>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have access to a dosimeter for X-ray exposure measurements in MXI?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please mention the supplier, dosimeter product name and accuracy of the dosimeter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have issues with inspecting the package with the package facing away from the X-ray source in MXI? Please mention the issues.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97746">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Nanodot(???)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a:solidFill>
                            <a:schemeClr val="tx1"/>
                          </a:solidFill>
                          <a:effectLst/>
                          <a:uFillTx/>
                          <a:latin typeface="Intel Clear Light" panose="020B0404020203020204" pitchFamily="34" charset="0"/>
                          <a:ea typeface="+mn-ea"/>
                          <a:cs typeface="+mn-cs"/>
                          <a:sym typeface="Intel Clear"/>
                        </a:rPr>
                        <a:t>Quanta CQ</a:t>
                      </a:r>
                      <a:endPar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Nanodot(???)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 shielding cap and backside components will affect inspection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1" y="5443508"/>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Most customers don’t have any experience on dosimeter for X-ray exposure measurement. Only Wistron have issues with inspecting the package with the package facing away from the X-ray source.  </a:t>
            </a:r>
          </a:p>
        </p:txBody>
      </p:sp>
      <p:sp>
        <p:nvSpPr>
          <p:cNvPr id="5" name="Action Button: Go Forward or Next 4">
            <a:hlinkClick r:id="rId2" action="ppaction://hlinksldjump" highlightClick="1"/>
            <a:extLst>
              <a:ext uri="{FF2B5EF4-FFF2-40B4-BE49-F238E27FC236}">
                <a16:creationId xmlns:a16="http://schemas.microsoft.com/office/drawing/2014/main" id="{160A6ACC-037D-32BA-74BF-054AF5F4BB4A}"/>
              </a:ext>
            </a:extLst>
          </p:cNvPr>
          <p:cNvSpPr/>
          <p:nvPr/>
        </p:nvSpPr>
        <p:spPr>
          <a:xfrm>
            <a:off x="3268254" y="3205050"/>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Action Button: Go Forward or Next 6">
            <a:hlinkClick r:id="rId2" action="ppaction://hlinksldjump" highlightClick="1"/>
            <a:extLst>
              <a:ext uri="{FF2B5EF4-FFF2-40B4-BE49-F238E27FC236}">
                <a16:creationId xmlns:a16="http://schemas.microsoft.com/office/drawing/2014/main" id="{DED4D2A1-F8E1-96BD-233F-4C51524CB335}"/>
              </a:ext>
            </a:extLst>
          </p:cNvPr>
          <p:cNvSpPr/>
          <p:nvPr/>
        </p:nvSpPr>
        <p:spPr>
          <a:xfrm>
            <a:off x="3268254" y="3940767"/>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4" name="Action Button: Go Forward or Next 3">
            <a:hlinkClick r:id="rId2" action="ppaction://hlinksldjump" highlightClick="1"/>
            <a:extLst>
              <a:ext uri="{FF2B5EF4-FFF2-40B4-BE49-F238E27FC236}">
                <a16:creationId xmlns:a16="http://schemas.microsoft.com/office/drawing/2014/main" id="{1ADD9073-5143-6FCA-2652-0779930AF372}"/>
              </a:ext>
            </a:extLst>
          </p:cNvPr>
          <p:cNvSpPr/>
          <p:nvPr/>
        </p:nvSpPr>
        <p:spPr>
          <a:xfrm>
            <a:off x="3268253" y="2469333"/>
            <a:ext cx="281063" cy="174392"/>
          </a:xfrm>
          <a:prstGeom prst="actionButtonForwardNext">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294451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Equipment Related(3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1601592015"/>
              </p:ext>
            </p:extLst>
          </p:nvPr>
        </p:nvGraphicFramePr>
        <p:xfrm>
          <a:off x="210551" y="675827"/>
          <a:ext cx="11143249" cy="4654786"/>
        </p:xfrm>
        <a:graphic>
          <a:graphicData uri="http://schemas.openxmlformats.org/drawingml/2006/table">
            <a:tbl>
              <a:tblPr firstRow="1" bandRow="1">
                <a:tableStyleId>{B301B821-A1FF-4177-AEE7-76D212191A09}</a:tableStyleId>
              </a:tblPr>
              <a:tblGrid>
                <a:gridCol w="1043524">
                  <a:extLst>
                    <a:ext uri="{9D8B030D-6E8A-4147-A177-3AD203B41FA5}">
                      <a16:colId xmlns:a16="http://schemas.microsoft.com/office/drawing/2014/main" val="476935505"/>
                    </a:ext>
                  </a:extLst>
                </a:gridCol>
                <a:gridCol w="3216325">
                  <a:extLst>
                    <a:ext uri="{9D8B030D-6E8A-4147-A177-3AD203B41FA5}">
                      <a16:colId xmlns:a16="http://schemas.microsoft.com/office/drawing/2014/main" val="1470204383"/>
                    </a:ext>
                  </a:extLst>
                </a:gridCol>
                <a:gridCol w="3516825">
                  <a:extLst>
                    <a:ext uri="{9D8B030D-6E8A-4147-A177-3AD203B41FA5}">
                      <a16:colId xmlns:a16="http://schemas.microsoft.com/office/drawing/2014/main" val="2540138070"/>
                    </a:ext>
                  </a:extLst>
                </a:gridCol>
                <a:gridCol w="3366575">
                  <a:extLst>
                    <a:ext uri="{9D8B030D-6E8A-4147-A177-3AD203B41FA5}">
                      <a16:colId xmlns:a16="http://schemas.microsoft.com/office/drawing/2014/main" val="3848910107"/>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Please provide current Mfg. Name, Model #, Model Year/Date for Solder Paste Print machine (SMT Printer)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Please provide current Mfg. Name, Model #, Model Year/Date for Solder Paste Inspection machine (SPI)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Please provide current Mfg. Name, Model #, Model Year/Date for PNP machine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Hitachi: MS-710(NB)</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DEK: 03ix GEMINI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KoHYoung</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KY8030XDL</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Truteck</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 TU-521</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Panasonic: NPM-D/TT2</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ASM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Siplace</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X4iS&amp;X3S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97746">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GKG ,2018,2021</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hollly</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D686 2020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Panasonic D3, DX,TT2</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1.Brand：GKG：Type：GT++，Year：2020</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2.Brand：MPM：Type：MPM-100，Year：2020</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1.Brand：Sinic-Tek：Type：Hero-S，Year：2020</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Brand：Panasonic</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Type：NPM-D3/NM-EJM6D，Year：2020</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DEK/GKG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SINIC-TEK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NPM/CM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Brand: ASM, Type: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NeoHorizon</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03ix, Year：2021</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Brand: TRI, Type：TR7007 SII Plus, Year：2021/08</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Brand：Fuji</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Type：NXT</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Ⅲ, Year：2021</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TR7007A  </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JUTZE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Panasonic D3 NM</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NXT-FUJI M3</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GKG,GT+,2017/18</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Holly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Panasonic , NPM , 2017</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a:solidFill>
                            <a:schemeClr val="tx1"/>
                          </a:solidFill>
                          <a:effectLst/>
                          <a:uFillTx/>
                          <a:latin typeface="Intel Clear Light" panose="020B0404020203020204" pitchFamily="34" charset="0"/>
                          <a:ea typeface="+mn-ea"/>
                          <a:cs typeface="+mn-cs"/>
                          <a:sym typeface="Intel Clear"/>
                        </a:rPr>
                        <a:t>Quanta CQ</a:t>
                      </a:r>
                      <a:endPar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DEK APP  , 2012</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TR7006_20UM , 2008</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KY8030L_15UM ,2013</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NXTⅡ</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,2011</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GKG  GT++ /2022</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Sinic</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-Tek  Ultra-D /2021</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CM602 /NMP 2022</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 shielding cap and backside components will affect inspection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Tree>
    <p:extLst>
      <p:ext uri="{BB962C8B-B14F-4D97-AF65-F5344CB8AC3E}">
        <p14:creationId xmlns:p14="http://schemas.microsoft.com/office/powerpoint/2010/main" val="1237411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Equipment Related(4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1397733816"/>
              </p:ext>
            </p:extLst>
          </p:nvPr>
        </p:nvGraphicFramePr>
        <p:xfrm>
          <a:off x="210551" y="675827"/>
          <a:ext cx="11143249" cy="4654786"/>
        </p:xfrm>
        <a:graphic>
          <a:graphicData uri="http://schemas.openxmlformats.org/drawingml/2006/table">
            <a:tbl>
              <a:tblPr firstRow="1" bandRow="1">
                <a:tableStyleId>{B301B821-A1FF-4177-AEE7-76D212191A09}</a:tableStyleId>
              </a:tblPr>
              <a:tblGrid>
                <a:gridCol w="1043524">
                  <a:extLst>
                    <a:ext uri="{9D8B030D-6E8A-4147-A177-3AD203B41FA5}">
                      <a16:colId xmlns:a16="http://schemas.microsoft.com/office/drawing/2014/main" val="476935505"/>
                    </a:ext>
                  </a:extLst>
                </a:gridCol>
                <a:gridCol w="3216325">
                  <a:extLst>
                    <a:ext uri="{9D8B030D-6E8A-4147-A177-3AD203B41FA5}">
                      <a16:colId xmlns:a16="http://schemas.microsoft.com/office/drawing/2014/main" val="1470204383"/>
                    </a:ext>
                  </a:extLst>
                </a:gridCol>
                <a:gridCol w="3516825">
                  <a:extLst>
                    <a:ext uri="{9D8B030D-6E8A-4147-A177-3AD203B41FA5}">
                      <a16:colId xmlns:a16="http://schemas.microsoft.com/office/drawing/2014/main" val="2540138070"/>
                    </a:ext>
                  </a:extLst>
                </a:gridCol>
                <a:gridCol w="3366575">
                  <a:extLst>
                    <a:ext uri="{9D8B030D-6E8A-4147-A177-3AD203B41FA5}">
                      <a16:colId xmlns:a16="http://schemas.microsoft.com/office/drawing/2014/main" val="3848910107"/>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Please provide current Mfg. Name, Model #, Model Year/Date for AOI (Automatic Optical Inspection) machine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Please provide current Mfg. Name, Model #, Model Year/Date for SMT Convection Reflow machine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Please provide current Mfg. Name, Model #, Model Year/Date for SMT BGA Rework machine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JUTZE: LI-5000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HELLER: 2049MK5, REHM: VXS-944, ERSA: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Hotflow</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3/26 XL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97746">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hollly</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LX640iL-SH 2020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heller 2043</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ZM-R730B</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1.Brand：magic-ray：Type：V5OOH，Year：2020</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2.Brand：Saku：Type：3DI-LS2，Year：2020</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1.Brand：ERSA：Type：Hotflow3/26/ XL，Year：2020</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1.Brand：ERSA：Type：OHR600/2L，Year：2019</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2.Brand：Sea Mark：Type：ZM-R5830，Year：2019</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VCTA-S820L/HOLLY</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VXP 945N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FF0000"/>
                          </a:solidFill>
                          <a:effectLst/>
                          <a:uLnTx/>
                          <a:uFillTx/>
                          <a:latin typeface="Intel Clear Light" panose="020B0404020203020204" pitchFamily="34" charset="0"/>
                          <a:ea typeface="+mn-ea"/>
                          <a:cs typeface="+mn-cs"/>
                          <a:sym typeface="Intel Clear"/>
                        </a:rPr>
                        <a:t>博菲特 </a:t>
                      </a:r>
                      <a:r>
                        <a:rPr kumimoji="0" lang="en-US" sz="1000" b="0" i="0" u="none" strike="noStrike" kern="0" cap="none" spc="0" normalizeH="0" baseline="0" noProof="0" dirty="0">
                          <a:ln>
                            <a:noFill/>
                          </a:ln>
                          <a:solidFill>
                            <a:srgbClr val="FF0000"/>
                          </a:solidFill>
                          <a:effectLst/>
                          <a:uLnTx/>
                          <a:uFillTx/>
                          <a:latin typeface="Intel Clear Light" panose="020B0404020203020204" pitchFamily="34" charset="0"/>
                          <a:ea typeface="+mn-ea"/>
                          <a:cs typeface="+mn-cs"/>
                          <a:sym typeface="Intel Clear"/>
                        </a:rPr>
                        <a:t>TP950，2019/2020(local supplier)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Brand: TRI, Type：TR7700Q SII, Year：2021/08</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Brand: Rehm, Type ：VXS 834N, Year：2019/03</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Brand: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MicroASM</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Type：MLX-E6250C, Year：2020/06</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TR7700 SII</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JUTZE-LI-5000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Heller 2043 2017</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JTR KTS-1204-N</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SRT 1800i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Holly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Heller 2043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QUICK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a:solidFill>
                            <a:schemeClr val="tx1"/>
                          </a:solidFill>
                          <a:effectLst/>
                          <a:uFillTx/>
                          <a:latin typeface="Intel Clear Light" panose="020B0404020203020204" pitchFamily="34" charset="0"/>
                          <a:ea typeface="+mn-ea"/>
                          <a:cs typeface="+mn-cs"/>
                          <a:sym typeface="Intel Clear"/>
                        </a:rPr>
                        <a:t>Quanta CQ</a:t>
                      </a:r>
                      <a:endPar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TR7700_15UM,2013</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Heller-1913MK3,2014</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JT, KTD-1203-4-N-L，2017</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pt-BR"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DIC RD-500II 2016</a:t>
                      </a:r>
                    </a:p>
                    <a:p>
                      <a:pPr marL="0" marR="0" lvl="0" indent="0" algn="ctr" defTabSz="609600" eaLnBrk="1" fontAlgn="b" latinLnBrk="0" hangingPunct="1">
                        <a:lnSpc>
                          <a:spcPct val="100000"/>
                        </a:lnSpc>
                        <a:spcBef>
                          <a:spcPts val="0"/>
                        </a:spcBef>
                        <a:spcAft>
                          <a:spcPts val="0"/>
                        </a:spcAft>
                        <a:buClrTx/>
                        <a:buSzTx/>
                        <a:buFontTx/>
                        <a:buNone/>
                        <a:tabLst/>
                        <a:defRPr/>
                      </a:pPr>
                      <a:r>
                        <a:rPr kumimoji="0" lang="pt-BR"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QUIKL EA-H15 2014</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JUTZE  LI-3000DP</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Heller 2022</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QUICK EA-H15</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Action Button: Go Home 1">
            <a:hlinkClick r:id="rId2" action="ppaction://hlinksldjump" highlightClick="1"/>
            <a:extLst>
              <a:ext uri="{FF2B5EF4-FFF2-40B4-BE49-F238E27FC236}">
                <a16:creationId xmlns:a16="http://schemas.microsoft.com/office/drawing/2014/main" id="{B8F95884-1987-FC06-3FBF-3E593D038457}"/>
              </a:ext>
            </a:extLst>
          </p:cNvPr>
          <p:cNvSpPr/>
          <p:nvPr/>
        </p:nvSpPr>
        <p:spPr>
          <a:xfrm>
            <a:off x="11160840" y="6034974"/>
            <a:ext cx="424985" cy="294398"/>
          </a:xfrm>
          <a:prstGeom prst="actionButtonHome">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chemeClr val="bg2">
                  <a:lumMod val="40000"/>
                  <a:lumOff val="60000"/>
                </a:schemeClr>
              </a:solidFill>
              <a:effectLst/>
              <a:uFillTx/>
              <a:latin typeface="IntelOne Display Regular" panose="020B0503020203020204" pitchFamily="34" charset="0"/>
              <a:ea typeface="Helvetica Neue Medium"/>
              <a:cs typeface="Helvetica Neue Medium"/>
              <a:sym typeface="Helvetica Neue Medium"/>
            </a:endParaRPr>
          </a:p>
        </p:txBody>
      </p:sp>
    </p:spTree>
    <p:extLst>
      <p:ext uri="{BB962C8B-B14F-4D97-AF65-F5344CB8AC3E}">
        <p14:creationId xmlns:p14="http://schemas.microsoft.com/office/powerpoint/2010/main" val="1691443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altLang="zh-CN" dirty="0"/>
              <a:t>BFI</a:t>
            </a:r>
            <a:r>
              <a:rPr lang="en-US" dirty="0"/>
              <a:t> Related</a:t>
            </a:r>
          </a:p>
        </p:txBody>
      </p:sp>
    </p:spTree>
    <p:extLst>
      <p:ext uri="{BB962C8B-B14F-4D97-AF65-F5344CB8AC3E}">
        <p14:creationId xmlns:p14="http://schemas.microsoft.com/office/powerpoint/2010/main" val="4001441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altLang="zh-CN" sz="3200" dirty="0"/>
              <a:t>BFI</a:t>
            </a:r>
            <a:r>
              <a:rPr lang="en-US" sz="3200" dirty="0"/>
              <a:t> Related(1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2580905213"/>
              </p:ext>
            </p:extLst>
          </p:nvPr>
        </p:nvGraphicFramePr>
        <p:xfrm>
          <a:off x="210551" y="675827"/>
          <a:ext cx="11227916" cy="4919980"/>
        </p:xfrm>
        <a:graphic>
          <a:graphicData uri="http://schemas.openxmlformats.org/drawingml/2006/table">
            <a:tbl>
              <a:tblPr firstRow="1" bandRow="1">
                <a:tableStyleId>{B301B821-A1FF-4177-AEE7-76D212191A09}</a:tableStyleId>
              </a:tblPr>
              <a:tblGrid>
                <a:gridCol w="785681">
                  <a:extLst>
                    <a:ext uri="{9D8B030D-6E8A-4147-A177-3AD203B41FA5}">
                      <a16:colId xmlns:a16="http://schemas.microsoft.com/office/drawing/2014/main" val="476935505"/>
                    </a:ext>
                  </a:extLst>
                </a:gridCol>
                <a:gridCol w="2534732">
                  <a:extLst>
                    <a:ext uri="{9D8B030D-6E8A-4147-A177-3AD203B41FA5}">
                      <a16:colId xmlns:a16="http://schemas.microsoft.com/office/drawing/2014/main" val="1470204383"/>
                    </a:ext>
                  </a:extLst>
                </a:gridCol>
                <a:gridCol w="2179723">
                  <a:extLst>
                    <a:ext uri="{9D8B030D-6E8A-4147-A177-3AD203B41FA5}">
                      <a16:colId xmlns:a16="http://schemas.microsoft.com/office/drawing/2014/main" val="2540138070"/>
                    </a:ext>
                  </a:extLst>
                </a:gridCol>
                <a:gridCol w="2889741">
                  <a:extLst>
                    <a:ext uri="{9D8B030D-6E8A-4147-A177-3AD203B41FA5}">
                      <a16:colId xmlns:a16="http://schemas.microsoft.com/office/drawing/2014/main" val="3848910107"/>
                    </a:ext>
                  </a:extLst>
                </a:gridCol>
                <a:gridCol w="2838039">
                  <a:extLst>
                    <a:ext uri="{9D8B030D-6E8A-4147-A177-3AD203B41FA5}">
                      <a16:colId xmlns:a16="http://schemas.microsoft.com/office/drawing/2014/main" val="1360623046"/>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When do you monitor board strain through board assembly, test, and handling steps?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board strain guidance do you use?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the lowest BFI strain that you have been able to meet through board assembly, test, handling steps prior to  thermal-solution attach?</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How many total process steps (assembly, test, handling) do you monitor board strain on?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generation, choose 1 or some projects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Intel BFI Guidance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＜450 ue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 ICT test; 2. De-panel; 3. Functional test; 4. Thermal Module Assembly; 5. System assembly;</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 NPI phase, monitor every new fixture. In HVM phase, monitor every 3 month</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350 </a:t>
                      </a:r>
                      <a:r>
                        <a:rPr kumimoji="0" lang="en-US" sz="1000" b="0" i="0" u="none" strike="noStrike" kern="0" cap="none" spc="0" normalizeH="0" baseline="0" noProof="0" dirty="0" err="1">
                          <a:ln>
                            <a:noFill/>
                          </a:ln>
                          <a:solidFill>
                            <a:srgbClr val="00B050"/>
                          </a:solidFill>
                          <a:effectLst/>
                          <a:highlight>
                            <a:srgbClr val="FFFF00"/>
                          </a:highlight>
                          <a:uLnTx/>
                          <a:uFillTx/>
                          <a:latin typeface="Intel Clear Light" panose="020B0404020203020204" pitchFamily="34" charset="0"/>
                          <a:ea typeface="+mn-ea"/>
                          <a:cs typeface="+mn-cs"/>
                          <a:sym typeface="Intel Clear"/>
                        </a:rPr>
                        <a:t>ue</a:t>
                      </a:r>
                      <a:endPar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＜350 </a:t>
                      </a:r>
                      <a:r>
                        <a:rPr kumimoji="0" lang="en-US" sz="1000" b="0" i="0" u="none" strike="noStrike" kern="0" cap="none" spc="0" normalizeH="0" baseline="0" noProof="0" dirty="0" err="1">
                          <a:ln>
                            <a:noFill/>
                          </a:ln>
                          <a:solidFill>
                            <a:srgbClr val="00B050"/>
                          </a:solidFill>
                          <a:effectLst/>
                          <a:highlight>
                            <a:srgbClr val="FFFF00"/>
                          </a:highlight>
                          <a:uLnTx/>
                          <a:uFillTx/>
                          <a:latin typeface="Intel Clear Light" panose="020B0404020203020204" pitchFamily="34" charset="0"/>
                          <a:ea typeface="+mn-ea"/>
                          <a:cs typeface="+mn-cs"/>
                          <a:sym typeface="Intel Clear"/>
                        </a:rPr>
                        <a:t>ue</a:t>
                      </a:r>
                      <a:endPar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ATE(similar with ICT), BFT, de-panel, other PCBA fixture related test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Based on customer requirement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＜450 ue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 ICT test; 2. De-panel; 3. Functional test; 4. Thermal Module Assembly; 5. System assembly;</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generation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Intel BFI Guidance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＜450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ue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 ICT test; 2. De-panel; 3. Functional test; 4. Thermal Module Assembly; 5. System assembly;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Intel BFI Guidance&amp;IPC9704</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＜450 ue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 ICT test; 2. De-panel; 3. Functional test; 4. Thermal Module Assembly; 5. System assembly;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generation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Stricter than Intel BFI Guidance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＜350 </a:t>
                      </a:r>
                      <a:r>
                        <a:rPr kumimoji="0" lang="en-US" sz="1000" b="0" i="0" u="none" strike="noStrike" kern="0" cap="none" spc="0" normalizeH="0" baseline="0" noProof="0" dirty="0" err="1">
                          <a:ln>
                            <a:noFill/>
                          </a:ln>
                          <a:solidFill>
                            <a:srgbClr val="00B050"/>
                          </a:solidFill>
                          <a:effectLst/>
                          <a:highlight>
                            <a:srgbClr val="FFFF00"/>
                          </a:highlight>
                          <a:uLnTx/>
                          <a:uFillTx/>
                          <a:latin typeface="Intel Clear Light" panose="020B0404020203020204" pitchFamily="34" charset="0"/>
                          <a:ea typeface="+mn-ea"/>
                          <a:cs typeface="+mn-cs"/>
                          <a:sym typeface="Intel Clear"/>
                        </a:rPr>
                        <a:t>ue</a:t>
                      </a:r>
                      <a:endPar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 ICT test; 2. De-panel; 3. Functional test; 4. Thermal Module Assembly; 5. System assembly;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ATE/BFT/Route/Assembl</a:t>
                      </a:r>
                      <a:r>
                        <a:rPr kumimoji="0" lang="en-US" altLang="zh-CN"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&lt;450ue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＜450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ue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ATE/BFT/Route/Assemble </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NPI</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Based on customer requirement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Asus used to request 300 </a:t>
                      </a:r>
                      <a:r>
                        <a:rPr kumimoji="0" lang="en-US" sz="1000" b="0" i="0" u="none" strike="noStrike" kern="0" cap="none" spc="0" normalizeH="0" baseline="0" noProof="0" dirty="0" err="1">
                          <a:ln>
                            <a:noFill/>
                          </a:ln>
                          <a:solidFill>
                            <a:srgbClr val="00B050"/>
                          </a:solidFill>
                          <a:effectLst/>
                          <a:highlight>
                            <a:srgbClr val="FFFF00"/>
                          </a:highlight>
                          <a:uLnTx/>
                          <a:uFillTx/>
                          <a:latin typeface="Intel Clear Light" panose="020B0404020203020204" pitchFamily="34" charset="0"/>
                          <a:ea typeface="+mn-ea"/>
                          <a:cs typeface="+mn-cs"/>
                          <a:sym typeface="Intel Clear"/>
                        </a:rPr>
                        <a:t>ue</a:t>
                      </a:r>
                      <a:endPar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Monitor the strain during MDA and F/T test of new project, repeat the test after 6 month of HVM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Intel BFI Guidance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＜300 </a:t>
                      </a:r>
                      <a:r>
                        <a:rPr kumimoji="0" lang="en-US" sz="1000" b="0" i="0" u="none" strike="noStrike" kern="0" cap="none" spc="0" normalizeH="0" baseline="0" noProof="0" dirty="0" err="1">
                          <a:ln>
                            <a:noFill/>
                          </a:ln>
                          <a:solidFill>
                            <a:srgbClr val="00B050"/>
                          </a:solidFill>
                          <a:effectLst/>
                          <a:highlight>
                            <a:srgbClr val="FFFF00"/>
                          </a:highlight>
                          <a:uLnTx/>
                          <a:uFillTx/>
                          <a:latin typeface="Intel Clear Light" panose="020B0404020203020204" pitchFamily="34" charset="0"/>
                          <a:ea typeface="+mn-ea"/>
                          <a:cs typeface="+mn-cs"/>
                          <a:sym typeface="Intel Clear"/>
                        </a:rPr>
                        <a:t>ue</a:t>
                      </a:r>
                      <a:endPar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MDA test, F/T test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Intel BFI Guidance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ICT/BFT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&lt;450ue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1" y="5689730"/>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Different customers have different BFI strain spec.</a:t>
            </a:r>
          </a:p>
        </p:txBody>
      </p:sp>
    </p:spTree>
    <p:extLst>
      <p:ext uri="{BB962C8B-B14F-4D97-AF65-F5344CB8AC3E}">
        <p14:creationId xmlns:p14="http://schemas.microsoft.com/office/powerpoint/2010/main" val="91791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altLang="zh-CN" sz="3200" dirty="0"/>
              <a:t>BFI</a:t>
            </a:r>
            <a:r>
              <a:rPr lang="en-US" sz="3200" dirty="0"/>
              <a:t> Related(2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410228552"/>
              </p:ext>
            </p:extLst>
          </p:nvPr>
        </p:nvGraphicFramePr>
        <p:xfrm>
          <a:off x="219177" y="675827"/>
          <a:ext cx="11227916" cy="4991735"/>
        </p:xfrm>
        <a:graphic>
          <a:graphicData uri="http://schemas.openxmlformats.org/drawingml/2006/table">
            <a:tbl>
              <a:tblPr firstRow="1" bandRow="1">
                <a:tableStyleId>{B301B821-A1FF-4177-AEE7-76D212191A09}</a:tableStyleId>
              </a:tblPr>
              <a:tblGrid>
                <a:gridCol w="785681">
                  <a:extLst>
                    <a:ext uri="{9D8B030D-6E8A-4147-A177-3AD203B41FA5}">
                      <a16:colId xmlns:a16="http://schemas.microsoft.com/office/drawing/2014/main" val="476935505"/>
                    </a:ext>
                  </a:extLst>
                </a:gridCol>
                <a:gridCol w="2351953">
                  <a:extLst>
                    <a:ext uri="{9D8B030D-6E8A-4147-A177-3AD203B41FA5}">
                      <a16:colId xmlns:a16="http://schemas.microsoft.com/office/drawing/2014/main" val="1470204383"/>
                    </a:ext>
                  </a:extLst>
                </a:gridCol>
                <a:gridCol w="1961147">
                  <a:extLst>
                    <a:ext uri="{9D8B030D-6E8A-4147-A177-3AD203B41FA5}">
                      <a16:colId xmlns:a16="http://schemas.microsoft.com/office/drawing/2014/main" val="2540138070"/>
                    </a:ext>
                  </a:extLst>
                </a:gridCol>
                <a:gridCol w="2797342">
                  <a:extLst>
                    <a:ext uri="{9D8B030D-6E8A-4147-A177-3AD203B41FA5}">
                      <a16:colId xmlns:a16="http://schemas.microsoft.com/office/drawing/2014/main" val="3848910107"/>
                    </a:ext>
                  </a:extLst>
                </a:gridCol>
                <a:gridCol w="3331793">
                  <a:extLst>
                    <a:ext uri="{9D8B030D-6E8A-4147-A177-3AD203B41FA5}">
                      <a16:colId xmlns:a16="http://schemas.microsoft.com/office/drawing/2014/main" val="1360623046"/>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collect any solder joint FA after board assembly, test, and handling steps?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what type of tools are used?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when?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what is the purpose?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DnP, XS, X-Ray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generation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as a pre-step for board- or system-level reliability testing (e.g. TC or shock) </a:t>
                      </a:r>
                    </a:p>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as a solder joint quality control check before next phase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DnP, XS, X-Ray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Each phase of a new project, and big changes like new solder paste, adhesive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as a pre-step for board- or system-level reliability testing (e.g. TC or shock) </a:t>
                      </a:r>
                    </a:p>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as a solder joint quality control check before next phase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DnP, XS, X-Ray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For every project</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as a solder joint quality control check before next phase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DnP, XS, X-Ray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as a pre-step for board- or system-level reliability testing (e.g. TC or shock) </a:t>
                      </a:r>
                    </a:p>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as a solder joint quality control check before next phase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XS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generation， pick  one or several projects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as a solder joint quality control check before next phase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New product do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DnP</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XS &amp; X-Ray </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different models do x-ray</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new productor do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DnP</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XS and X-Ray  </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different models do x-ray</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as a solder joint quality control check before next phase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DnP, XS, X-Ray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each generation, choose one or several projects, big changes like PCB size, new PCB surface finish, new paste, new adhesive etc.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Verify the solder joint quality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DnP, XS, X-Ray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as a pre-step for board- or system-level reliability testing (e.g. TC or shock) </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DnP, XS, X-Ray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Depends on customer requirement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Verify the solder joint quality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DnP, XS, X-Ray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For every project</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as a solder joint quality control check before next phase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DnP</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XS, X-Ray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For every project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as a solder joint quality control check before next phase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4" name="TextBox 3">
            <a:extLst>
              <a:ext uri="{FF2B5EF4-FFF2-40B4-BE49-F238E27FC236}">
                <a16:creationId xmlns:a16="http://schemas.microsoft.com/office/drawing/2014/main" id="{5332E2C5-A397-831F-3E45-BDA2D6AE9676}"/>
              </a:ext>
            </a:extLst>
          </p:cNvPr>
          <p:cNvSpPr txBox="1"/>
          <p:nvPr/>
        </p:nvSpPr>
        <p:spPr>
          <a:xfrm>
            <a:off x="219177" y="5816061"/>
            <a:ext cx="11899233"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All customers collect some solder joint FA data(</a:t>
            </a:r>
            <a:r>
              <a:rPr lang="en-US" sz="1600" dirty="0" err="1">
                <a:solidFill>
                  <a:schemeClr val="accent1"/>
                </a:solidFill>
              </a:rPr>
              <a:t>DnP</a:t>
            </a:r>
            <a:r>
              <a:rPr lang="en-US" sz="1600" dirty="0">
                <a:solidFill>
                  <a:schemeClr val="accent1"/>
                </a:solidFill>
              </a:rPr>
              <a:t>, XS, X-Ray ) after board assembly, test, and handling steps.</a:t>
            </a:r>
          </a:p>
        </p:txBody>
      </p:sp>
    </p:spTree>
    <p:extLst>
      <p:ext uri="{BB962C8B-B14F-4D97-AF65-F5344CB8AC3E}">
        <p14:creationId xmlns:p14="http://schemas.microsoft.com/office/powerpoint/2010/main" val="3317381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altLang="zh-CN" sz="3200" dirty="0"/>
              <a:t>BFI</a:t>
            </a:r>
            <a:r>
              <a:rPr lang="en-US" sz="3200" dirty="0"/>
              <a:t> Related(3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951642401"/>
              </p:ext>
            </p:extLst>
          </p:nvPr>
        </p:nvGraphicFramePr>
        <p:xfrm>
          <a:off x="210551" y="675827"/>
          <a:ext cx="11189370" cy="4627880"/>
        </p:xfrm>
        <a:graphic>
          <a:graphicData uri="http://schemas.openxmlformats.org/drawingml/2006/table">
            <a:tbl>
              <a:tblPr firstRow="1" bandRow="1">
                <a:tableStyleId>{B301B821-A1FF-4177-AEE7-76D212191A09}</a:tableStyleId>
              </a:tblPr>
              <a:tblGrid>
                <a:gridCol w="1011284">
                  <a:extLst>
                    <a:ext uri="{9D8B030D-6E8A-4147-A177-3AD203B41FA5}">
                      <a16:colId xmlns:a16="http://schemas.microsoft.com/office/drawing/2014/main" val="476935505"/>
                    </a:ext>
                  </a:extLst>
                </a:gridCol>
                <a:gridCol w="3262562">
                  <a:extLst>
                    <a:ext uri="{9D8B030D-6E8A-4147-A177-3AD203B41FA5}">
                      <a16:colId xmlns:a16="http://schemas.microsoft.com/office/drawing/2014/main" val="1470204383"/>
                    </a:ext>
                  </a:extLst>
                </a:gridCol>
                <a:gridCol w="3390271">
                  <a:extLst>
                    <a:ext uri="{9D8B030D-6E8A-4147-A177-3AD203B41FA5}">
                      <a16:colId xmlns:a16="http://schemas.microsoft.com/office/drawing/2014/main" val="2540138070"/>
                    </a:ext>
                  </a:extLst>
                </a:gridCol>
                <a:gridCol w="3525253">
                  <a:extLst>
                    <a:ext uri="{9D8B030D-6E8A-4147-A177-3AD203B41FA5}">
                      <a16:colId xmlns:a16="http://schemas.microsoft.com/office/drawing/2014/main" val="1360623046"/>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the largest BGA package that factory can currently manufacture through SMT, test, board assembly?</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anticipate any challenges controlling board strain as packages grow larger, more rectangular, etc.?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Would you be willing to share BFI strain data that you have collected on an Intel product?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 test fixture design and handling will have lower margin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50mm*25 mm</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 bigger size BGA will have more warpage, increase soldering risk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No</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90mm*90mm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 test fixture design and handling will have lower margin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50mm*25 mm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 test fixture design and handling will have lower margin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has NDA with customers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50mm*25 mm</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 test fixture design and handling will have lower margin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52.4*52.4mm，110*90 is the machine limit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 test fixture design and handling will have lower margin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FF0000"/>
                          </a:solidFill>
                          <a:effectLst/>
                          <a:uLnTx/>
                          <a:uFillTx/>
                          <a:latin typeface="Intel Clear Light" panose="020B0404020203020204" pitchFamily="34" charset="0"/>
                          <a:ea typeface="+mn-ea"/>
                          <a:cs typeface="+mn-cs"/>
                          <a:sym typeface="Intel Clear"/>
                        </a:rPr>
                        <a:t>≤ </a:t>
                      </a:r>
                      <a:r>
                        <a:rPr kumimoji="0" lang="en-US" sz="1000" b="0" i="0" u="none" strike="noStrike" kern="0" cap="none" spc="0" normalizeH="0" baseline="0" noProof="0" dirty="0">
                          <a:ln>
                            <a:noFill/>
                          </a:ln>
                          <a:solidFill>
                            <a:srgbClr val="FF0000"/>
                          </a:solidFill>
                          <a:effectLst/>
                          <a:uLnTx/>
                          <a:uFillTx/>
                          <a:latin typeface="Intel Clear Light" panose="020B0404020203020204" pitchFamily="34" charset="0"/>
                          <a:ea typeface="+mn-ea"/>
                          <a:cs typeface="+mn-cs"/>
                          <a:sym typeface="Intel Clear"/>
                        </a:rPr>
                        <a:t>450mm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 test fixture design and handling will have lower margin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50mm*25 mm</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 test fixture design and handling will have lower margin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50mm*25mm，70*70 is the machine limit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 bigger size BGA will have more warpage, increase soldering risk</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 test fixture design and handling will have lower margin </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 test fixture design and handling will have lower margin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3" y="5443508"/>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Intel BGA is the largest BGA that most customers can handle. Test fixture design and handling is the main concern if packages grow larger. </a:t>
            </a:r>
            <a:r>
              <a:rPr lang="en-US" altLang="zh-CN" sz="1600" dirty="0">
                <a:solidFill>
                  <a:schemeClr val="accent1"/>
                </a:solidFill>
              </a:rPr>
              <a:t>F</a:t>
            </a:r>
            <a:r>
              <a:rPr lang="en-US" sz="1600" dirty="0">
                <a:solidFill>
                  <a:schemeClr val="accent1"/>
                </a:solidFill>
              </a:rPr>
              <a:t>ew customers willing to share BFI data.</a:t>
            </a:r>
          </a:p>
        </p:txBody>
      </p:sp>
    </p:spTree>
    <p:extLst>
      <p:ext uri="{BB962C8B-B14F-4D97-AF65-F5344CB8AC3E}">
        <p14:creationId xmlns:p14="http://schemas.microsoft.com/office/powerpoint/2010/main" val="3724086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altLang="zh-CN" sz="3200" dirty="0"/>
              <a:t>BFI</a:t>
            </a:r>
            <a:r>
              <a:rPr lang="en-US" sz="3200" dirty="0"/>
              <a:t> Related(4 Of 4)</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1907503927"/>
              </p:ext>
            </p:extLst>
          </p:nvPr>
        </p:nvGraphicFramePr>
        <p:xfrm>
          <a:off x="210550" y="675827"/>
          <a:ext cx="11165307" cy="4450080"/>
        </p:xfrm>
        <a:graphic>
          <a:graphicData uri="http://schemas.openxmlformats.org/drawingml/2006/table">
            <a:tbl>
              <a:tblPr firstRow="1" bandRow="1">
                <a:tableStyleId>{B301B821-A1FF-4177-AEE7-76D212191A09}</a:tableStyleId>
              </a:tblPr>
              <a:tblGrid>
                <a:gridCol w="1009109">
                  <a:extLst>
                    <a:ext uri="{9D8B030D-6E8A-4147-A177-3AD203B41FA5}">
                      <a16:colId xmlns:a16="http://schemas.microsoft.com/office/drawing/2014/main" val="476935505"/>
                    </a:ext>
                  </a:extLst>
                </a:gridCol>
                <a:gridCol w="3255546">
                  <a:extLst>
                    <a:ext uri="{9D8B030D-6E8A-4147-A177-3AD203B41FA5}">
                      <a16:colId xmlns:a16="http://schemas.microsoft.com/office/drawing/2014/main" val="1470204383"/>
                    </a:ext>
                  </a:extLst>
                </a:gridCol>
                <a:gridCol w="3399463">
                  <a:extLst>
                    <a:ext uri="{9D8B030D-6E8A-4147-A177-3AD203B41FA5}">
                      <a16:colId xmlns:a16="http://schemas.microsoft.com/office/drawing/2014/main" val="2540138070"/>
                    </a:ext>
                  </a:extLst>
                </a:gridCol>
                <a:gridCol w="3501189">
                  <a:extLst>
                    <a:ext uri="{9D8B030D-6E8A-4147-A177-3AD203B41FA5}">
                      <a16:colId xmlns:a16="http://schemas.microsoft.com/office/drawing/2014/main" val="1360623046"/>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When do you use shock board strain?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what shock board strain guidance do you use?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How is shock strain guidance used?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FF000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0" y="5262609"/>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For shock board strain, most ODMs didn’t reply. Please refer OEM’s report for more information.</a:t>
            </a:r>
          </a:p>
        </p:txBody>
      </p:sp>
      <p:sp>
        <p:nvSpPr>
          <p:cNvPr id="4" name="Action Button: Go Home 3">
            <a:hlinkClick r:id="rId2" action="ppaction://hlinksldjump" highlightClick="1"/>
            <a:extLst>
              <a:ext uri="{FF2B5EF4-FFF2-40B4-BE49-F238E27FC236}">
                <a16:creationId xmlns:a16="http://schemas.microsoft.com/office/drawing/2014/main" id="{26A88B5A-C36B-4760-A0D8-AE728CBB46A7}"/>
              </a:ext>
            </a:extLst>
          </p:cNvPr>
          <p:cNvSpPr/>
          <p:nvPr/>
        </p:nvSpPr>
        <p:spPr>
          <a:xfrm>
            <a:off x="11160840" y="6034974"/>
            <a:ext cx="424985" cy="294398"/>
          </a:xfrm>
          <a:prstGeom prst="actionButtonHome">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chemeClr val="bg2">
                  <a:lumMod val="40000"/>
                  <a:lumOff val="60000"/>
                </a:schemeClr>
              </a:solidFill>
              <a:effectLst/>
              <a:uFillTx/>
              <a:latin typeface="IntelOne Display Regular" panose="020B0503020203020204" pitchFamily="34" charset="0"/>
              <a:ea typeface="Helvetica Neue Medium"/>
              <a:cs typeface="Helvetica Neue Medium"/>
              <a:sym typeface="Helvetica Neue Medium"/>
            </a:endParaRPr>
          </a:p>
        </p:txBody>
      </p:sp>
    </p:spTree>
    <p:extLst>
      <p:ext uri="{BB962C8B-B14F-4D97-AF65-F5344CB8AC3E}">
        <p14:creationId xmlns:p14="http://schemas.microsoft.com/office/powerpoint/2010/main" val="1885676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Adhesive Related</a:t>
            </a:r>
          </a:p>
        </p:txBody>
      </p:sp>
    </p:spTree>
    <p:extLst>
      <p:ext uri="{BB962C8B-B14F-4D97-AF65-F5344CB8AC3E}">
        <p14:creationId xmlns:p14="http://schemas.microsoft.com/office/powerpoint/2010/main" val="1713096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Adhesive Related(1 Of 10)</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302592350"/>
              </p:ext>
            </p:extLst>
          </p:nvPr>
        </p:nvGraphicFramePr>
        <p:xfrm>
          <a:off x="210551" y="675827"/>
          <a:ext cx="10900613" cy="4641215"/>
        </p:xfrm>
        <a:graphic>
          <a:graphicData uri="http://schemas.openxmlformats.org/drawingml/2006/table">
            <a:tbl>
              <a:tblPr firstRow="1" bandRow="1">
                <a:tableStyleId>{B301B821-A1FF-4177-AEE7-76D212191A09}</a:tableStyleId>
              </a:tblPr>
              <a:tblGrid>
                <a:gridCol w="785681">
                  <a:extLst>
                    <a:ext uri="{9D8B030D-6E8A-4147-A177-3AD203B41FA5}">
                      <a16:colId xmlns:a16="http://schemas.microsoft.com/office/drawing/2014/main" val="476935505"/>
                    </a:ext>
                  </a:extLst>
                </a:gridCol>
                <a:gridCol w="2534732">
                  <a:extLst>
                    <a:ext uri="{9D8B030D-6E8A-4147-A177-3AD203B41FA5}">
                      <a16:colId xmlns:a16="http://schemas.microsoft.com/office/drawing/2014/main" val="1470204383"/>
                    </a:ext>
                  </a:extLst>
                </a:gridCol>
                <a:gridCol w="2534732">
                  <a:extLst>
                    <a:ext uri="{9D8B030D-6E8A-4147-A177-3AD203B41FA5}">
                      <a16:colId xmlns:a16="http://schemas.microsoft.com/office/drawing/2014/main" val="2540138070"/>
                    </a:ext>
                  </a:extLst>
                </a:gridCol>
                <a:gridCol w="2534732">
                  <a:extLst>
                    <a:ext uri="{9D8B030D-6E8A-4147-A177-3AD203B41FA5}">
                      <a16:colId xmlns:a16="http://schemas.microsoft.com/office/drawing/2014/main" val="3848910107"/>
                    </a:ext>
                  </a:extLst>
                </a:gridCol>
                <a:gridCol w="2510736">
                  <a:extLst>
                    <a:ext uri="{9D8B030D-6E8A-4147-A177-3AD203B41FA5}">
                      <a16:colId xmlns:a16="http://schemas.microsoft.com/office/drawing/2014/main" val="1360623046"/>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When in the manufacturing flow do you apply glue?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the operation after adhesive gets applied in HVM factory line?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What adhesive application process is planned to be used on Intel’s SOC?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If no, what method do you use?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After ATE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De-panel</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Corner Dot Underfill</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After reflow</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AOI-&gt;ATE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Corner Glue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After reflow</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ICT</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Corner Glue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After reflow</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ICT</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Corner Glue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After reflow</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ICT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Corner Glue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before test or after test, depends on requirement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adhesive, corner glue for old product</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After reflow</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ATE test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Corner glue, UV/Thermal glue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After reflow</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ICT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Corner Glue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After reflow</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MDA test</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Corner Glue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After reflow</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AOIB</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Corner Glue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After reflow</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ATE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 Corner Glue; 3. Corner Dot 4. Partial Fill</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ctr"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3" y="5443508"/>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Most ODMs apply glue after reflow. Corner glue is the most popular adhesive application.</a:t>
            </a:r>
          </a:p>
        </p:txBody>
      </p:sp>
    </p:spTree>
    <p:extLst>
      <p:ext uri="{BB962C8B-B14F-4D97-AF65-F5344CB8AC3E}">
        <p14:creationId xmlns:p14="http://schemas.microsoft.com/office/powerpoint/2010/main" val="453494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Adhesive Related(2 Of 10)</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4090325861"/>
              </p:ext>
            </p:extLst>
          </p:nvPr>
        </p:nvGraphicFramePr>
        <p:xfrm>
          <a:off x="210551" y="675827"/>
          <a:ext cx="11159292" cy="4627880"/>
        </p:xfrm>
        <a:graphic>
          <a:graphicData uri="http://schemas.openxmlformats.org/drawingml/2006/table">
            <a:tbl>
              <a:tblPr firstRow="1" bandRow="1">
                <a:tableStyleId>{B301B821-A1FF-4177-AEE7-76D212191A09}</a:tableStyleId>
              </a:tblPr>
              <a:tblGrid>
                <a:gridCol w="1045026">
                  <a:extLst>
                    <a:ext uri="{9D8B030D-6E8A-4147-A177-3AD203B41FA5}">
                      <a16:colId xmlns:a16="http://schemas.microsoft.com/office/drawing/2014/main" val="476935505"/>
                    </a:ext>
                  </a:extLst>
                </a:gridCol>
                <a:gridCol w="3371422">
                  <a:extLst>
                    <a:ext uri="{9D8B030D-6E8A-4147-A177-3AD203B41FA5}">
                      <a16:colId xmlns:a16="http://schemas.microsoft.com/office/drawing/2014/main" val="1470204383"/>
                    </a:ext>
                  </a:extLst>
                </a:gridCol>
                <a:gridCol w="3482285">
                  <a:extLst>
                    <a:ext uri="{9D8B030D-6E8A-4147-A177-3AD203B41FA5}">
                      <a16:colId xmlns:a16="http://schemas.microsoft.com/office/drawing/2014/main" val="2540138070"/>
                    </a:ext>
                  </a:extLst>
                </a:gridCol>
                <a:gridCol w="3260559">
                  <a:extLst>
                    <a:ext uri="{9D8B030D-6E8A-4147-A177-3AD203B41FA5}">
                      <a16:colId xmlns:a16="http://schemas.microsoft.com/office/drawing/2014/main" val="3848910107"/>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adhesive make/model/type(thermal, UV, 2 part) is planned to be used on Intel’s SOC?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adhesive dispense method is planned to be used on Intel's SOC?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no, what method do you use?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Thermal glue, </a:t>
                      </a:r>
                      <a:r>
                        <a:rPr kumimoji="0" lang="en-US" sz="1000" b="0" i="0" u="none" strike="noStrike" kern="0" cap="none" spc="0" normalizeH="0" baseline="0" noProof="0" dirty="0" err="1">
                          <a:ln>
                            <a:noFill/>
                          </a:ln>
                          <a:solidFill>
                            <a:srgbClr val="00B050"/>
                          </a:solidFill>
                          <a:effectLst/>
                          <a:highlight>
                            <a:srgbClr val="FFFF00"/>
                          </a:highlight>
                          <a:uLnTx/>
                          <a:uFillTx/>
                          <a:latin typeface="Intel Clear Light" panose="020B0404020203020204" pitchFamily="34" charset="0"/>
                          <a:ea typeface="+mn-ea"/>
                          <a:cs typeface="+mn-cs"/>
                          <a:sym typeface="Intel Clear"/>
                        </a:rPr>
                        <a:t>sysco</a:t>
                      </a: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 SCT 3109A-7</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Jetting</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UV glue,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Solmonde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Jetting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UV glue,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sysco</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SCT219A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Jetting</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Thermal glue, LOCTITE-3619</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 Jetting; 2. Auger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UV glue, ZY303</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Jetting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highlight>
                            <a:srgbClr val="FFFF00"/>
                          </a:highlight>
                          <a:uLnTx/>
                          <a:uFillTx/>
                          <a:latin typeface="Intel Clear Light" panose="020B0404020203020204" pitchFamily="34" charset="0"/>
                          <a:ea typeface="+mn-ea"/>
                          <a:cs typeface="+mn-cs"/>
                          <a:sym typeface="Intel Clear"/>
                        </a:rPr>
                        <a:t>Zymet</a:t>
                      </a: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 2605</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Jetting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highlight>
                            <a:srgbClr val="FFFF00"/>
                          </a:highlight>
                          <a:uLnTx/>
                          <a:uFillTx/>
                          <a:latin typeface="Intel Clear Light" panose="020B0404020203020204" pitchFamily="34" charset="0"/>
                          <a:ea typeface="+mn-ea"/>
                          <a:cs typeface="+mn-cs"/>
                          <a:sym typeface="Intel Clear"/>
                        </a:rPr>
                        <a:t>Zymet</a:t>
                      </a: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 2625B Thermal glue</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Somid</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3805 UV glue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Time-pressure/Piezo Jetting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UV，LOCTITE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Jetting</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UV Glue(SEAYU 3329, local supplier)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Jetting</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UV glue,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Solmonde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Jetting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3" y="5388941"/>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UV glue is more popular than thermal glue. Most ODMs use Jetting method to dispense adhesive.</a:t>
            </a:r>
          </a:p>
        </p:txBody>
      </p:sp>
    </p:spTree>
    <p:extLst>
      <p:ext uri="{BB962C8B-B14F-4D97-AF65-F5344CB8AC3E}">
        <p14:creationId xmlns:p14="http://schemas.microsoft.com/office/powerpoint/2010/main" val="486828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Adhesive Related(3 Of 10)</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3029478182"/>
              </p:ext>
            </p:extLst>
          </p:nvPr>
        </p:nvGraphicFramePr>
        <p:xfrm>
          <a:off x="210551" y="675827"/>
          <a:ext cx="10900612" cy="4450080"/>
        </p:xfrm>
        <a:graphic>
          <a:graphicData uri="http://schemas.openxmlformats.org/drawingml/2006/table">
            <a:tbl>
              <a:tblPr firstRow="1" bandRow="1">
                <a:tableStyleId>{B301B821-A1FF-4177-AEE7-76D212191A09}</a:tableStyleId>
              </a:tblPr>
              <a:tblGrid>
                <a:gridCol w="1462714">
                  <a:extLst>
                    <a:ext uri="{9D8B030D-6E8A-4147-A177-3AD203B41FA5}">
                      <a16:colId xmlns:a16="http://schemas.microsoft.com/office/drawing/2014/main" val="476935505"/>
                    </a:ext>
                  </a:extLst>
                </a:gridCol>
                <a:gridCol w="4718949">
                  <a:extLst>
                    <a:ext uri="{9D8B030D-6E8A-4147-A177-3AD203B41FA5}">
                      <a16:colId xmlns:a16="http://schemas.microsoft.com/office/drawing/2014/main" val="1470204383"/>
                    </a:ext>
                  </a:extLst>
                </a:gridCol>
                <a:gridCol w="4718949">
                  <a:extLst>
                    <a:ext uri="{9D8B030D-6E8A-4147-A177-3AD203B41FA5}">
                      <a16:colId xmlns:a16="http://schemas.microsoft.com/office/drawing/2014/main" val="2540138070"/>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the dispense machine information?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the cure equipment machine information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Axxon</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AI100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zh-CN" alt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东圣</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END-1320(Local supplier)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GKG DH5</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GKG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GKG DH5-E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HTCC-II-FS500100-BH-2</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GKG-D510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Red glue curing-KWA1225</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AXXON, AI100, 2021/04/26</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Brand: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Baiyi</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Type：BY-82039, Year：2021/04/17</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ANDA, AXXON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HELLER Reflow</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GKG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GKG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AxxonAU99</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Customized LED equipment by local supplier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GKG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GKG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 reply from customer</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1" y="5235751"/>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GKG is the most popular equipment for dispensing and curing.</a:t>
            </a:r>
          </a:p>
        </p:txBody>
      </p:sp>
    </p:spTree>
    <p:extLst>
      <p:ext uri="{BB962C8B-B14F-4D97-AF65-F5344CB8AC3E}">
        <p14:creationId xmlns:p14="http://schemas.microsoft.com/office/powerpoint/2010/main" val="3115430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Adhesive Related(4 Of 10)</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2629935863"/>
              </p:ext>
            </p:extLst>
          </p:nvPr>
        </p:nvGraphicFramePr>
        <p:xfrm>
          <a:off x="210551" y="675827"/>
          <a:ext cx="11010817" cy="4450080"/>
        </p:xfrm>
        <a:graphic>
          <a:graphicData uri="http://schemas.openxmlformats.org/drawingml/2006/table">
            <a:tbl>
              <a:tblPr firstRow="1" bandRow="1">
                <a:tableStyleId>{B301B821-A1FF-4177-AEE7-76D212191A09}</a:tableStyleId>
              </a:tblPr>
              <a:tblGrid>
                <a:gridCol w="1031122">
                  <a:extLst>
                    <a:ext uri="{9D8B030D-6E8A-4147-A177-3AD203B41FA5}">
                      <a16:colId xmlns:a16="http://schemas.microsoft.com/office/drawing/2014/main" val="476935505"/>
                    </a:ext>
                  </a:extLst>
                </a:gridCol>
                <a:gridCol w="3326565">
                  <a:extLst>
                    <a:ext uri="{9D8B030D-6E8A-4147-A177-3AD203B41FA5}">
                      <a16:colId xmlns:a16="http://schemas.microsoft.com/office/drawing/2014/main" val="1470204383"/>
                    </a:ext>
                  </a:extLst>
                </a:gridCol>
                <a:gridCol w="3326565">
                  <a:extLst>
                    <a:ext uri="{9D8B030D-6E8A-4147-A177-3AD203B41FA5}">
                      <a16:colId xmlns:a16="http://schemas.microsoft.com/office/drawing/2014/main" val="2540138070"/>
                    </a:ext>
                  </a:extLst>
                </a:gridCol>
                <a:gridCol w="3326565">
                  <a:extLst>
                    <a:ext uri="{9D8B030D-6E8A-4147-A177-3AD203B41FA5}">
                      <a16:colId xmlns:a16="http://schemas.microsoft.com/office/drawing/2014/main" val="3848910107"/>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Is your adhesive application process manual, automated, or either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Is the proportion of HVM adhesives lines in your process 1:1 with SMT lines?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not, what is the proportion?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Automated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Automated for HVM, manual for rework</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Automated</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Automated</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Automated</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Automated</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Automated</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Automated</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Automated</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Both</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Automated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1" y="5197287"/>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All customers use automated to apply adhesive. Manual application is only for rework. HVM adhesives lines is 1:1 with SMT lines, except Pegatron Suzhou(MSFT ODM). </a:t>
            </a:r>
          </a:p>
        </p:txBody>
      </p:sp>
    </p:spTree>
    <p:extLst>
      <p:ext uri="{BB962C8B-B14F-4D97-AF65-F5344CB8AC3E}">
        <p14:creationId xmlns:p14="http://schemas.microsoft.com/office/powerpoint/2010/main" val="4027813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Adhesive Related(5 Of 10)</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2182853183"/>
              </p:ext>
            </p:extLst>
          </p:nvPr>
        </p:nvGraphicFramePr>
        <p:xfrm>
          <a:off x="210551" y="675827"/>
          <a:ext cx="11123197" cy="4627880"/>
        </p:xfrm>
        <a:graphic>
          <a:graphicData uri="http://schemas.openxmlformats.org/drawingml/2006/table">
            <a:tbl>
              <a:tblPr firstRow="1" bandRow="1">
                <a:tableStyleId>{B301B821-A1FF-4177-AEE7-76D212191A09}</a:tableStyleId>
              </a:tblPr>
              <a:tblGrid>
                <a:gridCol w="1041646">
                  <a:extLst>
                    <a:ext uri="{9D8B030D-6E8A-4147-A177-3AD203B41FA5}">
                      <a16:colId xmlns:a16="http://schemas.microsoft.com/office/drawing/2014/main" val="476935505"/>
                    </a:ext>
                  </a:extLst>
                </a:gridCol>
                <a:gridCol w="3360517">
                  <a:extLst>
                    <a:ext uri="{9D8B030D-6E8A-4147-A177-3AD203B41FA5}">
                      <a16:colId xmlns:a16="http://schemas.microsoft.com/office/drawing/2014/main" val="1470204383"/>
                    </a:ext>
                  </a:extLst>
                </a:gridCol>
                <a:gridCol w="3360517">
                  <a:extLst>
                    <a:ext uri="{9D8B030D-6E8A-4147-A177-3AD203B41FA5}">
                      <a16:colId xmlns:a16="http://schemas.microsoft.com/office/drawing/2014/main" val="2540138070"/>
                    </a:ext>
                  </a:extLst>
                </a:gridCol>
                <a:gridCol w="3360517">
                  <a:extLst>
                    <a:ext uri="{9D8B030D-6E8A-4147-A177-3AD203B41FA5}">
                      <a16:colId xmlns:a16="http://schemas.microsoft.com/office/drawing/2014/main" val="3848910107"/>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What proportion of HVM lines are currently capable to apply &amp; cure thermally cured adhesives? (%)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What proportion of factory HVM lines are capable to apply UV cured adhesives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If No, what specific changes would need to occur for all lines to be capable?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100%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0, all use UV glue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100%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40%</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60%</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100%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Only Lunar Lake, purchase a curing machine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100%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50% on other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Ics</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power IC or WIFI IC, small IC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90%</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5%</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95%</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0%</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100%</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14%</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86%</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0</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100%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168440" y="5443509"/>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Different customers have different preference on adhesive. UV glue is more popular than thermally cured glue.</a:t>
            </a:r>
          </a:p>
        </p:txBody>
      </p:sp>
    </p:spTree>
    <p:extLst>
      <p:ext uri="{BB962C8B-B14F-4D97-AF65-F5344CB8AC3E}">
        <p14:creationId xmlns:p14="http://schemas.microsoft.com/office/powerpoint/2010/main" val="3543675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Adhesive Related(6 Of 10)</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3518262929"/>
              </p:ext>
            </p:extLst>
          </p:nvPr>
        </p:nvGraphicFramePr>
        <p:xfrm>
          <a:off x="210551" y="675827"/>
          <a:ext cx="11147261" cy="4627880"/>
        </p:xfrm>
        <a:graphic>
          <a:graphicData uri="http://schemas.openxmlformats.org/drawingml/2006/table">
            <a:tbl>
              <a:tblPr firstRow="1" bandRow="1">
                <a:tableStyleId>{B301B821-A1FF-4177-AEE7-76D212191A09}</a:tableStyleId>
              </a:tblPr>
              <a:tblGrid>
                <a:gridCol w="1043900">
                  <a:extLst>
                    <a:ext uri="{9D8B030D-6E8A-4147-A177-3AD203B41FA5}">
                      <a16:colId xmlns:a16="http://schemas.microsoft.com/office/drawing/2014/main" val="476935505"/>
                    </a:ext>
                  </a:extLst>
                </a:gridCol>
                <a:gridCol w="3367787">
                  <a:extLst>
                    <a:ext uri="{9D8B030D-6E8A-4147-A177-3AD203B41FA5}">
                      <a16:colId xmlns:a16="http://schemas.microsoft.com/office/drawing/2014/main" val="1470204383"/>
                    </a:ext>
                  </a:extLst>
                </a:gridCol>
                <a:gridCol w="3367787">
                  <a:extLst>
                    <a:ext uri="{9D8B030D-6E8A-4147-A177-3AD203B41FA5}">
                      <a16:colId xmlns:a16="http://schemas.microsoft.com/office/drawing/2014/main" val="2540138070"/>
                    </a:ext>
                  </a:extLst>
                </a:gridCol>
                <a:gridCol w="3367787">
                  <a:extLst>
                    <a:ext uri="{9D8B030D-6E8A-4147-A177-3AD203B41FA5}">
                      <a16:colId xmlns:a16="http://schemas.microsoft.com/office/drawing/2014/main" val="3848910107"/>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apply adhesives to all Intel BGAs?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No, to what percent of Intel BGAs is adhesive applied?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which mechanical stress is the adhesive meant to provide additional margin for?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Increase solder joint stength, thermal cycle capability, drop performance and vibration performance</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Increase solder joint strength, thermal cycle capability, drop performance and vibration performance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Increase drop capability</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Yes(＞10*10mm BGA)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Increase   thermal cycle capability</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Increase solder joint strength, thermal cycle capability, drop performance and vibration performance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highlight>
                            <a:srgbClr val="FFFF00"/>
                          </a:highligh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Very few</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Increase  thermal cycle capability, drop performance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BGA &gt;10mm</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Increase solder joint stength</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Increase solder joint strength</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Increase solder joint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stength</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thermal cycle capability, drop performance and vibration performance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Intel CPU and GPU</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Increase solder joint strength, thermal cycle capability, drop performance and vibration performance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3" y="5364877"/>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All customers apply adhesives to Intel BGAs except Pegatron Suzhou(MSFT ODM).</a:t>
            </a:r>
          </a:p>
        </p:txBody>
      </p:sp>
    </p:spTree>
    <p:extLst>
      <p:ext uri="{BB962C8B-B14F-4D97-AF65-F5344CB8AC3E}">
        <p14:creationId xmlns:p14="http://schemas.microsoft.com/office/powerpoint/2010/main" val="34947250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Adhesive Related(7 Of 10)</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334256866"/>
              </p:ext>
            </p:extLst>
          </p:nvPr>
        </p:nvGraphicFramePr>
        <p:xfrm>
          <a:off x="210551" y="675827"/>
          <a:ext cx="11177337" cy="4450080"/>
        </p:xfrm>
        <a:graphic>
          <a:graphicData uri="http://schemas.openxmlformats.org/drawingml/2006/table">
            <a:tbl>
              <a:tblPr firstRow="1" bandRow="1">
                <a:tableStyleId>{B301B821-A1FF-4177-AEE7-76D212191A09}</a:tableStyleId>
              </a:tblPr>
              <a:tblGrid>
                <a:gridCol w="1499847">
                  <a:extLst>
                    <a:ext uri="{9D8B030D-6E8A-4147-A177-3AD203B41FA5}">
                      <a16:colId xmlns:a16="http://schemas.microsoft.com/office/drawing/2014/main" val="476935505"/>
                    </a:ext>
                  </a:extLst>
                </a:gridCol>
                <a:gridCol w="4838745">
                  <a:extLst>
                    <a:ext uri="{9D8B030D-6E8A-4147-A177-3AD203B41FA5}">
                      <a16:colId xmlns:a16="http://schemas.microsoft.com/office/drawing/2014/main" val="1470204383"/>
                    </a:ext>
                  </a:extLst>
                </a:gridCol>
                <a:gridCol w="4838745">
                  <a:extLst>
                    <a:ext uri="{9D8B030D-6E8A-4147-A177-3AD203B41FA5}">
                      <a16:colId xmlns:a16="http://schemas.microsoft.com/office/drawing/2014/main" val="2540138070"/>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Are you performing any compatibility testing between solder flux residue and adhesive?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what is the test method/equipment used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Test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Zymet</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asked supplier to conduct the test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No</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NA</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NA</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1" y="5256593"/>
            <a:ext cx="10686438" cy="246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All customers don’t perform compatibility testing between solder flux residue and adhesive.  </a:t>
            </a:r>
          </a:p>
        </p:txBody>
      </p:sp>
    </p:spTree>
    <p:extLst>
      <p:ext uri="{BB962C8B-B14F-4D97-AF65-F5344CB8AC3E}">
        <p14:creationId xmlns:p14="http://schemas.microsoft.com/office/powerpoint/2010/main" val="234474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Adhesive Related(8 Of 10)</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4234145567"/>
              </p:ext>
            </p:extLst>
          </p:nvPr>
        </p:nvGraphicFramePr>
        <p:xfrm>
          <a:off x="210551" y="675827"/>
          <a:ext cx="11213434" cy="4450080"/>
        </p:xfrm>
        <a:graphic>
          <a:graphicData uri="http://schemas.openxmlformats.org/drawingml/2006/table">
            <a:tbl>
              <a:tblPr firstRow="1" bandRow="1">
                <a:tableStyleId>{B301B821-A1FF-4177-AEE7-76D212191A09}</a:tableStyleId>
              </a:tblPr>
              <a:tblGrid>
                <a:gridCol w="1050097">
                  <a:extLst>
                    <a:ext uri="{9D8B030D-6E8A-4147-A177-3AD203B41FA5}">
                      <a16:colId xmlns:a16="http://schemas.microsoft.com/office/drawing/2014/main" val="476935505"/>
                    </a:ext>
                  </a:extLst>
                </a:gridCol>
                <a:gridCol w="3387779">
                  <a:extLst>
                    <a:ext uri="{9D8B030D-6E8A-4147-A177-3AD203B41FA5}">
                      <a16:colId xmlns:a16="http://schemas.microsoft.com/office/drawing/2014/main" val="1470204383"/>
                    </a:ext>
                  </a:extLst>
                </a:gridCol>
                <a:gridCol w="3387779">
                  <a:extLst>
                    <a:ext uri="{9D8B030D-6E8A-4147-A177-3AD203B41FA5}">
                      <a16:colId xmlns:a16="http://schemas.microsoft.com/office/drawing/2014/main" val="2540138070"/>
                    </a:ext>
                  </a:extLst>
                </a:gridCol>
                <a:gridCol w="3387779">
                  <a:extLst>
                    <a:ext uri="{9D8B030D-6E8A-4147-A177-3AD203B41FA5}">
                      <a16:colId xmlns:a16="http://schemas.microsoft.com/office/drawing/2014/main" val="3848910107"/>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Are you performing any after-cure quality validation?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what kind of validation will you do?</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what is the test method/equipment used</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Visual inspection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X-section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Scanning calorimetry + visual inspect adhesive height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calorimetry scanning equipment, to make sure UV glue cured(local supplier: </a:t>
                      </a:r>
                      <a:r>
                        <a:rPr kumimoji="0" lang="en-US" sz="1000" b="0" i="0" u="none" strike="noStrike" kern="0" cap="none" spc="0" normalizeH="0" baseline="0" noProof="0" dirty="0" err="1">
                          <a:ln>
                            <a:noFill/>
                          </a:ln>
                          <a:solidFill>
                            <a:srgbClr val="00B050"/>
                          </a:solidFill>
                          <a:effectLst/>
                          <a:uLnTx/>
                          <a:uFillTx/>
                          <a:latin typeface="Intel Clear Light" panose="020B0404020203020204" pitchFamily="34" charset="0"/>
                          <a:ea typeface="+mn-ea"/>
                          <a:cs typeface="+mn-cs"/>
                          <a:sym typeface="Intel Clear"/>
                        </a:rPr>
                        <a:t>Linshang</a:t>
                      </a: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Inspect void size</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X-section </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Curing percentage/Glue coverage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Visual inspection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use AOI to inspect shifting or adhesive missing</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AOI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Visual inspection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Visual inspection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Visual inspection</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Visual inspection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Visual inspection</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Visual inspection</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Curing percentage/Glue coverage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Visual inspection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Inspection adhesive height, coverage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X-section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1" y="5280656"/>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All customers perform after-cure quality validation. Only Compal CD uses </a:t>
            </a:r>
            <a:r>
              <a:rPr lang="en-US" sz="1600" dirty="0">
                <a:solidFill>
                  <a:schemeClr val="accent1"/>
                </a:solidFill>
                <a:sym typeface="Intel Clear"/>
              </a:rPr>
              <a:t>scanning calorimetry to check validation after-cure quality. </a:t>
            </a:r>
            <a:r>
              <a:rPr lang="en-US" sz="1600" dirty="0">
                <a:solidFill>
                  <a:schemeClr val="accent1"/>
                </a:solidFill>
              </a:rPr>
              <a:t> </a:t>
            </a:r>
          </a:p>
        </p:txBody>
      </p:sp>
    </p:spTree>
    <p:extLst>
      <p:ext uri="{BB962C8B-B14F-4D97-AF65-F5344CB8AC3E}">
        <p14:creationId xmlns:p14="http://schemas.microsoft.com/office/powerpoint/2010/main" val="1303671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Adhesive Related(9 Of 10)</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2611620139"/>
              </p:ext>
            </p:extLst>
          </p:nvPr>
        </p:nvGraphicFramePr>
        <p:xfrm>
          <a:off x="210551" y="675827"/>
          <a:ext cx="10900613" cy="4463415"/>
        </p:xfrm>
        <a:graphic>
          <a:graphicData uri="http://schemas.openxmlformats.org/drawingml/2006/table">
            <a:tbl>
              <a:tblPr firstRow="1" bandRow="1">
                <a:tableStyleId>{B301B821-A1FF-4177-AEE7-76D212191A09}</a:tableStyleId>
              </a:tblPr>
              <a:tblGrid>
                <a:gridCol w="785681">
                  <a:extLst>
                    <a:ext uri="{9D8B030D-6E8A-4147-A177-3AD203B41FA5}">
                      <a16:colId xmlns:a16="http://schemas.microsoft.com/office/drawing/2014/main" val="476935505"/>
                    </a:ext>
                  </a:extLst>
                </a:gridCol>
                <a:gridCol w="2534732">
                  <a:extLst>
                    <a:ext uri="{9D8B030D-6E8A-4147-A177-3AD203B41FA5}">
                      <a16:colId xmlns:a16="http://schemas.microsoft.com/office/drawing/2014/main" val="1470204383"/>
                    </a:ext>
                  </a:extLst>
                </a:gridCol>
                <a:gridCol w="2534732">
                  <a:extLst>
                    <a:ext uri="{9D8B030D-6E8A-4147-A177-3AD203B41FA5}">
                      <a16:colId xmlns:a16="http://schemas.microsoft.com/office/drawing/2014/main" val="2540138070"/>
                    </a:ext>
                  </a:extLst>
                </a:gridCol>
                <a:gridCol w="2534732">
                  <a:extLst>
                    <a:ext uri="{9D8B030D-6E8A-4147-A177-3AD203B41FA5}">
                      <a16:colId xmlns:a16="http://schemas.microsoft.com/office/drawing/2014/main" val="3848910107"/>
                    </a:ext>
                  </a:extLst>
                </a:gridCol>
                <a:gridCol w="2510736">
                  <a:extLst>
                    <a:ext uri="{9D8B030D-6E8A-4147-A177-3AD203B41FA5}">
                      <a16:colId xmlns:a16="http://schemas.microsoft.com/office/drawing/2014/main" val="1360623046"/>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your dispense time requirement (if you have one)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your cure time requirement (if you have one)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your adhesives remove process?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 your adhesives rework success criteria?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5-6 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4 mins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Hot air </a:t>
                      </a:r>
                      <a:r>
                        <a:rPr kumimoji="0" lang="en-US" sz="10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gun+tweezers+manual</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remove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strict requirement, only need to meet the UPH of other stations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10 seconds, to achieve 250 MW</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Hot air </a:t>
                      </a:r>
                      <a:r>
                        <a:rPr kumimoji="0" lang="en-US" sz="10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gun+tweezers+manual</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remove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100%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1.5S~2S /corner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300 Pcs/hour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Hot air </a:t>
                      </a:r>
                      <a:r>
                        <a:rPr kumimoji="0" lang="en-US" sz="10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gun+tweezers+manual</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remove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90%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3.5 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255 panels/hour/line</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Hot air </a:t>
                      </a:r>
                      <a:r>
                        <a:rPr kumimoji="0" lang="en-US" sz="10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gun+tweezers+manual</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remove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100%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17 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Curing engergy：650-1500mj/cm²</a:t>
                      </a:r>
                    </a:p>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Curing time：10-15s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Hot air gun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100%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depends on product, 30 second-1min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130 ℃, 8 min</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Hot air </a:t>
                      </a:r>
                      <a:r>
                        <a:rPr kumimoji="0" lang="en-US" sz="10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gun+tweezers+manual</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remove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95%</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&lt;20 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Hot air </a:t>
                      </a:r>
                      <a:r>
                        <a:rPr kumimoji="0" lang="en-US" sz="1000" b="0" i="0" u="none" strike="noStrike" kern="0" cap="none" spc="0" normalizeH="0" baseline="0" dirty="0" err="1">
                          <a:ln>
                            <a:noFill/>
                          </a:ln>
                          <a:solidFill>
                            <a:srgbClr val="00B050"/>
                          </a:solidFill>
                          <a:effectLst/>
                          <a:uLnTx/>
                          <a:uFillTx/>
                          <a:latin typeface="Intel Clear Light" panose="020B0404020203020204" pitchFamily="34" charset="0"/>
                          <a:ea typeface="+mn-ea"/>
                          <a:cs typeface="+mn-cs"/>
                          <a:sym typeface="Intel Clear"/>
                        </a:rPr>
                        <a:t>gun+tweezers+manual</a:t>
                      </a: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 remove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95%</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10-20 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UV：20-30 second, 120℃/2 min for red potting</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Hot air gun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100% for UV</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Around 15 seconds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3 seconds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Hot air gun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100%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22 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200pcs/H</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Manual remove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100%</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 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Manual remove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99%</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3" y="5250578"/>
            <a:ext cx="10686438"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Different ODMs have different dispense time requirement and cure time requirement. All ODMs use hot air gun and tweezer to manual remove the adhesive.</a:t>
            </a:r>
          </a:p>
        </p:txBody>
      </p:sp>
    </p:spTree>
    <p:extLst>
      <p:ext uri="{BB962C8B-B14F-4D97-AF65-F5344CB8AC3E}">
        <p14:creationId xmlns:p14="http://schemas.microsoft.com/office/powerpoint/2010/main" val="3240281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Adhesive Related(10 Of 10)</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3888266612"/>
              </p:ext>
            </p:extLst>
          </p:nvPr>
        </p:nvGraphicFramePr>
        <p:xfrm>
          <a:off x="210551" y="675827"/>
          <a:ext cx="11225800" cy="4627880"/>
        </p:xfrm>
        <a:graphic>
          <a:graphicData uri="http://schemas.openxmlformats.org/drawingml/2006/table">
            <a:tbl>
              <a:tblPr firstRow="1" bandRow="1">
                <a:tableStyleId>{B301B821-A1FF-4177-AEE7-76D212191A09}</a:tableStyleId>
              </a:tblPr>
              <a:tblGrid>
                <a:gridCol w="1051255">
                  <a:extLst>
                    <a:ext uri="{9D8B030D-6E8A-4147-A177-3AD203B41FA5}">
                      <a16:colId xmlns:a16="http://schemas.microsoft.com/office/drawing/2014/main" val="476935505"/>
                    </a:ext>
                  </a:extLst>
                </a:gridCol>
                <a:gridCol w="3391515">
                  <a:extLst>
                    <a:ext uri="{9D8B030D-6E8A-4147-A177-3AD203B41FA5}">
                      <a16:colId xmlns:a16="http://schemas.microsoft.com/office/drawing/2014/main" val="1470204383"/>
                    </a:ext>
                  </a:extLst>
                </a:gridCol>
                <a:gridCol w="3391515">
                  <a:extLst>
                    <a:ext uri="{9D8B030D-6E8A-4147-A177-3AD203B41FA5}">
                      <a16:colId xmlns:a16="http://schemas.microsoft.com/office/drawing/2014/main" val="2540138070"/>
                    </a:ext>
                  </a:extLst>
                </a:gridCol>
                <a:gridCol w="3391515">
                  <a:extLst>
                    <a:ext uri="{9D8B030D-6E8A-4147-A177-3AD203B41FA5}">
                      <a16:colId xmlns:a16="http://schemas.microsoft.com/office/drawing/2014/main" val="3848910107"/>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 you apply adhesives to non-Intel BOM components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 If Yes, what is the components?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Does applying BGA adhesives reduces thermal margin capability (i.e. the number of temperature cycling)?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CPU, GPU, PCH, memory, WLAN…</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Increase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GPU/AMD CPU</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Increase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BGA and other parts with special requirement</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Unknow</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Parts large than10mm*10mm</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Unknow</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GPU</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Increase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Small IC</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Increase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GPU/CPU</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Increase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GPU，PCH，CPU，DRAM </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Unknow</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GPU</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Increase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B050"/>
                          </a:solidFill>
                          <a:effectLst/>
                          <a:uLnTx/>
                          <a:uFillTx/>
                          <a:latin typeface="Intel Clear Light" panose="020B0404020203020204" pitchFamily="34" charset="0"/>
                          <a:ea typeface="+mn-ea"/>
                          <a:cs typeface="+mn-cs"/>
                          <a:sym typeface="Intel Clear"/>
                        </a:rPr>
                        <a:t>Yes</a:t>
                      </a:r>
                      <a:endPar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GPU</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Increase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Yes</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ctr"/>
                      <a:r>
                        <a:rPr kumimoji="0" lang="en-US" sz="1000" b="0" i="0" u="none" strike="noStrike" kern="0" cap="none" spc="0" normalizeH="0" baseline="0" dirty="0">
                          <a:ln>
                            <a:noFill/>
                          </a:ln>
                          <a:solidFill>
                            <a:srgbClr val="00B050"/>
                          </a:solidFill>
                          <a:effectLst/>
                          <a:uLnTx/>
                          <a:uFillTx/>
                          <a:latin typeface="Intel Clear Light" panose="020B0404020203020204" pitchFamily="34" charset="0"/>
                          <a:ea typeface="+mn-ea"/>
                          <a:cs typeface="+mn-cs"/>
                          <a:sym typeface="Intel Clear"/>
                        </a:rPr>
                        <a:t>Increase</a:t>
                      </a:r>
                    </a:p>
                  </a:txBody>
                  <a:tcPr marL="0"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
        <p:nvSpPr>
          <p:cNvPr id="2" name="TextBox 1">
            <a:extLst>
              <a:ext uri="{FF2B5EF4-FFF2-40B4-BE49-F238E27FC236}">
                <a16:creationId xmlns:a16="http://schemas.microsoft.com/office/drawing/2014/main" id="{BF5712C1-0BCA-00E4-A3B2-03DF90AB06E2}"/>
              </a:ext>
            </a:extLst>
          </p:cNvPr>
          <p:cNvSpPr txBox="1"/>
          <p:nvPr/>
        </p:nvSpPr>
        <p:spPr>
          <a:xfrm>
            <a:off x="210551" y="5443508"/>
            <a:ext cx="11411954" cy="49244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1600" dirty="0">
                <a:solidFill>
                  <a:schemeClr val="accent1"/>
                </a:solidFill>
              </a:rPr>
              <a:t>All customers apply adhesive to non-Intel components, like GPU, DRAM, PCH, etc. Customers thought applying adhesives will increase thermal margin capability.</a:t>
            </a:r>
          </a:p>
        </p:txBody>
      </p:sp>
      <p:sp>
        <p:nvSpPr>
          <p:cNvPr id="4" name="Action Button: Go Home 3">
            <a:hlinkClick r:id="rId2" action="ppaction://hlinksldjump" highlightClick="1"/>
            <a:extLst>
              <a:ext uri="{FF2B5EF4-FFF2-40B4-BE49-F238E27FC236}">
                <a16:creationId xmlns:a16="http://schemas.microsoft.com/office/drawing/2014/main" id="{7D8379EE-8F15-C121-50D4-523FD3010A75}"/>
              </a:ext>
            </a:extLst>
          </p:cNvPr>
          <p:cNvSpPr/>
          <p:nvPr/>
        </p:nvSpPr>
        <p:spPr>
          <a:xfrm>
            <a:off x="11160840" y="6034974"/>
            <a:ext cx="424985" cy="294398"/>
          </a:xfrm>
          <a:prstGeom prst="actionButtonHome">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chemeClr val="bg2">
                  <a:lumMod val="40000"/>
                  <a:lumOff val="60000"/>
                </a:schemeClr>
              </a:solidFill>
              <a:effectLst/>
              <a:uFillTx/>
              <a:latin typeface="IntelOne Display Regular" panose="020B0503020203020204" pitchFamily="34" charset="0"/>
              <a:ea typeface="Helvetica Neue Medium"/>
              <a:cs typeface="Helvetica Neue Medium"/>
              <a:sym typeface="Helvetica Neue Medium"/>
            </a:endParaRPr>
          </a:p>
        </p:txBody>
      </p:sp>
    </p:spTree>
    <p:extLst>
      <p:ext uri="{BB962C8B-B14F-4D97-AF65-F5344CB8AC3E}">
        <p14:creationId xmlns:p14="http://schemas.microsoft.com/office/powerpoint/2010/main" val="1631761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67C550-8534-4752-A750-4145E9563059}"/>
              </a:ext>
            </a:extLst>
          </p:cNvPr>
          <p:cNvSpPr>
            <a:spLocks noGrp="1"/>
          </p:cNvSpPr>
          <p:nvPr>
            <p:ph type="title"/>
          </p:nvPr>
        </p:nvSpPr>
        <p:spPr/>
        <p:txBody>
          <a:bodyPr/>
          <a:lstStyle/>
          <a:p>
            <a:r>
              <a:rPr lang="en-US" dirty="0"/>
              <a:t>Others</a:t>
            </a:r>
          </a:p>
        </p:txBody>
      </p:sp>
    </p:spTree>
    <p:extLst>
      <p:ext uri="{BB962C8B-B14F-4D97-AF65-F5344CB8AC3E}">
        <p14:creationId xmlns:p14="http://schemas.microsoft.com/office/powerpoint/2010/main" val="2707869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Others</a:t>
            </a:r>
          </a:p>
        </p:txBody>
      </p:sp>
      <p:graphicFrame>
        <p:nvGraphicFramePr>
          <p:cNvPr id="3" name="Table 9">
            <a:extLst>
              <a:ext uri="{FF2B5EF4-FFF2-40B4-BE49-F238E27FC236}">
                <a16:creationId xmlns:a16="http://schemas.microsoft.com/office/drawing/2014/main" id="{503B5CA7-8C98-49CD-062E-DAB370D359FC}"/>
              </a:ext>
            </a:extLst>
          </p:cNvPr>
          <p:cNvGraphicFramePr>
            <a:graphicFrameLocks noGrp="1"/>
          </p:cNvGraphicFramePr>
          <p:nvPr>
            <p:extLst>
              <p:ext uri="{D42A27DB-BD31-4B8C-83A1-F6EECF244321}">
                <p14:modId xmlns:p14="http://schemas.microsoft.com/office/powerpoint/2010/main" val="3296573151"/>
              </p:ext>
            </p:extLst>
          </p:nvPr>
        </p:nvGraphicFramePr>
        <p:xfrm>
          <a:off x="210551" y="675827"/>
          <a:ext cx="11092449" cy="5542280"/>
        </p:xfrm>
        <a:graphic>
          <a:graphicData uri="http://schemas.openxmlformats.org/drawingml/2006/table">
            <a:tbl>
              <a:tblPr firstRow="1" bandRow="1">
                <a:tableStyleId>{B301B821-A1FF-4177-AEE7-76D212191A09}</a:tableStyleId>
              </a:tblPr>
              <a:tblGrid>
                <a:gridCol w="2624712">
                  <a:extLst>
                    <a:ext uri="{9D8B030D-6E8A-4147-A177-3AD203B41FA5}">
                      <a16:colId xmlns:a16="http://schemas.microsoft.com/office/drawing/2014/main" val="476935505"/>
                    </a:ext>
                  </a:extLst>
                </a:gridCol>
                <a:gridCol w="8467737">
                  <a:extLst>
                    <a:ext uri="{9D8B030D-6E8A-4147-A177-3AD203B41FA5}">
                      <a16:colId xmlns:a16="http://schemas.microsoft.com/office/drawing/2014/main" val="1470204383"/>
                    </a:ext>
                  </a:extLst>
                </a:gridCol>
              </a:tblGrid>
              <a:tr h="370840">
                <a:tc>
                  <a:txBody>
                    <a:bodyPr/>
                    <a:lstStyle/>
                    <a:p>
                      <a:pPr algn="ctr" fontAlgn="b"/>
                      <a:endParaRPr lang="en-US" sz="1200" b="1" i="0" u="none" strike="noStrike" dirty="0">
                        <a:solidFill>
                          <a:schemeClr val="tx1"/>
                        </a:solidFill>
                        <a:effectLst/>
                        <a:latin typeface="Intel Clear Light" panose="020B0404020203020204" pitchFamily="34" charset="0"/>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algn="ctr" fontAlgn="b"/>
                      <a:r>
                        <a:rPr lang="en-US" sz="1200" b="1" i="0" u="none" strike="noStrike" cap="none" spc="0" baseline="0" dirty="0">
                          <a:solidFill>
                            <a:schemeClr val="lt1"/>
                          </a:solidFill>
                          <a:uFillTx/>
                          <a:latin typeface="+mn-lt"/>
                          <a:ea typeface="+mn-ea"/>
                          <a:cs typeface="+mn-cs"/>
                          <a:sym typeface="Intel Clear"/>
                        </a:rPr>
                        <a:t>What is/are the biggest manufacturing challenge(s) you face? What are your platform pain points? </a:t>
                      </a:r>
                    </a:p>
                    <a:p>
                      <a:pPr algn="ctr" fontAlgn="b"/>
                      <a:r>
                        <a:rPr lang="en-US" sz="1200" b="1" i="0" u="none" strike="noStrike" cap="none" spc="0" baseline="0" dirty="0">
                          <a:solidFill>
                            <a:schemeClr val="lt1"/>
                          </a:solidFill>
                          <a:uFillTx/>
                          <a:latin typeface="+mn-lt"/>
                          <a:ea typeface="+mn-ea"/>
                          <a:cs typeface="+mn-cs"/>
                          <a:sym typeface="Intel Clear"/>
                        </a:rPr>
                        <a:t>1. Concern of mother board get thinner and thinner</a:t>
                      </a:r>
                    </a:p>
                    <a:p>
                      <a:pPr algn="ctr" fontAlgn="b"/>
                      <a:r>
                        <a:rPr lang="en-US" sz="1200" b="1" i="0" u="none" strike="noStrike" cap="none" spc="0" baseline="0" dirty="0">
                          <a:solidFill>
                            <a:schemeClr val="lt1"/>
                          </a:solidFill>
                          <a:uFillTx/>
                          <a:latin typeface="+mn-lt"/>
                          <a:ea typeface="+mn-ea"/>
                          <a:cs typeface="+mn-cs"/>
                          <a:sym typeface="Intel Clear"/>
                        </a:rPr>
                        <a:t>2. Component spacing become tighter - 0.15mm spacing </a:t>
                      </a:r>
                    </a:p>
                    <a:p>
                      <a:pPr algn="ctr" fontAlgn="b"/>
                      <a:r>
                        <a:rPr lang="en-US" sz="1200" b="1" i="0" u="none" strike="noStrike" cap="none" spc="0" baseline="0" dirty="0">
                          <a:solidFill>
                            <a:schemeClr val="lt1"/>
                          </a:solidFill>
                          <a:uFillTx/>
                          <a:latin typeface="+mn-lt"/>
                          <a:ea typeface="+mn-ea"/>
                          <a:cs typeface="+mn-cs"/>
                          <a:sym typeface="Intel Clear"/>
                        </a:rPr>
                        <a:t>3. BGA pitch become smaller  - 0.35mm</a:t>
                      </a:r>
                    </a:p>
                    <a:p>
                      <a:pPr algn="ctr" fontAlgn="b"/>
                      <a:r>
                        <a:rPr lang="en-US" sz="1200" b="1" i="0" u="none" strike="noStrike" cap="none" spc="0" baseline="0" dirty="0">
                          <a:solidFill>
                            <a:schemeClr val="lt1"/>
                          </a:solidFill>
                          <a:uFillTx/>
                          <a:latin typeface="+mn-lt"/>
                          <a:ea typeface="+mn-ea"/>
                          <a:cs typeface="+mn-cs"/>
                          <a:sym typeface="Intel Clear"/>
                        </a:rPr>
                        <a:t>4. QFN pitch become smaller - 0.35mm</a:t>
                      </a:r>
                    </a:p>
                    <a:p>
                      <a:pPr algn="ctr" fontAlgn="b"/>
                      <a:r>
                        <a:rPr lang="en-US" sz="1200" b="1" i="0" u="none" strike="noStrike" cap="none" spc="0" baseline="0" dirty="0">
                          <a:solidFill>
                            <a:schemeClr val="lt1"/>
                          </a:solidFill>
                          <a:uFillTx/>
                          <a:latin typeface="+mn-lt"/>
                          <a:ea typeface="+mn-ea"/>
                          <a:cs typeface="+mn-cs"/>
                          <a:sym typeface="Intel Clear"/>
                        </a:rPr>
                        <a:t>5. Smaller chip component being used </a:t>
                      </a:r>
                    </a:p>
                    <a:p>
                      <a:pPr algn="ctr" fontAlgn="b"/>
                      <a:r>
                        <a:rPr lang="en-US" sz="1200" b="1" i="0" u="none" strike="noStrike" cap="none" spc="0" baseline="0" dirty="0">
                          <a:solidFill>
                            <a:schemeClr val="lt1"/>
                          </a:solidFill>
                          <a:uFillTx/>
                          <a:latin typeface="+mn-lt"/>
                          <a:ea typeface="+mn-ea"/>
                          <a:cs typeface="+mn-cs"/>
                          <a:sym typeface="Intel Clear"/>
                        </a:rPr>
                        <a:t>6. Solder down EMI shield become larger </a:t>
                      </a:r>
                    </a:p>
                    <a:p>
                      <a:pPr algn="ctr" fontAlgn="b"/>
                      <a:r>
                        <a:rPr lang="en-US" sz="1200" b="1" i="0" u="none" strike="noStrike" cap="none" spc="0" baseline="0" dirty="0">
                          <a:solidFill>
                            <a:schemeClr val="lt1"/>
                          </a:solidFill>
                          <a:uFillTx/>
                          <a:latin typeface="+mn-lt"/>
                          <a:ea typeface="+mn-ea"/>
                          <a:cs typeface="+mn-cs"/>
                          <a:sym typeface="Intel Clear"/>
                        </a:rPr>
                        <a:t>7. Others, please provide an example. </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63094235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LCFC</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1,3,7</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52978897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CD</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2,3,4</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96936824"/>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err="1">
                          <a:solidFill>
                            <a:schemeClr val="tx1"/>
                          </a:solidFill>
                          <a:effectLst/>
                          <a:uFillTx/>
                          <a:latin typeface="Intel Clear Light" panose="020B0404020203020204" pitchFamily="34" charset="0"/>
                          <a:ea typeface="+mn-ea"/>
                          <a:cs typeface="+mn-cs"/>
                          <a:sym typeface="Intel Clear"/>
                        </a:rPr>
                        <a:t>Huaqin</a:t>
                      </a:r>
                      <a:endPar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endParaRP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1,2</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1986515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Inventec</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1,2,3,4,6</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192892047"/>
                  </a:ext>
                </a:extLst>
              </a:tr>
              <a:tr h="370840">
                <a:tc>
                  <a:txBody>
                    <a:bodyPr/>
                    <a:lstStyle/>
                    <a:p>
                      <a:pPr algn="ctr" fontAlgn="b"/>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MSI</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3</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562754774"/>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SZ</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2,6</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756891731"/>
                  </a:ext>
                </a:extLst>
              </a:tr>
              <a:tr h="370840">
                <a:tc>
                  <a:txBody>
                    <a:bodyPr/>
                    <a:lstStyle/>
                    <a:p>
                      <a:pPr marL="0" marR="0" indent="0" algn="ctr" defTabSz="609600" fontAlgn="b" latinLnBrk="0">
                        <a:lnSpc>
                          <a:spcPct val="100000"/>
                        </a:lnSpc>
                        <a:spcBef>
                          <a:spcPts val="0"/>
                        </a:spcBef>
                        <a:spcAft>
                          <a:spcPts val="0"/>
                        </a:spcAft>
                        <a:buClrTx/>
                        <a:buSzTx/>
                        <a:buFontTx/>
                        <a:buNone/>
                        <a:tabLst/>
                      </a:pPr>
                      <a:r>
                        <a:rPr lang="en-US" sz="1200" b="1" i="0" u="none" strike="noStrike" cap="none" spc="0" baseline="0" dirty="0">
                          <a:solidFill>
                            <a:schemeClr val="tx1"/>
                          </a:solidFill>
                          <a:effectLst/>
                          <a:uFillTx/>
                          <a:latin typeface="Intel Clear Light" panose="020B0404020203020204" pitchFamily="34" charset="0"/>
                          <a:ea typeface="+mn-ea"/>
                          <a:cs typeface="+mn-cs"/>
                          <a:sym typeface="Intel Clear"/>
                        </a:rPr>
                        <a:t>Compal KS</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No reply from customer</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4231252415"/>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Quanta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1,2,3,4,5,6</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2253090461"/>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err="1">
                          <a:solidFill>
                            <a:schemeClr val="tx1"/>
                          </a:solidFill>
                          <a:effectLst/>
                          <a:uFillTx/>
                          <a:latin typeface="Intel Clear Light" panose="020B0404020203020204" pitchFamily="34" charset="0"/>
                          <a:ea typeface="+mn-ea"/>
                          <a:cs typeface="+mn-cs"/>
                          <a:sym typeface="Intel Clear"/>
                        </a:rPr>
                        <a:t>Pega</a:t>
                      </a: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1,2</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7989940"/>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Compal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1,2,3,4,5,6</a:t>
                      </a:r>
                    </a:p>
                  </a:txBody>
                  <a:tcPr marR="0" marT="0"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3762878747"/>
                  </a:ext>
                </a:extLst>
              </a:tr>
              <a:tr h="370840">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lang="en-US" sz="1200" b="1" i="0" u="none" strike="noStrike" cap="none" spc="0" baseline="0" noProof="0" dirty="0">
                          <a:solidFill>
                            <a:schemeClr val="tx1"/>
                          </a:solidFill>
                          <a:effectLst/>
                          <a:uFillTx/>
                          <a:latin typeface="Intel Clear Light" panose="020B0404020203020204" pitchFamily="34" charset="0"/>
                          <a:ea typeface="+mn-ea"/>
                          <a:cs typeface="+mn-cs"/>
                          <a:sym typeface="Intel Clear"/>
                        </a:rPr>
                        <a:t>Wistron CQ</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tc>
                  <a:txBody>
                    <a:bodyPr/>
                    <a:lstStyle/>
                    <a:p>
                      <a:pPr marL="0" marR="0" lvl="0" indent="0" algn="ctr" defTabSz="609600" eaLnBrk="1" fontAlgn="b"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B050"/>
                          </a:solidFill>
                          <a:effectLst/>
                          <a:uLnTx/>
                          <a:uFillTx/>
                          <a:latin typeface="Intel Clear Light" panose="020B0404020203020204" pitchFamily="34" charset="0"/>
                          <a:ea typeface="+mn-ea"/>
                          <a:cs typeface="+mn-cs"/>
                          <a:sym typeface="Intel Clear"/>
                        </a:rPr>
                        <a:t>1,3,6</a:t>
                      </a:r>
                    </a:p>
                  </a:txBody>
                  <a:tcPr marL="9525" marR="9525" marT="9525" marB="0" anchor="ctr">
                    <a:lnL w="12700" cap="flat" cmpd="sng" algn="ctr">
                      <a:solidFill>
                        <a:srgbClr val="2872C5"/>
                      </a:solidFill>
                      <a:prstDash val="solid"/>
                      <a:round/>
                      <a:headEnd type="none" w="med" len="med"/>
                      <a:tailEnd type="none" w="med" len="med"/>
                    </a:lnL>
                    <a:lnR w="12700" cap="flat" cmpd="sng" algn="ctr">
                      <a:solidFill>
                        <a:srgbClr val="2872C5"/>
                      </a:solidFill>
                      <a:prstDash val="solid"/>
                      <a:round/>
                      <a:headEnd type="none" w="med" len="med"/>
                      <a:tailEnd type="none" w="med" len="med"/>
                    </a:lnR>
                    <a:lnT w="12700" cap="flat" cmpd="sng" algn="ctr">
                      <a:solidFill>
                        <a:srgbClr val="2872C5"/>
                      </a:solidFill>
                      <a:prstDash val="solid"/>
                      <a:round/>
                      <a:headEnd type="none" w="med" len="med"/>
                      <a:tailEnd type="none" w="med" len="med"/>
                    </a:lnT>
                    <a:lnB w="12700" cap="flat" cmpd="sng" algn="ctr">
                      <a:solidFill>
                        <a:srgbClr val="2872C5"/>
                      </a:solidFill>
                      <a:prstDash val="solid"/>
                      <a:round/>
                      <a:headEnd type="none" w="med" len="med"/>
                      <a:tailEnd type="none" w="med" len="med"/>
                    </a:lnB>
                  </a:tcPr>
                </a:tc>
                <a:extLst>
                  <a:ext uri="{0D108BD9-81ED-4DB2-BD59-A6C34878D82A}">
                    <a16:rowId xmlns:a16="http://schemas.microsoft.com/office/drawing/2014/main" val="1314275607"/>
                  </a:ext>
                </a:extLst>
              </a:tr>
            </a:tbl>
          </a:graphicData>
        </a:graphic>
      </p:graphicFrame>
    </p:spTree>
    <p:extLst>
      <p:ext uri="{BB962C8B-B14F-4D97-AF65-F5344CB8AC3E}">
        <p14:creationId xmlns:p14="http://schemas.microsoft.com/office/powerpoint/2010/main" val="1122803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Customer Recognition to Intel MAS Recommendation</a:t>
            </a:r>
          </a:p>
        </p:txBody>
      </p:sp>
      <p:sp>
        <p:nvSpPr>
          <p:cNvPr id="2" name="TextBox 1">
            <a:extLst>
              <a:ext uri="{FF2B5EF4-FFF2-40B4-BE49-F238E27FC236}">
                <a16:creationId xmlns:a16="http://schemas.microsoft.com/office/drawing/2014/main" id="{694B5F30-8CC7-3484-23A9-27B1C623B18C}"/>
              </a:ext>
            </a:extLst>
          </p:cNvPr>
          <p:cNvSpPr txBox="1"/>
          <p:nvPr/>
        </p:nvSpPr>
        <p:spPr>
          <a:xfrm>
            <a:off x="318835" y="769240"/>
            <a:ext cx="11159291" cy="24622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defTabSz="2438338" rtl="0" fontAlgn="auto" latinLnBrk="0" hangingPunct="0">
              <a:lnSpc>
                <a:spcPct val="100000"/>
              </a:lnSpc>
              <a:spcBef>
                <a:spcPts val="0"/>
              </a:spcBef>
              <a:spcAft>
                <a:spcPts val="0"/>
              </a:spcAft>
              <a:buClrTx/>
              <a:buSzTx/>
              <a:buFontTx/>
              <a:buNone/>
              <a:tabLst/>
            </a:pPr>
            <a:r>
              <a:rPr lang="en-US" sz="3200" dirty="0">
                <a:solidFill>
                  <a:schemeClr val="accent1"/>
                </a:solidFill>
              </a:rPr>
              <a:t>During F2F meeting with ODM customers, customers appreciated Intel’s MAS recommendations. They understand Intel team had done huge amount of work to figure out those recommendations, which help customers ramp Intel products more smoothly compared to our competitors. </a:t>
            </a:r>
          </a:p>
        </p:txBody>
      </p:sp>
    </p:spTree>
    <p:extLst>
      <p:ext uri="{BB962C8B-B14F-4D97-AF65-F5344CB8AC3E}">
        <p14:creationId xmlns:p14="http://schemas.microsoft.com/office/powerpoint/2010/main" val="2826538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920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Back Up – Images of transport boards</a:t>
            </a:r>
          </a:p>
        </p:txBody>
      </p:sp>
      <p:sp>
        <p:nvSpPr>
          <p:cNvPr id="2" name="Action Button: Go Home 1">
            <a:hlinkClick r:id="rId2" action="ppaction://hlinksldjump" highlightClick="1"/>
            <a:extLst>
              <a:ext uri="{FF2B5EF4-FFF2-40B4-BE49-F238E27FC236}">
                <a16:creationId xmlns:a16="http://schemas.microsoft.com/office/drawing/2014/main" id="{8932A107-F2FA-0E28-C5D5-09ABF7829FF4}"/>
              </a:ext>
            </a:extLst>
          </p:cNvPr>
          <p:cNvSpPr/>
          <p:nvPr/>
        </p:nvSpPr>
        <p:spPr>
          <a:xfrm>
            <a:off x="10559261" y="5539821"/>
            <a:ext cx="424985" cy="294398"/>
          </a:xfrm>
          <a:prstGeom prst="actionButtonHome">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chemeClr val="bg2">
                  <a:lumMod val="40000"/>
                  <a:lumOff val="60000"/>
                </a:schemeClr>
              </a:solidFill>
              <a:effectLst/>
              <a:uFillTx/>
              <a:latin typeface="IntelOne Display Regular" panose="020B0503020203020204" pitchFamily="34" charset="0"/>
              <a:ea typeface="Helvetica Neue Medium"/>
              <a:cs typeface="Helvetica Neue Medium"/>
              <a:sym typeface="Helvetica Neue Medium"/>
            </a:endParaRPr>
          </a:p>
        </p:txBody>
      </p:sp>
      <p:pic>
        <p:nvPicPr>
          <p:cNvPr id="5" name="圖片 4">
            <a:extLst>
              <a:ext uri="{FF2B5EF4-FFF2-40B4-BE49-F238E27FC236}">
                <a16:creationId xmlns:a16="http://schemas.microsoft.com/office/drawing/2014/main" id="{BFDA4C31-4EA2-4070-B659-8806369A4BE8}"/>
              </a:ext>
            </a:extLst>
          </p:cNvPr>
          <p:cNvPicPr>
            <a:picLocks noChangeAspect="1"/>
          </p:cNvPicPr>
          <p:nvPr/>
        </p:nvPicPr>
        <p:blipFill>
          <a:blip r:embed="rId3"/>
          <a:stretch>
            <a:fillRect/>
          </a:stretch>
        </p:blipFill>
        <p:spPr>
          <a:xfrm rot="5400000">
            <a:off x="2569453" y="541201"/>
            <a:ext cx="2455693" cy="3319901"/>
          </a:xfrm>
          <a:prstGeom prst="rect">
            <a:avLst/>
          </a:prstGeom>
        </p:spPr>
      </p:pic>
      <p:pic>
        <p:nvPicPr>
          <p:cNvPr id="7" name="圖片 4">
            <a:extLst>
              <a:ext uri="{FF2B5EF4-FFF2-40B4-BE49-F238E27FC236}">
                <a16:creationId xmlns:a16="http://schemas.microsoft.com/office/drawing/2014/main" id="{70F048D3-24ED-4905-9DC0-B9953F756B99}"/>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5400000">
            <a:off x="6596394" y="608135"/>
            <a:ext cx="2455694" cy="3186035"/>
          </a:xfrm>
          <a:prstGeom prst="rect">
            <a:avLst/>
          </a:prstGeom>
          <a:noFill/>
          <a:extLst>
            <a:ext uri="{909E8E84-426E-40DD-AFC4-6F175D3DCCD1}">
              <a14:hiddenFill xmlns:a14="http://schemas.microsoft.com/office/drawing/2010/main">
                <a:solidFill>
                  <a:srgbClr val="FFFFFF"/>
                </a:solidFill>
              </a14:hiddenFill>
            </a:ext>
          </a:extLst>
        </p:spPr>
      </p:pic>
      <p:pic>
        <p:nvPicPr>
          <p:cNvPr id="8" name="圖片 5">
            <a:extLst>
              <a:ext uri="{FF2B5EF4-FFF2-40B4-BE49-F238E27FC236}">
                <a16:creationId xmlns:a16="http://schemas.microsoft.com/office/drawing/2014/main" id="{FA5171C7-840C-49B5-BB6D-8E8CBEF2374B}"/>
              </a:ext>
            </a:extLst>
          </p:cNvPr>
          <p:cNvPicPr>
            <a:picLocks noChangeAspect="1"/>
          </p:cNvPicPr>
          <p:nvPr/>
        </p:nvPicPr>
        <p:blipFill>
          <a:blip r:embed="rId5"/>
          <a:stretch>
            <a:fillRect/>
          </a:stretch>
        </p:blipFill>
        <p:spPr>
          <a:xfrm>
            <a:off x="6719282" y="3795808"/>
            <a:ext cx="2107797" cy="2036582"/>
          </a:xfrm>
          <a:prstGeom prst="rect">
            <a:avLst/>
          </a:prstGeom>
        </p:spPr>
      </p:pic>
      <p:pic>
        <p:nvPicPr>
          <p:cNvPr id="9" name="圖片 4">
            <a:extLst>
              <a:ext uri="{FF2B5EF4-FFF2-40B4-BE49-F238E27FC236}">
                <a16:creationId xmlns:a16="http://schemas.microsoft.com/office/drawing/2014/main" id="{11C6179D-9B5E-4322-9C57-799A56E82448}"/>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166162" y="3855765"/>
            <a:ext cx="3319900" cy="2035152"/>
          </a:xfrm>
          <a:prstGeom prst="rect">
            <a:avLst/>
          </a:prstGeom>
        </p:spPr>
      </p:pic>
      <p:sp>
        <p:nvSpPr>
          <p:cNvPr id="3" name="Rectangle 2">
            <a:extLst>
              <a:ext uri="{FF2B5EF4-FFF2-40B4-BE49-F238E27FC236}">
                <a16:creationId xmlns:a16="http://schemas.microsoft.com/office/drawing/2014/main" id="{E1F051B3-C41D-40E4-5995-94DA1A8DC936}"/>
              </a:ext>
            </a:extLst>
          </p:cNvPr>
          <p:cNvSpPr/>
          <p:nvPr/>
        </p:nvSpPr>
        <p:spPr>
          <a:xfrm>
            <a:off x="2715112" y="2964763"/>
            <a:ext cx="2164375" cy="481735"/>
          </a:xfrm>
          <a:prstGeom prst="rect">
            <a:avLst/>
          </a:prstGeom>
          <a:noFill/>
        </p:spPr>
        <p:txBody>
          <a:bodyPr wrap="none" lIns="91440" tIns="45720" rIns="91440" bIns="45720">
            <a:spAutoFit/>
          </a:bodyPr>
          <a:lstStyle/>
          <a:p>
            <a:pPr algn="ctr"/>
            <a:r>
              <a:rPr lang="en-US" sz="2800" b="0" cap="none" spc="0" dirty="0" err="1">
                <a:ln w="0"/>
                <a:solidFill>
                  <a:srgbClr val="FF0000"/>
                </a:solidFill>
                <a:effectLst>
                  <a:outerShdw blurRad="38100" dist="25400" dir="5400000" algn="ctr" rotWithShape="0">
                    <a:srgbClr val="6E747A">
                      <a:alpha val="43000"/>
                    </a:srgbClr>
                  </a:outerShdw>
                </a:effectLst>
              </a:rPr>
              <a:t>Inventec</a:t>
            </a:r>
            <a:r>
              <a:rPr lang="en-US" sz="2800" b="0" cap="none" spc="0" dirty="0">
                <a:ln w="0"/>
                <a:solidFill>
                  <a:srgbClr val="FF0000"/>
                </a:solidFill>
                <a:effectLst>
                  <a:outerShdw blurRad="38100" dist="25400" dir="5400000" algn="ctr" rotWithShape="0">
                    <a:srgbClr val="6E747A">
                      <a:alpha val="43000"/>
                    </a:srgbClr>
                  </a:outerShdw>
                </a:effectLst>
              </a:rPr>
              <a:t> CQ</a:t>
            </a:r>
          </a:p>
        </p:txBody>
      </p:sp>
      <p:sp>
        <p:nvSpPr>
          <p:cNvPr id="10" name="Rectangle 9">
            <a:extLst>
              <a:ext uri="{FF2B5EF4-FFF2-40B4-BE49-F238E27FC236}">
                <a16:creationId xmlns:a16="http://schemas.microsoft.com/office/drawing/2014/main" id="{44D3FA55-4D04-1151-F67F-9825B36AA6A2}"/>
              </a:ext>
            </a:extLst>
          </p:cNvPr>
          <p:cNvSpPr/>
          <p:nvPr/>
        </p:nvSpPr>
        <p:spPr>
          <a:xfrm>
            <a:off x="2682165" y="5371614"/>
            <a:ext cx="2005677" cy="481735"/>
          </a:xfrm>
          <a:prstGeom prst="rect">
            <a:avLst/>
          </a:prstGeom>
          <a:noFill/>
        </p:spPr>
        <p:txBody>
          <a:bodyPr wrap="none" lIns="91440" tIns="45720" rIns="91440" bIns="45720">
            <a:spAutoFit/>
          </a:bodyPr>
          <a:lstStyle/>
          <a:p>
            <a:pPr algn="ctr"/>
            <a:r>
              <a:rPr lang="en-US" sz="2800" b="0" cap="none" spc="0" dirty="0">
                <a:ln w="0"/>
                <a:solidFill>
                  <a:srgbClr val="FF0000"/>
                </a:solidFill>
                <a:effectLst>
                  <a:outerShdw blurRad="38100" dist="25400" dir="5400000" algn="ctr" rotWithShape="0">
                    <a:srgbClr val="6E747A">
                      <a:alpha val="43000"/>
                    </a:srgbClr>
                  </a:outerShdw>
                </a:effectLst>
              </a:rPr>
              <a:t>Compal CD</a:t>
            </a:r>
          </a:p>
        </p:txBody>
      </p:sp>
      <p:sp>
        <p:nvSpPr>
          <p:cNvPr id="11" name="Rectangle 10">
            <a:extLst>
              <a:ext uri="{FF2B5EF4-FFF2-40B4-BE49-F238E27FC236}">
                <a16:creationId xmlns:a16="http://schemas.microsoft.com/office/drawing/2014/main" id="{5891BAB0-CF25-09B3-08A7-AA7A059A9176}"/>
              </a:ext>
            </a:extLst>
          </p:cNvPr>
          <p:cNvSpPr/>
          <p:nvPr/>
        </p:nvSpPr>
        <p:spPr>
          <a:xfrm>
            <a:off x="7376276" y="5350655"/>
            <a:ext cx="793807" cy="481735"/>
          </a:xfrm>
          <a:prstGeom prst="rect">
            <a:avLst/>
          </a:prstGeom>
          <a:noFill/>
        </p:spPr>
        <p:txBody>
          <a:bodyPr wrap="none" lIns="91440" tIns="45720" rIns="91440" bIns="45720">
            <a:spAutoFit/>
          </a:bodyPr>
          <a:lstStyle/>
          <a:p>
            <a:pPr algn="ctr"/>
            <a:r>
              <a:rPr lang="en-US" sz="2800" b="0" cap="none" spc="0" dirty="0">
                <a:ln w="0"/>
                <a:solidFill>
                  <a:srgbClr val="FF0000"/>
                </a:solidFill>
                <a:effectLst>
                  <a:outerShdw blurRad="38100" dist="25400" dir="5400000" algn="ctr" rotWithShape="0">
                    <a:srgbClr val="6E747A">
                      <a:alpha val="43000"/>
                    </a:srgbClr>
                  </a:outerShdw>
                </a:effectLst>
              </a:rPr>
              <a:t>MSI</a:t>
            </a:r>
          </a:p>
        </p:txBody>
      </p:sp>
      <p:sp>
        <p:nvSpPr>
          <p:cNvPr id="12" name="Rectangle 11">
            <a:extLst>
              <a:ext uri="{FF2B5EF4-FFF2-40B4-BE49-F238E27FC236}">
                <a16:creationId xmlns:a16="http://schemas.microsoft.com/office/drawing/2014/main" id="{DC699755-CDB6-6FA0-5D0B-2EC4C7351992}"/>
              </a:ext>
            </a:extLst>
          </p:cNvPr>
          <p:cNvSpPr/>
          <p:nvPr/>
        </p:nvSpPr>
        <p:spPr>
          <a:xfrm>
            <a:off x="6839836" y="2937672"/>
            <a:ext cx="1968809" cy="481735"/>
          </a:xfrm>
          <a:prstGeom prst="rect">
            <a:avLst/>
          </a:prstGeom>
          <a:noFill/>
        </p:spPr>
        <p:txBody>
          <a:bodyPr wrap="none" lIns="91440" tIns="45720" rIns="91440" bIns="45720">
            <a:spAutoFit/>
          </a:bodyPr>
          <a:lstStyle/>
          <a:p>
            <a:pPr algn="ctr"/>
            <a:r>
              <a:rPr lang="en-US" sz="2800" b="0" cap="none" spc="0" dirty="0">
                <a:ln w="0"/>
                <a:solidFill>
                  <a:srgbClr val="FF0000"/>
                </a:solidFill>
                <a:effectLst>
                  <a:outerShdw blurRad="38100" dist="25400" dir="5400000" algn="ctr" rotWithShape="0">
                    <a:srgbClr val="6E747A">
                      <a:alpha val="43000"/>
                    </a:srgbClr>
                  </a:outerShdw>
                </a:effectLst>
              </a:rPr>
              <a:t>Compal KS</a:t>
            </a:r>
          </a:p>
        </p:txBody>
      </p:sp>
    </p:spTree>
    <p:extLst>
      <p:ext uri="{BB962C8B-B14F-4D97-AF65-F5344CB8AC3E}">
        <p14:creationId xmlns:p14="http://schemas.microsoft.com/office/powerpoint/2010/main" val="528219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Back Up – Dosimeter</a:t>
            </a:r>
          </a:p>
        </p:txBody>
      </p:sp>
      <p:sp>
        <p:nvSpPr>
          <p:cNvPr id="2" name="Action Button: Go Home 1">
            <a:hlinkClick r:id="rId2" action="ppaction://hlinksldjump" highlightClick="1"/>
            <a:extLst>
              <a:ext uri="{FF2B5EF4-FFF2-40B4-BE49-F238E27FC236}">
                <a16:creationId xmlns:a16="http://schemas.microsoft.com/office/drawing/2014/main" id="{8932A107-F2FA-0E28-C5D5-09ABF7829FF4}"/>
              </a:ext>
            </a:extLst>
          </p:cNvPr>
          <p:cNvSpPr/>
          <p:nvPr/>
        </p:nvSpPr>
        <p:spPr>
          <a:xfrm>
            <a:off x="10559261" y="5539821"/>
            <a:ext cx="424985" cy="294398"/>
          </a:xfrm>
          <a:prstGeom prst="actionButtonHome">
            <a:avLst/>
          </a:prstGeom>
          <a:solidFill>
            <a:srgbClr val="00B0F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chemeClr val="bg2">
                  <a:lumMod val="40000"/>
                  <a:lumOff val="60000"/>
                </a:schemeClr>
              </a:solidFill>
              <a:effectLst/>
              <a:uFillTx/>
              <a:latin typeface="IntelOne Display Regular" panose="020B0503020203020204" pitchFamily="34" charset="0"/>
              <a:ea typeface="Helvetica Neue Medium"/>
              <a:cs typeface="Helvetica Neue Medium"/>
              <a:sym typeface="Helvetica Neue Medium"/>
            </a:endParaRPr>
          </a:p>
        </p:txBody>
      </p:sp>
      <p:pic>
        <p:nvPicPr>
          <p:cNvPr id="10" name="Picture 9" descr="A person holding a small black object&#10;&#10;Description automatically generated">
            <a:extLst>
              <a:ext uri="{FF2B5EF4-FFF2-40B4-BE49-F238E27FC236}">
                <a16:creationId xmlns:a16="http://schemas.microsoft.com/office/drawing/2014/main" id="{7F4DF4DC-D41F-2E7B-6F97-D0DDD76C1089}"/>
              </a:ext>
            </a:extLst>
          </p:cNvPr>
          <p:cNvPicPr>
            <a:picLocks noChangeAspect="1"/>
          </p:cNvPicPr>
          <p:nvPr/>
        </p:nvPicPr>
        <p:blipFill rotWithShape="1">
          <a:blip r:embed="rId3">
            <a:extLst>
              <a:ext uri="{28A0092B-C50C-407E-A947-70E740481C1C}">
                <a14:useLocalDpi xmlns:a14="http://schemas.microsoft.com/office/drawing/2010/main" val="0"/>
              </a:ext>
            </a:extLst>
          </a:blip>
          <a:srcRect l="48070" t="27583" r="20614" b="30897"/>
          <a:stretch/>
        </p:blipFill>
        <p:spPr>
          <a:xfrm rot="5400000">
            <a:off x="2775666" y="746322"/>
            <a:ext cx="2119592" cy="2107719"/>
          </a:xfrm>
          <a:prstGeom prst="rect">
            <a:avLst/>
          </a:prstGeom>
        </p:spPr>
      </p:pic>
      <p:pic>
        <p:nvPicPr>
          <p:cNvPr id="12" name="Picture 11" descr="A small black object with a white label on it&#10;&#10;Description automatically generated">
            <a:extLst>
              <a:ext uri="{FF2B5EF4-FFF2-40B4-BE49-F238E27FC236}">
                <a16:creationId xmlns:a16="http://schemas.microsoft.com/office/drawing/2014/main" id="{C4139092-F54D-CAB9-22A2-B0C0CCFF40E6}"/>
              </a:ext>
            </a:extLst>
          </p:cNvPr>
          <p:cNvPicPr>
            <a:picLocks noChangeAspect="1"/>
          </p:cNvPicPr>
          <p:nvPr/>
        </p:nvPicPr>
        <p:blipFill rotWithShape="1">
          <a:blip r:embed="rId4">
            <a:extLst>
              <a:ext uri="{28A0092B-C50C-407E-A947-70E740481C1C}">
                <a14:useLocalDpi xmlns:a14="http://schemas.microsoft.com/office/drawing/2010/main" val="0"/>
              </a:ext>
            </a:extLst>
          </a:blip>
          <a:srcRect l="30263" t="26336" r="29298" b="22904"/>
          <a:stretch/>
        </p:blipFill>
        <p:spPr>
          <a:xfrm rot="16200000">
            <a:off x="649475" y="802830"/>
            <a:ext cx="2132311" cy="2007426"/>
          </a:xfrm>
          <a:prstGeom prst="rect">
            <a:avLst/>
          </a:prstGeom>
        </p:spPr>
      </p:pic>
      <p:pic>
        <p:nvPicPr>
          <p:cNvPr id="1026" name="圖片 1">
            <a:extLst>
              <a:ext uri="{FF2B5EF4-FFF2-40B4-BE49-F238E27FC236}">
                <a16:creationId xmlns:a16="http://schemas.microsoft.com/office/drawing/2014/main" id="{28ABD0A9-3E66-33B9-3F98-BA16CF677458}"/>
              </a:ext>
            </a:extLst>
          </p:cNvPr>
          <p:cNvPicPr>
            <a:picLocks noChangeAspect="1" noChangeArrowheads="1"/>
          </p:cNvPicPr>
          <p:nvPr/>
        </p:nvPicPr>
        <p:blipFill>
          <a:blip r:embed="rId5" r:link="rId6">
            <a:extLst>
              <a:ext uri="{28A0092B-C50C-407E-A947-70E740481C1C}">
                <a14:useLocalDpi xmlns:a14="http://schemas.microsoft.com/office/drawing/2010/main" val="0"/>
              </a:ext>
            </a:extLst>
          </a:blip>
          <a:srcRect/>
          <a:stretch>
            <a:fillRect/>
          </a:stretch>
        </p:blipFill>
        <p:spPr bwMode="auto">
          <a:xfrm>
            <a:off x="6471344" y="750844"/>
            <a:ext cx="2344986" cy="2121855"/>
          </a:xfrm>
          <a:prstGeom prst="rect">
            <a:avLst/>
          </a:prstGeom>
          <a:noFill/>
          <a:extLst>
            <a:ext uri="{909E8E84-426E-40DD-AFC4-6F175D3DCCD1}">
              <a14:hiddenFill xmlns:a14="http://schemas.microsoft.com/office/drawing/2010/main">
                <a:solidFill>
                  <a:srgbClr val="FFFFFF"/>
                </a:solidFill>
              </a14:hiddenFill>
            </a:ext>
          </a:extLst>
        </p:spPr>
      </p:pic>
      <p:pic>
        <p:nvPicPr>
          <p:cNvPr id="1025" name="圖片 2">
            <a:extLst>
              <a:ext uri="{FF2B5EF4-FFF2-40B4-BE49-F238E27FC236}">
                <a16:creationId xmlns:a16="http://schemas.microsoft.com/office/drawing/2014/main" id="{08EDC8FA-E819-07D3-7E26-7712EC57295E}"/>
              </a:ext>
            </a:extLst>
          </p:cNvPr>
          <p:cNvPicPr>
            <a:picLocks noChangeAspect="1" noChangeArrowheads="1"/>
          </p:cNvPicPr>
          <p:nvPr/>
        </p:nvPicPr>
        <p:blipFill>
          <a:blip r:embed="rId7" r:link="rId8">
            <a:extLst>
              <a:ext uri="{28A0092B-C50C-407E-A947-70E740481C1C}">
                <a14:useLocalDpi xmlns:a14="http://schemas.microsoft.com/office/drawing/2010/main" val="0"/>
              </a:ext>
            </a:extLst>
          </a:blip>
          <a:srcRect/>
          <a:stretch>
            <a:fillRect/>
          </a:stretch>
        </p:blipFill>
        <p:spPr bwMode="auto">
          <a:xfrm>
            <a:off x="8856305" y="757349"/>
            <a:ext cx="2127941" cy="2115350"/>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3">
            <a:extLst>
              <a:ext uri="{FF2B5EF4-FFF2-40B4-BE49-F238E27FC236}">
                <a16:creationId xmlns:a16="http://schemas.microsoft.com/office/drawing/2014/main" id="{A76F122F-FF48-5A06-8722-9A12191F81F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Rectangle 4">
            <a:extLst>
              <a:ext uri="{FF2B5EF4-FFF2-40B4-BE49-F238E27FC236}">
                <a16:creationId xmlns:a16="http://schemas.microsoft.com/office/drawing/2014/main" id="{57B1A572-4583-AC6B-01AF-B5DA847B2879}"/>
              </a:ext>
            </a:extLst>
          </p:cNvPr>
          <p:cNvSpPr>
            <a:spLocks noChangeArrowheads="1"/>
          </p:cNvSpPr>
          <p:nvPr/>
        </p:nvSpPr>
        <p:spPr bwMode="auto">
          <a:xfrm>
            <a:off x="0" y="3657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panose="020B0604020202020204" pitchFamily="34" charset="0"/>
                <a:ea typeface="DengXian" panose="02010600030101010101" pitchFamily="2" charset="-122"/>
                <a:cs typeface="Aptos" panose="020B0004020202020204" pitchFamily="34"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5" name="Rectangle 5">
            <a:extLst>
              <a:ext uri="{FF2B5EF4-FFF2-40B4-BE49-F238E27FC236}">
                <a16:creationId xmlns:a16="http://schemas.microsoft.com/office/drawing/2014/main" id="{631C0A15-A58F-C8C7-13A3-A6F24FF4B1CC}"/>
              </a:ext>
            </a:extLst>
          </p:cNvPr>
          <p:cNvSpPr>
            <a:spLocks noChangeArrowheads="1"/>
          </p:cNvSpPr>
          <p:nvPr/>
        </p:nvSpPr>
        <p:spPr bwMode="auto">
          <a:xfrm>
            <a:off x="0" y="6858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3" name="Rectangle 2">
            <a:extLst>
              <a:ext uri="{FF2B5EF4-FFF2-40B4-BE49-F238E27FC236}">
                <a16:creationId xmlns:a16="http://schemas.microsoft.com/office/drawing/2014/main" id="{F5AD012B-1119-E196-4FCE-791623B1AFE9}"/>
              </a:ext>
            </a:extLst>
          </p:cNvPr>
          <p:cNvSpPr/>
          <p:nvPr/>
        </p:nvSpPr>
        <p:spPr>
          <a:xfrm>
            <a:off x="2094555" y="2900754"/>
            <a:ext cx="1374094" cy="481735"/>
          </a:xfrm>
          <a:prstGeom prst="rect">
            <a:avLst/>
          </a:prstGeom>
          <a:noFill/>
        </p:spPr>
        <p:txBody>
          <a:bodyPr wrap="none" lIns="91440" tIns="45720" rIns="91440" bIns="45720">
            <a:spAutoFit/>
          </a:bodyPr>
          <a:lstStyle/>
          <a:p>
            <a:pPr algn="ctr"/>
            <a:r>
              <a:rPr lang="en-US" sz="2800" b="0" cap="none" spc="0" dirty="0">
                <a:ln w="0"/>
                <a:solidFill>
                  <a:schemeClr val="tx1"/>
                </a:solidFill>
                <a:effectLst>
                  <a:outerShdw blurRad="38100" dist="25400" dir="5400000" algn="ctr" rotWithShape="0">
                    <a:srgbClr val="6E747A">
                      <a:alpha val="43000"/>
                    </a:srgbClr>
                  </a:outerShdw>
                </a:effectLst>
              </a:rPr>
              <a:t>Quanta</a:t>
            </a:r>
          </a:p>
        </p:txBody>
      </p:sp>
      <p:sp>
        <p:nvSpPr>
          <p:cNvPr id="5" name="Rectangle 4">
            <a:extLst>
              <a:ext uri="{FF2B5EF4-FFF2-40B4-BE49-F238E27FC236}">
                <a16:creationId xmlns:a16="http://schemas.microsoft.com/office/drawing/2014/main" id="{BCCC7311-6891-A427-6023-4BF48DD23AEF}"/>
              </a:ext>
            </a:extLst>
          </p:cNvPr>
          <p:cNvSpPr/>
          <p:nvPr/>
        </p:nvSpPr>
        <p:spPr>
          <a:xfrm>
            <a:off x="8066765" y="2931980"/>
            <a:ext cx="1499129" cy="481735"/>
          </a:xfrm>
          <a:prstGeom prst="rect">
            <a:avLst/>
          </a:prstGeom>
          <a:noFill/>
        </p:spPr>
        <p:txBody>
          <a:bodyPr wrap="none" lIns="91440" tIns="45720" rIns="91440" bIns="45720">
            <a:spAutoFit/>
          </a:bodyPr>
          <a:lstStyle/>
          <a:p>
            <a:pPr algn="ctr"/>
            <a:r>
              <a:rPr lang="en-US" sz="2800" b="0" cap="none" spc="0" dirty="0" err="1">
                <a:ln w="0"/>
                <a:solidFill>
                  <a:schemeClr val="tx1"/>
                </a:solidFill>
                <a:effectLst>
                  <a:outerShdw blurRad="38100" dist="25400" dir="5400000" algn="ctr" rotWithShape="0">
                    <a:srgbClr val="6E747A">
                      <a:alpha val="43000"/>
                    </a:srgbClr>
                  </a:outerShdw>
                </a:effectLst>
              </a:rPr>
              <a:t>Pega</a:t>
            </a:r>
            <a:r>
              <a:rPr lang="en-US" sz="2800" b="0" cap="none" spc="0" dirty="0">
                <a:ln w="0"/>
                <a:solidFill>
                  <a:schemeClr val="tx1"/>
                </a:solidFill>
                <a:effectLst>
                  <a:outerShdw blurRad="38100" dist="25400" dir="5400000" algn="ctr" rotWithShape="0">
                    <a:srgbClr val="6E747A">
                      <a:alpha val="43000"/>
                    </a:srgbClr>
                  </a:outerShdw>
                </a:effectLst>
              </a:rPr>
              <a:t> SZ</a:t>
            </a:r>
          </a:p>
        </p:txBody>
      </p:sp>
      <p:pic>
        <p:nvPicPr>
          <p:cNvPr id="7" name="Picture 6">
            <a:extLst>
              <a:ext uri="{FF2B5EF4-FFF2-40B4-BE49-F238E27FC236}">
                <a16:creationId xmlns:a16="http://schemas.microsoft.com/office/drawing/2014/main" id="{1D2007E1-0F0E-7F7D-59B1-3512545FE98C}"/>
              </a:ext>
            </a:extLst>
          </p:cNvPr>
          <p:cNvPicPr>
            <a:picLocks noChangeAspect="1"/>
          </p:cNvPicPr>
          <p:nvPr/>
        </p:nvPicPr>
        <p:blipFill>
          <a:blip r:embed="rId9"/>
          <a:stretch>
            <a:fillRect/>
          </a:stretch>
        </p:blipFill>
        <p:spPr>
          <a:xfrm>
            <a:off x="1502011" y="3542170"/>
            <a:ext cx="2559182" cy="2292468"/>
          </a:xfrm>
          <a:prstGeom prst="rect">
            <a:avLst/>
          </a:prstGeom>
        </p:spPr>
      </p:pic>
      <p:sp>
        <p:nvSpPr>
          <p:cNvPr id="8" name="Rectangle 7">
            <a:extLst>
              <a:ext uri="{FF2B5EF4-FFF2-40B4-BE49-F238E27FC236}">
                <a16:creationId xmlns:a16="http://schemas.microsoft.com/office/drawing/2014/main" id="{53435DA0-9088-AA01-CE99-6CC9A6344AC1}"/>
              </a:ext>
            </a:extLst>
          </p:cNvPr>
          <p:cNvSpPr/>
          <p:nvPr/>
        </p:nvSpPr>
        <p:spPr>
          <a:xfrm>
            <a:off x="1699415" y="5876745"/>
            <a:ext cx="2164375" cy="481735"/>
          </a:xfrm>
          <a:prstGeom prst="rect">
            <a:avLst/>
          </a:prstGeom>
          <a:noFill/>
        </p:spPr>
        <p:txBody>
          <a:bodyPr wrap="none" lIns="91440" tIns="45720" rIns="91440" bIns="45720">
            <a:spAutoFit/>
          </a:bodyPr>
          <a:lstStyle/>
          <a:p>
            <a:pPr algn="ctr"/>
            <a:r>
              <a:rPr lang="en-US" sz="2800" dirty="0" err="1">
                <a:ln w="0"/>
                <a:solidFill>
                  <a:schemeClr val="tx1"/>
                </a:solidFill>
                <a:effectLst>
                  <a:outerShdw blurRad="38100" dist="25400" dir="5400000" algn="ctr" rotWithShape="0">
                    <a:srgbClr val="6E747A">
                      <a:alpha val="43000"/>
                    </a:srgbClr>
                  </a:outerShdw>
                </a:effectLst>
              </a:rPr>
              <a:t>Inventec</a:t>
            </a:r>
            <a:r>
              <a:rPr lang="en-US" sz="2800" dirty="0">
                <a:ln w="0"/>
                <a:solidFill>
                  <a:schemeClr val="tx1"/>
                </a:solidFill>
                <a:effectLst>
                  <a:outerShdw blurRad="38100" dist="25400" dir="5400000" algn="ctr" rotWithShape="0">
                    <a:srgbClr val="6E747A">
                      <a:alpha val="43000"/>
                    </a:srgbClr>
                  </a:outerShdw>
                </a:effectLst>
              </a:rPr>
              <a:t> CQ</a:t>
            </a:r>
            <a:endParaRPr lang="en-US" sz="2800" b="0" cap="none" spc="0" dirty="0">
              <a:ln w="0"/>
              <a:solidFill>
                <a:schemeClr val="tx1"/>
              </a:solidFill>
              <a:effectLst>
                <a:outerShdw blurRad="38100" dist="25400" dir="5400000" algn="ctr" rotWithShape="0">
                  <a:srgbClr val="6E747A">
                    <a:alpha val="43000"/>
                  </a:srgbClr>
                </a:outerShdw>
              </a:effectLst>
            </a:endParaRPr>
          </a:p>
        </p:txBody>
      </p:sp>
    </p:spTree>
    <p:extLst>
      <p:ext uri="{BB962C8B-B14F-4D97-AF65-F5344CB8AC3E}">
        <p14:creationId xmlns:p14="http://schemas.microsoft.com/office/powerpoint/2010/main" val="403375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ED065AC-F3EF-42B0-A34B-DF7EED7FF8B9}"/>
              </a:ext>
            </a:extLst>
          </p:cNvPr>
          <p:cNvSpPr>
            <a:spLocks noGrp="1"/>
          </p:cNvSpPr>
          <p:nvPr>
            <p:ph type="title"/>
          </p:nvPr>
        </p:nvSpPr>
        <p:spPr>
          <a:xfrm>
            <a:off x="210553" y="132550"/>
            <a:ext cx="11010816" cy="952499"/>
          </a:xfrm>
        </p:spPr>
        <p:txBody>
          <a:bodyPr/>
          <a:lstStyle/>
          <a:p>
            <a:r>
              <a:rPr lang="en-US" sz="3200" dirty="0"/>
              <a:t>Back Up –LCFC ICT Equipment</a:t>
            </a:r>
          </a:p>
        </p:txBody>
      </p:sp>
      <p:sp>
        <p:nvSpPr>
          <p:cNvPr id="13" name="Rectangle 3">
            <a:extLst>
              <a:ext uri="{FF2B5EF4-FFF2-40B4-BE49-F238E27FC236}">
                <a16:creationId xmlns:a16="http://schemas.microsoft.com/office/drawing/2014/main" id="{A76F122F-FF48-5A06-8722-9A12191F81F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4" name="Rectangle 4">
            <a:extLst>
              <a:ext uri="{FF2B5EF4-FFF2-40B4-BE49-F238E27FC236}">
                <a16:creationId xmlns:a16="http://schemas.microsoft.com/office/drawing/2014/main" id="{57B1A572-4583-AC6B-01AF-B5DA847B2879}"/>
              </a:ext>
            </a:extLst>
          </p:cNvPr>
          <p:cNvSpPr>
            <a:spLocks noChangeArrowheads="1"/>
          </p:cNvSpPr>
          <p:nvPr/>
        </p:nvSpPr>
        <p:spPr bwMode="auto">
          <a:xfrm>
            <a:off x="0" y="36576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200" b="0" i="0" u="none" strike="noStrike" cap="none" normalizeH="0" baseline="0">
                <a:ln>
                  <a:noFill/>
                </a:ln>
                <a:solidFill>
                  <a:schemeClr val="tx1"/>
                </a:solidFill>
                <a:effectLst/>
                <a:latin typeface="Arial" panose="020B0604020202020204" pitchFamily="34" charset="0"/>
                <a:ea typeface="DengXian" panose="02010600030101010101" pitchFamily="2" charset="-122"/>
                <a:cs typeface="Aptos" panose="020B0004020202020204" pitchFamily="34" charset="0"/>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15" name="Rectangle 5">
            <a:extLst>
              <a:ext uri="{FF2B5EF4-FFF2-40B4-BE49-F238E27FC236}">
                <a16:creationId xmlns:a16="http://schemas.microsoft.com/office/drawing/2014/main" id="{631C0A15-A58F-C8C7-13A3-A6F24FF4B1CC}"/>
              </a:ext>
            </a:extLst>
          </p:cNvPr>
          <p:cNvSpPr>
            <a:spLocks noChangeArrowheads="1"/>
          </p:cNvSpPr>
          <p:nvPr/>
        </p:nvSpPr>
        <p:spPr bwMode="auto">
          <a:xfrm>
            <a:off x="0" y="6858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7" name="Picture 6" descr="A sign on a machine&#10;&#10;Description automatically generated">
            <a:extLst>
              <a:ext uri="{FF2B5EF4-FFF2-40B4-BE49-F238E27FC236}">
                <a16:creationId xmlns:a16="http://schemas.microsoft.com/office/drawing/2014/main" id="{10AE365B-45CC-DD3B-0C49-0196A9C1FD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2889" y="913235"/>
            <a:ext cx="6218320" cy="4663740"/>
          </a:xfrm>
          <a:prstGeom prst="rect">
            <a:avLst/>
          </a:prstGeom>
        </p:spPr>
      </p:pic>
      <p:pic>
        <p:nvPicPr>
          <p:cNvPr id="9" name="Picture 8">
            <a:extLst>
              <a:ext uri="{FF2B5EF4-FFF2-40B4-BE49-F238E27FC236}">
                <a16:creationId xmlns:a16="http://schemas.microsoft.com/office/drawing/2014/main" id="{694E74C1-336B-7A39-55E8-FECEAE3F4D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6220" y="531201"/>
            <a:ext cx="3181727" cy="5653458"/>
          </a:xfrm>
          <a:prstGeom prst="rect">
            <a:avLst/>
          </a:prstGeom>
        </p:spPr>
      </p:pic>
    </p:spTree>
    <p:extLst>
      <p:ext uri="{BB962C8B-B14F-4D97-AF65-F5344CB8AC3E}">
        <p14:creationId xmlns:p14="http://schemas.microsoft.com/office/powerpoint/2010/main" val="3592081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9" ma:contentTypeDescription="Create a new document." ma:contentTypeScope="" ma:versionID="772cae2c305b4f62e85a22adf2aa3c79">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28598a7512f346c30fccd3bc93b29e17"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01C66F3-FBD8-4B0F-98D9-445FE3649D01}">
  <ds:schemaRefs>
    <ds:schemaRef ds:uri="http://schemas.microsoft.com/sharepoint/v3/contenttype/forms"/>
  </ds:schemaRefs>
</ds:datastoreItem>
</file>

<file path=customXml/itemProps2.xml><?xml version="1.0" encoding="utf-8"?>
<ds:datastoreItem xmlns:ds="http://schemas.openxmlformats.org/officeDocument/2006/customXml" ds:itemID="{724B8A99-8161-4D52-8DFD-478F5C1B3170}">
  <ds:schemaRefs>
    <ds:schemaRef ds:uri="b0a3e817-7ff1-4682-9cdc-9e68f1944ac6"/>
    <ds:schemaRef ds:uri="http://purl.org/dc/elements/1.1/"/>
    <ds:schemaRef ds:uri="http://schemas.microsoft.com/office/infopath/2007/PartnerControls"/>
    <ds:schemaRef ds:uri="a7bc6c04-a6f3-4b85-abcc-278c78dc556b"/>
    <ds:schemaRef ds:uri="http://schemas.microsoft.com/office/2006/documentManagement/types"/>
    <ds:schemaRef ds:uri="http://www.w3.org/XML/1998/namespace"/>
    <ds:schemaRef ds:uri="http://purl.org/dc/dcmitype/"/>
    <ds:schemaRef ds:uri="http://schemas.openxmlformats.org/package/2006/metadata/core-properties"/>
    <ds:schemaRef ds:uri="5e37b643-6edd-4e99-882c-9f9c6c52fc16"/>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EEADB1EC-ACF1-434B-8D8D-D03CE87513F9}"/>
</file>

<file path=docMetadata/LabelInfo.xml><?xml version="1.0" encoding="utf-8"?>
<clbl:labelList xmlns:clbl="http://schemas.microsoft.com/office/2020/mipLabelMetadata">
  <clbl:label id="{46c98d88-e344-4ed4-8496-4ed7712e255d}" enabled="0" method="" siteId="{46c98d88-e344-4ed4-8496-4ed7712e255d}" removed="1"/>
</clbl:labelList>
</file>

<file path=docProps/app.xml><?xml version="1.0" encoding="utf-8"?>
<Properties xmlns="http://schemas.openxmlformats.org/officeDocument/2006/extended-properties" xmlns:vt="http://schemas.openxmlformats.org/officeDocument/2006/docPropsVTypes">
  <Template/>
  <TotalTime>30056</TotalTime>
  <Words>8931</Words>
  <Application>Microsoft Office PowerPoint</Application>
  <PresentationFormat>Widescreen</PresentationFormat>
  <Paragraphs>1954</Paragraphs>
  <Slides>54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54</vt:i4>
      </vt:variant>
    </vt:vector>
  </HeadingPairs>
  <TitlesOfParts>
    <vt:vector size="64" baseType="lpstr">
      <vt:lpstr>Helvetica Neue</vt:lpstr>
      <vt:lpstr>Helvetica Neue Medium</vt:lpstr>
      <vt:lpstr>Arial</vt:lpstr>
      <vt:lpstr>Calibri</vt:lpstr>
      <vt:lpstr>Helvetica</vt:lpstr>
      <vt:lpstr>Intel Clear</vt:lpstr>
      <vt:lpstr>Intel Clear Light</vt:lpstr>
      <vt:lpstr>IntelOne Display Regular</vt:lpstr>
      <vt:lpstr>Wingdings</vt:lpstr>
      <vt:lpstr>21_BasicWhite</vt:lpstr>
      <vt:lpstr>2024 Panther Lake CRD_ODM Summary Report</vt:lpstr>
      <vt:lpstr>General SMT Line Layout</vt:lpstr>
      <vt:lpstr>Objectives</vt:lpstr>
      <vt:lpstr>Agenda</vt:lpstr>
      <vt:lpstr>Highlights</vt:lpstr>
      <vt:lpstr>Reliability Test</vt:lpstr>
      <vt:lpstr>Reliability Test(1 Of 4)</vt:lpstr>
      <vt:lpstr>Reliability Test(2 Of 4)</vt:lpstr>
      <vt:lpstr>Reliability Test(3 Of 4)</vt:lpstr>
      <vt:lpstr>Reliability Test(4 Of 4)</vt:lpstr>
      <vt:lpstr>Functional Test</vt:lpstr>
      <vt:lpstr>Functional Test(1 Of 3)</vt:lpstr>
      <vt:lpstr>Functional Test(2 Of 3)</vt:lpstr>
      <vt:lpstr>Functional Test(3 Of 3)</vt:lpstr>
      <vt:lpstr>SMT Process &amp; Rework</vt:lpstr>
      <vt:lpstr>SMT Process &amp; Rework(1 Of 6)</vt:lpstr>
      <vt:lpstr>SMT Process &amp; Rework(2 Of 6)</vt:lpstr>
      <vt:lpstr>SMT Process &amp; Rework(3 Of 6)</vt:lpstr>
      <vt:lpstr>SMT Process &amp; Rework(4 Of 6)</vt:lpstr>
      <vt:lpstr>SMT Process &amp; Rework(5 Of 6)</vt:lpstr>
      <vt:lpstr>SMT Process &amp; Rework(6 Of 6)</vt:lpstr>
      <vt:lpstr>Solder paste &amp; Solder ball </vt:lpstr>
      <vt:lpstr>Solder paste &amp; Solder ball (1 Of 4)</vt:lpstr>
      <vt:lpstr>Solder paste &amp; Solder ball (2 Of 4)</vt:lpstr>
      <vt:lpstr>Solder paste &amp; Solder ball (3 Of 4)</vt:lpstr>
      <vt:lpstr>Solder paste &amp; Solder ball (4 Of 4)</vt:lpstr>
      <vt:lpstr>Equipment Related</vt:lpstr>
      <vt:lpstr>Equipment Related(1 Of 4)</vt:lpstr>
      <vt:lpstr>Equipment Related(2 Of 4)</vt:lpstr>
      <vt:lpstr>Equipment Related(3 Of 4)</vt:lpstr>
      <vt:lpstr>Equipment Related(4 Of 4)</vt:lpstr>
      <vt:lpstr>BFI Related</vt:lpstr>
      <vt:lpstr>BFI Related(1 Of 4)</vt:lpstr>
      <vt:lpstr>BFI Related(2 Of 4)</vt:lpstr>
      <vt:lpstr>BFI Related(3 Of 4)</vt:lpstr>
      <vt:lpstr>BFI Related(4 Of 4)</vt:lpstr>
      <vt:lpstr>Adhesive Related</vt:lpstr>
      <vt:lpstr>Adhesive Related(1 Of 10)</vt:lpstr>
      <vt:lpstr>Adhesive Related(2 Of 10)</vt:lpstr>
      <vt:lpstr>Adhesive Related(3 Of 10)</vt:lpstr>
      <vt:lpstr>Adhesive Related(4 Of 10)</vt:lpstr>
      <vt:lpstr>Adhesive Related(5 Of 10)</vt:lpstr>
      <vt:lpstr>Adhesive Related(6 Of 10)</vt:lpstr>
      <vt:lpstr>Adhesive Related(7 Of 10)</vt:lpstr>
      <vt:lpstr>Adhesive Related(8 Of 10)</vt:lpstr>
      <vt:lpstr>Adhesive Related(9 Of 10)</vt:lpstr>
      <vt:lpstr>Adhesive Related(10 Of 10)</vt:lpstr>
      <vt:lpstr>Others</vt:lpstr>
      <vt:lpstr>Others</vt:lpstr>
      <vt:lpstr>Customer Recognition to Intel MAS Recommendation</vt:lpstr>
      <vt:lpstr>PowerPoint Presentation</vt:lpstr>
      <vt:lpstr>Back Up – Images of transport boards</vt:lpstr>
      <vt:lpstr>Back Up – Dosimeter</vt:lpstr>
      <vt:lpstr>Back Up –LCFC ICT Equipment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Zheng, Binghuan</cp:lastModifiedBy>
  <cp:revision>187</cp:revision>
  <dcterms:modified xsi:type="dcterms:W3CDTF">2024-11-07T02:34:30Z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y fmtid="{D5CDD505-2E9C-101B-9397-08002B2CF9AE}" pid="9" name="MediaServiceImageTags">
    <vt:lpwstr/>
  </property>
</Properties>
</file>