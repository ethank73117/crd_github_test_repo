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charts/chart1.xml" ContentType="application/vnd.openxmlformats-officedocument.drawingml.char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4"/>
  </p:sldMasterIdLst>
  <p:notesMasterIdLst>
    <p:notesMasterId r:id="rId18"/>
  </p:notesMasterIdLst>
  <p:handoutMasterIdLst>
    <p:handoutMasterId r:id="rId19"/>
  </p:handoutMasterIdLst>
  <p:sldIdLst>
    <p:sldId id="262" r:id="rId5"/>
    <p:sldId id="351" r:id="rId6"/>
    <p:sldId id="624" r:id="rId7"/>
    <p:sldId id="615" r:id="rId8"/>
    <p:sldId id="616" r:id="rId9"/>
    <p:sldId id="622" r:id="rId10"/>
    <p:sldId id="617" r:id="rId11"/>
    <p:sldId id="618" r:id="rId12"/>
    <p:sldId id="619" r:id="rId13"/>
    <p:sldId id="620" r:id="rId14"/>
    <p:sldId id="623" r:id="rId15"/>
    <p:sldId id="621" r:id="rId16"/>
    <p:sldId id="292" r:id="rId17"/>
  </p:sldIdLst>
  <p:sldSz cx="12192000" cy="6858000"/>
  <p:notesSz cx="6858000" cy="9144000"/>
  <p:defaultTextStyle>
    <a:defPPr marL="0" marR="0" indent="0" algn="l" defTabSz="457200" rtl="0" fontAlgn="auto" latinLnBrk="1"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defRPr>
    </a:defPPr>
    <a:lvl1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1pPr>
    <a:lvl2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2pPr>
    <a:lvl3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3pPr>
    <a:lvl4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4pPr>
    <a:lvl5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5pPr>
    <a:lvl6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6pPr>
    <a:lvl7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7pPr>
    <a:lvl8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8pPr>
    <a:lvl9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9pPr>
  </p:defaultTextStyle>
  <p:extLst>
    <p:ext uri="{EFAFB233-063F-42B5-8137-9DF3F51BA10A}">
      <p15:sldGuideLst xmlns:p15="http://schemas.microsoft.com/office/powerpoint/2012/main">
        <p15:guide id="1" orient="horz" pos="4032" userDrawn="1">
          <p15:clr>
            <a:srgbClr val="A4A3A4"/>
          </p15:clr>
        </p15:guide>
        <p15:guide id="2" pos="7392"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Katz, Ethan" initials="KE" lastIdx="1" clrIdx="0">
    <p:extLst>
      <p:ext uri="{19B8F6BF-5375-455C-9EA6-DF929625EA0E}">
        <p15:presenceInfo xmlns:p15="http://schemas.microsoft.com/office/powerpoint/2012/main" userId="S::ethan.katz@intel.com::425085e1-a8f0-41cb-8888-36ef66bd07fe"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loop="1"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0DAFF"/>
    <a:srgbClr val="60B5FF"/>
    <a:srgbClr val="FBE594"/>
    <a:srgbClr val="EABB09"/>
    <a:srgbClr val="0071C5"/>
    <a:srgbClr val="DEE7D1"/>
    <a:srgbClr val="9BBB59"/>
    <a:srgbClr val="6E6E6E"/>
    <a:srgbClr val="2872C5"/>
    <a:srgbClr val="52525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57A774B-F1BE-4FEF-B88B-10B5EEB49DD9}" v="107" dt="2026-03-31T21:33:29.134"/>
  </p1510:revLst>
</p1510:revInfo>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wholeTbl>
    <a:band2H>
      <a:tcTxStyle/>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381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381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Row>
  </a:tblStyle>
  <a:tblStyle styleId="{C7B018BB-80A7-4F77-B60F-C8B233D01FF8}" styleName="">
    <a:tblBg/>
    <a:wholeTbl>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wholeTbl>
    <a:band2H>
      <a:tcTxStyle/>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25400" cap="flat">
              <a:solidFill>
                <a:srgbClr val="000000"/>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firstCol>
    <a:lastRow>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lastRow>
    <a:firstRow>
      <a:tcTxStyle b="on"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solidFill>
            <a:schemeClr val="accent1">
              <a:lumOff val="16847"/>
            </a:schemeClr>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838383"/>
              </a:solidFill>
              <a:prstDash val="solid"/>
              <a:miter lim="400000"/>
            </a:ln>
          </a:left>
          <a:right>
            <a:ln w="12700" cap="flat">
              <a:solidFill>
                <a:srgbClr val="838383"/>
              </a:solidFill>
              <a:prstDash val="solid"/>
              <a:miter lim="400000"/>
            </a:ln>
          </a:right>
          <a:top>
            <a:ln w="12700" cap="flat">
              <a:solidFill>
                <a:srgbClr val="838383"/>
              </a:solidFill>
              <a:prstDash val="solid"/>
              <a:miter lim="400000"/>
            </a:ln>
          </a:top>
          <a:bottom>
            <a:ln w="12700" cap="flat">
              <a:solidFill>
                <a:srgbClr val="838383"/>
              </a:solidFill>
              <a:prstDash val="solid"/>
              <a:miter lim="400000"/>
            </a:ln>
          </a:bottom>
          <a:insideH>
            <a:ln w="12700" cap="flat">
              <a:solidFill>
                <a:srgbClr val="838383"/>
              </a:solidFill>
              <a:prstDash val="solid"/>
              <a:miter lim="400000"/>
            </a:ln>
          </a:insideH>
          <a:insideV>
            <a:ln w="12700" cap="flat">
              <a:solidFill>
                <a:srgbClr val="838383"/>
              </a:solidFill>
              <a:prstDash val="solid"/>
              <a:miter lim="400000"/>
            </a:ln>
          </a:insideV>
        </a:tcBdr>
        <a:fill>
          <a:noFill/>
        </a:fill>
      </a:tcStyle>
    </a:wholeTbl>
    <a:band2H>
      <a:tcTxStyle/>
      <a:tcStyle>
        <a:tcBdr/>
        <a:fill>
          <a:solidFill>
            <a:srgbClr val="EDEEEE"/>
          </a:solidFill>
        </a:fill>
      </a:tcStyle>
    </a:band2H>
    <a:firstCol>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808080"/>
              </a:solidFill>
              <a:prstDash val="solid"/>
              <a:miter lim="400000"/>
            </a:ln>
          </a:right>
          <a:top>
            <a:ln w="12700" cap="flat">
              <a:solidFill>
                <a:srgbClr val="808080"/>
              </a:solidFill>
              <a:prstDash val="solid"/>
              <a:miter lim="400000"/>
            </a:ln>
          </a:top>
          <a:bottom>
            <a:ln w="12700" cap="flat">
              <a:solidFill>
                <a:srgbClr val="808080"/>
              </a:solidFill>
              <a:prstDash val="solid"/>
              <a:miter lim="400000"/>
            </a:ln>
          </a:bottom>
          <a:insideH>
            <a:ln w="12700" cap="flat">
              <a:solidFill>
                <a:srgbClr val="808080"/>
              </a:solidFill>
              <a:prstDash val="solid"/>
              <a:miter lim="400000"/>
            </a:ln>
          </a:insideH>
          <a:insideV>
            <a:ln w="12700" cap="flat">
              <a:solidFill>
                <a:srgbClr val="808080"/>
              </a:solidFill>
              <a:prstDash val="solid"/>
              <a:miter lim="400000"/>
            </a:ln>
          </a:insideV>
        </a:tcBdr>
        <a:fill>
          <a:solidFill>
            <a:srgbClr val="88FA4F"/>
          </a:solidFill>
        </a:fill>
      </a:tcStyle>
    </a:firstCol>
    <a:lastRow>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chemeClr val="accent3"/>
              </a:solidFill>
              <a:prstDash val="solid"/>
              <a:miter lim="400000"/>
            </a:ln>
          </a:top>
          <a:bottom>
            <a:ln w="12700" cap="flat">
              <a:solidFill>
                <a:srgbClr val="4D4D4D"/>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4D4D4D"/>
              </a:solidFill>
              <a:prstDash val="solid"/>
              <a:miter lim="400000"/>
            </a:ln>
          </a:right>
          <a:top>
            <a:ln w="12700" cap="flat">
              <a:solidFill>
                <a:srgbClr val="4D4D4D"/>
              </a:solidFill>
              <a:prstDash val="solid"/>
              <a:miter lim="400000"/>
            </a:ln>
          </a:top>
          <a:bottom>
            <a:ln w="12700" cap="flat">
              <a:solidFill>
                <a:srgbClr val="4D4D4D"/>
              </a:solidFill>
              <a:prstDash val="solid"/>
              <a:miter lim="400000"/>
            </a:ln>
          </a:bottom>
          <a:insideH>
            <a:ln w="12700" cap="flat">
              <a:solidFill>
                <a:srgbClr val="4D4D4D"/>
              </a:solidFill>
              <a:prstDash val="solid"/>
              <a:miter lim="400000"/>
            </a:ln>
          </a:insideH>
          <a:insideV>
            <a:ln w="12700" cap="flat">
              <a:solidFill>
                <a:srgbClr val="4D4D4D"/>
              </a:solidFill>
              <a:prstDash val="solid"/>
              <a:miter lim="400000"/>
            </a:ln>
          </a:insideV>
        </a:tcBdr>
        <a:fill>
          <a:solidFill>
            <a:srgbClr val="60D937"/>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wholeTbl>
    <a:band2H>
      <a:tcTxStyle/>
      <a:tcStyle>
        <a:tcBdr/>
        <a:fill>
          <a:solidFill>
            <a:schemeClr val="accent4">
              <a:hueOff val="348544"/>
              <a:lumOff val="7139"/>
            </a:schemeClr>
          </a:solidFill>
        </a:fill>
      </a:tcStyle>
    </a:band2H>
    <a:firstCol>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8BB00"/>
          </a:solidFill>
        </a:fill>
      </a:tcStyle>
    </a:firstCol>
    <a:la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38100" cap="flat">
              <a:solidFill>
                <a:srgbClr val="F8BA00"/>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lastRow>
    <a:fir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9400"/>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464646"/>
              </a:solidFill>
              <a:prstDash val="solid"/>
              <a:miter lim="400000"/>
            </a:ln>
          </a:left>
          <a:right>
            <a:ln w="12700" cap="flat">
              <a:solidFill>
                <a:srgbClr val="464646"/>
              </a:solidFill>
              <a:prstDash val="solid"/>
              <a:miter lim="400000"/>
            </a:ln>
          </a:right>
          <a:top>
            <a:ln w="12700" cap="flat">
              <a:solidFill>
                <a:srgbClr val="464646"/>
              </a:solidFill>
              <a:prstDash val="solid"/>
              <a:miter lim="400000"/>
            </a:ln>
          </a:top>
          <a:bottom>
            <a:ln w="12700" cap="flat">
              <a:solidFill>
                <a:srgbClr val="464646"/>
              </a:solidFill>
              <a:prstDash val="solid"/>
              <a:miter lim="400000"/>
            </a:ln>
          </a:bottom>
          <a:insideH>
            <a:ln w="12700" cap="flat">
              <a:solidFill>
                <a:srgbClr val="464646"/>
              </a:solidFill>
              <a:prstDash val="solid"/>
              <a:miter lim="400000"/>
            </a:ln>
          </a:insideH>
          <a:insideV>
            <a:ln w="12700" cap="flat">
              <a:solidFill>
                <a:srgbClr val="464646"/>
              </a:solidFill>
              <a:prstDash val="solid"/>
              <a:miter lim="400000"/>
            </a:ln>
          </a:insideV>
        </a:tcBdr>
        <a:fill>
          <a:noFill/>
        </a:fill>
      </a:tcStyle>
    </a:wholeTbl>
    <a:band2H>
      <a:tcTxStyle/>
      <a:tcStyle>
        <a:tcBdr/>
        <a:fill>
          <a:solidFill>
            <a:srgbClr val="D4D5D5"/>
          </a:solidFill>
        </a:fill>
      </a:tcStyle>
    </a:band2H>
    <a:firstCol>
      <a:tcTxStyle b="on" i="off">
        <a:fontRef idx="minor">
          <a:srgbClr val="FFFFFF"/>
        </a:fontRef>
        <a:srgbClr val="FFFFFF"/>
      </a:tcTxStyle>
      <a:tcStyle>
        <a:tcBdr>
          <a:left>
            <a:ln w="12700" cap="flat">
              <a:solidFill>
                <a:srgbClr val="5E5E5E"/>
              </a:solidFill>
              <a:prstDash val="solid"/>
              <a:miter lim="400000"/>
            </a:ln>
          </a:left>
          <a:right>
            <a:ln w="12700" cap="flat">
              <a:solidFill>
                <a:srgbClr val="A6AAA9"/>
              </a:solidFill>
              <a:prstDash val="solid"/>
              <a:miter lim="400000"/>
            </a:ln>
          </a:right>
          <a:top>
            <a:ln w="12700" cap="flat">
              <a:solidFill>
                <a:srgbClr val="C3C3C3"/>
              </a:solidFill>
              <a:prstDash val="solid"/>
              <a:miter lim="400000"/>
            </a:ln>
          </a:top>
          <a:bottom>
            <a:ln w="12700" cap="flat">
              <a:solidFill>
                <a:srgbClr val="C3C3C3"/>
              </a:solidFill>
              <a:prstDash val="solid"/>
              <a:miter lim="400000"/>
            </a:ln>
          </a:bottom>
          <a:insideH>
            <a:ln w="12700" cap="flat">
              <a:solidFill>
                <a:srgbClr val="C3C3C3"/>
              </a:solidFill>
              <a:prstDash val="solid"/>
              <a:miter lim="400000"/>
            </a:ln>
          </a:insideH>
          <a:insideV>
            <a:ln w="12700" cap="flat">
              <a:solidFill>
                <a:srgbClr val="C3C3C3"/>
              </a:solidFill>
              <a:prstDash val="solid"/>
              <a:miter lim="400000"/>
            </a:ln>
          </a:insideV>
        </a:tcBdr>
        <a:fill>
          <a:solidFill>
            <a:srgbClr val="CB2A7B"/>
          </a:solidFill>
        </a:fill>
      </a:tcStyle>
    </a:firstCol>
    <a:lastRow>
      <a:tcTxStyle b="on" i="off">
        <a:fontRef idx="minor">
          <a:srgbClr val="000000"/>
        </a:fontRef>
        <a:srgbClr val="000000"/>
      </a:tcTxStyle>
      <a:tcStyle>
        <a:tcBdr>
          <a:left>
            <a:ln w="12700" cap="flat">
              <a:solidFill>
                <a:srgbClr val="5E5E5E"/>
              </a:solidFill>
              <a:prstDash val="solid"/>
              <a:miter lim="400000"/>
            </a:ln>
          </a:left>
          <a:right>
            <a:ln w="12700" cap="flat">
              <a:solidFill>
                <a:srgbClr val="5E5E5E"/>
              </a:solidFill>
              <a:prstDash val="solid"/>
              <a:miter lim="400000"/>
            </a:ln>
          </a:right>
          <a:top>
            <a:ln w="38100" cap="flat">
              <a:solidFill>
                <a:srgbClr val="CB297B"/>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solidFill>
            <a:srgbClr val="FFFFFF"/>
          </a:solidFill>
        </a:fill>
      </a:tcStyle>
    </a:lastRow>
    <a:firstRow>
      <a:tcTxStyle b="on" i="off">
        <a:fontRef idx="minor">
          <a:srgbClr val="FFFFFF"/>
        </a:fontRef>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5E5E5E"/>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991A5F"/>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wholeTbl>
    <a:band2H>
      <a:tcTxStyle/>
      <a:tcStyle>
        <a:tcBdr/>
        <a:fill>
          <a:solidFill>
            <a:srgbClr val="EDEEEE"/>
          </a:solidFill>
        </a:fill>
      </a:tcStyle>
    </a:band2H>
    <a:firstCol>
      <a:tcTxStyle b="on" i="off">
        <a:fontRef idx="minor">
          <a:srgbClr val="000000"/>
        </a:fontRef>
        <a:srgbClr val="000000"/>
      </a:tcTxStyle>
      <a:tcStyle>
        <a:tcBdr>
          <a:left>
            <a:ln w="12700" cap="flat">
              <a:solidFill>
                <a:srgbClr val="6C6C6C"/>
              </a:solidFill>
              <a:prstDash val="solid"/>
              <a:miter lim="400000"/>
            </a:ln>
          </a:left>
          <a:right>
            <a:ln w="254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25400" cap="flat">
              <a:solidFill>
                <a:srgbClr val="000000"/>
              </a:solidFill>
              <a:prstDash val="solid"/>
              <a:miter lim="400000"/>
            </a:ln>
          </a:top>
          <a:bottom>
            <a:ln w="12700" cap="flat">
              <a:solidFill>
                <a:srgbClr val="6C6C6C"/>
              </a:solidFill>
              <a:prstDash val="solid"/>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6C6C6C"/>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D6DCE0"/>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5872" autoAdjust="0"/>
  </p:normalViewPr>
  <p:slideViewPr>
    <p:cSldViewPr snapToGrid="0">
      <p:cViewPr varScale="1">
        <p:scale>
          <a:sx n="130" d="100"/>
          <a:sy n="130" d="100"/>
        </p:scale>
        <p:origin x="446" y="79"/>
      </p:cViewPr>
      <p:guideLst>
        <p:guide orient="horz" pos="4032"/>
        <p:guide pos="7392"/>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26" Type="http://schemas.microsoft.com/office/2015/10/relationships/revisionInfo" Target="revisionInfo.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commentAuthors" Target="commentAuthor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atz, Ethan" userId="425085e1-a8f0-41cb-8888-36ef66bd07fe" providerId="ADAL" clId="{67BAD32D-5CEC-467C-9366-ED277C63016D}"/>
    <pc:docChg chg="undo custSel addSld delSld modSld">
      <pc:chgData name="Katz, Ethan" userId="425085e1-a8f0-41cb-8888-36ef66bd07fe" providerId="ADAL" clId="{67BAD32D-5CEC-467C-9366-ED277C63016D}" dt="2026-04-06T23:29:27.305" v="4864" actId="20577"/>
      <pc:docMkLst>
        <pc:docMk/>
      </pc:docMkLst>
      <pc:sldChg chg="modSp mod">
        <pc:chgData name="Katz, Ethan" userId="425085e1-a8f0-41cb-8888-36ef66bd07fe" providerId="ADAL" clId="{67BAD32D-5CEC-467C-9366-ED277C63016D}" dt="2026-03-31T21:39:17.832" v="4859" actId="20577"/>
        <pc:sldMkLst>
          <pc:docMk/>
          <pc:sldMk cId="3102934450" sldId="262"/>
        </pc:sldMkLst>
        <pc:spChg chg="mod">
          <ac:chgData name="Katz, Ethan" userId="425085e1-a8f0-41cb-8888-36ef66bd07fe" providerId="ADAL" clId="{67BAD32D-5CEC-467C-9366-ED277C63016D}" dt="2026-03-30T16:55:24.404" v="55" actId="20577"/>
          <ac:spMkLst>
            <pc:docMk/>
            <pc:sldMk cId="3102934450" sldId="262"/>
            <ac:spMk id="12" creationId="{40D3A6DA-A319-94A1-5E89-24928DE5A8FE}"/>
          </ac:spMkLst>
        </pc:spChg>
        <pc:spChg chg="mod">
          <ac:chgData name="Katz, Ethan" userId="425085e1-a8f0-41cb-8888-36ef66bd07fe" providerId="ADAL" clId="{67BAD32D-5CEC-467C-9366-ED277C63016D}" dt="2026-03-31T21:39:17.832" v="4859" actId="20577"/>
          <ac:spMkLst>
            <pc:docMk/>
            <pc:sldMk cId="3102934450" sldId="262"/>
            <ac:spMk id="13" creationId="{60A42416-9174-95DC-517A-3F22D6C7FBE6}"/>
          </ac:spMkLst>
        </pc:spChg>
      </pc:sldChg>
      <pc:sldChg chg="addSp delSp modSp mod">
        <pc:chgData name="Katz, Ethan" userId="425085e1-a8f0-41cb-8888-36ef66bd07fe" providerId="ADAL" clId="{67BAD32D-5CEC-467C-9366-ED277C63016D}" dt="2026-03-30T21:07:39.673" v="2930" actId="20577"/>
        <pc:sldMkLst>
          <pc:docMk/>
          <pc:sldMk cId="2091245160" sldId="615"/>
        </pc:sldMkLst>
        <pc:spChg chg="mod">
          <ac:chgData name="Katz, Ethan" userId="425085e1-a8f0-41cb-8888-36ef66bd07fe" providerId="ADAL" clId="{67BAD32D-5CEC-467C-9366-ED277C63016D}" dt="2026-03-30T16:55:50.584" v="82" actId="20577"/>
          <ac:spMkLst>
            <pc:docMk/>
            <pc:sldMk cId="2091245160" sldId="615"/>
            <ac:spMk id="2" creationId="{B4320536-9159-B8A4-44CD-E13AFA339BBF}"/>
          </ac:spMkLst>
        </pc:spChg>
        <pc:spChg chg="mod">
          <ac:chgData name="Katz, Ethan" userId="425085e1-a8f0-41cb-8888-36ef66bd07fe" providerId="ADAL" clId="{67BAD32D-5CEC-467C-9366-ED277C63016D}" dt="2026-03-30T21:07:39.673" v="2930" actId="20577"/>
          <ac:spMkLst>
            <pc:docMk/>
            <pc:sldMk cId="2091245160" sldId="615"/>
            <ac:spMk id="3" creationId="{6F07DB29-80DB-83D6-4A3B-3C1C80B6336A}"/>
          </ac:spMkLst>
        </pc:spChg>
      </pc:sldChg>
      <pc:sldChg chg="addSp delSp modSp add mod">
        <pc:chgData name="Katz, Ethan" userId="425085e1-a8f0-41cb-8888-36ef66bd07fe" providerId="ADAL" clId="{67BAD32D-5CEC-467C-9366-ED277C63016D}" dt="2026-03-30T21:08:46.412" v="2938" actId="255"/>
        <pc:sldMkLst>
          <pc:docMk/>
          <pc:sldMk cId="2057544830" sldId="616"/>
        </pc:sldMkLst>
        <pc:spChg chg="mod">
          <ac:chgData name="Katz, Ethan" userId="425085e1-a8f0-41cb-8888-36ef66bd07fe" providerId="ADAL" clId="{67BAD32D-5CEC-467C-9366-ED277C63016D}" dt="2026-03-30T17:45:21.602" v="1518" actId="20577"/>
          <ac:spMkLst>
            <pc:docMk/>
            <pc:sldMk cId="2057544830" sldId="616"/>
            <ac:spMk id="2" creationId="{CD83EFB4-4E4E-FEE1-F001-3777CF3712AA}"/>
          </ac:spMkLst>
        </pc:spChg>
        <pc:graphicFrameChg chg="add mod modGraphic">
          <ac:chgData name="Katz, Ethan" userId="425085e1-a8f0-41cb-8888-36ef66bd07fe" providerId="ADAL" clId="{67BAD32D-5CEC-467C-9366-ED277C63016D}" dt="2026-03-30T21:08:46.412" v="2938" actId="255"/>
          <ac:graphicFrameMkLst>
            <pc:docMk/>
            <pc:sldMk cId="2057544830" sldId="616"/>
            <ac:graphicFrameMk id="6" creationId="{F2F7DA93-E7AD-0FC0-F3A4-44D02A543BF6}"/>
          </ac:graphicFrameMkLst>
        </pc:graphicFrameChg>
      </pc:sldChg>
      <pc:sldChg chg="modSp add mod">
        <pc:chgData name="Katz, Ethan" userId="425085e1-a8f0-41cb-8888-36ef66bd07fe" providerId="ADAL" clId="{67BAD32D-5CEC-467C-9366-ED277C63016D}" dt="2026-03-30T18:05:09.449" v="1759"/>
        <pc:sldMkLst>
          <pc:docMk/>
          <pc:sldMk cId="4007762539" sldId="617"/>
        </pc:sldMkLst>
        <pc:spChg chg="mod">
          <ac:chgData name="Katz, Ethan" userId="425085e1-a8f0-41cb-8888-36ef66bd07fe" providerId="ADAL" clId="{67BAD32D-5CEC-467C-9366-ED277C63016D}" dt="2026-03-30T17:11:30.924" v="1023" actId="20577"/>
          <ac:spMkLst>
            <pc:docMk/>
            <pc:sldMk cId="4007762539" sldId="617"/>
            <ac:spMk id="2" creationId="{EB8767D8-4784-59B4-BFFE-A7D9BBE481D4}"/>
          </ac:spMkLst>
        </pc:spChg>
        <pc:graphicFrameChg chg="mod modGraphic">
          <ac:chgData name="Katz, Ethan" userId="425085e1-a8f0-41cb-8888-36ef66bd07fe" providerId="ADAL" clId="{67BAD32D-5CEC-467C-9366-ED277C63016D}" dt="2026-03-30T18:05:09.449" v="1759"/>
          <ac:graphicFrameMkLst>
            <pc:docMk/>
            <pc:sldMk cId="4007762539" sldId="617"/>
            <ac:graphicFrameMk id="6" creationId="{85023CBC-410A-3500-93F6-D105C2A4FD1C}"/>
          </ac:graphicFrameMkLst>
        </pc:graphicFrameChg>
      </pc:sldChg>
      <pc:sldChg chg="modSp add mod">
        <pc:chgData name="Katz, Ethan" userId="425085e1-a8f0-41cb-8888-36ef66bd07fe" providerId="ADAL" clId="{67BAD32D-5CEC-467C-9366-ED277C63016D}" dt="2026-03-30T18:30:41.832" v="1816" actId="20577"/>
        <pc:sldMkLst>
          <pc:docMk/>
          <pc:sldMk cId="3991126254" sldId="618"/>
        </pc:sldMkLst>
        <pc:spChg chg="mod">
          <ac:chgData name="Katz, Ethan" userId="425085e1-a8f0-41cb-8888-36ef66bd07fe" providerId="ADAL" clId="{67BAD32D-5CEC-467C-9366-ED277C63016D}" dt="2026-03-30T17:13:50.042" v="1058" actId="20577"/>
          <ac:spMkLst>
            <pc:docMk/>
            <pc:sldMk cId="3991126254" sldId="618"/>
            <ac:spMk id="2" creationId="{940A6032-BEF1-74FC-93C3-F144B35F41FE}"/>
          </ac:spMkLst>
        </pc:spChg>
        <pc:graphicFrameChg chg="mod modGraphic">
          <ac:chgData name="Katz, Ethan" userId="425085e1-a8f0-41cb-8888-36ef66bd07fe" providerId="ADAL" clId="{67BAD32D-5CEC-467C-9366-ED277C63016D}" dt="2026-03-30T18:30:41.832" v="1816" actId="20577"/>
          <ac:graphicFrameMkLst>
            <pc:docMk/>
            <pc:sldMk cId="3991126254" sldId="618"/>
            <ac:graphicFrameMk id="6" creationId="{5EC036EC-988B-5BF9-CB42-E3E82515EBE4}"/>
          </ac:graphicFrameMkLst>
        </pc:graphicFrameChg>
      </pc:sldChg>
      <pc:sldChg chg="modSp add mod">
        <pc:chgData name="Katz, Ethan" userId="425085e1-a8f0-41cb-8888-36ef66bd07fe" providerId="ADAL" clId="{67BAD32D-5CEC-467C-9366-ED277C63016D}" dt="2026-03-30T18:34:58.305" v="1819" actId="20577"/>
        <pc:sldMkLst>
          <pc:docMk/>
          <pc:sldMk cId="128209185" sldId="619"/>
        </pc:sldMkLst>
        <pc:spChg chg="mod">
          <ac:chgData name="Katz, Ethan" userId="425085e1-a8f0-41cb-8888-36ef66bd07fe" providerId="ADAL" clId="{67BAD32D-5CEC-467C-9366-ED277C63016D}" dt="2026-03-30T17:16:22.171" v="1118" actId="20577"/>
          <ac:spMkLst>
            <pc:docMk/>
            <pc:sldMk cId="128209185" sldId="619"/>
            <ac:spMk id="2" creationId="{B920E902-72C4-2FC9-C550-026DA867125C}"/>
          </ac:spMkLst>
        </pc:spChg>
        <pc:graphicFrameChg chg="mod modGraphic">
          <ac:chgData name="Katz, Ethan" userId="425085e1-a8f0-41cb-8888-36ef66bd07fe" providerId="ADAL" clId="{67BAD32D-5CEC-467C-9366-ED277C63016D}" dt="2026-03-30T18:34:58.305" v="1819" actId="20577"/>
          <ac:graphicFrameMkLst>
            <pc:docMk/>
            <pc:sldMk cId="128209185" sldId="619"/>
            <ac:graphicFrameMk id="6" creationId="{87AAE27B-D638-FB90-53D2-58C3210FDEF5}"/>
          </ac:graphicFrameMkLst>
        </pc:graphicFrameChg>
      </pc:sldChg>
      <pc:sldChg chg="addSp delSp modSp add mod">
        <pc:chgData name="Katz, Ethan" userId="425085e1-a8f0-41cb-8888-36ef66bd07fe" providerId="ADAL" clId="{67BAD32D-5CEC-467C-9366-ED277C63016D}" dt="2026-03-30T21:09:08.341" v="2940" actId="255"/>
        <pc:sldMkLst>
          <pc:docMk/>
          <pc:sldMk cId="2778448474" sldId="620"/>
        </pc:sldMkLst>
        <pc:spChg chg="mod">
          <ac:chgData name="Katz, Ethan" userId="425085e1-a8f0-41cb-8888-36ef66bd07fe" providerId="ADAL" clId="{67BAD32D-5CEC-467C-9366-ED277C63016D}" dt="2026-03-30T17:17:27.479" v="1160" actId="20577"/>
          <ac:spMkLst>
            <pc:docMk/>
            <pc:sldMk cId="2778448474" sldId="620"/>
            <ac:spMk id="2" creationId="{59314733-9CC7-B1F7-07EF-229671B51F58}"/>
          </ac:spMkLst>
        </pc:spChg>
        <pc:graphicFrameChg chg="mod modGraphic">
          <ac:chgData name="Katz, Ethan" userId="425085e1-a8f0-41cb-8888-36ef66bd07fe" providerId="ADAL" clId="{67BAD32D-5CEC-467C-9366-ED277C63016D}" dt="2026-03-30T21:09:08.341" v="2940" actId="255"/>
          <ac:graphicFrameMkLst>
            <pc:docMk/>
            <pc:sldMk cId="2778448474" sldId="620"/>
            <ac:graphicFrameMk id="6" creationId="{04567D7A-B89F-FB03-F8F4-038273A2C71D}"/>
          </ac:graphicFrameMkLst>
        </pc:graphicFrameChg>
      </pc:sldChg>
      <pc:sldChg chg="modSp add mod">
        <pc:chgData name="Katz, Ethan" userId="425085e1-a8f0-41cb-8888-36ef66bd07fe" providerId="ADAL" clId="{67BAD32D-5CEC-467C-9366-ED277C63016D}" dt="2026-04-06T23:29:27.305" v="4864" actId="20577"/>
        <pc:sldMkLst>
          <pc:docMk/>
          <pc:sldMk cId="203813236" sldId="621"/>
        </pc:sldMkLst>
        <pc:spChg chg="mod">
          <ac:chgData name="Katz, Ethan" userId="425085e1-a8f0-41cb-8888-36ef66bd07fe" providerId="ADAL" clId="{67BAD32D-5CEC-467C-9366-ED277C63016D}" dt="2026-04-06T23:29:27.305" v="4864" actId="20577"/>
          <ac:spMkLst>
            <pc:docMk/>
            <pc:sldMk cId="203813236" sldId="621"/>
            <ac:spMk id="2" creationId="{A2606B91-2C50-EBA8-CBAB-1575B84C9963}"/>
          </ac:spMkLst>
        </pc:spChg>
        <pc:spChg chg="mod">
          <ac:chgData name="Katz, Ethan" userId="425085e1-a8f0-41cb-8888-36ef66bd07fe" providerId="ADAL" clId="{67BAD32D-5CEC-467C-9366-ED277C63016D}" dt="2026-03-31T21:39:00.373" v="4842" actId="20577"/>
          <ac:spMkLst>
            <pc:docMk/>
            <pc:sldMk cId="203813236" sldId="621"/>
            <ac:spMk id="3" creationId="{2DE06EC5-439B-119E-A9F5-542F0C49DFBE}"/>
          </ac:spMkLst>
        </pc:spChg>
      </pc:sldChg>
      <pc:sldChg chg="addSp delSp modSp add mod">
        <pc:chgData name="Katz, Ethan" userId="425085e1-a8f0-41cb-8888-36ef66bd07fe" providerId="ADAL" clId="{67BAD32D-5CEC-467C-9366-ED277C63016D}" dt="2026-04-06T23:20:53.714" v="4863" actId="20577"/>
        <pc:sldMkLst>
          <pc:docMk/>
          <pc:sldMk cId="3691205409" sldId="622"/>
        </pc:sldMkLst>
        <pc:graphicFrameChg chg="mod modGraphic">
          <ac:chgData name="Katz, Ethan" userId="425085e1-a8f0-41cb-8888-36ef66bd07fe" providerId="ADAL" clId="{67BAD32D-5CEC-467C-9366-ED277C63016D}" dt="2026-04-06T23:20:53.714" v="4863" actId="20577"/>
          <ac:graphicFrameMkLst>
            <pc:docMk/>
            <pc:sldMk cId="3691205409" sldId="622"/>
            <ac:graphicFrameMk id="6" creationId="{3920FEE8-B9BC-A8DD-EB75-3A419D3D5E7A}"/>
          </ac:graphicFrameMkLst>
        </pc:graphicFrameChg>
      </pc:sldChg>
      <pc:sldChg chg="addSp modSp add mod">
        <pc:chgData name="Katz, Ethan" userId="425085e1-a8f0-41cb-8888-36ef66bd07fe" providerId="ADAL" clId="{67BAD32D-5CEC-467C-9366-ED277C63016D}" dt="2026-03-30T17:58:15.805" v="1725" actId="1076"/>
        <pc:sldMkLst>
          <pc:docMk/>
          <pc:sldMk cId="3818256706" sldId="623"/>
        </pc:sldMkLst>
        <pc:graphicFrameChg chg="mod modGraphic">
          <ac:chgData name="Katz, Ethan" userId="425085e1-a8f0-41cb-8888-36ef66bd07fe" providerId="ADAL" clId="{67BAD32D-5CEC-467C-9366-ED277C63016D}" dt="2026-03-30T17:58:15.805" v="1725" actId="1076"/>
          <ac:graphicFrameMkLst>
            <pc:docMk/>
            <pc:sldMk cId="3818256706" sldId="623"/>
            <ac:graphicFrameMk id="6" creationId="{6DD75516-EFA7-F5E0-6BF1-C1F9512BA498}"/>
          </ac:graphicFrameMkLst>
        </pc:graphicFrameChg>
        <pc:picChg chg="add mod">
          <ac:chgData name="Katz, Ethan" userId="425085e1-a8f0-41cb-8888-36ef66bd07fe" providerId="ADAL" clId="{67BAD32D-5CEC-467C-9366-ED277C63016D}" dt="2026-03-30T17:58:00.117" v="1724" actId="1076"/>
          <ac:picMkLst>
            <pc:docMk/>
            <pc:sldMk cId="3818256706" sldId="623"/>
            <ac:picMk id="3" creationId="{AD2ECE28-6805-B585-3B20-88123B29282B}"/>
          </ac:picMkLst>
        </pc:picChg>
      </pc:sldChg>
      <pc:sldChg chg="modSp add mod">
        <pc:chgData name="Katz, Ethan" userId="425085e1-a8f0-41cb-8888-36ef66bd07fe" providerId="ADAL" clId="{67BAD32D-5CEC-467C-9366-ED277C63016D}" dt="2026-03-30T23:45:29.282" v="3108" actId="20577"/>
        <pc:sldMkLst>
          <pc:docMk/>
          <pc:sldMk cId="3863714589" sldId="624"/>
        </pc:sldMkLst>
        <pc:spChg chg="mod">
          <ac:chgData name="Katz, Ethan" userId="425085e1-a8f0-41cb-8888-36ef66bd07fe" providerId="ADAL" clId="{67BAD32D-5CEC-467C-9366-ED277C63016D}" dt="2026-03-30T23:44:41.891" v="2947" actId="20577"/>
          <ac:spMkLst>
            <pc:docMk/>
            <pc:sldMk cId="3863714589" sldId="624"/>
            <ac:spMk id="2" creationId="{F2F2C521-6654-A9D8-373D-ACD183C6F17D}"/>
          </ac:spMkLst>
        </pc:spChg>
        <pc:spChg chg="mod">
          <ac:chgData name="Katz, Ethan" userId="425085e1-a8f0-41cb-8888-36ef66bd07fe" providerId="ADAL" clId="{67BAD32D-5CEC-467C-9366-ED277C63016D}" dt="2026-03-30T23:45:29.282" v="3108" actId="20577"/>
          <ac:spMkLst>
            <pc:docMk/>
            <pc:sldMk cId="3863714589" sldId="624"/>
            <ac:spMk id="3" creationId="{5BCBFEF5-48E8-EA1B-B2B6-5AAA71D1ACB2}"/>
          </ac:spMkLst>
        </pc:sp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5.0000000000000001E-3"/>
          <c:y val="5.0000000000000001E-3"/>
          <c:w val="0.99"/>
          <c:h val="0.85003499999999999"/>
        </c:manualLayout>
      </c:layout>
      <c:pieChart>
        <c:varyColors val="0"/>
        <c:dLbls>
          <c:showLegendKey val="0"/>
          <c:showVal val="0"/>
          <c:showCatName val="0"/>
          <c:showSerName val="0"/>
          <c:showPercent val="0"/>
          <c:showBubbleSize val="0"/>
          <c:showLeaderLines val="0"/>
        </c:dLbls>
        <c:firstSliceAng val="0"/>
      </c:pieChart>
      <c:spPr>
        <a:noFill/>
        <a:ln w="12700" cap="flat">
          <a:noFill/>
          <a:miter lim="400000"/>
        </a:ln>
        <a:effectLst/>
      </c:spPr>
    </c:plotArea>
    <c:legend>
      <c:legendPos val="b"/>
      <c:layout>
        <c:manualLayout>
          <c:xMode val="edge"/>
          <c:yMode val="edge"/>
          <c:x val="4.1227E-2"/>
          <c:y val="0.95121999999999995"/>
          <c:w val="0.91754599999999997"/>
          <c:h val="4.8779599999999999E-2"/>
        </c:manualLayout>
      </c:layout>
      <c:overlay val="1"/>
      <c:spPr>
        <a:noFill/>
        <a:ln w="12700" cap="flat">
          <a:noFill/>
          <a:miter lim="400000"/>
        </a:ln>
        <a:effectLst/>
      </c:spPr>
      <c:txPr>
        <a:bodyPr rot="0"/>
        <a:lstStyle/>
        <a:p>
          <a:pPr>
            <a:defRPr sz="1800" b="0" i="0" u="none" strike="noStrike">
              <a:solidFill>
                <a:srgbClr val="000000"/>
              </a:solidFill>
              <a:latin typeface="Intel Clear"/>
            </a:defRPr>
          </a:pPr>
          <a:endParaRPr lang="en-US"/>
        </a:p>
      </c:txPr>
    </c:legend>
    <c:plotVisOnly val="1"/>
    <c:dispBlanksAs val="gap"/>
    <c:showDLblsOverMax val="1"/>
  </c:chart>
  <c:spPr>
    <a:noFill/>
    <a:ln>
      <a:noFill/>
    </a:ln>
    <a:effectLst/>
  </c:sp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D3A553E8-0470-1349-956C-3CB18694582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latin typeface="Intel Clear Light" panose="020B0404020203020204" pitchFamily="34" charset="0"/>
            </a:endParaRPr>
          </a:p>
        </p:txBody>
      </p:sp>
      <p:sp>
        <p:nvSpPr>
          <p:cNvPr id="3" name="Date Placeholder 2">
            <a:extLst>
              <a:ext uri="{FF2B5EF4-FFF2-40B4-BE49-F238E27FC236}">
                <a16:creationId xmlns:a16="http://schemas.microsoft.com/office/drawing/2014/main" id="{EA67CBD2-00E1-E94C-B4F0-37C39C209DCC}"/>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10B726A-C477-6444-83BF-F1538D69AD12}" type="datetimeFigureOut">
              <a:rPr lang="en-US" smtClean="0">
                <a:latin typeface="Intel Clear Light" panose="020B0404020203020204" pitchFamily="34" charset="0"/>
              </a:rPr>
              <a:t>4/6/2026</a:t>
            </a:fld>
            <a:endParaRPr lang="en-US">
              <a:latin typeface="Intel Clear Light" panose="020B0404020203020204" pitchFamily="34" charset="0"/>
            </a:endParaRPr>
          </a:p>
        </p:txBody>
      </p:sp>
      <p:sp>
        <p:nvSpPr>
          <p:cNvPr id="4" name="Footer Placeholder 3">
            <a:extLst>
              <a:ext uri="{FF2B5EF4-FFF2-40B4-BE49-F238E27FC236}">
                <a16:creationId xmlns:a16="http://schemas.microsoft.com/office/drawing/2014/main" id="{447C31E5-3BC8-F849-AC60-6FCBD80D554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latin typeface="Intel Clear Light" panose="020B0404020203020204" pitchFamily="34" charset="0"/>
            </a:endParaRPr>
          </a:p>
        </p:txBody>
      </p:sp>
      <p:sp>
        <p:nvSpPr>
          <p:cNvPr id="5" name="Slide Number Placeholder 4">
            <a:extLst>
              <a:ext uri="{FF2B5EF4-FFF2-40B4-BE49-F238E27FC236}">
                <a16:creationId xmlns:a16="http://schemas.microsoft.com/office/drawing/2014/main" id="{E101290B-DD02-C147-B1CC-37C02F331DB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DDCDB93-7126-8142-8B95-E87AEC48376D}" type="slidenum">
              <a:rPr lang="en-US" smtClean="0">
                <a:latin typeface="Intel Clear Light" panose="020B0404020203020204" pitchFamily="34" charset="0"/>
              </a:rPr>
              <a:t>‹#›</a:t>
            </a:fld>
            <a:endParaRPr lang="en-US">
              <a:latin typeface="Intel Clear Light" panose="020B0404020203020204" pitchFamily="34" charset="0"/>
            </a:endParaRPr>
          </a:p>
        </p:txBody>
      </p:sp>
    </p:spTree>
    <p:extLst>
      <p:ext uri="{BB962C8B-B14F-4D97-AF65-F5344CB8AC3E}">
        <p14:creationId xmlns:p14="http://schemas.microsoft.com/office/powerpoint/2010/main" val="205622774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55" name="Shape 1055"/>
          <p:cNvSpPr>
            <a:spLocks noGrp="1" noRot="1" noChangeAspect="1"/>
          </p:cNvSpPr>
          <p:nvPr>
            <p:ph type="sldImg"/>
          </p:nvPr>
        </p:nvSpPr>
        <p:spPr>
          <a:xfrm>
            <a:off x="381000" y="685800"/>
            <a:ext cx="6096000" cy="3429000"/>
          </a:xfrm>
          <a:prstGeom prst="rect">
            <a:avLst/>
          </a:prstGeom>
        </p:spPr>
        <p:txBody>
          <a:bodyPr/>
          <a:lstStyle/>
          <a:p>
            <a:endParaRPr/>
          </a:p>
        </p:txBody>
      </p:sp>
      <p:sp>
        <p:nvSpPr>
          <p:cNvPr id="1056" name="Shape 1056"/>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defTabSz="228600" latinLnBrk="0">
      <a:lnSpc>
        <a:spcPct val="117999"/>
      </a:lnSpc>
      <a:defRPr sz="1100">
        <a:latin typeface="+mn-lt"/>
        <a:ea typeface="+mn-ea"/>
        <a:cs typeface="+mn-cs"/>
        <a:sym typeface="Helvetica Neue"/>
      </a:defRPr>
    </a:lvl1pPr>
    <a:lvl2pPr indent="114300" defTabSz="228600" latinLnBrk="0">
      <a:lnSpc>
        <a:spcPct val="117999"/>
      </a:lnSpc>
      <a:defRPr sz="1100">
        <a:latin typeface="+mn-lt"/>
        <a:ea typeface="+mn-ea"/>
        <a:cs typeface="+mn-cs"/>
        <a:sym typeface="Helvetica Neue"/>
      </a:defRPr>
    </a:lvl2pPr>
    <a:lvl3pPr indent="228600" defTabSz="228600" latinLnBrk="0">
      <a:lnSpc>
        <a:spcPct val="117999"/>
      </a:lnSpc>
      <a:defRPr sz="1100">
        <a:latin typeface="+mn-lt"/>
        <a:ea typeface="+mn-ea"/>
        <a:cs typeface="+mn-cs"/>
        <a:sym typeface="Helvetica Neue"/>
      </a:defRPr>
    </a:lvl3pPr>
    <a:lvl4pPr indent="342900" defTabSz="228600" latinLnBrk="0">
      <a:lnSpc>
        <a:spcPct val="117999"/>
      </a:lnSpc>
      <a:defRPr sz="1100">
        <a:latin typeface="+mn-lt"/>
        <a:ea typeface="+mn-ea"/>
        <a:cs typeface="+mn-cs"/>
        <a:sym typeface="Helvetica Neue"/>
      </a:defRPr>
    </a:lvl4pPr>
    <a:lvl5pPr indent="457200" defTabSz="228600" latinLnBrk="0">
      <a:lnSpc>
        <a:spcPct val="117999"/>
      </a:lnSpc>
      <a:defRPr sz="1100">
        <a:latin typeface="+mn-lt"/>
        <a:ea typeface="+mn-ea"/>
        <a:cs typeface="+mn-cs"/>
        <a:sym typeface="Helvetica Neue"/>
      </a:defRPr>
    </a:lvl5pPr>
    <a:lvl6pPr indent="571500" defTabSz="228600" latinLnBrk="0">
      <a:lnSpc>
        <a:spcPct val="117999"/>
      </a:lnSpc>
      <a:defRPr sz="1100">
        <a:latin typeface="+mn-lt"/>
        <a:ea typeface="+mn-ea"/>
        <a:cs typeface="+mn-cs"/>
        <a:sym typeface="Helvetica Neue"/>
      </a:defRPr>
    </a:lvl6pPr>
    <a:lvl7pPr indent="685800" defTabSz="228600" latinLnBrk="0">
      <a:lnSpc>
        <a:spcPct val="117999"/>
      </a:lnSpc>
      <a:defRPr sz="1100">
        <a:latin typeface="+mn-lt"/>
        <a:ea typeface="+mn-ea"/>
        <a:cs typeface="+mn-cs"/>
        <a:sym typeface="Helvetica Neue"/>
      </a:defRPr>
    </a:lvl7pPr>
    <a:lvl8pPr indent="800100" defTabSz="228600" latinLnBrk="0">
      <a:lnSpc>
        <a:spcPct val="117999"/>
      </a:lnSpc>
      <a:defRPr sz="1100">
        <a:latin typeface="+mn-lt"/>
        <a:ea typeface="+mn-ea"/>
        <a:cs typeface="+mn-cs"/>
        <a:sym typeface="Helvetica Neue"/>
      </a:defRPr>
    </a:lvl8pPr>
    <a:lvl9pPr indent="914400" defTabSz="228600" latinLnBrk="0">
      <a:lnSpc>
        <a:spcPct val="117999"/>
      </a:lnSpc>
      <a:defRPr sz="1100">
        <a:latin typeface="+mn-lt"/>
        <a:ea typeface="+mn-ea"/>
        <a:cs typeface="+mn-cs"/>
        <a:sym typeface="Helvetica Neue"/>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36914599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Blue A">
    <p:bg>
      <p:bgPr>
        <a:solidFill>
          <a:srgbClr val="184A86"/>
        </a:solidFill>
        <a:effectLst/>
      </p:bgPr>
    </p:bg>
    <p:spTree>
      <p:nvGrpSpPr>
        <p:cNvPr id="1" name=""/>
        <p:cNvGrpSpPr/>
        <p:nvPr/>
      </p:nvGrpSpPr>
      <p:grpSpPr>
        <a:xfrm>
          <a:off x="0" y="0"/>
          <a:ext cx="0" cy="0"/>
          <a:chOff x="0" y="0"/>
          <a:chExt cx="0" cy="0"/>
        </a:xfrm>
      </p:grpSpPr>
      <p:sp>
        <p:nvSpPr>
          <p:cNvPr id="74" name="Rectangle"/>
          <p:cNvSpPr/>
          <p:nvPr/>
        </p:nvSpPr>
        <p:spPr>
          <a:xfrm>
            <a:off x="1469360" y="0"/>
            <a:ext cx="3430768" cy="5393161"/>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80" name="Square"/>
          <p:cNvSpPr/>
          <p:nvPr/>
        </p:nvSpPr>
        <p:spPr>
          <a:xfrm>
            <a:off x="861107" y="5390896"/>
            <a:ext cx="607299" cy="607299"/>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81" name="Rectangle"/>
          <p:cNvSpPr/>
          <p:nvPr/>
        </p:nvSpPr>
        <p:spPr>
          <a:xfrm>
            <a:off x="576067" y="5108797"/>
            <a:ext cx="286654" cy="282073"/>
          </a:xfrm>
          <a:prstGeom prst="rect">
            <a:avLst/>
          </a:prstGeom>
          <a:solidFill>
            <a:srgbClr val="00C7FD"/>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82" name="Square"/>
          <p:cNvSpPr/>
          <p:nvPr/>
        </p:nvSpPr>
        <p:spPr>
          <a:xfrm>
            <a:off x="861107" y="4952474"/>
            <a:ext cx="157461" cy="157461"/>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31" name="Title Text">
            <a:extLst>
              <a:ext uri="{FF2B5EF4-FFF2-40B4-BE49-F238E27FC236}">
                <a16:creationId xmlns:a16="http://schemas.microsoft.com/office/drawing/2014/main" id="{89FD31ED-4225-F549-987B-028F84979F81}"/>
              </a:ext>
            </a:extLst>
          </p:cNvPr>
          <p:cNvSpPr txBox="1">
            <a:spLocks noGrp="1"/>
          </p:cNvSpPr>
          <p:nvPr>
            <p:ph type="title" hasCustomPrompt="1"/>
          </p:nvPr>
        </p:nvSpPr>
        <p:spPr>
          <a:xfrm>
            <a:off x="1895475" y="3585279"/>
            <a:ext cx="10972801" cy="109182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Autofit/>
          </a:bodyPr>
          <a:lstStyle>
            <a:lvl1pPr>
              <a:defRPr sz="5000">
                <a:solidFill>
                  <a:schemeClr val="bg1"/>
                </a:solidFill>
              </a:defRPr>
            </a:lvl1pPr>
          </a:lstStyle>
          <a:p>
            <a:r>
              <a:rPr lang="en-US"/>
              <a:t>50 </a:t>
            </a:r>
            <a:r>
              <a:rPr lang="en-US" err="1"/>
              <a:t>pt</a:t>
            </a:r>
            <a:r>
              <a:rPr lang="en-US"/>
              <a:t> Intel Clear Light</a:t>
            </a:r>
            <a:endParaRPr/>
          </a:p>
        </p:txBody>
      </p:sp>
      <p:sp>
        <p:nvSpPr>
          <p:cNvPr id="17" name="Text Placeholder 2">
            <a:extLst>
              <a:ext uri="{FF2B5EF4-FFF2-40B4-BE49-F238E27FC236}">
                <a16:creationId xmlns:a16="http://schemas.microsoft.com/office/drawing/2014/main" id="{75379059-B28C-483A-9CD1-B3EB81874AEC}"/>
              </a:ext>
            </a:extLst>
          </p:cNvPr>
          <p:cNvSpPr>
            <a:spLocks noGrp="1"/>
          </p:cNvSpPr>
          <p:nvPr>
            <p:ph type="body" sz="quarter" idx="25" hasCustomPrompt="1"/>
          </p:nvPr>
        </p:nvSpPr>
        <p:spPr>
          <a:xfrm>
            <a:off x="1895475" y="3182315"/>
            <a:ext cx="10296524" cy="304800"/>
          </a:xfrm>
        </p:spPr>
        <p:txBody>
          <a:bodyPr>
            <a:normAutofit/>
          </a:bodyPr>
          <a:lstStyle>
            <a:lvl1pPr marL="0" indent="0">
              <a:buNone/>
              <a:defRPr sz="1600" b="1" i="0">
                <a:solidFill>
                  <a:srgbClr val="00C7FD"/>
                </a:solidFill>
                <a:latin typeface="Intel Clear" panose="020B0604020203020204" pitchFamily="34" charset="0"/>
                <a:ea typeface="Intel Clear" panose="020B0604020203020204" pitchFamily="34" charset="0"/>
                <a:cs typeface="Intel Clear" panose="020B0604020203020204" pitchFamily="34" charset="0"/>
              </a:defRPr>
            </a:lvl1pPr>
          </a:lstStyle>
          <a:p>
            <a:r>
              <a:rPr lang="en-US"/>
              <a:t>16pt Intel Clear Bold Intro:</a:t>
            </a:r>
          </a:p>
        </p:txBody>
      </p:sp>
      <p:sp>
        <p:nvSpPr>
          <p:cNvPr id="18" name="Text Placeholder 6">
            <a:extLst>
              <a:ext uri="{FF2B5EF4-FFF2-40B4-BE49-F238E27FC236}">
                <a16:creationId xmlns:a16="http://schemas.microsoft.com/office/drawing/2014/main" id="{BEFC1083-9176-4B55-B8AB-9F31A213ED26}"/>
              </a:ext>
            </a:extLst>
          </p:cNvPr>
          <p:cNvSpPr>
            <a:spLocks noGrp="1"/>
          </p:cNvSpPr>
          <p:nvPr>
            <p:ph type="body" sz="quarter" idx="27" hasCustomPrompt="1"/>
          </p:nvPr>
        </p:nvSpPr>
        <p:spPr>
          <a:xfrm>
            <a:off x="1908348" y="4778609"/>
            <a:ext cx="10283651" cy="326776"/>
          </a:xfrm>
        </p:spPr>
        <p:txBody>
          <a:bodyPr>
            <a:normAutofit/>
          </a:bodyPr>
          <a:lstStyle>
            <a:lvl1pPr marL="0" indent="0">
              <a:buNone/>
              <a:defRPr sz="1600" b="0" i="0">
                <a:solidFill>
                  <a:schemeClr val="bg1"/>
                </a:solidFill>
                <a:latin typeface="Intel Clear" panose="020B0604020203020204" pitchFamily="34" charset="0"/>
                <a:ea typeface="Intel Clear" panose="020B0604020203020204" pitchFamily="34" charset="0"/>
                <a:cs typeface="Intel Clear" panose="020B0604020203020204" pitchFamily="34" charset="0"/>
              </a:defRPr>
            </a:lvl1pPr>
          </a:lstStyle>
          <a:p>
            <a:r>
              <a:rPr lang="en-US"/>
              <a:t>18pt Intel Clear Subhead, Date, Etc.</a:t>
            </a:r>
          </a:p>
        </p:txBody>
      </p:sp>
      <p:grpSp>
        <p:nvGrpSpPr>
          <p:cNvPr id="9" name="Group 8">
            <a:extLst>
              <a:ext uri="{FF2B5EF4-FFF2-40B4-BE49-F238E27FC236}">
                <a16:creationId xmlns:a16="http://schemas.microsoft.com/office/drawing/2014/main" id="{698DF977-78B3-4C00-9E43-1223CD667932}"/>
              </a:ext>
            </a:extLst>
          </p:cNvPr>
          <p:cNvGrpSpPr/>
          <p:nvPr userDrawn="1"/>
        </p:nvGrpSpPr>
        <p:grpSpPr>
          <a:xfrm>
            <a:off x="1468406" y="5995719"/>
            <a:ext cx="1059754" cy="396801"/>
            <a:chOff x="1314450" y="6391094"/>
            <a:chExt cx="1123377" cy="420623"/>
          </a:xfrm>
        </p:grpSpPr>
        <p:sp>
          <p:nvSpPr>
            <p:cNvPr id="5" name="Freeform: Shape 4">
              <a:extLst>
                <a:ext uri="{FF2B5EF4-FFF2-40B4-BE49-F238E27FC236}">
                  <a16:creationId xmlns:a16="http://schemas.microsoft.com/office/drawing/2014/main" id="{78F73C8D-05B1-4270-85FA-B1FD37A25A06}"/>
                </a:ext>
              </a:extLst>
            </p:cNvPr>
            <p:cNvSpPr/>
            <p:nvPr/>
          </p:nvSpPr>
          <p:spPr>
            <a:xfrm>
              <a:off x="1314450" y="6396809"/>
              <a:ext cx="78581" cy="78581"/>
            </a:xfrm>
            <a:custGeom>
              <a:avLst/>
              <a:gdLst>
                <a:gd name="connsiteX0" fmla="*/ 0 w 78581"/>
                <a:gd name="connsiteY0" fmla="*/ 0 h 78581"/>
                <a:gd name="connsiteX1" fmla="*/ 78581 w 78581"/>
                <a:gd name="connsiteY1" fmla="*/ 0 h 78581"/>
                <a:gd name="connsiteX2" fmla="*/ 78581 w 78581"/>
                <a:gd name="connsiteY2" fmla="*/ 78581 h 78581"/>
                <a:gd name="connsiteX3" fmla="*/ 0 w 78581"/>
                <a:gd name="connsiteY3" fmla="*/ 78581 h 78581"/>
              </a:gdLst>
              <a:ahLst/>
              <a:cxnLst>
                <a:cxn ang="0">
                  <a:pos x="connsiteX0" y="connsiteY0"/>
                </a:cxn>
                <a:cxn ang="0">
                  <a:pos x="connsiteX1" y="connsiteY1"/>
                </a:cxn>
                <a:cxn ang="0">
                  <a:pos x="connsiteX2" y="connsiteY2"/>
                </a:cxn>
                <a:cxn ang="0">
                  <a:pos x="connsiteX3" y="connsiteY3"/>
                </a:cxn>
              </a:cxnLst>
              <a:rect l="l" t="t" r="r" b="b"/>
              <a:pathLst>
                <a:path w="78581" h="78581">
                  <a:moveTo>
                    <a:pt x="0" y="0"/>
                  </a:moveTo>
                  <a:lnTo>
                    <a:pt x="78581" y="0"/>
                  </a:lnTo>
                  <a:lnTo>
                    <a:pt x="78581" y="78581"/>
                  </a:lnTo>
                  <a:lnTo>
                    <a:pt x="0" y="78581"/>
                  </a:lnTo>
                  <a:close/>
                </a:path>
              </a:pathLst>
            </a:custGeom>
            <a:solidFill>
              <a:srgbClr val="00B2E3"/>
            </a:solidFill>
            <a:ln w="9525" cap="flat">
              <a:noFill/>
              <a:prstDash val="solid"/>
              <a:miter/>
            </a:ln>
          </p:spPr>
          <p:txBody>
            <a:bodyPr rtlCol="0" anchor="ctr"/>
            <a:lstStyle/>
            <a:p>
              <a:endParaRPr lang="en-US"/>
            </a:p>
          </p:txBody>
        </p:sp>
        <p:sp>
          <p:nvSpPr>
            <p:cNvPr id="6" name="Freeform: Shape 5">
              <a:extLst>
                <a:ext uri="{FF2B5EF4-FFF2-40B4-BE49-F238E27FC236}">
                  <a16:creationId xmlns:a16="http://schemas.microsoft.com/office/drawing/2014/main" id="{FC6580CA-6E37-4F04-8FAD-D6491FEE8CE6}"/>
                </a:ext>
              </a:extLst>
            </p:cNvPr>
            <p:cNvSpPr/>
            <p:nvPr/>
          </p:nvSpPr>
          <p:spPr>
            <a:xfrm>
              <a:off x="1316545" y="6391094"/>
              <a:ext cx="995171" cy="420623"/>
            </a:xfrm>
            <a:custGeom>
              <a:avLst/>
              <a:gdLst>
                <a:gd name="connsiteX0" fmla="*/ 74486 w 995171"/>
                <a:gd name="connsiteY0" fmla="*/ 131921 h 420623"/>
                <a:gd name="connsiteX1" fmla="*/ 0 w 995171"/>
                <a:gd name="connsiteY1" fmla="*/ 131921 h 420623"/>
                <a:gd name="connsiteX2" fmla="*/ 0 w 995171"/>
                <a:gd name="connsiteY2" fmla="*/ 414719 h 420623"/>
                <a:gd name="connsiteX3" fmla="*/ 74486 w 995171"/>
                <a:gd name="connsiteY3" fmla="*/ 414719 h 420623"/>
                <a:gd name="connsiteX4" fmla="*/ 74486 w 995171"/>
                <a:gd name="connsiteY4" fmla="*/ 131921 h 420623"/>
                <a:gd name="connsiteX5" fmla="*/ 568262 w 995171"/>
                <a:gd name="connsiteY5" fmla="*/ 417576 h 420623"/>
                <a:gd name="connsiteX6" fmla="*/ 568262 w 995171"/>
                <a:gd name="connsiteY6" fmla="*/ 348234 h 420623"/>
                <a:gd name="connsiteX7" fmla="*/ 541306 w 995171"/>
                <a:gd name="connsiteY7" fmla="*/ 346520 h 420623"/>
                <a:gd name="connsiteX8" fmla="*/ 523780 w 995171"/>
                <a:gd name="connsiteY8" fmla="*/ 338804 h 420623"/>
                <a:gd name="connsiteX9" fmla="*/ 516065 w 995171"/>
                <a:gd name="connsiteY9" fmla="*/ 321945 h 420623"/>
                <a:gd name="connsiteX10" fmla="*/ 514350 w 995171"/>
                <a:gd name="connsiteY10" fmla="*/ 294608 h 420623"/>
                <a:gd name="connsiteX11" fmla="*/ 514350 w 995171"/>
                <a:gd name="connsiteY11" fmla="*/ 195644 h 420623"/>
                <a:gd name="connsiteX12" fmla="*/ 568262 w 995171"/>
                <a:gd name="connsiteY12" fmla="*/ 195644 h 420623"/>
                <a:gd name="connsiteX13" fmla="*/ 568262 w 995171"/>
                <a:gd name="connsiteY13" fmla="*/ 131921 h 420623"/>
                <a:gd name="connsiteX14" fmla="*/ 514350 w 995171"/>
                <a:gd name="connsiteY14" fmla="*/ 131921 h 420623"/>
                <a:gd name="connsiteX15" fmla="*/ 514350 w 995171"/>
                <a:gd name="connsiteY15" fmla="*/ 21812 h 420623"/>
                <a:gd name="connsiteX16" fmla="*/ 439865 w 995171"/>
                <a:gd name="connsiteY16" fmla="*/ 21812 h 420623"/>
                <a:gd name="connsiteX17" fmla="*/ 439865 w 995171"/>
                <a:gd name="connsiteY17" fmla="*/ 295180 h 420623"/>
                <a:gd name="connsiteX18" fmla="*/ 445865 w 995171"/>
                <a:gd name="connsiteY18" fmla="*/ 353473 h 420623"/>
                <a:gd name="connsiteX19" fmla="*/ 465677 w 995171"/>
                <a:gd name="connsiteY19" fmla="*/ 391001 h 420623"/>
                <a:gd name="connsiteX20" fmla="*/ 502063 w 995171"/>
                <a:gd name="connsiteY20" fmla="*/ 411385 h 420623"/>
                <a:gd name="connsiteX21" fmla="*/ 558927 w 995171"/>
                <a:gd name="connsiteY21" fmla="*/ 417671 h 420623"/>
                <a:gd name="connsiteX22" fmla="*/ 568262 w 995171"/>
                <a:gd name="connsiteY22" fmla="*/ 417671 h 420623"/>
                <a:gd name="connsiteX23" fmla="*/ 995172 w 995171"/>
                <a:gd name="connsiteY23" fmla="*/ 0 h 420623"/>
                <a:gd name="connsiteX24" fmla="*/ 920687 w 995171"/>
                <a:gd name="connsiteY24" fmla="*/ 0 h 420623"/>
                <a:gd name="connsiteX25" fmla="*/ 920687 w 995171"/>
                <a:gd name="connsiteY25" fmla="*/ 414719 h 420623"/>
                <a:gd name="connsiteX26" fmla="*/ 995172 w 995171"/>
                <a:gd name="connsiteY26" fmla="*/ 414719 h 420623"/>
                <a:gd name="connsiteX27" fmla="*/ 995172 w 995171"/>
                <a:gd name="connsiteY27" fmla="*/ 0 h 420623"/>
                <a:gd name="connsiteX28" fmla="*/ 367951 w 995171"/>
                <a:gd name="connsiteY28" fmla="*/ 159830 h 420623"/>
                <a:gd name="connsiteX29" fmla="*/ 281273 w 995171"/>
                <a:gd name="connsiteY29" fmla="*/ 126206 h 420623"/>
                <a:gd name="connsiteX30" fmla="*/ 232410 w 995171"/>
                <a:gd name="connsiteY30" fmla="*/ 137065 h 420623"/>
                <a:gd name="connsiteX31" fmla="*/ 195358 w 995171"/>
                <a:gd name="connsiteY31" fmla="*/ 167259 h 420623"/>
                <a:gd name="connsiteX32" fmla="*/ 191262 w 995171"/>
                <a:gd name="connsiteY32" fmla="*/ 172498 h 420623"/>
                <a:gd name="connsiteX33" fmla="*/ 191262 w 995171"/>
                <a:gd name="connsiteY33" fmla="*/ 167831 h 420623"/>
                <a:gd name="connsiteX34" fmla="*/ 191262 w 995171"/>
                <a:gd name="connsiteY34" fmla="*/ 132017 h 420623"/>
                <a:gd name="connsiteX35" fmla="*/ 117920 w 995171"/>
                <a:gd name="connsiteY35" fmla="*/ 132017 h 420623"/>
                <a:gd name="connsiteX36" fmla="*/ 117920 w 995171"/>
                <a:gd name="connsiteY36" fmla="*/ 414814 h 420623"/>
                <a:gd name="connsiteX37" fmla="*/ 191929 w 995171"/>
                <a:gd name="connsiteY37" fmla="*/ 414814 h 420623"/>
                <a:gd name="connsiteX38" fmla="*/ 191929 w 995171"/>
                <a:gd name="connsiteY38" fmla="*/ 264128 h 420623"/>
                <a:gd name="connsiteX39" fmla="*/ 192024 w 995171"/>
                <a:gd name="connsiteY39" fmla="*/ 274606 h 420623"/>
                <a:gd name="connsiteX40" fmla="*/ 192119 w 995171"/>
                <a:gd name="connsiteY40" fmla="*/ 269558 h 420623"/>
                <a:gd name="connsiteX41" fmla="*/ 211741 w 995171"/>
                <a:gd name="connsiteY41" fmla="*/ 210884 h 420623"/>
                <a:gd name="connsiteX42" fmla="*/ 258985 w 995171"/>
                <a:gd name="connsiteY42" fmla="*/ 190786 h 420623"/>
                <a:gd name="connsiteX43" fmla="*/ 307753 w 995171"/>
                <a:gd name="connsiteY43" fmla="*/ 210407 h 420623"/>
                <a:gd name="connsiteX44" fmla="*/ 323945 w 995171"/>
                <a:gd name="connsiteY44" fmla="*/ 264605 h 420623"/>
                <a:gd name="connsiteX45" fmla="*/ 323945 w 995171"/>
                <a:gd name="connsiteY45" fmla="*/ 264605 h 420623"/>
                <a:gd name="connsiteX46" fmla="*/ 323945 w 995171"/>
                <a:gd name="connsiteY46" fmla="*/ 265176 h 420623"/>
                <a:gd name="connsiteX47" fmla="*/ 323945 w 995171"/>
                <a:gd name="connsiteY47" fmla="*/ 265271 h 420623"/>
                <a:gd name="connsiteX48" fmla="*/ 323945 w 995171"/>
                <a:gd name="connsiteY48" fmla="*/ 414814 h 420623"/>
                <a:gd name="connsiteX49" fmla="*/ 399098 w 995171"/>
                <a:gd name="connsiteY49" fmla="*/ 414814 h 420623"/>
                <a:gd name="connsiteX50" fmla="*/ 399098 w 995171"/>
                <a:gd name="connsiteY50" fmla="*/ 254222 h 420623"/>
                <a:gd name="connsiteX51" fmla="*/ 367951 w 995171"/>
                <a:gd name="connsiteY51" fmla="*/ 159830 h 420623"/>
                <a:gd name="connsiteX52" fmla="*/ 881825 w 995171"/>
                <a:gd name="connsiteY52" fmla="*/ 272796 h 420623"/>
                <a:gd name="connsiteX53" fmla="*/ 871061 w 995171"/>
                <a:gd name="connsiteY53" fmla="*/ 215646 h 420623"/>
                <a:gd name="connsiteX54" fmla="*/ 841057 w 995171"/>
                <a:gd name="connsiteY54" fmla="*/ 168974 h 420623"/>
                <a:gd name="connsiteX55" fmla="*/ 794957 w 995171"/>
                <a:gd name="connsiteY55" fmla="*/ 137636 h 420623"/>
                <a:gd name="connsiteX56" fmla="*/ 735806 w 995171"/>
                <a:gd name="connsiteY56" fmla="*/ 126302 h 420623"/>
                <a:gd name="connsiteX57" fmla="*/ 678371 w 995171"/>
                <a:gd name="connsiteY57" fmla="*/ 137922 h 420623"/>
                <a:gd name="connsiteX58" fmla="*/ 631698 w 995171"/>
                <a:gd name="connsiteY58" fmla="*/ 169355 h 420623"/>
                <a:gd name="connsiteX59" fmla="*/ 600266 w 995171"/>
                <a:gd name="connsiteY59" fmla="*/ 216027 h 420623"/>
                <a:gd name="connsiteX60" fmla="*/ 588645 w 995171"/>
                <a:gd name="connsiteY60" fmla="*/ 273463 h 420623"/>
                <a:gd name="connsiteX61" fmla="*/ 599694 w 995171"/>
                <a:gd name="connsiteY61" fmla="*/ 330899 h 420623"/>
                <a:gd name="connsiteX62" fmla="*/ 630269 w 995171"/>
                <a:gd name="connsiteY62" fmla="*/ 377571 h 420623"/>
                <a:gd name="connsiteX63" fmla="*/ 677513 w 995171"/>
                <a:gd name="connsiteY63" fmla="*/ 409004 h 420623"/>
                <a:gd name="connsiteX64" fmla="*/ 738092 w 995171"/>
                <a:gd name="connsiteY64" fmla="*/ 420624 h 420623"/>
                <a:gd name="connsiteX65" fmla="*/ 863918 w 995171"/>
                <a:gd name="connsiteY65" fmla="*/ 365093 h 420623"/>
                <a:gd name="connsiteX66" fmla="*/ 810292 w 995171"/>
                <a:gd name="connsiteY66" fmla="*/ 324231 h 420623"/>
                <a:gd name="connsiteX67" fmla="*/ 738664 w 995171"/>
                <a:gd name="connsiteY67" fmla="*/ 355854 h 420623"/>
                <a:gd name="connsiteX68" fmla="*/ 687229 w 995171"/>
                <a:gd name="connsiteY68" fmla="*/ 341376 h 420623"/>
                <a:gd name="connsiteX69" fmla="*/ 660368 w 995171"/>
                <a:gd name="connsiteY69" fmla="*/ 302133 h 420623"/>
                <a:gd name="connsiteX70" fmla="*/ 659606 w 995171"/>
                <a:gd name="connsiteY70" fmla="*/ 299466 h 420623"/>
                <a:gd name="connsiteX71" fmla="*/ 881825 w 995171"/>
                <a:gd name="connsiteY71" fmla="*/ 299466 h 420623"/>
                <a:gd name="connsiteX72" fmla="*/ 881825 w 995171"/>
                <a:gd name="connsiteY72" fmla="*/ 272796 h 420623"/>
                <a:gd name="connsiteX73" fmla="*/ 660368 w 995171"/>
                <a:gd name="connsiteY73" fmla="*/ 246793 h 420623"/>
                <a:gd name="connsiteX74" fmla="*/ 735330 w 995171"/>
                <a:gd name="connsiteY74" fmla="*/ 189929 h 420623"/>
                <a:gd name="connsiteX75" fmla="*/ 810387 w 995171"/>
                <a:gd name="connsiteY75" fmla="*/ 246698 h 420623"/>
                <a:gd name="connsiteX76" fmla="*/ 660368 w 995171"/>
                <a:gd name="connsiteY76" fmla="*/ 246793 h 4206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995171" h="420623">
                  <a:moveTo>
                    <a:pt x="74486" y="131921"/>
                  </a:moveTo>
                  <a:lnTo>
                    <a:pt x="0" y="131921"/>
                  </a:lnTo>
                  <a:lnTo>
                    <a:pt x="0" y="414719"/>
                  </a:lnTo>
                  <a:lnTo>
                    <a:pt x="74486" y="414719"/>
                  </a:lnTo>
                  <a:lnTo>
                    <a:pt x="74486" y="131921"/>
                  </a:lnTo>
                  <a:close/>
                  <a:moveTo>
                    <a:pt x="568262" y="417576"/>
                  </a:moveTo>
                  <a:lnTo>
                    <a:pt x="568262" y="348234"/>
                  </a:lnTo>
                  <a:cubicBezTo>
                    <a:pt x="557308" y="348139"/>
                    <a:pt x="548259" y="347567"/>
                    <a:pt x="541306" y="346520"/>
                  </a:cubicBezTo>
                  <a:cubicBezTo>
                    <a:pt x="533591" y="345281"/>
                    <a:pt x="527685" y="342710"/>
                    <a:pt x="523780" y="338804"/>
                  </a:cubicBezTo>
                  <a:cubicBezTo>
                    <a:pt x="519875" y="334899"/>
                    <a:pt x="517303" y="329184"/>
                    <a:pt x="516065" y="321945"/>
                  </a:cubicBezTo>
                  <a:cubicBezTo>
                    <a:pt x="514922" y="314992"/>
                    <a:pt x="514350" y="305753"/>
                    <a:pt x="514350" y="294608"/>
                  </a:cubicBezTo>
                  <a:lnTo>
                    <a:pt x="514350" y="195644"/>
                  </a:lnTo>
                  <a:lnTo>
                    <a:pt x="568262" y="195644"/>
                  </a:lnTo>
                  <a:lnTo>
                    <a:pt x="568262" y="131921"/>
                  </a:lnTo>
                  <a:lnTo>
                    <a:pt x="514350" y="131921"/>
                  </a:lnTo>
                  <a:lnTo>
                    <a:pt x="514350" y="21812"/>
                  </a:lnTo>
                  <a:lnTo>
                    <a:pt x="439865" y="21812"/>
                  </a:lnTo>
                  <a:lnTo>
                    <a:pt x="439865" y="295180"/>
                  </a:lnTo>
                  <a:cubicBezTo>
                    <a:pt x="439865" y="318230"/>
                    <a:pt x="441865" y="337852"/>
                    <a:pt x="445865" y="353473"/>
                  </a:cubicBezTo>
                  <a:cubicBezTo>
                    <a:pt x="449771" y="368903"/>
                    <a:pt x="456438" y="381572"/>
                    <a:pt x="465677" y="391001"/>
                  </a:cubicBezTo>
                  <a:cubicBezTo>
                    <a:pt x="474917" y="400431"/>
                    <a:pt x="487204" y="407289"/>
                    <a:pt x="502063" y="411385"/>
                  </a:cubicBezTo>
                  <a:cubicBezTo>
                    <a:pt x="517112" y="415481"/>
                    <a:pt x="536258" y="417671"/>
                    <a:pt x="558927" y="417671"/>
                  </a:cubicBezTo>
                  <a:lnTo>
                    <a:pt x="568262" y="417671"/>
                  </a:lnTo>
                  <a:close/>
                  <a:moveTo>
                    <a:pt x="995172" y="0"/>
                  </a:moveTo>
                  <a:lnTo>
                    <a:pt x="920687" y="0"/>
                  </a:lnTo>
                  <a:lnTo>
                    <a:pt x="920687" y="414719"/>
                  </a:lnTo>
                  <a:lnTo>
                    <a:pt x="995172" y="414719"/>
                  </a:lnTo>
                  <a:lnTo>
                    <a:pt x="995172" y="0"/>
                  </a:lnTo>
                  <a:close/>
                  <a:moveTo>
                    <a:pt x="367951" y="159830"/>
                  </a:moveTo>
                  <a:cubicBezTo>
                    <a:pt x="347282" y="137541"/>
                    <a:pt x="318135" y="126206"/>
                    <a:pt x="281273" y="126206"/>
                  </a:cubicBezTo>
                  <a:cubicBezTo>
                    <a:pt x="263462" y="126206"/>
                    <a:pt x="247079" y="129921"/>
                    <a:pt x="232410" y="137065"/>
                  </a:cubicBezTo>
                  <a:cubicBezTo>
                    <a:pt x="217742" y="144304"/>
                    <a:pt x="205264" y="154496"/>
                    <a:pt x="195358" y="167259"/>
                  </a:cubicBezTo>
                  <a:lnTo>
                    <a:pt x="191262" y="172498"/>
                  </a:lnTo>
                  <a:lnTo>
                    <a:pt x="191262" y="167831"/>
                  </a:lnTo>
                  <a:lnTo>
                    <a:pt x="191262" y="132017"/>
                  </a:lnTo>
                  <a:lnTo>
                    <a:pt x="117920" y="132017"/>
                  </a:lnTo>
                  <a:lnTo>
                    <a:pt x="117920" y="414814"/>
                  </a:lnTo>
                  <a:lnTo>
                    <a:pt x="191929" y="414814"/>
                  </a:lnTo>
                  <a:lnTo>
                    <a:pt x="191929" y="264128"/>
                  </a:lnTo>
                  <a:lnTo>
                    <a:pt x="192024" y="274606"/>
                  </a:lnTo>
                  <a:cubicBezTo>
                    <a:pt x="192024" y="272891"/>
                    <a:pt x="192024" y="271177"/>
                    <a:pt x="192119" y="269558"/>
                  </a:cubicBezTo>
                  <a:cubicBezTo>
                    <a:pt x="192881" y="243173"/>
                    <a:pt x="199454" y="223456"/>
                    <a:pt x="211741" y="210884"/>
                  </a:cubicBezTo>
                  <a:cubicBezTo>
                    <a:pt x="224790" y="197549"/>
                    <a:pt x="240697" y="190786"/>
                    <a:pt x="258985" y="190786"/>
                  </a:cubicBezTo>
                  <a:cubicBezTo>
                    <a:pt x="280511" y="190786"/>
                    <a:pt x="296894" y="197358"/>
                    <a:pt x="307753" y="210407"/>
                  </a:cubicBezTo>
                  <a:cubicBezTo>
                    <a:pt x="318421" y="223171"/>
                    <a:pt x="323850" y="241364"/>
                    <a:pt x="323945" y="264605"/>
                  </a:cubicBezTo>
                  <a:lnTo>
                    <a:pt x="323945" y="264605"/>
                  </a:lnTo>
                  <a:lnTo>
                    <a:pt x="323945" y="265176"/>
                  </a:lnTo>
                  <a:lnTo>
                    <a:pt x="323945" y="265271"/>
                  </a:lnTo>
                  <a:lnTo>
                    <a:pt x="323945" y="414814"/>
                  </a:lnTo>
                  <a:lnTo>
                    <a:pt x="399098" y="414814"/>
                  </a:lnTo>
                  <a:lnTo>
                    <a:pt x="399098" y="254222"/>
                  </a:lnTo>
                  <a:cubicBezTo>
                    <a:pt x="399193" y="213931"/>
                    <a:pt x="388620" y="182118"/>
                    <a:pt x="367951" y="159830"/>
                  </a:cubicBezTo>
                  <a:moveTo>
                    <a:pt x="881825" y="272796"/>
                  </a:moveTo>
                  <a:cubicBezTo>
                    <a:pt x="881825" y="252508"/>
                    <a:pt x="878205" y="233267"/>
                    <a:pt x="871061" y="215646"/>
                  </a:cubicBezTo>
                  <a:cubicBezTo>
                    <a:pt x="863918" y="198025"/>
                    <a:pt x="853821" y="182309"/>
                    <a:pt x="841057" y="168974"/>
                  </a:cubicBezTo>
                  <a:cubicBezTo>
                    <a:pt x="828294" y="155639"/>
                    <a:pt x="812768" y="145066"/>
                    <a:pt x="794957" y="137636"/>
                  </a:cubicBezTo>
                  <a:cubicBezTo>
                    <a:pt x="777145" y="130112"/>
                    <a:pt x="757238" y="126302"/>
                    <a:pt x="735806" y="126302"/>
                  </a:cubicBezTo>
                  <a:cubicBezTo>
                    <a:pt x="715518" y="126302"/>
                    <a:pt x="696182" y="130207"/>
                    <a:pt x="678371" y="137922"/>
                  </a:cubicBezTo>
                  <a:cubicBezTo>
                    <a:pt x="660559" y="145637"/>
                    <a:pt x="644843" y="156210"/>
                    <a:pt x="631698" y="169355"/>
                  </a:cubicBezTo>
                  <a:cubicBezTo>
                    <a:pt x="618554" y="182499"/>
                    <a:pt x="607981" y="198215"/>
                    <a:pt x="600266" y="216027"/>
                  </a:cubicBezTo>
                  <a:cubicBezTo>
                    <a:pt x="592550" y="233839"/>
                    <a:pt x="588645" y="253175"/>
                    <a:pt x="588645" y="273463"/>
                  </a:cubicBezTo>
                  <a:cubicBezTo>
                    <a:pt x="588645" y="293751"/>
                    <a:pt x="592360" y="313087"/>
                    <a:pt x="599694" y="330899"/>
                  </a:cubicBezTo>
                  <a:cubicBezTo>
                    <a:pt x="607028" y="348710"/>
                    <a:pt x="617315" y="364426"/>
                    <a:pt x="630269" y="377571"/>
                  </a:cubicBezTo>
                  <a:cubicBezTo>
                    <a:pt x="643223" y="390716"/>
                    <a:pt x="659130" y="401288"/>
                    <a:pt x="677513" y="409004"/>
                  </a:cubicBezTo>
                  <a:cubicBezTo>
                    <a:pt x="695897" y="416719"/>
                    <a:pt x="716280" y="420624"/>
                    <a:pt x="738092" y="420624"/>
                  </a:cubicBezTo>
                  <a:cubicBezTo>
                    <a:pt x="801148" y="420624"/>
                    <a:pt x="840391" y="391954"/>
                    <a:pt x="863918" y="365093"/>
                  </a:cubicBezTo>
                  <a:lnTo>
                    <a:pt x="810292" y="324231"/>
                  </a:lnTo>
                  <a:cubicBezTo>
                    <a:pt x="798957" y="337661"/>
                    <a:pt x="772192" y="355854"/>
                    <a:pt x="738664" y="355854"/>
                  </a:cubicBezTo>
                  <a:cubicBezTo>
                    <a:pt x="717614" y="355854"/>
                    <a:pt x="700373" y="350996"/>
                    <a:pt x="687229" y="341376"/>
                  </a:cubicBezTo>
                  <a:cubicBezTo>
                    <a:pt x="674084" y="331756"/>
                    <a:pt x="665036" y="318611"/>
                    <a:pt x="660368" y="302133"/>
                  </a:cubicBezTo>
                  <a:lnTo>
                    <a:pt x="659606" y="299466"/>
                  </a:lnTo>
                  <a:lnTo>
                    <a:pt x="881825" y="299466"/>
                  </a:lnTo>
                  <a:lnTo>
                    <a:pt x="881825" y="272796"/>
                  </a:lnTo>
                  <a:close/>
                  <a:moveTo>
                    <a:pt x="660368" y="246793"/>
                  </a:moveTo>
                  <a:cubicBezTo>
                    <a:pt x="660368" y="226124"/>
                    <a:pt x="684086" y="189929"/>
                    <a:pt x="735330" y="189929"/>
                  </a:cubicBezTo>
                  <a:cubicBezTo>
                    <a:pt x="786575" y="189929"/>
                    <a:pt x="810387" y="226028"/>
                    <a:pt x="810387" y="246698"/>
                  </a:cubicBezTo>
                  <a:lnTo>
                    <a:pt x="660368" y="246793"/>
                  </a:lnTo>
                  <a:close/>
                </a:path>
              </a:pathLst>
            </a:custGeom>
            <a:solidFill>
              <a:srgbClr val="FFFFFF"/>
            </a:solidFill>
            <a:ln w="9525" cap="flat">
              <a:noFill/>
              <a:prstDash val="solid"/>
              <a:miter/>
            </a:ln>
          </p:spPr>
          <p:txBody>
            <a:bodyPr rtlCol="0" anchor="ctr"/>
            <a:lstStyle/>
            <a:p>
              <a:endParaRPr lang="en-US"/>
            </a:p>
          </p:txBody>
        </p:sp>
        <p:sp>
          <p:nvSpPr>
            <p:cNvPr id="7" name="Freeform: Shape 6">
              <a:extLst>
                <a:ext uri="{FF2B5EF4-FFF2-40B4-BE49-F238E27FC236}">
                  <a16:creationId xmlns:a16="http://schemas.microsoft.com/office/drawing/2014/main" id="{1C614C49-972F-498A-9654-844CECF9AF64}"/>
                </a:ext>
              </a:extLst>
            </p:cNvPr>
            <p:cNvSpPr/>
            <p:nvPr/>
          </p:nvSpPr>
          <p:spPr>
            <a:xfrm>
              <a:off x="2358770" y="6728469"/>
              <a:ext cx="79057" cy="79057"/>
            </a:xfrm>
            <a:custGeom>
              <a:avLst/>
              <a:gdLst>
                <a:gd name="connsiteX0" fmla="*/ 39529 w 79057"/>
                <a:gd name="connsiteY0" fmla="*/ 5620 h 79057"/>
                <a:gd name="connsiteX1" fmla="*/ 73438 w 79057"/>
                <a:gd name="connsiteY1" fmla="*/ 39529 h 79057"/>
                <a:gd name="connsiteX2" fmla="*/ 39529 w 79057"/>
                <a:gd name="connsiteY2" fmla="*/ 73438 h 79057"/>
                <a:gd name="connsiteX3" fmla="*/ 5620 w 79057"/>
                <a:gd name="connsiteY3" fmla="*/ 39529 h 79057"/>
                <a:gd name="connsiteX4" fmla="*/ 39529 w 79057"/>
                <a:gd name="connsiteY4" fmla="*/ 5620 h 79057"/>
                <a:gd name="connsiteX5" fmla="*/ 39529 w 79057"/>
                <a:gd name="connsiteY5" fmla="*/ 0 h 79057"/>
                <a:gd name="connsiteX6" fmla="*/ 0 w 79057"/>
                <a:gd name="connsiteY6" fmla="*/ 39529 h 79057"/>
                <a:gd name="connsiteX7" fmla="*/ 39529 w 79057"/>
                <a:gd name="connsiteY7" fmla="*/ 79058 h 79057"/>
                <a:gd name="connsiteX8" fmla="*/ 79058 w 79057"/>
                <a:gd name="connsiteY8" fmla="*/ 39529 h 79057"/>
                <a:gd name="connsiteX9" fmla="*/ 39529 w 79057"/>
                <a:gd name="connsiteY9" fmla="*/ 0 h 790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9057" h="79057">
                  <a:moveTo>
                    <a:pt x="39529" y="5620"/>
                  </a:moveTo>
                  <a:cubicBezTo>
                    <a:pt x="58198" y="5620"/>
                    <a:pt x="73438" y="20860"/>
                    <a:pt x="73438" y="39529"/>
                  </a:cubicBezTo>
                  <a:cubicBezTo>
                    <a:pt x="73438" y="58198"/>
                    <a:pt x="58198" y="73438"/>
                    <a:pt x="39529" y="73438"/>
                  </a:cubicBezTo>
                  <a:cubicBezTo>
                    <a:pt x="20860" y="73438"/>
                    <a:pt x="5620" y="58198"/>
                    <a:pt x="5620" y="39529"/>
                  </a:cubicBezTo>
                  <a:cubicBezTo>
                    <a:pt x="5620" y="20860"/>
                    <a:pt x="20860" y="5620"/>
                    <a:pt x="39529" y="5620"/>
                  </a:cubicBezTo>
                  <a:moveTo>
                    <a:pt x="39529" y="0"/>
                  </a:moveTo>
                  <a:cubicBezTo>
                    <a:pt x="17717" y="0"/>
                    <a:pt x="0" y="17717"/>
                    <a:pt x="0" y="39529"/>
                  </a:cubicBezTo>
                  <a:cubicBezTo>
                    <a:pt x="0" y="61341"/>
                    <a:pt x="17717" y="79058"/>
                    <a:pt x="39529" y="79058"/>
                  </a:cubicBezTo>
                  <a:cubicBezTo>
                    <a:pt x="61341" y="79058"/>
                    <a:pt x="79058" y="61341"/>
                    <a:pt x="79058" y="39529"/>
                  </a:cubicBezTo>
                  <a:cubicBezTo>
                    <a:pt x="79058" y="17717"/>
                    <a:pt x="61341" y="0"/>
                    <a:pt x="39529" y="0"/>
                  </a:cubicBezTo>
                </a:path>
              </a:pathLst>
            </a:custGeom>
            <a:solidFill>
              <a:srgbClr val="FFFFFF"/>
            </a:solidFill>
            <a:ln w="9525" cap="flat">
              <a:noFill/>
              <a:prstDash val="solid"/>
              <a:miter/>
            </a:ln>
          </p:spPr>
          <p:txBody>
            <a:bodyPr rtlCol="0" anchor="ctr"/>
            <a:lstStyle/>
            <a:p>
              <a:endParaRPr lang="en-US"/>
            </a:p>
          </p:txBody>
        </p:sp>
        <p:sp>
          <p:nvSpPr>
            <p:cNvPr id="8" name="Freeform: Shape 7">
              <a:extLst>
                <a:ext uri="{FF2B5EF4-FFF2-40B4-BE49-F238E27FC236}">
                  <a16:creationId xmlns:a16="http://schemas.microsoft.com/office/drawing/2014/main" id="{922EBBE0-933B-4A65-BAAC-DC5972E3F9A4}"/>
                </a:ext>
              </a:extLst>
            </p:cNvPr>
            <p:cNvSpPr/>
            <p:nvPr/>
          </p:nvSpPr>
          <p:spPr>
            <a:xfrm>
              <a:off x="2384869" y="6748090"/>
              <a:ext cx="30765" cy="39528"/>
            </a:xfrm>
            <a:custGeom>
              <a:avLst/>
              <a:gdLst>
                <a:gd name="connsiteX0" fmla="*/ 16383 w 30765"/>
                <a:gd name="connsiteY0" fmla="*/ 95 h 39528"/>
                <a:gd name="connsiteX1" fmla="*/ 23051 w 30765"/>
                <a:gd name="connsiteY1" fmla="*/ 1715 h 39528"/>
                <a:gd name="connsiteX2" fmla="*/ 27718 w 30765"/>
                <a:gd name="connsiteY2" fmla="*/ 6191 h 39528"/>
                <a:gd name="connsiteX3" fmla="*/ 29337 w 30765"/>
                <a:gd name="connsiteY3" fmla="*/ 12478 h 39528"/>
                <a:gd name="connsiteX4" fmla="*/ 27146 w 30765"/>
                <a:gd name="connsiteY4" fmla="*/ 19622 h 39528"/>
                <a:gd name="connsiteX5" fmla="*/ 21812 w 30765"/>
                <a:gd name="connsiteY5" fmla="*/ 23717 h 39528"/>
                <a:gd name="connsiteX6" fmla="*/ 30766 w 30765"/>
                <a:gd name="connsiteY6" fmla="*/ 39529 h 39528"/>
                <a:gd name="connsiteX7" fmla="*/ 23717 w 30765"/>
                <a:gd name="connsiteY7" fmla="*/ 39529 h 39528"/>
                <a:gd name="connsiteX8" fmla="*/ 15526 w 30765"/>
                <a:gd name="connsiteY8" fmla="*/ 24860 h 39528"/>
                <a:gd name="connsiteX9" fmla="*/ 6191 w 30765"/>
                <a:gd name="connsiteY9" fmla="*/ 24860 h 39528"/>
                <a:gd name="connsiteX10" fmla="*/ 6191 w 30765"/>
                <a:gd name="connsiteY10" fmla="*/ 39529 h 39528"/>
                <a:gd name="connsiteX11" fmla="*/ 0 w 30765"/>
                <a:gd name="connsiteY11" fmla="*/ 39529 h 39528"/>
                <a:gd name="connsiteX12" fmla="*/ 0 w 30765"/>
                <a:gd name="connsiteY12" fmla="*/ 0 h 39528"/>
                <a:gd name="connsiteX13" fmla="*/ 16383 w 30765"/>
                <a:gd name="connsiteY13" fmla="*/ 0 h 39528"/>
                <a:gd name="connsiteX14" fmla="*/ 16383 w 30765"/>
                <a:gd name="connsiteY14" fmla="*/ 19336 h 39528"/>
                <a:gd name="connsiteX15" fmla="*/ 19907 w 30765"/>
                <a:gd name="connsiteY15" fmla="*/ 18478 h 39528"/>
                <a:gd name="connsiteX16" fmla="*/ 22289 w 30765"/>
                <a:gd name="connsiteY16" fmla="*/ 16097 h 39528"/>
                <a:gd name="connsiteX17" fmla="*/ 23146 w 30765"/>
                <a:gd name="connsiteY17" fmla="*/ 12573 h 39528"/>
                <a:gd name="connsiteX18" fmla="*/ 22289 w 30765"/>
                <a:gd name="connsiteY18" fmla="*/ 9049 h 39528"/>
                <a:gd name="connsiteX19" fmla="*/ 19907 w 30765"/>
                <a:gd name="connsiteY19" fmla="*/ 6668 h 39528"/>
                <a:gd name="connsiteX20" fmla="*/ 16383 w 30765"/>
                <a:gd name="connsiteY20" fmla="*/ 5810 h 39528"/>
                <a:gd name="connsiteX21" fmla="*/ 6191 w 30765"/>
                <a:gd name="connsiteY21" fmla="*/ 5810 h 39528"/>
                <a:gd name="connsiteX22" fmla="*/ 6191 w 30765"/>
                <a:gd name="connsiteY22" fmla="*/ 19336 h 39528"/>
                <a:gd name="connsiteX23" fmla="*/ 16383 w 30765"/>
                <a:gd name="connsiteY23" fmla="*/ 19336 h 39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0765" h="39528">
                  <a:moveTo>
                    <a:pt x="16383" y="95"/>
                  </a:moveTo>
                  <a:cubicBezTo>
                    <a:pt x="18860" y="95"/>
                    <a:pt x="21050" y="667"/>
                    <a:pt x="23051" y="1715"/>
                  </a:cubicBezTo>
                  <a:cubicBezTo>
                    <a:pt x="25051" y="2762"/>
                    <a:pt x="26575" y="4286"/>
                    <a:pt x="27718" y="6191"/>
                  </a:cubicBezTo>
                  <a:cubicBezTo>
                    <a:pt x="28861" y="8096"/>
                    <a:pt x="29337" y="10192"/>
                    <a:pt x="29337" y="12478"/>
                  </a:cubicBezTo>
                  <a:cubicBezTo>
                    <a:pt x="29337" y="15335"/>
                    <a:pt x="28575" y="17717"/>
                    <a:pt x="27146" y="19622"/>
                  </a:cubicBezTo>
                  <a:cubicBezTo>
                    <a:pt x="25718" y="21527"/>
                    <a:pt x="23908" y="22860"/>
                    <a:pt x="21812" y="23717"/>
                  </a:cubicBezTo>
                  <a:lnTo>
                    <a:pt x="30766" y="39529"/>
                  </a:lnTo>
                  <a:lnTo>
                    <a:pt x="23717" y="39529"/>
                  </a:lnTo>
                  <a:lnTo>
                    <a:pt x="15526" y="24860"/>
                  </a:lnTo>
                  <a:lnTo>
                    <a:pt x="6191" y="24860"/>
                  </a:lnTo>
                  <a:lnTo>
                    <a:pt x="6191" y="39529"/>
                  </a:lnTo>
                  <a:lnTo>
                    <a:pt x="0" y="39529"/>
                  </a:lnTo>
                  <a:lnTo>
                    <a:pt x="0" y="0"/>
                  </a:lnTo>
                  <a:lnTo>
                    <a:pt x="16383" y="0"/>
                  </a:lnTo>
                  <a:close/>
                  <a:moveTo>
                    <a:pt x="16383" y="19336"/>
                  </a:moveTo>
                  <a:cubicBezTo>
                    <a:pt x="17717" y="19336"/>
                    <a:pt x="18860" y="19050"/>
                    <a:pt x="19907" y="18478"/>
                  </a:cubicBezTo>
                  <a:cubicBezTo>
                    <a:pt x="20955" y="17907"/>
                    <a:pt x="21717" y="17050"/>
                    <a:pt x="22289" y="16097"/>
                  </a:cubicBezTo>
                  <a:cubicBezTo>
                    <a:pt x="22860" y="15050"/>
                    <a:pt x="23146" y="13906"/>
                    <a:pt x="23146" y="12573"/>
                  </a:cubicBezTo>
                  <a:cubicBezTo>
                    <a:pt x="23146" y="11240"/>
                    <a:pt x="22860" y="10097"/>
                    <a:pt x="22289" y="9049"/>
                  </a:cubicBezTo>
                  <a:cubicBezTo>
                    <a:pt x="21717" y="8001"/>
                    <a:pt x="20860" y="7239"/>
                    <a:pt x="19907" y="6668"/>
                  </a:cubicBezTo>
                  <a:cubicBezTo>
                    <a:pt x="18860" y="6096"/>
                    <a:pt x="17717" y="5810"/>
                    <a:pt x="16383" y="5810"/>
                  </a:cubicBezTo>
                  <a:lnTo>
                    <a:pt x="6191" y="5810"/>
                  </a:lnTo>
                  <a:lnTo>
                    <a:pt x="6191" y="19336"/>
                  </a:lnTo>
                  <a:lnTo>
                    <a:pt x="16383" y="19336"/>
                  </a:lnTo>
                  <a:close/>
                </a:path>
              </a:pathLst>
            </a:custGeom>
            <a:solidFill>
              <a:srgbClr val="FFFFFF"/>
            </a:solid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26796845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1_Title Blue B">
    <p:bg>
      <p:bgPr>
        <a:solidFill>
          <a:srgbClr val="184A86"/>
        </a:solidFill>
        <a:effectLst/>
      </p:bgPr>
    </p:bg>
    <p:spTree>
      <p:nvGrpSpPr>
        <p:cNvPr id="1" name=""/>
        <p:cNvGrpSpPr/>
        <p:nvPr/>
      </p:nvGrpSpPr>
      <p:grpSpPr>
        <a:xfrm>
          <a:off x="0" y="0"/>
          <a:ext cx="0" cy="0"/>
          <a:chOff x="0" y="0"/>
          <a:chExt cx="0" cy="0"/>
        </a:xfrm>
      </p:grpSpPr>
      <p:sp>
        <p:nvSpPr>
          <p:cNvPr id="74" name="Rectangle"/>
          <p:cNvSpPr/>
          <p:nvPr/>
        </p:nvSpPr>
        <p:spPr>
          <a:xfrm>
            <a:off x="1469360" y="0"/>
            <a:ext cx="3430768" cy="5393161"/>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16" name="Text Placeholder 2">
            <a:extLst>
              <a:ext uri="{FF2B5EF4-FFF2-40B4-BE49-F238E27FC236}">
                <a16:creationId xmlns:a16="http://schemas.microsoft.com/office/drawing/2014/main" id="{6E706504-BEDA-1441-8BC1-243269FBBCB8}"/>
              </a:ext>
            </a:extLst>
          </p:cNvPr>
          <p:cNvSpPr>
            <a:spLocks noGrp="1"/>
          </p:cNvSpPr>
          <p:nvPr>
            <p:ph type="body" sz="quarter" idx="25" hasCustomPrompt="1"/>
          </p:nvPr>
        </p:nvSpPr>
        <p:spPr>
          <a:xfrm>
            <a:off x="1895475" y="3182315"/>
            <a:ext cx="10296524" cy="304800"/>
          </a:xfrm>
        </p:spPr>
        <p:txBody>
          <a:bodyPr>
            <a:normAutofit/>
          </a:bodyPr>
          <a:lstStyle>
            <a:lvl1pPr marL="0" indent="0">
              <a:buNone/>
              <a:defRPr sz="1600" b="1" i="0">
                <a:solidFill>
                  <a:srgbClr val="00C7FD"/>
                </a:solidFill>
                <a:latin typeface="Intel Clear" panose="020B0604020203020204" pitchFamily="34" charset="0"/>
                <a:ea typeface="Intel Clear" panose="020B0604020203020204" pitchFamily="34" charset="0"/>
                <a:cs typeface="Intel Clear" panose="020B0604020203020204" pitchFamily="34" charset="0"/>
              </a:defRPr>
            </a:lvl1pPr>
          </a:lstStyle>
          <a:p>
            <a:r>
              <a:rPr lang="en-US"/>
              <a:t>16pt Intel Clear Bold Intro:</a:t>
            </a:r>
          </a:p>
        </p:txBody>
      </p:sp>
      <p:sp>
        <p:nvSpPr>
          <p:cNvPr id="31" name="Title Text">
            <a:extLst>
              <a:ext uri="{FF2B5EF4-FFF2-40B4-BE49-F238E27FC236}">
                <a16:creationId xmlns:a16="http://schemas.microsoft.com/office/drawing/2014/main" id="{89FD31ED-4225-F549-987B-028F84979F81}"/>
              </a:ext>
            </a:extLst>
          </p:cNvPr>
          <p:cNvSpPr txBox="1">
            <a:spLocks noGrp="1"/>
          </p:cNvSpPr>
          <p:nvPr>
            <p:ph type="title" hasCustomPrompt="1"/>
          </p:nvPr>
        </p:nvSpPr>
        <p:spPr>
          <a:xfrm>
            <a:off x="1895475" y="3585279"/>
            <a:ext cx="10972801" cy="109182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Autofit/>
          </a:bodyPr>
          <a:lstStyle>
            <a:lvl1pPr>
              <a:defRPr sz="5000">
                <a:solidFill>
                  <a:schemeClr val="bg1"/>
                </a:solidFill>
              </a:defRPr>
            </a:lvl1pPr>
          </a:lstStyle>
          <a:p>
            <a:r>
              <a:rPr lang="en-US"/>
              <a:t>50 </a:t>
            </a:r>
            <a:r>
              <a:rPr lang="en-US" err="1"/>
              <a:t>pt</a:t>
            </a:r>
            <a:r>
              <a:rPr lang="en-US"/>
              <a:t> Intel Clear Light</a:t>
            </a:r>
            <a:endParaRPr/>
          </a:p>
        </p:txBody>
      </p:sp>
      <p:sp>
        <p:nvSpPr>
          <p:cNvPr id="21" name="Text Placeholder 6">
            <a:extLst>
              <a:ext uri="{FF2B5EF4-FFF2-40B4-BE49-F238E27FC236}">
                <a16:creationId xmlns:a16="http://schemas.microsoft.com/office/drawing/2014/main" id="{71E0DDC0-B435-4D0B-837E-0E27121099BC}"/>
              </a:ext>
            </a:extLst>
          </p:cNvPr>
          <p:cNvSpPr>
            <a:spLocks noGrp="1"/>
          </p:cNvSpPr>
          <p:nvPr>
            <p:ph type="body" sz="quarter" idx="27" hasCustomPrompt="1"/>
          </p:nvPr>
        </p:nvSpPr>
        <p:spPr>
          <a:xfrm>
            <a:off x="1908348" y="4778609"/>
            <a:ext cx="10283651" cy="326776"/>
          </a:xfrm>
        </p:spPr>
        <p:txBody>
          <a:bodyPr>
            <a:normAutofit/>
          </a:bodyPr>
          <a:lstStyle>
            <a:lvl1pPr marL="0" indent="0">
              <a:buNone/>
              <a:defRPr sz="1600" b="0" i="0">
                <a:solidFill>
                  <a:schemeClr val="bg1"/>
                </a:solidFill>
                <a:latin typeface="Intel Clear" panose="020B0604020203020204" pitchFamily="34" charset="0"/>
                <a:ea typeface="Intel Clear" panose="020B0604020203020204" pitchFamily="34" charset="0"/>
                <a:cs typeface="Intel Clear" panose="020B0604020203020204" pitchFamily="34" charset="0"/>
              </a:defRPr>
            </a:lvl1pPr>
          </a:lstStyle>
          <a:p>
            <a:r>
              <a:rPr lang="en-US"/>
              <a:t>18pt Intel Clear Subhead, Date, Etc.</a:t>
            </a:r>
          </a:p>
        </p:txBody>
      </p:sp>
      <p:sp>
        <p:nvSpPr>
          <p:cNvPr id="10" name="Square">
            <a:extLst>
              <a:ext uri="{FF2B5EF4-FFF2-40B4-BE49-F238E27FC236}">
                <a16:creationId xmlns:a16="http://schemas.microsoft.com/office/drawing/2014/main" id="{5F1BD0FC-D3B7-4D2E-989A-64ED187DAF99}"/>
              </a:ext>
            </a:extLst>
          </p:cNvPr>
          <p:cNvSpPr/>
          <p:nvPr userDrawn="1"/>
        </p:nvSpPr>
        <p:spPr>
          <a:xfrm>
            <a:off x="861107" y="5390896"/>
            <a:ext cx="607299" cy="607299"/>
          </a:xfrm>
          <a:prstGeom prst="rect">
            <a:avLst/>
          </a:prstGeom>
          <a:solidFill>
            <a:schemeClr val="accent4"/>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11" name="Rectangle">
            <a:extLst>
              <a:ext uri="{FF2B5EF4-FFF2-40B4-BE49-F238E27FC236}">
                <a16:creationId xmlns:a16="http://schemas.microsoft.com/office/drawing/2014/main" id="{3D2DE0DF-793A-4E90-BB4C-004CD646F4EF}"/>
              </a:ext>
            </a:extLst>
          </p:cNvPr>
          <p:cNvSpPr/>
          <p:nvPr userDrawn="1"/>
        </p:nvSpPr>
        <p:spPr>
          <a:xfrm>
            <a:off x="576067" y="5108797"/>
            <a:ext cx="286654" cy="282073"/>
          </a:xfrm>
          <a:prstGeom prst="rect">
            <a:avLst/>
          </a:prstGeom>
          <a:solidFill>
            <a:schemeClr val="accent3"/>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12" name="Square">
            <a:extLst>
              <a:ext uri="{FF2B5EF4-FFF2-40B4-BE49-F238E27FC236}">
                <a16:creationId xmlns:a16="http://schemas.microsoft.com/office/drawing/2014/main" id="{C39C59F8-1EBA-44B6-940C-E67247F76722}"/>
              </a:ext>
            </a:extLst>
          </p:cNvPr>
          <p:cNvSpPr/>
          <p:nvPr userDrawn="1"/>
        </p:nvSpPr>
        <p:spPr>
          <a:xfrm>
            <a:off x="861107" y="4952474"/>
            <a:ext cx="157461" cy="157461"/>
          </a:xfrm>
          <a:prstGeom prst="rect">
            <a:avLst/>
          </a:prstGeom>
          <a:solidFill>
            <a:schemeClr val="accent4"/>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grpSp>
        <p:nvGrpSpPr>
          <p:cNvPr id="14" name="Group 13">
            <a:extLst>
              <a:ext uri="{FF2B5EF4-FFF2-40B4-BE49-F238E27FC236}">
                <a16:creationId xmlns:a16="http://schemas.microsoft.com/office/drawing/2014/main" id="{25251DAF-788D-46D0-84B3-34DFEE6262F3}"/>
              </a:ext>
            </a:extLst>
          </p:cNvPr>
          <p:cNvGrpSpPr/>
          <p:nvPr userDrawn="1"/>
        </p:nvGrpSpPr>
        <p:grpSpPr>
          <a:xfrm>
            <a:off x="1468406" y="5995719"/>
            <a:ext cx="1059754" cy="396801"/>
            <a:chOff x="1314450" y="6391094"/>
            <a:chExt cx="1123377" cy="420623"/>
          </a:xfrm>
        </p:grpSpPr>
        <p:sp>
          <p:nvSpPr>
            <p:cNvPr id="15" name="Freeform: Shape 14">
              <a:extLst>
                <a:ext uri="{FF2B5EF4-FFF2-40B4-BE49-F238E27FC236}">
                  <a16:creationId xmlns:a16="http://schemas.microsoft.com/office/drawing/2014/main" id="{A050DF4B-855E-41F4-9B0B-9B0BA01FB4FE}"/>
                </a:ext>
              </a:extLst>
            </p:cNvPr>
            <p:cNvSpPr/>
            <p:nvPr/>
          </p:nvSpPr>
          <p:spPr>
            <a:xfrm>
              <a:off x="1314450" y="6396809"/>
              <a:ext cx="78581" cy="78581"/>
            </a:xfrm>
            <a:custGeom>
              <a:avLst/>
              <a:gdLst>
                <a:gd name="connsiteX0" fmla="*/ 0 w 78581"/>
                <a:gd name="connsiteY0" fmla="*/ 0 h 78581"/>
                <a:gd name="connsiteX1" fmla="*/ 78581 w 78581"/>
                <a:gd name="connsiteY1" fmla="*/ 0 h 78581"/>
                <a:gd name="connsiteX2" fmla="*/ 78581 w 78581"/>
                <a:gd name="connsiteY2" fmla="*/ 78581 h 78581"/>
                <a:gd name="connsiteX3" fmla="*/ 0 w 78581"/>
                <a:gd name="connsiteY3" fmla="*/ 78581 h 78581"/>
              </a:gdLst>
              <a:ahLst/>
              <a:cxnLst>
                <a:cxn ang="0">
                  <a:pos x="connsiteX0" y="connsiteY0"/>
                </a:cxn>
                <a:cxn ang="0">
                  <a:pos x="connsiteX1" y="connsiteY1"/>
                </a:cxn>
                <a:cxn ang="0">
                  <a:pos x="connsiteX2" y="connsiteY2"/>
                </a:cxn>
                <a:cxn ang="0">
                  <a:pos x="connsiteX3" y="connsiteY3"/>
                </a:cxn>
              </a:cxnLst>
              <a:rect l="l" t="t" r="r" b="b"/>
              <a:pathLst>
                <a:path w="78581" h="78581">
                  <a:moveTo>
                    <a:pt x="0" y="0"/>
                  </a:moveTo>
                  <a:lnTo>
                    <a:pt x="78581" y="0"/>
                  </a:lnTo>
                  <a:lnTo>
                    <a:pt x="78581" y="78581"/>
                  </a:lnTo>
                  <a:lnTo>
                    <a:pt x="0" y="78581"/>
                  </a:lnTo>
                  <a:close/>
                </a:path>
              </a:pathLst>
            </a:custGeom>
            <a:solidFill>
              <a:srgbClr val="00B2E3"/>
            </a:solidFill>
            <a:ln w="9525"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D5E76890-19E8-4E79-B88A-5E246700E0DB}"/>
                </a:ext>
              </a:extLst>
            </p:cNvPr>
            <p:cNvSpPr/>
            <p:nvPr/>
          </p:nvSpPr>
          <p:spPr>
            <a:xfrm>
              <a:off x="1316545" y="6391094"/>
              <a:ext cx="995171" cy="420623"/>
            </a:xfrm>
            <a:custGeom>
              <a:avLst/>
              <a:gdLst>
                <a:gd name="connsiteX0" fmla="*/ 74486 w 995171"/>
                <a:gd name="connsiteY0" fmla="*/ 131921 h 420623"/>
                <a:gd name="connsiteX1" fmla="*/ 0 w 995171"/>
                <a:gd name="connsiteY1" fmla="*/ 131921 h 420623"/>
                <a:gd name="connsiteX2" fmla="*/ 0 w 995171"/>
                <a:gd name="connsiteY2" fmla="*/ 414719 h 420623"/>
                <a:gd name="connsiteX3" fmla="*/ 74486 w 995171"/>
                <a:gd name="connsiteY3" fmla="*/ 414719 h 420623"/>
                <a:gd name="connsiteX4" fmla="*/ 74486 w 995171"/>
                <a:gd name="connsiteY4" fmla="*/ 131921 h 420623"/>
                <a:gd name="connsiteX5" fmla="*/ 568262 w 995171"/>
                <a:gd name="connsiteY5" fmla="*/ 417576 h 420623"/>
                <a:gd name="connsiteX6" fmla="*/ 568262 w 995171"/>
                <a:gd name="connsiteY6" fmla="*/ 348234 h 420623"/>
                <a:gd name="connsiteX7" fmla="*/ 541306 w 995171"/>
                <a:gd name="connsiteY7" fmla="*/ 346520 h 420623"/>
                <a:gd name="connsiteX8" fmla="*/ 523780 w 995171"/>
                <a:gd name="connsiteY8" fmla="*/ 338804 h 420623"/>
                <a:gd name="connsiteX9" fmla="*/ 516065 w 995171"/>
                <a:gd name="connsiteY9" fmla="*/ 321945 h 420623"/>
                <a:gd name="connsiteX10" fmla="*/ 514350 w 995171"/>
                <a:gd name="connsiteY10" fmla="*/ 294608 h 420623"/>
                <a:gd name="connsiteX11" fmla="*/ 514350 w 995171"/>
                <a:gd name="connsiteY11" fmla="*/ 195644 h 420623"/>
                <a:gd name="connsiteX12" fmla="*/ 568262 w 995171"/>
                <a:gd name="connsiteY12" fmla="*/ 195644 h 420623"/>
                <a:gd name="connsiteX13" fmla="*/ 568262 w 995171"/>
                <a:gd name="connsiteY13" fmla="*/ 131921 h 420623"/>
                <a:gd name="connsiteX14" fmla="*/ 514350 w 995171"/>
                <a:gd name="connsiteY14" fmla="*/ 131921 h 420623"/>
                <a:gd name="connsiteX15" fmla="*/ 514350 w 995171"/>
                <a:gd name="connsiteY15" fmla="*/ 21812 h 420623"/>
                <a:gd name="connsiteX16" fmla="*/ 439865 w 995171"/>
                <a:gd name="connsiteY16" fmla="*/ 21812 h 420623"/>
                <a:gd name="connsiteX17" fmla="*/ 439865 w 995171"/>
                <a:gd name="connsiteY17" fmla="*/ 295180 h 420623"/>
                <a:gd name="connsiteX18" fmla="*/ 445865 w 995171"/>
                <a:gd name="connsiteY18" fmla="*/ 353473 h 420623"/>
                <a:gd name="connsiteX19" fmla="*/ 465677 w 995171"/>
                <a:gd name="connsiteY19" fmla="*/ 391001 h 420623"/>
                <a:gd name="connsiteX20" fmla="*/ 502063 w 995171"/>
                <a:gd name="connsiteY20" fmla="*/ 411385 h 420623"/>
                <a:gd name="connsiteX21" fmla="*/ 558927 w 995171"/>
                <a:gd name="connsiteY21" fmla="*/ 417671 h 420623"/>
                <a:gd name="connsiteX22" fmla="*/ 568262 w 995171"/>
                <a:gd name="connsiteY22" fmla="*/ 417671 h 420623"/>
                <a:gd name="connsiteX23" fmla="*/ 995172 w 995171"/>
                <a:gd name="connsiteY23" fmla="*/ 0 h 420623"/>
                <a:gd name="connsiteX24" fmla="*/ 920687 w 995171"/>
                <a:gd name="connsiteY24" fmla="*/ 0 h 420623"/>
                <a:gd name="connsiteX25" fmla="*/ 920687 w 995171"/>
                <a:gd name="connsiteY25" fmla="*/ 414719 h 420623"/>
                <a:gd name="connsiteX26" fmla="*/ 995172 w 995171"/>
                <a:gd name="connsiteY26" fmla="*/ 414719 h 420623"/>
                <a:gd name="connsiteX27" fmla="*/ 995172 w 995171"/>
                <a:gd name="connsiteY27" fmla="*/ 0 h 420623"/>
                <a:gd name="connsiteX28" fmla="*/ 367951 w 995171"/>
                <a:gd name="connsiteY28" fmla="*/ 159830 h 420623"/>
                <a:gd name="connsiteX29" fmla="*/ 281273 w 995171"/>
                <a:gd name="connsiteY29" fmla="*/ 126206 h 420623"/>
                <a:gd name="connsiteX30" fmla="*/ 232410 w 995171"/>
                <a:gd name="connsiteY30" fmla="*/ 137065 h 420623"/>
                <a:gd name="connsiteX31" fmla="*/ 195358 w 995171"/>
                <a:gd name="connsiteY31" fmla="*/ 167259 h 420623"/>
                <a:gd name="connsiteX32" fmla="*/ 191262 w 995171"/>
                <a:gd name="connsiteY32" fmla="*/ 172498 h 420623"/>
                <a:gd name="connsiteX33" fmla="*/ 191262 w 995171"/>
                <a:gd name="connsiteY33" fmla="*/ 167831 h 420623"/>
                <a:gd name="connsiteX34" fmla="*/ 191262 w 995171"/>
                <a:gd name="connsiteY34" fmla="*/ 132017 h 420623"/>
                <a:gd name="connsiteX35" fmla="*/ 117920 w 995171"/>
                <a:gd name="connsiteY35" fmla="*/ 132017 h 420623"/>
                <a:gd name="connsiteX36" fmla="*/ 117920 w 995171"/>
                <a:gd name="connsiteY36" fmla="*/ 414814 h 420623"/>
                <a:gd name="connsiteX37" fmla="*/ 191929 w 995171"/>
                <a:gd name="connsiteY37" fmla="*/ 414814 h 420623"/>
                <a:gd name="connsiteX38" fmla="*/ 191929 w 995171"/>
                <a:gd name="connsiteY38" fmla="*/ 264128 h 420623"/>
                <a:gd name="connsiteX39" fmla="*/ 192024 w 995171"/>
                <a:gd name="connsiteY39" fmla="*/ 274606 h 420623"/>
                <a:gd name="connsiteX40" fmla="*/ 192119 w 995171"/>
                <a:gd name="connsiteY40" fmla="*/ 269558 h 420623"/>
                <a:gd name="connsiteX41" fmla="*/ 211741 w 995171"/>
                <a:gd name="connsiteY41" fmla="*/ 210884 h 420623"/>
                <a:gd name="connsiteX42" fmla="*/ 258985 w 995171"/>
                <a:gd name="connsiteY42" fmla="*/ 190786 h 420623"/>
                <a:gd name="connsiteX43" fmla="*/ 307753 w 995171"/>
                <a:gd name="connsiteY43" fmla="*/ 210407 h 420623"/>
                <a:gd name="connsiteX44" fmla="*/ 323945 w 995171"/>
                <a:gd name="connsiteY44" fmla="*/ 264605 h 420623"/>
                <a:gd name="connsiteX45" fmla="*/ 323945 w 995171"/>
                <a:gd name="connsiteY45" fmla="*/ 264605 h 420623"/>
                <a:gd name="connsiteX46" fmla="*/ 323945 w 995171"/>
                <a:gd name="connsiteY46" fmla="*/ 265176 h 420623"/>
                <a:gd name="connsiteX47" fmla="*/ 323945 w 995171"/>
                <a:gd name="connsiteY47" fmla="*/ 265271 h 420623"/>
                <a:gd name="connsiteX48" fmla="*/ 323945 w 995171"/>
                <a:gd name="connsiteY48" fmla="*/ 414814 h 420623"/>
                <a:gd name="connsiteX49" fmla="*/ 399098 w 995171"/>
                <a:gd name="connsiteY49" fmla="*/ 414814 h 420623"/>
                <a:gd name="connsiteX50" fmla="*/ 399098 w 995171"/>
                <a:gd name="connsiteY50" fmla="*/ 254222 h 420623"/>
                <a:gd name="connsiteX51" fmla="*/ 367951 w 995171"/>
                <a:gd name="connsiteY51" fmla="*/ 159830 h 420623"/>
                <a:gd name="connsiteX52" fmla="*/ 881825 w 995171"/>
                <a:gd name="connsiteY52" fmla="*/ 272796 h 420623"/>
                <a:gd name="connsiteX53" fmla="*/ 871061 w 995171"/>
                <a:gd name="connsiteY53" fmla="*/ 215646 h 420623"/>
                <a:gd name="connsiteX54" fmla="*/ 841057 w 995171"/>
                <a:gd name="connsiteY54" fmla="*/ 168974 h 420623"/>
                <a:gd name="connsiteX55" fmla="*/ 794957 w 995171"/>
                <a:gd name="connsiteY55" fmla="*/ 137636 h 420623"/>
                <a:gd name="connsiteX56" fmla="*/ 735806 w 995171"/>
                <a:gd name="connsiteY56" fmla="*/ 126302 h 420623"/>
                <a:gd name="connsiteX57" fmla="*/ 678371 w 995171"/>
                <a:gd name="connsiteY57" fmla="*/ 137922 h 420623"/>
                <a:gd name="connsiteX58" fmla="*/ 631698 w 995171"/>
                <a:gd name="connsiteY58" fmla="*/ 169355 h 420623"/>
                <a:gd name="connsiteX59" fmla="*/ 600266 w 995171"/>
                <a:gd name="connsiteY59" fmla="*/ 216027 h 420623"/>
                <a:gd name="connsiteX60" fmla="*/ 588645 w 995171"/>
                <a:gd name="connsiteY60" fmla="*/ 273463 h 420623"/>
                <a:gd name="connsiteX61" fmla="*/ 599694 w 995171"/>
                <a:gd name="connsiteY61" fmla="*/ 330899 h 420623"/>
                <a:gd name="connsiteX62" fmla="*/ 630269 w 995171"/>
                <a:gd name="connsiteY62" fmla="*/ 377571 h 420623"/>
                <a:gd name="connsiteX63" fmla="*/ 677513 w 995171"/>
                <a:gd name="connsiteY63" fmla="*/ 409004 h 420623"/>
                <a:gd name="connsiteX64" fmla="*/ 738092 w 995171"/>
                <a:gd name="connsiteY64" fmla="*/ 420624 h 420623"/>
                <a:gd name="connsiteX65" fmla="*/ 863918 w 995171"/>
                <a:gd name="connsiteY65" fmla="*/ 365093 h 420623"/>
                <a:gd name="connsiteX66" fmla="*/ 810292 w 995171"/>
                <a:gd name="connsiteY66" fmla="*/ 324231 h 420623"/>
                <a:gd name="connsiteX67" fmla="*/ 738664 w 995171"/>
                <a:gd name="connsiteY67" fmla="*/ 355854 h 420623"/>
                <a:gd name="connsiteX68" fmla="*/ 687229 w 995171"/>
                <a:gd name="connsiteY68" fmla="*/ 341376 h 420623"/>
                <a:gd name="connsiteX69" fmla="*/ 660368 w 995171"/>
                <a:gd name="connsiteY69" fmla="*/ 302133 h 420623"/>
                <a:gd name="connsiteX70" fmla="*/ 659606 w 995171"/>
                <a:gd name="connsiteY70" fmla="*/ 299466 h 420623"/>
                <a:gd name="connsiteX71" fmla="*/ 881825 w 995171"/>
                <a:gd name="connsiteY71" fmla="*/ 299466 h 420623"/>
                <a:gd name="connsiteX72" fmla="*/ 881825 w 995171"/>
                <a:gd name="connsiteY72" fmla="*/ 272796 h 420623"/>
                <a:gd name="connsiteX73" fmla="*/ 660368 w 995171"/>
                <a:gd name="connsiteY73" fmla="*/ 246793 h 420623"/>
                <a:gd name="connsiteX74" fmla="*/ 735330 w 995171"/>
                <a:gd name="connsiteY74" fmla="*/ 189929 h 420623"/>
                <a:gd name="connsiteX75" fmla="*/ 810387 w 995171"/>
                <a:gd name="connsiteY75" fmla="*/ 246698 h 420623"/>
                <a:gd name="connsiteX76" fmla="*/ 660368 w 995171"/>
                <a:gd name="connsiteY76" fmla="*/ 246793 h 4206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995171" h="420623">
                  <a:moveTo>
                    <a:pt x="74486" y="131921"/>
                  </a:moveTo>
                  <a:lnTo>
                    <a:pt x="0" y="131921"/>
                  </a:lnTo>
                  <a:lnTo>
                    <a:pt x="0" y="414719"/>
                  </a:lnTo>
                  <a:lnTo>
                    <a:pt x="74486" y="414719"/>
                  </a:lnTo>
                  <a:lnTo>
                    <a:pt x="74486" y="131921"/>
                  </a:lnTo>
                  <a:close/>
                  <a:moveTo>
                    <a:pt x="568262" y="417576"/>
                  </a:moveTo>
                  <a:lnTo>
                    <a:pt x="568262" y="348234"/>
                  </a:lnTo>
                  <a:cubicBezTo>
                    <a:pt x="557308" y="348139"/>
                    <a:pt x="548259" y="347567"/>
                    <a:pt x="541306" y="346520"/>
                  </a:cubicBezTo>
                  <a:cubicBezTo>
                    <a:pt x="533591" y="345281"/>
                    <a:pt x="527685" y="342710"/>
                    <a:pt x="523780" y="338804"/>
                  </a:cubicBezTo>
                  <a:cubicBezTo>
                    <a:pt x="519875" y="334899"/>
                    <a:pt x="517303" y="329184"/>
                    <a:pt x="516065" y="321945"/>
                  </a:cubicBezTo>
                  <a:cubicBezTo>
                    <a:pt x="514922" y="314992"/>
                    <a:pt x="514350" y="305753"/>
                    <a:pt x="514350" y="294608"/>
                  </a:cubicBezTo>
                  <a:lnTo>
                    <a:pt x="514350" y="195644"/>
                  </a:lnTo>
                  <a:lnTo>
                    <a:pt x="568262" y="195644"/>
                  </a:lnTo>
                  <a:lnTo>
                    <a:pt x="568262" y="131921"/>
                  </a:lnTo>
                  <a:lnTo>
                    <a:pt x="514350" y="131921"/>
                  </a:lnTo>
                  <a:lnTo>
                    <a:pt x="514350" y="21812"/>
                  </a:lnTo>
                  <a:lnTo>
                    <a:pt x="439865" y="21812"/>
                  </a:lnTo>
                  <a:lnTo>
                    <a:pt x="439865" y="295180"/>
                  </a:lnTo>
                  <a:cubicBezTo>
                    <a:pt x="439865" y="318230"/>
                    <a:pt x="441865" y="337852"/>
                    <a:pt x="445865" y="353473"/>
                  </a:cubicBezTo>
                  <a:cubicBezTo>
                    <a:pt x="449771" y="368903"/>
                    <a:pt x="456438" y="381572"/>
                    <a:pt x="465677" y="391001"/>
                  </a:cubicBezTo>
                  <a:cubicBezTo>
                    <a:pt x="474917" y="400431"/>
                    <a:pt x="487204" y="407289"/>
                    <a:pt x="502063" y="411385"/>
                  </a:cubicBezTo>
                  <a:cubicBezTo>
                    <a:pt x="517112" y="415481"/>
                    <a:pt x="536258" y="417671"/>
                    <a:pt x="558927" y="417671"/>
                  </a:cubicBezTo>
                  <a:lnTo>
                    <a:pt x="568262" y="417671"/>
                  </a:lnTo>
                  <a:close/>
                  <a:moveTo>
                    <a:pt x="995172" y="0"/>
                  </a:moveTo>
                  <a:lnTo>
                    <a:pt x="920687" y="0"/>
                  </a:lnTo>
                  <a:lnTo>
                    <a:pt x="920687" y="414719"/>
                  </a:lnTo>
                  <a:lnTo>
                    <a:pt x="995172" y="414719"/>
                  </a:lnTo>
                  <a:lnTo>
                    <a:pt x="995172" y="0"/>
                  </a:lnTo>
                  <a:close/>
                  <a:moveTo>
                    <a:pt x="367951" y="159830"/>
                  </a:moveTo>
                  <a:cubicBezTo>
                    <a:pt x="347282" y="137541"/>
                    <a:pt x="318135" y="126206"/>
                    <a:pt x="281273" y="126206"/>
                  </a:cubicBezTo>
                  <a:cubicBezTo>
                    <a:pt x="263462" y="126206"/>
                    <a:pt x="247079" y="129921"/>
                    <a:pt x="232410" y="137065"/>
                  </a:cubicBezTo>
                  <a:cubicBezTo>
                    <a:pt x="217742" y="144304"/>
                    <a:pt x="205264" y="154496"/>
                    <a:pt x="195358" y="167259"/>
                  </a:cubicBezTo>
                  <a:lnTo>
                    <a:pt x="191262" y="172498"/>
                  </a:lnTo>
                  <a:lnTo>
                    <a:pt x="191262" y="167831"/>
                  </a:lnTo>
                  <a:lnTo>
                    <a:pt x="191262" y="132017"/>
                  </a:lnTo>
                  <a:lnTo>
                    <a:pt x="117920" y="132017"/>
                  </a:lnTo>
                  <a:lnTo>
                    <a:pt x="117920" y="414814"/>
                  </a:lnTo>
                  <a:lnTo>
                    <a:pt x="191929" y="414814"/>
                  </a:lnTo>
                  <a:lnTo>
                    <a:pt x="191929" y="264128"/>
                  </a:lnTo>
                  <a:lnTo>
                    <a:pt x="192024" y="274606"/>
                  </a:lnTo>
                  <a:cubicBezTo>
                    <a:pt x="192024" y="272891"/>
                    <a:pt x="192024" y="271177"/>
                    <a:pt x="192119" y="269558"/>
                  </a:cubicBezTo>
                  <a:cubicBezTo>
                    <a:pt x="192881" y="243173"/>
                    <a:pt x="199454" y="223456"/>
                    <a:pt x="211741" y="210884"/>
                  </a:cubicBezTo>
                  <a:cubicBezTo>
                    <a:pt x="224790" y="197549"/>
                    <a:pt x="240697" y="190786"/>
                    <a:pt x="258985" y="190786"/>
                  </a:cubicBezTo>
                  <a:cubicBezTo>
                    <a:pt x="280511" y="190786"/>
                    <a:pt x="296894" y="197358"/>
                    <a:pt x="307753" y="210407"/>
                  </a:cubicBezTo>
                  <a:cubicBezTo>
                    <a:pt x="318421" y="223171"/>
                    <a:pt x="323850" y="241364"/>
                    <a:pt x="323945" y="264605"/>
                  </a:cubicBezTo>
                  <a:lnTo>
                    <a:pt x="323945" y="264605"/>
                  </a:lnTo>
                  <a:lnTo>
                    <a:pt x="323945" y="265176"/>
                  </a:lnTo>
                  <a:lnTo>
                    <a:pt x="323945" y="265271"/>
                  </a:lnTo>
                  <a:lnTo>
                    <a:pt x="323945" y="414814"/>
                  </a:lnTo>
                  <a:lnTo>
                    <a:pt x="399098" y="414814"/>
                  </a:lnTo>
                  <a:lnTo>
                    <a:pt x="399098" y="254222"/>
                  </a:lnTo>
                  <a:cubicBezTo>
                    <a:pt x="399193" y="213931"/>
                    <a:pt x="388620" y="182118"/>
                    <a:pt x="367951" y="159830"/>
                  </a:cubicBezTo>
                  <a:moveTo>
                    <a:pt x="881825" y="272796"/>
                  </a:moveTo>
                  <a:cubicBezTo>
                    <a:pt x="881825" y="252508"/>
                    <a:pt x="878205" y="233267"/>
                    <a:pt x="871061" y="215646"/>
                  </a:cubicBezTo>
                  <a:cubicBezTo>
                    <a:pt x="863918" y="198025"/>
                    <a:pt x="853821" y="182309"/>
                    <a:pt x="841057" y="168974"/>
                  </a:cubicBezTo>
                  <a:cubicBezTo>
                    <a:pt x="828294" y="155639"/>
                    <a:pt x="812768" y="145066"/>
                    <a:pt x="794957" y="137636"/>
                  </a:cubicBezTo>
                  <a:cubicBezTo>
                    <a:pt x="777145" y="130112"/>
                    <a:pt x="757238" y="126302"/>
                    <a:pt x="735806" y="126302"/>
                  </a:cubicBezTo>
                  <a:cubicBezTo>
                    <a:pt x="715518" y="126302"/>
                    <a:pt x="696182" y="130207"/>
                    <a:pt x="678371" y="137922"/>
                  </a:cubicBezTo>
                  <a:cubicBezTo>
                    <a:pt x="660559" y="145637"/>
                    <a:pt x="644843" y="156210"/>
                    <a:pt x="631698" y="169355"/>
                  </a:cubicBezTo>
                  <a:cubicBezTo>
                    <a:pt x="618554" y="182499"/>
                    <a:pt x="607981" y="198215"/>
                    <a:pt x="600266" y="216027"/>
                  </a:cubicBezTo>
                  <a:cubicBezTo>
                    <a:pt x="592550" y="233839"/>
                    <a:pt x="588645" y="253175"/>
                    <a:pt x="588645" y="273463"/>
                  </a:cubicBezTo>
                  <a:cubicBezTo>
                    <a:pt x="588645" y="293751"/>
                    <a:pt x="592360" y="313087"/>
                    <a:pt x="599694" y="330899"/>
                  </a:cubicBezTo>
                  <a:cubicBezTo>
                    <a:pt x="607028" y="348710"/>
                    <a:pt x="617315" y="364426"/>
                    <a:pt x="630269" y="377571"/>
                  </a:cubicBezTo>
                  <a:cubicBezTo>
                    <a:pt x="643223" y="390716"/>
                    <a:pt x="659130" y="401288"/>
                    <a:pt x="677513" y="409004"/>
                  </a:cubicBezTo>
                  <a:cubicBezTo>
                    <a:pt x="695897" y="416719"/>
                    <a:pt x="716280" y="420624"/>
                    <a:pt x="738092" y="420624"/>
                  </a:cubicBezTo>
                  <a:cubicBezTo>
                    <a:pt x="801148" y="420624"/>
                    <a:pt x="840391" y="391954"/>
                    <a:pt x="863918" y="365093"/>
                  </a:cubicBezTo>
                  <a:lnTo>
                    <a:pt x="810292" y="324231"/>
                  </a:lnTo>
                  <a:cubicBezTo>
                    <a:pt x="798957" y="337661"/>
                    <a:pt x="772192" y="355854"/>
                    <a:pt x="738664" y="355854"/>
                  </a:cubicBezTo>
                  <a:cubicBezTo>
                    <a:pt x="717614" y="355854"/>
                    <a:pt x="700373" y="350996"/>
                    <a:pt x="687229" y="341376"/>
                  </a:cubicBezTo>
                  <a:cubicBezTo>
                    <a:pt x="674084" y="331756"/>
                    <a:pt x="665036" y="318611"/>
                    <a:pt x="660368" y="302133"/>
                  </a:cubicBezTo>
                  <a:lnTo>
                    <a:pt x="659606" y="299466"/>
                  </a:lnTo>
                  <a:lnTo>
                    <a:pt x="881825" y="299466"/>
                  </a:lnTo>
                  <a:lnTo>
                    <a:pt x="881825" y="272796"/>
                  </a:lnTo>
                  <a:close/>
                  <a:moveTo>
                    <a:pt x="660368" y="246793"/>
                  </a:moveTo>
                  <a:cubicBezTo>
                    <a:pt x="660368" y="226124"/>
                    <a:pt x="684086" y="189929"/>
                    <a:pt x="735330" y="189929"/>
                  </a:cubicBezTo>
                  <a:cubicBezTo>
                    <a:pt x="786575" y="189929"/>
                    <a:pt x="810387" y="226028"/>
                    <a:pt x="810387" y="246698"/>
                  </a:cubicBezTo>
                  <a:lnTo>
                    <a:pt x="660368" y="246793"/>
                  </a:lnTo>
                  <a:close/>
                </a:path>
              </a:pathLst>
            </a:custGeom>
            <a:solidFill>
              <a:srgbClr val="FFFFFF"/>
            </a:solidFill>
            <a:ln w="9525"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1094D935-4B06-467E-ACD3-E78CD1B86EE3}"/>
                </a:ext>
              </a:extLst>
            </p:cNvPr>
            <p:cNvSpPr/>
            <p:nvPr/>
          </p:nvSpPr>
          <p:spPr>
            <a:xfrm>
              <a:off x="2358770" y="6728469"/>
              <a:ext cx="79057" cy="79057"/>
            </a:xfrm>
            <a:custGeom>
              <a:avLst/>
              <a:gdLst>
                <a:gd name="connsiteX0" fmla="*/ 39529 w 79057"/>
                <a:gd name="connsiteY0" fmla="*/ 5620 h 79057"/>
                <a:gd name="connsiteX1" fmla="*/ 73438 w 79057"/>
                <a:gd name="connsiteY1" fmla="*/ 39529 h 79057"/>
                <a:gd name="connsiteX2" fmla="*/ 39529 w 79057"/>
                <a:gd name="connsiteY2" fmla="*/ 73438 h 79057"/>
                <a:gd name="connsiteX3" fmla="*/ 5620 w 79057"/>
                <a:gd name="connsiteY3" fmla="*/ 39529 h 79057"/>
                <a:gd name="connsiteX4" fmla="*/ 39529 w 79057"/>
                <a:gd name="connsiteY4" fmla="*/ 5620 h 79057"/>
                <a:gd name="connsiteX5" fmla="*/ 39529 w 79057"/>
                <a:gd name="connsiteY5" fmla="*/ 0 h 79057"/>
                <a:gd name="connsiteX6" fmla="*/ 0 w 79057"/>
                <a:gd name="connsiteY6" fmla="*/ 39529 h 79057"/>
                <a:gd name="connsiteX7" fmla="*/ 39529 w 79057"/>
                <a:gd name="connsiteY7" fmla="*/ 79058 h 79057"/>
                <a:gd name="connsiteX8" fmla="*/ 79058 w 79057"/>
                <a:gd name="connsiteY8" fmla="*/ 39529 h 79057"/>
                <a:gd name="connsiteX9" fmla="*/ 39529 w 79057"/>
                <a:gd name="connsiteY9" fmla="*/ 0 h 790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9057" h="79057">
                  <a:moveTo>
                    <a:pt x="39529" y="5620"/>
                  </a:moveTo>
                  <a:cubicBezTo>
                    <a:pt x="58198" y="5620"/>
                    <a:pt x="73438" y="20860"/>
                    <a:pt x="73438" y="39529"/>
                  </a:cubicBezTo>
                  <a:cubicBezTo>
                    <a:pt x="73438" y="58198"/>
                    <a:pt x="58198" y="73438"/>
                    <a:pt x="39529" y="73438"/>
                  </a:cubicBezTo>
                  <a:cubicBezTo>
                    <a:pt x="20860" y="73438"/>
                    <a:pt x="5620" y="58198"/>
                    <a:pt x="5620" y="39529"/>
                  </a:cubicBezTo>
                  <a:cubicBezTo>
                    <a:pt x="5620" y="20860"/>
                    <a:pt x="20860" y="5620"/>
                    <a:pt x="39529" y="5620"/>
                  </a:cubicBezTo>
                  <a:moveTo>
                    <a:pt x="39529" y="0"/>
                  </a:moveTo>
                  <a:cubicBezTo>
                    <a:pt x="17717" y="0"/>
                    <a:pt x="0" y="17717"/>
                    <a:pt x="0" y="39529"/>
                  </a:cubicBezTo>
                  <a:cubicBezTo>
                    <a:pt x="0" y="61341"/>
                    <a:pt x="17717" y="79058"/>
                    <a:pt x="39529" y="79058"/>
                  </a:cubicBezTo>
                  <a:cubicBezTo>
                    <a:pt x="61341" y="79058"/>
                    <a:pt x="79058" y="61341"/>
                    <a:pt x="79058" y="39529"/>
                  </a:cubicBezTo>
                  <a:cubicBezTo>
                    <a:pt x="79058" y="17717"/>
                    <a:pt x="61341" y="0"/>
                    <a:pt x="39529" y="0"/>
                  </a:cubicBezTo>
                </a:path>
              </a:pathLst>
            </a:custGeom>
            <a:solidFill>
              <a:srgbClr val="FFFFFF"/>
            </a:solidFill>
            <a:ln w="9525"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C3E1BDA4-68F2-4FA3-BD91-CBC85BF15A79}"/>
                </a:ext>
              </a:extLst>
            </p:cNvPr>
            <p:cNvSpPr/>
            <p:nvPr/>
          </p:nvSpPr>
          <p:spPr>
            <a:xfrm>
              <a:off x="2384869" y="6748090"/>
              <a:ext cx="30765" cy="39528"/>
            </a:xfrm>
            <a:custGeom>
              <a:avLst/>
              <a:gdLst>
                <a:gd name="connsiteX0" fmla="*/ 16383 w 30765"/>
                <a:gd name="connsiteY0" fmla="*/ 95 h 39528"/>
                <a:gd name="connsiteX1" fmla="*/ 23051 w 30765"/>
                <a:gd name="connsiteY1" fmla="*/ 1715 h 39528"/>
                <a:gd name="connsiteX2" fmla="*/ 27718 w 30765"/>
                <a:gd name="connsiteY2" fmla="*/ 6191 h 39528"/>
                <a:gd name="connsiteX3" fmla="*/ 29337 w 30765"/>
                <a:gd name="connsiteY3" fmla="*/ 12478 h 39528"/>
                <a:gd name="connsiteX4" fmla="*/ 27146 w 30765"/>
                <a:gd name="connsiteY4" fmla="*/ 19622 h 39528"/>
                <a:gd name="connsiteX5" fmla="*/ 21812 w 30765"/>
                <a:gd name="connsiteY5" fmla="*/ 23717 h 39528"/>
                <a:gd name="connsiteX6" fmla="*/ 30766 w 30765"/>
                <a:gd name="connsiteY6" fmla="*/ 39529 h 39528"/>
                <a:gd name="connsiteX7" fmla="*/ 23717 w 30765"/>
                <a:gd name="connsiteY7" fmla="*/ 39529 h 39528"/>
                <a:gd name="connsiteX8" fmla="*/ 15526 w 30765"/>
                <a:gd name="connsiteY8" fmla="*/ 24860 h 39528"/>
                <a:gd name="connsiteX9" fmla="*/ 6191 w 30765"/>
                <a:gd name="connsiteY9" fmla="*/ 24860 h 39528"/>
                <a:gd name="connsiteX10" fmla="*/ 6191 w 30765"/>
                <a:gd name="connsiteY10" fmla="*/ 39529 h 39528"/>
                <a:gd name="connsiteX11" fmla="*/ 0 w 30765"/>
                <a:gd name="connsiteY11" fmla="*/ 39529 h 39528"/>
                <a:gd name="connsiteX12" fmla="*/ 0 w 30765"/>
                <a:gd name="connsiteY12" fmla="*/ 0 h 39528"/>
                <a:gd name="connsiteX13" fmla="*/ 16383 w 30765"/>
                <a:gd name="connsiteY13" fmla="*/ 0 h 39528"/>
                <a:gd name="connsiteX14" fmla="*/ 16383 w 30765"/>
                <a:gd name="connsiteY14" fmla="*/ 19336 h 39528"/>
                <a:gd name="connsiteX15" fmla="*/ 19907 w 30765"/>
                <a:gd name="connsiteY15" fmla="*/ 18478 h 39528"/>
                <a:gd name="connsiteX16" fmla="*/ 22289 w 30765"/>
                <a:gd name="connsiteY16" fmla="*/ 16097 h 39528"/>
                <a:gd name="connsiteX17" fmla="*/ 23146 w 30765"/>
                <a:gd name="connsiteY17" fmla="*/ 12573 h 39528"/>
                <a:gd name="connsiteX18" fmla="*/ 22289 w 30765"/>
                <a:gd name="connsiteY18" fmla="*/ 9049 h 39528"/>
                <a:gd name="connsiteX19" fmla="*/ 19907 w 30765"/>
                <a:gd name="connsiteY19" fmla="*/ 6668 h 39528"/>
                <a:gd name="connsiteX20" fmla="*/ 16383 w 30765"/>
                <a:gd name="connsiteY20" fmla="*/ 5810 h 39528"/>
                <a:gd name="connsiteX21" fmla="*/ 6191 w 30765"/>
                <a:gd name="connsiteY21" fmla="*/ 5810 h 39528"/>
                <a:gd name="connsiteX22" fmla="*/ 6191 w 30765"/>
                <a:gd name="connsiteY22" fmla="*/ 19336 h 39528"/>
                <a:gd name="connsiteX23" fmla="*/ 16383 w 30765"/>
                <a:gd name="connsiteY23" fmla="*/ 19336 h 39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0765" h="39528">
                  <a:moveTo>
                    <a:pt x="16383" y="95"/>
                  </a:moveTo>
                  <a:cubicBezTo>
                    <a:pt x="18860" y="95"/>
                    <a:pt x="21050" y="667"/>
                    <a:pt x="23051" y="1715"/>
                  </a:cubicBezTo>
                  <a:cubicBezTo>
                    <a:pt x="25051" y="2762"/>
                    <a:pt x="26575" y="4286"/>
                    <a:pt x="27718" y="6191"/>
                  </a:cubicBezTo>
                  <a:cubicBezTo>
                    <a:pt x="28861" y="8096"/>
                    <a:pt x="29337" y="10192"/>
                    <a:pt x="29337" y="12478"/>
                  </a:cubicBezTo>
                  <a:cubicBezTo>
                    <a:pt x="29337" y="15335"/>
                    <a:pt x="28575" y="17717"/>
                    <a:pt x="27146" y="19622"/>
                  </a:cubicBezTo>
                  <a:cubicBezTo>
                    <a:pt x="25718" y="21527"/>
                    <a:pt x="23908" y="22860"/>
                    <a:pt x="21812" y="23717"/>
                  </a:cubicBezTo>
                  <a:lnTo>
                    <a:pt x="30766" y="39529"/>
                  </a:lnTo>
                  <a:lnTo>
                    <a:pt x="23717" y="39529"/>
                  </a:lnTo>
                  <a:lnTo>
                    <a:pt x="15526" y="24860"/>
                  </a:lnTo>
                  <a:lnTo>
                    <a:pt x="6191" y="24860"/>
                  </a:lnTo>
                  <a:lnTo>
                    <a:pt x="6191" y="39529"/>
                  </a:lnTo>
                  <a:lnTo>
                    <a:pt x="0" y="39529"/>
                  </a:lnTo>
                  <a:lnTo>
                    <a:pt x="0" y="0"/>
                  </a:lnTo>
                  <a:lnTo>
                    <a:pt x="16383" y="0"/>
                  </a:lnTo>
                  <a:close/>
                  <a:moveTo>
                    <a:pt x="16383" y="19336"/>
                  </a:moveTo>
                  <a:cubicBezTo>
                    <a:pt x="17717" y="19336"/>
                    <a:pt x="18860" y="19050"/>
                    <a:pt x="19907" y="18478"/>
                  </a:cubicBezTo>
                  <a:cubicBezTo>
                    <a:pt x="20955" y="17907"/>
                    <a:pt x="21717" y="17050"/>
                    <a:pt x="22289" y="16097"/>
                  </a:cubicBezTo>
                  <a:cubicBezTo>
                    <a:pt x="22860" y="15050"/>
                    <a:pt x="23146" y="13906"/>
                    <a:pt x="23146" y="12573"/>
                  </a:cubicBezTo>
                  <a:cubicBezTo>
                    <a:pt x="23146" y="11240"/>
                    <a:pt x="22860" y="10097"/>
                    <a:pt x="22289" y="9049"/>
                  </a:cubicBezTo>
                  <a:cubicBezTo>
                    <a:pt x="21717" y="8001"/>
                    <a:pt x="20860" y="7239"/>
                    <a:pt x="19907" y="6668"/>
                  </a:cubicBezTo>
                  <a:cubicBezTo>
                    <a:pt x="18860" y="6096"/>
                    <a:pt x="17717" y="5810"/>
                    <a:pt x="16383" y="5810"/>
                  </a:cubicBezTo>
                  <a:lnTo>
                    <a:pt x="6191" y="5810"/>
                  </a:lnTo>
                  <a:lnTo>
                    <a:pt x="6191" y="19336"/>
                  </a:lnTo>
                  <a:lnTo>
                    <a:pt x="16383" y="19336"/>
                  </a:lnTo>
                  <a:close/>
                </a:path>
              </a:pathLst>
            </a:custGeom>
            <a:solidFill>
              <a:srgbClr val="FFFFFF"/>
            </a:solid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28850017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White">
    <p:spTree>
      <p:nvGrpSpPr>
        <p:cNvPr id="1" name=""/>
        <p:cNvGrpSpPr/>
        <p:nvPr/>
      </p:nvGrpSpPr>
      <p:grpSpPr>
        <a:xfrm>
          <a:off x="0" y="0"/>
          <a:ext cx="0" cy="0"/>
          <a:chOff x="0" y="0"/>
          <a:chExt cx="0" cy="0"/>
        </a:xfrm>
      </p:grpSpPr>
      <p:sp>
        <p:nvSpPr>
          <p:cNvPr id="137" name="Rectangle"/>
          <p:cNvSpPr/>
          <p:nvPr/>
        </p:nvSpPr>
        <p:spPr>
          <a:xfrm>
            <a:off x="1466513" y="-28456"/>
            <a:ext cx="3430768" cy="5421617"/>
          </a:xfrm>
          <a:prstGeom prst="rect">
            <a:avLst/>
          </a:prstGeom>
          <a:solidFill>
            <a:srgbClr val="E7E7E7">
              <a:alpha val="39000"/>
            </a:srgbClr>
          </a:solidFill>
          <a:ln w="12700">
            <a:miter lim="400000"/>
          </a:ln>
        </p:spPr>
        <p:txBody>
          <a:bodyPr lIns="0" tIns="0" rIns="0" bIns="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22" name="Title Text">
            <a:extLst>
              <a:ext uri="{FF2B5EF4-FFF2-40B4-BE49-F238E27FC236}">
                <a16:creationId xmlns:a16="http://schemas.microsoft.com/office/drawing/2014/main" id="{82EC668F-6093-6548-B182-47568630AF81}"/>
              </a:ext>
            </a:extLst>
          </p:cNvPr>
          <p:cNvSpPr txBox="1">
            <a:spLocks noGrp="1"/>
          </p:cNvSpPr>
          <p:nvPr>
            <p:ph type="title" hasCustomPrompt="1"/>
          </p:nvPr>
        </p:nvSpPr>
        <p:spPr>
          <a:xfrm>
            <a:off x="1895475" y="3585279"/>
            <a:ext cx="10972801" cy="1091827"/>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oAutofit/>
          </a:bodyPr>
          <a:lstStyle>
            <a:lvl1pPr>
              <a:defRPr sz="7500">
                <a:solidFill>
                  <a:srgbClr val="525252"/>
                </a:solidFill>
              </a:defRPr>
            </a:lvl1pPr>
          </a:lstStyle>
          <a:p>
            <a:r>
              <a:rPr lang="en-US"/>
              <a:t>75 </a:t>
            </a:r>
            <a:r>
              <a:rPr lang="en-US" err="1"/>
              <a:t>pt</a:t>
            </a:r>
            <a:r>
              <a:rPr lang="en-US"/>
              <a:t> Intel Clear</a:t>
            </a:r>
            <a:endParaRPr/>
          </a:p>
        </p:txBody>
      </p:sp>
      <p:sp>
        <p:nvSpPr>
          <p:cNvPr id="15" name="Text Placeholder 2">
            <a:extLst>
              <a:ext uri="{FF2B5EF4-FFF2-40B4-BE49-F238E27FC236}">
                <a16:creationId xmlns:a16="http://schemas.microsoft.com/office/drawing/2014/main" id="{F87CC838-4D6E-4C99-A3F1-81F2913C62B3}"/>
              </a:ext>
            </a:extLst>
          </p:cNvPr>
          <p:cNvSpPr>
            <a:spLocks noGrp="1"/>
          </p:cNvSpPr>
          <p:nvPr>
            <p:ph type="body" sz="quarter" idx="25" hasCustomPrompt="1"/>
          </p:nvPr>
        </p:nvSpPr>
        <p:spPr>
          <a:xfrm>
            <a:off x="1895475" y="3182315"/>
            <a:ext cx="10296524" cy="304800"/>
          </a:xfrm>
        </p:spPr>
        <p:txBody>
          <a:bodyPr>
            <a:normAutofit/>
          </a:bodyPr>
          <a:lstStyle>
            <a:lvl1pPr marL="0" indent="0">
              <a:buNone/>
              <a:defRPr sz="1600" b="1" i="0">
                <a:solidFill>
                  <a:schemeClr val="accent1"/>
                </a:solidFill>
                <a:latin typeface="Intel Clear" panose="020B0604020203020204" pitchFamily="34" charset="0"/>
                <a:ea typeface="Intel Clear" panose="020B0604020203020204" pitchFamily="34" charset="0"/>
                <a:cs typeface="Intel Clear" panose="020B0604020203020204" pitchFamily="34" charset="0"/>
              </a:defRPr>
            </a:lvl1pPr>
          </a:lstStyle>
          <a:p>
            <a:r>
              <a:rPr lang="en-US"/>
              <a:t>16pt Intel Clear Bold Intro:</a:t>
            </a:r>
          </a:p>
        </p:txBody>
      </p:sp>
      <p:sp>
        <p:nvSpPr>
          <p:cNvPr id="18" name="Text Placeholder 6">
            <a:extLst>
              <a:ext uri="{FF2B5EF4-FFF2-40B4-BE49-F238E27FC236}">
                <a16:creationId xmlns:a16="http://schemas.microsoft.com/office/drawing/2014/main" id="{00C3E650-A810-40D9-81A8-D3E73C9326E4}"/>
              </a:ext>
            </a:extLst>
          </p:cNvPr>
          <p:cNvSpPr>
            <a:spLocks noGrp="1"/>
          </p:cNvSpPr>
          <p:nvPr>
            <p:ph type="body" sz="quarter" idx="27" hasCustomPrompt="1"/>
          </p:nvPr>
        </p:nvSpPr>
        <p:spPr>
          <a:xfrm>
            <a:off x="1908348" y="4778609"/>
            <a:ext cx="10283651" cy="326776"/>
          </a:xfrm>
        </p:spPr>
        <p:txBody>
          <a:bodyPr>
            <a:normAutofit/>
          </a:bodyPr>
          <a:lstStyle>
            <a:lvl1pPr marL="0" indent="0">
              <a:buNone/>
              <a:defRPr sz="1800" b="0" i="0">
                <a:solidFill>
                  <a:schemeClr val="bg2"/>
                </a:solidFill>
                <a:latin typeface="Intel Clear" panose="020B0604020203020204" pitchFamily="34" charset="0"/>
                <a:ea typeface="Intel Clear" panose="020B0604020203020204" pitchFamily="34" charset="0"/>
                <a:cs typeface="Intel Clear" panose="020B0604020203020204" pitchFamily="34" charset="0"/>
              </a:defRPr>
            </a:lvl1pPr>
          </a:lstStyle>
          <a:p>
            <a:r>
              <a:rPr lang="en-US"/>
              <a:t>18pt Intel Clear Subhead, Date, Etc.</a:t>
            </a:r>
          </a:p>
        </p:txBody>
      </p:sp>
      <p:sp>
        <p:nvSpPr>
          <p:cNvPr id="10" name="Square">
            <a:extLst>
              <a:ext uri="{FF2B5EF4-FFF2-40B4-BE49-F238E27FC236}">
                <a16:creationId xmlns:a16="http://schemas.microsoft.com/office/drawing/2014/main" id="{99F366F8-DC49-4E0B-B131-1FB92CC518E3}"/>
              </a:ext>
            </a:extLst>
          </p:cNvPr>
          <p:cNvSpPr/>
          <p:nvPr userDrawn="1"/>
        </p:nvSpPr>
        <p:spPr>
          <a:xfrm>
            <a:off x="861107" y="5390896"/>
            <a:ext cx="607299" cy="607299"/>
          </a:xfrm>
          <a:prstGeom prst="rect">
            <a:avLst/>
          </a:prstGeom>
          <a:solidFill>
            <a:srgbClr val="2872C5"/>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11" name="Rectangle">
            <a:extLst>
              <a:ext uri="{FF2B5EF4-FFF2-40B4-BE49-F238E27FC236}">
                <a16:creationId xmlns:a16="http://schemas.microsoft.com/office/drawing/2014/main" id="{10443275-64C7-4249-92B8-990C3BB41279}"/>
              </a:ext>
            </a:extLst>
          </p:cNvPr>
          <p:cNvSpPr/>
          <p:nvPr userDrawn="1"/>
        </p:nvSpPr>
        <p:spPr>
          <a:xfrm>
            <a:off x="576067" y="5108797"/>
            <a:ext cx="286654" cy="282073"/>
          </a:xfrm>
          <a:prstGeom prst="rect">
            <a:avLst/>
          </a:prstGeom>
          <a:solidFill>
            <a:srgbClr val="00C7FD"/>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12" name="Square">
            <a:extLst>
              <a:ext uri="{FF2B5EF4-FFF2-40B4-BE49-F238E27FC236}">
                <a16:creationId xmlns:a16="http://schemas.microsoft.com/office/drawing/2014/main" id="{85908D9A-1608-44B4-A0A3-FC9E665728CA}"/>
              </a:ext>
            </a:extLst>
          </p:cNvPr>
          <p:cNvSpPr/>
          <p:nvPr userDrawn="1"/>
        </p:nvSpPr>
        <p:spPr>
          <a:xfrm>
            <a:off x="861107" y="4952474"/>
            <a:ext cx="157461" cy="157461"/>
          </a:xfrm>
          <a:prstGeom prst="rect">
            <a:avLst/>
          </a:prstGeom>
          <a:solidFill>
            <a:srgbClr val="2872C5"/>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pic>
        <p:nvPicPr>
          <p:cNvPr id="3" name="Graphic 2">
            <a:extLst>
              <a:ext uri="{FF2B5EF4-FFF2-40B4-BE49-F238E27FC236}">
                <a16:creationId xmlns:a16="http://schemas.microsoft.com/office/drawing/2014/main" id="{2952F383-4862-4271-B541-5612120030D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466513" y="5992753"/>
            <a:ext cx="1031758" cy="384723"/>
          </a:xfrm>
          <a:prstGeom prst="rect">
            <a:avLst/>
          </a:prstGeom>
        </p:spPr>
      </p:pic>
    </p:spTree>
    <p:extLst>
      <p:ext uri="{BB962C8B-B14F-4D97-AF65-F5344CB8AC3E}">
        <p14:creationId xmlns:p14="http://schemas.microsoft.com/office/powerpoint/2010/main" val="36723759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17" name="Title Text">
            <a:extLst>
              <a:ext uri="{FF2B5EF4-FFF2-40B4-BE49-F238E27FC236}">
                <a16:creationId xmlns:a16="http://schemas.microsoft.com/office/drawing/2014/main" id="{14C27936-4608-A44C-9C6E-3708646E2002}"/>
              </a:ext>
            </a:extLst>
          </p:cNvPr>
          <p:cNvSpPr txBox="1">
            <a:spLocks noGrp="1"/>
          </p:cNvSpPr>
          <p:nvPr>
            <p:ph type="title" hasCustomPrompt="1"/>
          </p:nvPr>
        </p:nvSpPr>
        <p:spPr>
          <a:xfrm>
            <a:off x="571370" y="571500"/>
            <a:ext cx="11010816" cy="95249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Autofit/>
          </a:bodyPr>
          <a:lstStyle>
            <a:lvl1pPr>
              <a:defRPr sz="3200">
                <a:solidFill>
                  <a:srgbClr val="525252"/>
                </a:solidFill>
              </a:defRPr>
            </a:lvl1pPr>
          </a:lstStyle>
          <a:p>
            <a:r>
              <a:rPr lang="en-US"/>
              <a:t>32pt Intel Clear Light Text Goes Here</a:t>
            </a:r>
          </a:p>
        </p:txBody>
      </p:sp>
    </p:spTree>
    <p:extLst>
      <p:ext uri="{BB962C8B-B14F-4D97-AF65-F5344CB8AC3E}">
        <p14:creationId xmlns:p14="http://schemas.microsoft.com/office/powerpoint/2010/main" val="25547957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mp; Content">
    <p:spTree>
      <p:nvGrpSpPr>
        <p:cNvPr id="1" name=""/>
        <p:cNvGrpSpPr/>
        <p:nvPr/>
      </p:nvGrpSpPr>
      <p:grpSpPr>
        <a:xfrm>
          <a:off x="0" y="0"/>
          <a:ext cx="0" cy="0"/>
          <a:chOff x="0" y="0"/>
          <a:chExt cx="0" cy="0"/>
        </a:xfrm>
      </p:grpSpPr>
      <p:sp>
        <p:nvSpPr>
          <p:cNvPr id="17" name="Title Text">
            <a:extLst>
              <a:ext uri="{FF2B5EF4-FFF2-40B4-BE49-F238E27FC236}">
                <a16:creationId xmlns:a16="http://schemas.microsoft.com/office/drawing/2014/main" id="{14C27936-4608-A44C-9C6E-3708646E2002}"/>
              </a:ext>
            </a:extLst>
          </p:cNvPr>
          <p:cNvSpPr txBox="1">
            <a:spLocks noGrp="1"/>
          </p:cNvSpPr>
          <p:nvPr>
            <p:ph type="title" hasCustomPrompt="1"/>
          </p:nvPr>
        </p:nvSpPr>
        <p:spPr>
          <a:xfrm>
            <a:off x="571370" y="571500"/>
            <a:ext cx="11010816" cy="95249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Autofit/>
          </a:bodyPr>
          <a:lstStyle>
            <a:lvl1pPr>
              <a:defRPr sz="3200">
                <a:solidFill>
                  <a:srgbClr val="525252"/>
                </a:solidFill>
              </a:defRPr>
            </a:lvl1pPr>
          </a:lstStyle>
          <a:p>
            <a:r>
              <a:rPr lang="en-US"/>
              <a:t>32pt Intel Clear Light Text Goes Here</a:t>
            </a:r>
          </a:p>
        </p:txBody>
      </p:sp>
      <p:sp>
        <p:nvSpPr>
          <p:cNvPr id="3" name="Content Placeholder 2">
            <a:extLst>
              <a:ext uri="{FF2B5EF4-FFF2-40B4-BE49-F238E27FC236}">
                <a16:creationId xmlns:a16="http://schemas.microsoft.com/office/drawing/2014/main" id="{EBA0C540-99BD-45E3-99D2-78C2032EBE57}"/>
              </a:ext>
            </a:extLst>
          </p:cNvPr>
          <p:cNvSpPr>
            <a:spLocks noGrp="1"/>
          </p:cNvSpPr>
          <p:nvPr>
            <p:ph sz="quarter" idx="28"/>
          </p:nvPr>
        </p:nvSpPr>
        <p:spPr>
          <a:xfrm>
            <a:off x="571370" y="1673454"/>
            <a:ext cx="11010900" cy="457494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6832556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Sub &amp; Content">
    <p:spTree>
      <p:nvGrpSpPr>
        <p:cNvPr id="1" name=""/>
        <p:cNvGrpSpPr/>
        <p:nvPr/>
      </p:nvGrpSpPr>
      <p:grpSpPr>
        <a:xfrm>
          <a:off x="0" y="0"/>
          <a:ext cx="0" cy="0"/>
          <a:chOff x="0" y="0"/>
          <a:chExt cx="0" cy="0"/>
        </a:xfrm>
      </p:grpSpPr>
      <p:sp>
        <p:nvSpPr>
          <p:cNvPr id="17" name="Title Text">
            <a:extLst>
              <a:ext uri="{FF2B5EF4-FFF2-40B4-BE49-F238E27FC236}">
                <a16:creationId xmlns:a16="http://schemas.microsoft.com/office/drawing/2014/main" id="{14C27936-4608-A44C-9C6E-3708646E2002}"/>
              </a:ext>
            </a:extLst>
          </p:cNvPr>
          <p:cNvSpPr txBox="1">
            <a:spLocks noGrp="1"/>
          </p:cNvSpPr>
          <p:nvPr>
            <p:ph type="title" hasCustomPrompt="1"/>
          </p:nvPr>
        </p:nvSpPr>
        <p:spPr>
          <a:xfrm>
            <a:off x="571370" y="571500"/>
            <a:ext cx="11010816" cy="95249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Autofit/>
          </a:bodyPr>
          <a:lstStyle>
            <a:lvl1pPr>
              <a:defRPr sz="3200">
                <a:solidFill>
                  <a:srgbClr val="525252"/>
                </a:solidFill>
              </a:defRPr>
            </a:lvl1pPr>
          </a:lstStyle>
          <a:p>
            <a:r>
              <a:rPr lang="en-US"/>
              <a:t>32pt Intel Clear Light Text Goes Here</a:t>
            </a:r>
          </a:p>
        </p:txBody>
      </p:sp>
      <p:sp>
        <p:nvSpPr>
          <p:cNvPr id="3" name="Content Placeholder 2">
            <a:extLst>
              <a:ext uri="{FF2B5EF4-FFF2-40B4-BE49-F238E27FC236}">
                <a16:creationId xmlns:a16="http://schemas.microsoft.com/office/drawing/2014/main" id="{EBA0C540-99BD-45E3-99D2-78C2032EBE57}"/>
              </a:ext>
            </a:extLst>
          </p:cNvPr>
          <p:cNvSpPr>
            <a:spLocks noGrp="1"/>
          </p:cNvSpPr>
          <p:nvPr>
            <p:ph sz="quarter" idx="28"/>
          </p:nvPr>
        </p:nvSpPr>
        <p:spPr>
          <a:xfrm>
            <a:off x="571370" y="2139953"/>
            <a:ext cx="11010900" cy="410844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3">
            <a:extLst>
              <a:ext uri="{FF2B5EF4-FFF2-40B4-BE49-F238E27FC236}">
                <a16:creationId xmlns:a16="http://schemas.microsoft.com/office/drawing/2014/main" id="{D980C114-FE9A-4B63-B509-F59F1A2C55A5}"/>
              </a:ext>
            </a:extLst>
          </p:cNvPr>
          <p:cNvSpPr>
            <a:spLocks noGrp="1"/>
          </p:cNvSpPr>
          <p:nvPr>
            <p:ph type="body" sz="quarter" idx="29"/>
          </p:nvPr>
        </p:nvSpPr>
        <p:spPr>
          <a:xfrm>
            <a:off x="571370" y="1612901"/>
            <a:ext cx="11022013" cy="438150"/>
          </a:xfrm>
        </p:spPr>
        <p:txBody>
          <a:bodyPr>
            <a:noAutofit/>
          </a:bodyPr>
          <a:lstStyle>
            <a:lvl1pPr marL="0" indent="0">
              <a:buNone/>
              <a:defRPr sz="3200">
                <a:solidFill>
                  <a:schemeClr val="accent1"/>
                </a:solidFill>
                <a:latin typeface="+mn-lt"/>
              </a:defRPr>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19069911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Sub &amp; 2 Content Columns">
    <p:spTree>
      <p:nvGrpSpPr>
        <p:cNvPr id="1" name=""/>
        <p:cNvGrpSpPr/>
        <p:nvPr/>
      </p:nvGrpSpPr>
      <p:grpSpPr>
        <a:xfrm>
          <a:off x="0" y="0"/>
          <a:ext cx="0" cy="0"/>
          <a:chOff x="0" y="0"/>
          <a:chExt cx="0" cy="0"/>
        </a:xfrm>
      </p:grpSpPr>
      <p:sp>
        <p:nvSpPr>
          <p:cNvPr id="10" name="Title Text">
            <a:extLst>
              <a:ext uri="{FF2B5EF4-FFF2-40B4-BE49-F238E27FC236}">
                <a16:creationId xmlns:a16="http://schemas.microsoft.com/office/drawing/2014/main" id="{EBEEA47F-E66C-C546-A539-293E792A32CD}"/>
              </a:ext>
            </a:extLst>
          </p:cNvPr>
          <p:cNvSpPr txBox="1">
            <a:spLocks noGrp="1"/>
          </p:cNvSpPr>
          <p:nvPr>
            <p:ph type="title" hasCustomPrompt="1"/>
          </p:nvPr>
        </p:nvSpPr>
        <p:spPr>
          <a:xfrm>
            <a:off x="571500" y="571501"/>
            <a:ext cx="11010901" cy="9525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Autofit/>
          </a:bodyPr>
          <a:lstStyle>
            <a:lvl1pPr>
              <a:defRPr sz="3200">
                <a:solidFill>
                  <a:srgbClr val="525252"/>
                </a:solidFill>
              </a:defRPr>
            </a:lvl1pPr>
          </a:lstStyle>
          <a:p>
            <a:r>
              <a:rPr lang="en-US"/>
              <a:t>32pt Intel Clear Light Text Goes Here</a:t>
            </a:r>
          </a:p>
        </p:txBody>
      </p:sp>
      <p:sp>
        <p:nvSpPr>
          <p:cNvPr id="3" name="Content Placeholder 2">
            <a:extLst>
              <a:ext uri="{FF2B5EF4-FFF2-40B4-BE49-F238E27FC236}">
                <a16:creationId xmlns:a16="http://schemas.microsoft.com/office/drawing/2014/main" id="{F495712A-D685-7146-A64F-2AEC13EF76F9}"/>
              </a:ext>
            </a:extLst>
          </p:cNvPr>
          <p:cNvSpPr>
            <a:spLocks noGrp="1"/>
          </p:cNvSpPr>
          <p:nvPr>
            <p:ph sz="quarter" idx="27"/>
          </p:nvPr>
        </p:nvSpPr>
        <p:spPr>
          <a:xfrm>
            <a:off x="571500" y="2139951"/>
            <a:ext cx="5288525" cy="41182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Content Placeholder 2">
            <a:extLst>
              <a:ext uri="{FF2B5EF4-FFF2-40B4-BE49-F238E27FC236}">
                <a16:creationId xmlns:a16="http://schemas.microsoft.com/office/drawing/2014/main" id="{A8FE6631-4BAF-4E4B-B6F0-F9ED72A3155E}"/>
              </a:ext>
            </a:extLst>
          </p:cNvPr>
          <p:cNvSpPr>
            <a:spLocks noGrp="1"/>
          </p:cNvSpPr>
          <p:nvPr>
            <p:ph sz="quarter" idx="28"/>
          </p:nvPr>
        </p:nvSpPr>
        <p:spPr>
          <a:xfrm>
            <a:off x="6289113" y="2139951"/>
            <a:ext cx="5288525" cy="41182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ext Placeholder 3">
            <a:extLst>
              <a:ext uri="{FF2B5EF4-FFF2-40B4-BE49-F238E27FC236}">
                <a16:creationId xmlns:a16="http://schemas.microsoft.com/office/drawing/2014/main" id="{D4EEAA39-7062-4DCE-91B8-83056F818FA8}"/>
              </a:ext>
            </a:extLst>
          </p:cNvPr>
          <p:cNvSpPr>
            <a:spLocks noGrp="1"/>
          </p:cNvSpPr>
          <p:nvPr>
            <p:ph type="body" sz="quarter" idx="29"/>
          </p:nvPr>
        </p:nvSpPr>
        <p:spPr>
          <a:xfrm>
            <a:off x="571500" y="1612901"/>
            <a:ext cx="11022013" cy="438150"/>
          </a:xfrm>
        </p:spPr>
        <p:txBody>
          <a:bodyPr>
            <a:noAutofit/>
          </a:bodyPr>
          <a:lstStyle>
            <a:lvl1pPr marL="0" indent="0">
              <a:buNone/>
              <a:defRPr sz="3200">
                <a:solidFill>
                  <a:schemeClr val="accent1"/>
                </a:solidFill>
                <a:latin typeface="+mn-lt"/>
              </a:defRPr>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10119186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mp; 2 Content Columns">
    <p:spTree>
      <p:nvGrpSpPr>
        <p:cNvPr id="1" name=""/>
        <p:cNvGrpSpPr/>
        <p:nvPr/>
      </p:nvGrpSpPr>
      <p:grpSpPr>
        <a:xfrm>
          <a:off x="0" y="0"/>
          <a:ext cx="0" cy="0"/>
          <a:chOff x="0" y="0"/>
          <a:chExt cx="0" cy="0"/>
        </a:xfrm>
      </p:grpSpPr>
      <p:sp>
        <p:nvSpPr>
          <p:cNvPr id="10" name="Title Text">
            <a:extLst>
              <a:ext uri="{FF2B5EF4-FFF2-40B4-BE49-F238E27FC236}">
                <a16:creationId xmlns:a16="http://schemas.microsoft.com/office/drawing/2014/main" id="{EBEEA47F-E66C-C546-A539-293E792A32CD}"/>
              </a:ext>
            </a:extLst>
          </p:cNvPr>
          <p:cNvSpPr txBox="1">
            <a:spLocks noGrp="1"/>
          </p:cNvSpPr>
          <p:nvPr>
            <p:ph type="title" hasCustomPrompt="1"/>
          </p:nvPr>
        </p:nvSpPr>
        <p:spPr>
          <a:xfrm>
            <a:off x="571500" y="571501"/>
            <a:ext cx="11010901" cy="9525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Autofit/>
          </a:bodyPr>
          <a:lstStyle>
            <a:lvl1pPr>
              <a:defRPr sz="3200">
                <a:solidFill>
                  <a:srgbClr val="525252"/>
                </a:solidFill>
              </a:defRPr>
            </a:lvl1pPr>
          </a:lstStyle>
          <a:p>
            <a:r>
              <a:rPr lang="en-US"/>
              <a:t>32pt Intel Clear Light Text Goes Here</a:t>
            </a:r>
          </a:p>
        </p:txBody>
      </p:sp>
      <p:sp>
        <p:nvSpPr>
          <p:cNvPr id="3" name="Content Placeholder 2">
            <a:extLst>
              <a:ext uri="{FF2B5EF4-FFF2-40B4-BE49-F238E27FC236}">
                <a16:creationId xmlns:a16="http://schemas.microsoft.com/office/drawing/2014/main" id="{F495712A-D685-7146-A64F-2AEC13EF76F9}"/>
              </a:ext>
            </a:extLst>
          </p:cNvPr>
          <p:cNvSpPr>
            <a:spLocks noGrp="1"/>
          </p:cNvSpPr>
          <p:nvPr>
            <p:ph sz="quarter" idx="27"/>
          </p:nvPr>
        </p:nvSpPr>
        <p:spPr>
          <a:xfrm>
            <a:off x="571500" y="1673402"/>
            <a:ext cx="5288525" cy="458483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Content Placeholder 2">
            <a:extLst>
              <a:ext uri="{FF2B5EF4-FFF2-40B4-BE49-F238E27FC236}">
                <a16:creationId xmlns:a16="http://schemas.microsoft.com/office/drawing/2014/main" id="{A8FE6631-4BAF-4E4B-B6F0-F9ED72A3155E}"/>
              </a:ext>
            </a:extLst>
          </p:cNvPr>
          <p:cNvSpPr>
            <a:spLocks noGrp="1"/>
          </p:cNvSpPr>
          <p:nvPr>
            <p:ph sz="quarter" idx="28"/>
          </p:nvPr>
        </p:nvSpPr>
        <p:spPr>
          <a:xfrm>
            <a:off x="6289113" y="1673402"/>
            <a:ext cx="5288525" cy="458483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932363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Sub, Content &amp; 2 Pictures">
    <p:spTree>
      <p:nvGrpSpPr>
        <p:cNvPr id="1" name=""/>
        <p:cNvGrpSpPr/>
        <p:nvPr/>
      </p:nvGrpSpPr>
      <p:grpSpPr>
        <a:xfrm>
          <a:off x="0" y="0"/>
          <a:ext cx="0" cy="0"/>
          <a:chOff x="0" y="0"/>
          <a:chExt cx="0" cy="0"/>
        </a:xfrm>
      </p:grpSpPr>
      <p:sp>
        <p:nvSpPr>
          <p:cNvPr id="23" name="Title Text">
            <a:extLst>
              <a:ext uri="{FF2B5EF4-FFF2-40B4-BE49-F238E27FC236}">
                <a16:creationId xmlns:a16="http://schemas.microsoft.com/office/drawing/2014/main" id="{FAEAC0A3-8438-1245-A28C-64BC26BFB231}"/>
              </a:ext>
            </a:extLst>
          </p:cNvPr>
          <p:cNvSpPr txBox="1">
            <a:spLocks noGrp="1"/>
          </p:cNvSpPr>
          <p:nvPr>
            <p:ph type="title" hasCustomPrompt="1"/>
          </p:nvPr>
        </p:nvSpPr>
        <p:spPr>
          <a:xfrm>
            <a:off x="571500" y="567227"/>
            <a:ext cx="5755707" cy="94588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Autofit/>
          </a:bodyPr>
          <a:lstStyle>
            <a:lvl1pPr>
              <a:defRPr sz="3200">
                <a:solidFill>
                  <a:srgbClr val="525252"/>
                </a:solidFill>
              </a:defRPr>
            </a:lvl1pPr>
          </a:lstStyle>
          <a:p>
            <a:r>
              <a:rPr lang="en-US"/>
              <a:t>32pt Intel Clear Light Text Goes Here</a:t>
            </a:r>
          </a:p>
        </p:txBody>
      </p:sp>
      <p:sp>
        <p:nvSpPr>
          <p:cNvPr id="25" name="Body Level One…">
            <a:extLst>
              <a:ext uri="{FF2B5EF4-FFF2-40B4-BE49-F238E27FC236}">
                <a16:creationId xmlns:a16="http://schemas.microsoft.com/office/drawing/2014/main" id="{6903F994-74B2-4D40-AA5F-7F3D24A00171}"/>
              </a:ext>
            </a:extLst>
          </p:cNvPr>
          <p:cNvSpPr txBox="1">
            <a:spLocks noGrp="1"/>
          </p:cNvSpPr>
          <p:nvPr>
            <p:ph idx="27" hasCustomPrompt="1"/>
          </p:nvPr>
        </p:nvSpPr>
        <p:spPr>
          <a:xfrm>
            <a:off x="6609331" y="2978828"/>
            <a:ext cx="4668837" cy="34534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numCol="1">
            <a:normAutofit/>
          </a:bodyPr>
          <a:lstStyle>
            <a:lvl1pPr marL="0" marR="0" indent="0" algn="l" defTabSz="609600" eaLnBrk="1" fontAlgn="auto" latinLnBrk="0" hangingPunct="1">
              <a:lnSpc>
                <a:spcPts val="2450"/>
              </a:lnSpc>
              <a:spcBef>
                <a:spcPts val="0"/>
              </a:spcBef>
              <a:spcAft>
                <a:spcPts val="0"/>
              </a:spcAft>
              <a:buClrTx/>
              <a:buSzTx/>
              <a:buFont typeface="Arial" panose="020B0604020202020204" pitchFamily="34" charset="0"/>
              <a:buNone/>
              <a:tabLst/>
              <a:defRPr sz="1600">
                <a:solidFill>
                  <a:schemeClr val="tx2"/>
                </a:solidFill>
              </a:defRPr>
            </a:lvl1pPr>
          </a:lstStyle>
          <a:p>
            <a:r>
              <a:rPr lang="en-US"/>
              <a:t>Image Caption 16pt gray text</a:t>
            </a:r>
          </a:p>
        </p:txBody>
      </p:sp>
      <p:sp>
        <p:nvSpPr>
          <p:cNvPr id="26" name="Body Level One…">
            <a:extLst>
              <a:ext uri="{FF2B5EF4-FFF2-40B4-BE49-F238E27FC236}">
                <a16:creationId xmlns:a16="http://schemas.microsoft.com/office/drawing/2014/main" id="{BF74888E-798E-B543-94EF-279F3EA6E46B}"/>
              </a:ext>
            </a:extLst>
          </p:cNvPr>
          <p:cNvSpPr txBox="1">
            <a:spLocks noGrp="1"/>
          </p:cNvSpPr>
          <p:nvPr>
            <p:ph idx="28" hasCustomPrompt="1"/>
          </p:nvPr>
        </p:nvSpPr>
        <p:spPr>
          <a:xfrm>
            <a:off x="6609331" y="5929172"/>
            <a:ext cx="4668837" cy="34534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numCol="1">
            <a:normAutofit/>
          </a:bodyPr>
          <a:lstStyle>
            <a:lvl1pPr marL="0" marR="0" indent="0" algn="l" defTabSz="609600" eaLnBrk="1" fontAlgn="auto" latinLnBrk="0" hangingPunct="1">
              <a:lnSpc>
                <a:spcPts val="2450"/>
              </a:lnSpc>
              <a:spcBef>
                <a:spcPts val="0"/>
              </a:spcBef>
              <a:spcAft>
                <a:spcPts val="0"/>
              </a:spcAft>
              <a:buClrTx/>
              <a:buSzTx/>
              <a:buFont typeface="Arial" panose="020B0604020202020204" pitchFamily="34" charset="0"/>
              <a:buNone/>
              <a:tabLst/>
              <a:defRPr sz="1600">
                <a:solidFill>
                  <a:schemeClr val="tx2"/>
                </a:solidFill>
              </a:defRPr>
            </a:lvl1pPr>
          </a:lstStyle>
          <a:p>
            <a:r>
              <a:rPr lang="en-US"/>
              <a:t>Image Caption 16pt gray text</a:t>
            </a:r>
          </a:p>
        </p:txBody>
      </p:sp>
      <p:sp>
        <p:nvSpPr>
          <p:cNvPr id="5" name="Picture Placeholder 4">
            <a:extLst>
              <a:ext uri="{FF2B5EF4-FFF2-40B4-BE49-F238E27FC236}">
                <a16:creationId xmlns:a16="http://schemas.microsoft.com/office/drawing/2014/main" id="{BB3C6455-4913-47BC-8232-AB0BABBA08C3}"/>
              </a:ext>
            </a:extLst>
          </p:cNvPr>
          <p:cNvSpPr>
            <a:spLocks noGrp="1"/>
          </p:cNvSpPr>
          <p:nvPr>
            <p:ph type="pic" sz="quarter" idx="30"/>
          </p:nvPr>
        </p:nvSpPr>
        <p:spPr>
          <a:xfrm>
            <a:off x="6609331" y="571500"/>
            <a:ext cx="4668837" cy="2381250"/>
          </a:xfrm>
        </p:spPr>
        <p:txBody>
          <a:bodyPr/>
          <a:lstStyle/>
          <a:p>
            <a:endParaRPr lang="en-US"/>
          </a:p>
        </p:txBody>
      </p:sp>
      <p:sp>
        <p:nvSpPr>
          <p:cNvPr id="20" name="Picture Placeholder 4">
            <a:extLst>
              <a:ext uri="{FF2B5EF4-FFF2-40B4-BE49-F238E27FC236}">
                <a16:creationId xmlns:a16="http://schemas.microsoft.com/office/drawing/2014/main" id="{5CA48836-DAA2-4E4F-A22A-2F5682E12CEF}"/>
              </a:ext>
            </a:extLst>
          </p:cNvPr>
          <p:cNvSpPr>
            <a:spLocks noGrp="1"/>
          </p:cNvSpPr>
          <p:nvPr>
            <p:ph type="pic" sz="quarter" idx="31"/>
          </p:nvPr>
        </p:nvSpPr>
        <p:spPr>
          <a:xfrm>
            <a:off x="6609331" y="3537061"/>
            <a:ext cx="4668837" cy="2381250"/>
          </a:xfrm>
        </p:spPr>
        <p:txBody>
          <a:bodyPr/>
          <a:lstStyle/>
          <a:p>
            <a:endParaRPr lang="en-US"/>
          </a:p>
        </p:txBody>
      </p:sp>
      <p:sp>
        <p:nvSpPr>
          <p:cNvPr id="14" name="Content Placeholder 2">
            <a:extLst>
              <a:ext uri="{FF2B5EF4-FFF2-40B4-BE49-F238E27FC236}">
                <a16:creationId xmlns:a16="http://schemas.microsoft.com/office/drawing/2014/main" id="{DC0D3278-E8A7-4B14-A5ED-BE235CEC6F80}"/>
              </a:ext>
            </a:extLst>
          </p:cNvPr>
          <p:cNvSpPr>
            <a:spLocks noGrp="1"/>
          </p:cNvSpPr>
          <p:nvPr>
            <p:ph sz="quarter" idx="32"/>
          </p:nvPr>
        </p:nvSpPr>
        <p:spPr>
          <a:xfrm>
            <a:off x="571500" y="2139952"/>
            <a:ext cx="5768944" cy="41182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Text Placeholder 3">
            <a:extLst>
              <a:ext uri="{FF2B5EF4-FFF2-40B4-BE49-F238E27FC236}">
                <a16:creationId xmlns:a16="http://schemas.microsoft.com/office/drawing/2014/main" id="{403FD6E6-528D-49D5-BBAB-B26572C15F20}"/>
              </a:ext>
            </a:extLst>
          </p:cNvPr>
          <p:cNvSpPr>
            <a:spLocks noGrp="1"/>
          </p:cNvSpPr>
          <p:nvPr>
            <p:ph type="body" sz="quarter" idx="29"/>
          </p:nvPr>
        </p:nvSpPr>
        <p:spPr>
          <a:xfrm>
            <a:off x="571500" y="1612901"/>
            <a:ext cx="5768944" cy="438150"/>
          </a:xfrm>
        </p:spPr>
        <p:txBody>
          <a:bodyPr>
            <a:noAutofit/>
          </a:bodyPr>
          <a:lstStyle>
            <a:lvl1pPr marL="0" indent="0">
              <a:buNone/>
              <a:defRPr sz="3200">
                <a:solidFill>
                  <a:schemeClr val="accent1"/>
                </a:solidFill>
                <a:latin typeface="+mn-lt"/>
              </a:defRPr>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6105124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Sub, Content &amp; Picture">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BB3C6455-4913-47BC-8232-AB0BABBA08C3}"/>
              </a:ext>
            </a:extLst>
          </p:cNvPr>
          <p:cNvSpPr>
            <a:spLocks noGrp="1"/>
          </p:cNvSpPr>
          <p:nvPr>
            <p:ph type="pic" sz="quarter" idx="30"/>
          </p:nvPr>
        </p:nvSpPr>
        <p:spPr>
          <a:xfrm>
            <a:off x="6615046" y="0"/>
            <a:ext cx="5129422" cy="6416167"/>
          </a:xfrm>
        </p:spPr>
        <p:txBody>
          <a:bodyPr/>
          <a:lstStyle/>
          <a:p>
            <a:endParaRPr lang="en-US"/>
          </a:p>
        </p:txBody>
      </p:sp>
      <p:sp>
        <p:nvSpPr>
          <p:cNvPr id="23" name="Title Text">
            <a:extLst>
              <a:ext uri="{FF2B5EF4-FFF2-40B4-BE49-F238E27FC236}">
                <a16:creationId xmlns:a16="http://schemas.microsoft.com/office/drawing/2014/main" id="{FAEAC0A3-8438-1245-A28C-64BC26BFB231}"/>
              </a:ext>
            </a:extLst>
          </p:cNvPr>
          <p:cNvSpPr txBox="1">
            <a:spLocks noGrp="1"/>
          </p:cNvSpPr>
          <p:nvPr>
            <p:ph type="title" hasCustomPrompt="1"/>
          </p:nvPr>
        </p:nvSpPr>
        <p:spPr>
          <a:xfrm>
            <a:off x="571500" y="567227"/>
            <a:ext cx="5747107" cy="94588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Autofit/>
          </a:bodyPr>
          <a:lstStyle>
            <a:lvl1pPr>
              <a:defRPr sz="3200">
                <a:solidFill>
                  <a:srgbClr val="525252"/>
                </a:solidFill>
              </a:defRPr>
            </a:lvl1pPr>
          </a:lstStyle>
          <a:p>
            <a:r>
              <a:rPr lang="en-US"/>
              <a:t>32pt Intel Clear Light Text Goes Here</a:t>
            </a:r>
          </a:p>
        </p:txBody>
      </p:sp>
      <p:sp>
        <p:nvSpPr>
          <p:cNvPr id="11" name="Content Placeholder 2">
            <a:extLst>
              <a:ext uri="{FF2B5EF4-FFF2-40B4-BE49-F238E27FC236}">
                <a16:creationId xmlns:a16="http://schemas.microsoft.com/office/drawing/2014/main" id="{7B7FB3F6-9C71-45A0-8236-12671533CA22}"/>
              </a:ext>
            </a:extLst>
          </p:cNvPr>
          <p:cNvSpPr>
            <a:spLocks noGrp="1"/>
          </p:cNvSpPr>
          <p:nvPr>
            <p:ph sz="quarter" idx="32"/>
          </p:nvPr>
        </p:nvSpPr>
        <p:spPr>
          <a:xfrm>
            <a:off x="571500" y="2139952"/>
            <a:ext cx="5768944" cy="41182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ext Placeholder 3">
            <a:extLst>
              <a:ext uri="{FF2B5EF4-FFF2-40B4-BE49-F238E27FC236}">
                <a16:creationId xmlns:a16="http://schemas.microsoft.com/office/drawing/2014/main" id="{B1C73349-1E00-4922-970C-187F97CE0620}"/>
              </a:ext>
            </a:extLst>
          </p:cNvPr>
          <p:cNvSpPr>
            <a:spLocks noGrp="1"/>
          </p:cNvSpPr>
          <p:nvPr>
            <p:ph type="body" sz="quarter" idx="29"/>
          </p:nvPr>
        </p:nvSpPr>
        <p:spPr>
          <a:xfrm>
            <a:off x="571500" y="1612901"/>
            <a:ext cx="5768944" cy="438150"/>
          </a:xfrm>
        </p:spPr>
        <p:txBody>
          <a:bodyPr>
            <a:noAutofit/>
          </a:bodyPr>
          <a:lstStyle>
            <a:lvl1pPr marL="0" indent="0">
              <a:buNone/>
              <a:defRPr sz="3200">
                <a:solidFill>
                  <a:schemeClr val="accent1"/>
                </a:solidFill>
                <a:latin typeface="+mn-lt"/>
              </a:defRPr>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30578777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mp; Full Page Picture">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6AAD9210-5064-4050-9368-9292054D59F4}"/>
              </a:ext>
            </a:extLst>
          </p:cNvPr>
          <p:cNvSpPr>
            <a:spLocks noGrp="1"/>
          </p:cNvSpPr>
          <p:nvPr>
            <p:ph type="pic" sz="quarter" idx="10"/>
          </p:nvPr>
        </p:nvSpPr>
        <p:spPr>
          <a:xfrm>
            <a:off x="-11286" y="0"/>
            <a:ext cx="11744325" cy="6401797"/>
          </a:xfrm>
          <a:noFill/>
        </p:spPr>
        <p:txBody>
          <a:bodyPr/>
          <a:lstStyle/>
          <a:p>
            <a:endParaRPr lang="en-US"/>
          </a:p>
        </p:txBody>
      </p:sp>
      <p:sp>
        <p:nvSpPr>
          <p:cNvPr id="11" name="Title Text">
            <a:extLst>
              <a:ext uri="{FF2B5EF4-FFF2-40B4-BE49-F238E27FC236}">
                <a16:creationId xmlns:a16="http://schemas.microsoft.com/office/drawing/2014/main" id="{14AFAB66-6BED-5D47-B26F-D9C8808F3A18}"/>
              </a:ext>
            </a:extLst>
          </p:cNvPr>
          <p:cNvSpPr txBox="1">
            <a:spLocks noGrp="1"/>
          </p:cNvSpPr>
          <p:nvPr>
            <p:ph type="title" hasCustomPrompt="1"/>
          </p:nvPr>
        </p:nvSpPr>
        <p:spPr>
          <a:xfrm>
            <a:off x="571500" y="571500"/>
            <a:ext cx="11010899" cy="8763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rmAutofit/>
          </a:bodyPr>
          <a:lstStyle>
            <a:lvl1pPr>
              <a:defRPr sz="3200">
                <a:solidFill>
                  <a:schemeClr val="tx2"/>
                </a:solidFill>
              </a:defRPr>
            </a:lvl1pPr>
          </a:lstStyle>
          <a:p>
            <a:r>
              <a:rPr lang="en-US"/>
              <a:t>Full page Image, Delete Title if Necessary</a:t>
            </a:r>
          </a:p>
        </p:txBody>
      </p:sp>
    </p:spTree>
    <p:extLst>
      <p:ext uri="{BB962C8B-B14F-4D97-AF65-F5344CB8AC3E}">
        <p14:creationId xmlns:p14="http://schemas.microsoft.com/office/powerpoint/2010/main" val="4985653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mp; Quote">
    <p:spTree>
      <p:nvGrpSpPr>
        <p:cNvPr id="1" name=""/>
        <p:cNvGrpSpPr/>
        <p:nvPr/>
      </p:nvGrpSpPr>
      <p:grpSpPr>
        <a:xfrm>
          <a:off x="0" y="0"/>
          <a:ext cx="0" cy="0"/>
          <a:chOff x="0" y="0"/>
          <a:chExt cx="0" cy="0"/>
        </a:xfrm>
      </p:grpSpPr>
      <p:sp>
        <p:nvSpPr>
          <p:cNvPr id="10" name="Title Text">
            <a:extLst>
              <a:ext uri="{FF2B5EF4-FFF2-40B4-BE49-F238E27FC236}">
                <a16:creationId xmlns:a16="http://schemas.microsoft.com/office/drawing/2014/main" id="{145FA424-6F4D-7644-8964-49FF4943202D}"/>
              </a:ext>
            </a:extLst>
          </p:cNvPr>
          <p:cNvSpPr txBox="1">
            <a:spLocks noGrp="1"/>
          </p:cNvSpPr>
          <p:nvPr>
            <p:ph type="title" hasCustomPrompt="1"/>
          </p:nvPr>
        </p:nvSpPr>
        <p:spPr>
          <a:xfrm>
            <a:off x="571501" y="571501"/>
            <a:ext cx="11022060" cy="87374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rmAutofit/>
          </a:bodyPr>
          <a:lstStyle>
            <a:lvl1pPr>
              <a:defRPr sz="3200">
                <a:solidFill>
                  <a:srgbClr val="525252"/>
                </a:solidFill>
              </a:defRPr>
            </a:lvl1pPr>
          </a:lstStyle>
          <a:p>
            <a:r>
              <a:rPr lang="en-US"/>
              <a:t>32pt Intel Clear Light Text Goes Here</a:t>
            </a:r>
          </a:p>
        </p:txBody>
      </p:sp>
      <p:sp>
        <p:nvSpPr>
          <p:cNvPr id="3" name="Text Placeholder 2">
            <a:extLst>
              <a:ext uri="{FF2B5EF4-FFF2-40B4-BE49-F238E27FC236}">
                <a16:creationId xmlns:a16="http://schemas.microsoft.com/office/drawing/2014/main" id="{EBF36A7C-A787-47EC-ACD5-77F3FD6AFB8D}"/>
              </a:ext>
            </a:extLst>
          </p:cNvPr>
          <p:cNvSpPr>
            <a:spLocks noGrp="1"/>
          </p:cNvSpPr>
          <p:nvPr>
            <p:ph type="body" sz="quarter" idx="10"/>
          </p:nvPr>
        </p:nvSpPr>
        <p:spPr>
          <a:xfrm>
            <a:off x="571500" y="1592529"/>
            <a:ext cx="11010900" cy="3727184"/>
          </a:xfrm>
        </p:spPr>
        <p:txBody>
          <a:bodyPr>
            <a:normAutofit/>
          </a:bodyPr>
          <a:lstStyle>
            <a:lvl1pPr marL="0" indent="0">
              <a:buNone/>
              <a:defRPr sz="6000">
                <a:solidFill>
                  <a:schemeClr val="accent1"/>
                </a:solidFill>
              </a:defRPr>
            </a:lvl1pPr>
          </a:lstStyle>
          <a:p>
            <a:pPr lvl="0"/>
            <a:endParaRPr lang="en-US"/>
          </a:p>
        </p:txBody>
      </p:sp>
      <p:sp>
        <p:nvSpPr>
          <p:cNvPr id="9" name="Text Placeholder 3">
            <a:extLst>
              <a:ext uri="{FF2B5EF4-FFF2-40B4-BE49-F238E27FC236}">
                <a16:creationId xmlns:a16="http://schemas.microsoft.com/office/drawing/2014/main" id="{4E196E31-7238-4049-821C-D94FDEAEDC56}"/>
              </a:ext>
            </a:extLst>
          </p:cNvPr>
          <p:cNvSpPr>
            <a:spLocks noGrp="1"/>
          </p:cNvSpPr>
          <p:nvPr>
            <p:ph type="body" sz="quarter" idx="29"/>
          </p:nvPr>
        </p:nvSpPr>
        <p:spPr>
          <a:xfrm>
            <a:off x="571500" y="5461818"/>
            <a:ext cx="11022013" cy="438150"/>
          </a:xfrm>
        </p:spPr>
        <p:txBody>
          <a:bodyPr/>
          <a:lstStyle>
            <a:lvl1pPr marL="0" indent="0">
              <a:buNone/>
              <a:defRPr>
                <a:solidFill>
                  <a:schemeClr val="accent1"/>
                </a:solidFill>
                <a:latin typeface="+mn-lt"/>
              </a:defRPr>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29851695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3_Chart Example">
    <p:bg>
      <p:bgPr>
        <a:solidFill>
          <a:schemeClr val="accent1"/>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E7759918-59AA-4DFC-90DA-60CD5B2BD6B8}"/>
              </a:ext>
            </a:extLst>
          </p:cNvPr>
          <p:cNvSpPr/>
          <p:nvPr userDrawn="1"/>
        </p:nvSpPr>
        <p:spPr>
          <a:xfrm>
            <a:off x="0" y="6407451"/>
            <a:ext cx="11736987" cy="450549"/>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6" name="Square">
            <a:extLst>
              <a:ext uri="{FF2B5EF4-FFF2-40B4-BE49-F238E27FC236}">
                <a16:creationId xmlns:a16="http://schemas.microsoft.com/office/drawing/2014/main" id="{D4662ED0-432E-6C48-8B26-9A21EDA54E68}"/>
              </a:ext>
            </a:extLst>
          </p:cNvPr>
          <p:cNvSpPr/>
          <p:nvPr userDrawn="1"/>
        </p:nvSpPr>
        <p:spPr>
          <a:xfrm>
            <a:off x="11741697" y="6407185"/>
            <a:ext cx="450068" cy="450068"/>
          </a:xfrm>
          <a:prstGeom prst="rect">
            <a:avLst/>
          </a:prstGeom>
          <a:solidFill>
            <a:schemeClr val="accent1">
              <a:alpha val="50000"/>
            </a:schemeClr>
          </a:solidFill>
          <a:ln w="12700">
            <a:miter lim="400000"/>
          </a:ln>
        </p:spPr>
        <p:txBody>
          <a:bodyPr lIns="0" tIns="0" rIns="0" bIns="0" anchor="ctr"/>
          <a:lstStyle/>
          <a:p>
            <a:pPr defTabSz="412750">
              <a:defRPr sz="3200">
                <a:solidFill>
                  <a:srgbClr val="026FC5"/>
                </a:solidFill>
                <a:latin typeface="Helvetica Neue Medium"/>
                <a:ea typeface="Helvetica Neue Medium"/>
                <a:cs typeface="Helvetica Neue Medium"/>
                <a:sym typeface="Helvetica Neue Medium"/>
              </a:defRPr>
            </a:pPr>
            <a:endParaRPr sz="1600"/>
          </a:p>
        </p:txBody>
      </p:sp>
      <p:sp>
        <p:nvSpPr>
          <p:cNvPr id="10" name="Title Text">
            <a:extLst>
              <a:ext uri="{FF2B5EF4-FFF2-40B4-BE49-F238E27FC236}">
                <a16:creationId xmlns:a16="http://schemas.microsoft.com/office/drawing/2014/main" id="{145FA424-6F4D-7644-8964-49FF4943202D}"/>
              </a:ext>
            </a:extLst>
          </p:cNvPr>
          <p:cNvSpPr txBox="1">
            <a:spLocks noGrp="1"/>
          </p:cNvSpPr>
          <p:nvPr>
            <p:ph type="title" hasCustomPrompt="1"/>
          </p:nvPr>
        </p:nvSpPr>
        <p:spPr>
          <a:xfrm>
            <a:off x="571501" y="571501"/>
            <a:ext cx="11022060" cy="87374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rmAutofit/>
          </a:bodyPr>
          <a:lstStyle>
            <a:lvl1pPr>
              <a:defRPr sz="3200">
                <a:solidFill>
                  <a:schemeClr val="bg1"/>
                </a:solidFill>
              </a:defRPr>
            </a:lvl1pPr>
          </a:lstStyle>
          <a:p>
            <a:r>
              <a:rPr lang="en-US"/>
              <a:t>32pt Intel Clear Light Text Goes Here</a:t>
            </a:r>
          </a:p>
        </p:txBody>
      </p:sp>
      <p:sp>
        <p:nvSpPr>
          <p:cNvPr id="3" name="Text Placeholder 2">
            <a:extLst>
              <a:ext uri="{FF2B5EF4-FFF2-40B4-BE49-F238E27FC236}">
                <a16:creationId xmlns:a16="http://schemas.microsoft.com/office/drawing/2014/main" id="{EBF36A7C-A787-47EC-ACD5-77F3FD6AFB8D}"/>
              </a:ext>
            </a:extLst>
          </p:cNvPr>
          <p:cNvSpPr>
            <a:spLocks noGrp="1"/>
          </p:cNvSpPr>
          <p:nvPr>
            <p:ph type="body" sz="quarter" idx="10"/>
          </p:nvPr>
        </p:nvSpPr>
        <p:spPr>
          <a:xfrm>
            <a:off x="571500" y="1599816"/>
            <a:ext cx="11010900" cy="3719897"/>
          </a:xfrm>
        </p:spPr>
        <p:txBody>
          <a:bodyPr>
            <a:normAutofit/>
          </a:bodyPr>
          <a:lstStyle>
            <a:lvl1pPr marL="0" indent="0">
              <a:buNone/>
              <a:defRPr sz="6000">
                <a:solidFill>
                  <a:schemeClr val="bg1"/>
                </a:solidFill>
              </a:defRPr>
            </a:lvl1pPr>
          </a:lstStyle>
          <a:p>
            <a:pPr lvl="0"/>
            <a:endParaRPr lang="en-US"/>
          </a:p>
        </p:txBody>
      </p:sp>
      <p:pic>
        <p:nvPicPr>
          <p:cNvPr id="11" name="Image" descr="Image">
            <a:extLst>
              <a:ext uri="{FF2B5EF4-FFF2-40B4-BE49-F238E27FC236}">
                <a16:creationId xmlns:a16="http://schemas.microsoft.com/office/drawing/2014/main" id="{B9FFF72B-62D2-4E22-9A98-EF3F6229F4AB}"/>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11151433" y="6543018"/>
            <a:ext cx="491250" cy="190501"/>
          </a:xfrm>
          <a:prstGeom prst="rect">
            <a:avLst/>
          </a:prstGeom>
          <a:ln w="12700">
            <a:miter lim="400000"/>
          </a:ln>
        </p:spPr>
      </p:pic>
      <p:sp>
        <p:nvSpPr>
          <p:cNvPr id="12" name="Rectangle 11">
            <a:extLst>
              <a:ext uri="{FF2B5EF4-FFF2-40B4-BE49-F238E27FC236}">
                <a16:creationId xmlns:a16="http://schemas.microsoft.com/office/drawing/2014/main" id="{EBD06FF7-C66A-4B8C-9693-1423A8337983}"/>
              </a:ext>
            </a:extLst>
          </p:cNvPr>
          <p:cNvSpPr/>
          <p:nvPr userDrawn="1"/>
        </p:nvSpPr>
        <p:spPr>
          <a:xfrm>
            <a:off x="4762141" y="6562504"/>
            <a:ext cx="2667718" cy="231410"/>
          </a:xfrm>
          <a:prstGeom prst="rect">
            <a:avLst/>
          </a:prstGeom>
        </p:spPr>
        <p:txBody>
          <a:bodyPr wrap="none">
            <a:spAutoFit/>
          </a:bodyPr>
          <a:lstStyle/>
          <a:p>
            <a:pPr algn="ctr"/>
            <a:r>
              <a:rPr lang="en-US" sz="1000">
                <a:solidFill>
                  <a:schemeClr val="bg1"/>
                </a:solidFill>
              </a:rPr>
              <a:t>Intel Confidential | For use under NDA only</a:t>
            </a:r>
          </a:p>
        </p:txBody>
      </p:sp>
      <p:sp>
        <p:nvSpPr>
          <p:cNvPr id="13" name="Rectangle 12">
            <a:extLst>
              <a:ext uri="{FF2B5EF4-FFF2-40B4-BE49-F238E27FC236}">
                <a16:creationId xmlns:a16="http://schemas.microsoft.com/office/drawing/2014/main" id="{485269BB-7AC7-41A6-BC05-71FDAD0FDBA2}"/>
              </a:ext>
            </a:extLst>
          </p:cNvPr>
          <p:cNvSpPr/>
          <p:nvPr userDrawn="1"/>
        </p:nvSpPr>
        <p:spPr>
          <a:xfrm>
            <a:off x="483010" y="6562504"/>
            <a:ext cx="2287806" cy="231410"/>
          </a:xfrm>
          <a:prstGeom prst="rect">
            <a:avLst/>
          </a:prstGeom>
        </p:spPr>
        <p:txBody>
          <a:bodyPr wrap="none">
            <a:spAutoFit/>
          </a:bodyPr>
          <a:lstStyle/>
          <a:p>
            <a:pPr algn="l"/>
            <a:r>
              <a:rPr lang="en-US" sz="1000" b="1">
                <a:solidFill>
                  <a:schemeClr val="bg1"/>
                </a:solidFill>
              </a:rPr>
              <a:t>CQR |</a:t>
            </a:r>
            <a:r>
              <a:rPr lang="en-US" sz="1000" b="0">
                <a:solidFill>
                  <a:schemeClr val="bg1"/>
                </a:solidFill>
              </a:rPr>
              <a:t> Customer Quality &amp; Reliability</a:t>
            </a:r>
            <a:endParaRPr lang="en-US" sz="1000" b="1">
              <a:solidFill>
                <a:schemeClr val="bg1"/>
              </a:solidFill>
            </a:endParaRPr>
          </a:p>
        </p:txBody>
      </p:sp>
      <p:sp>
        <p:nvSpPr>
          <p:cNvPr id="14" name="Text Placeholder 3">
            <a:extLst>
              <a:ext uri="{FF2B5EF4-FFF2-40B4-BE49-F238E27FC236}">
                <a16:creationId xmlns:a16="http://schemas.microsoft.com/office/drawing/2014/main" id="{222ECF1F-2453-406E-AC0D-F6E6614ECF80}"/>
              </a:ext>
            </a:extLst>
          </p:cNvPr>
          <p:cNvSpPr>
            <a:spLocks noGrp="1"/>
          </p:cNvSpPr>
          <p:nvPr>
            <p:ph type="body" sz="quarter" idx="29"/>
          </p:nvPr>
        </p:nvSpPr>
        <p:spPr>
          <a:xfrm>
            <a:off x="571500" y="5476099"/>
            <a:ext cx="11022013" cy="438150"/>
          </a:xfrm>
        </p:spPr>
        <p:txBody>
          <a:bodyPr/>
          <a:lstStyle>
            <a:lvl1pPr marL="0" indent="0">
              <a:buNone/>
              <a:defRPr>
                <a:solidFill>
                  <a:schemeClr val="bg1"/>
                </a:solidFill>
                <a:latin typeface="+mn-lt"/>
              </a:defRPr>
            </a:lvl1pPr>
            <a:lvl2pPr marL="228600" indent="0">
              <a:buNone/>
              <a:defRPr/>
            </a:lvl2pPr>
          </a:lstStyle>
          <a:p>
            <a:pPr lvl="0"/>
            <a:r>
              <a:rPr lang="en-US"/>
              <a:t>Click to edit Master text styles</a:t>
            </a:r>
          </a:p>
        </p:txBody>
      </p:sp>
      <p:sp>
        <p:nvSpPr>
          <p:cNvPr id="17" name="Rectangle 16">
            <a:extLst>
              <a:ext uri="{FF2B5EF4-FFF2-40B4-BE49-F238E27FC236}">
                <a16:creationId xmlns:a16="http://schemas.microsoft.com/office/drawing/2014/main" id="{16C53A36-6661-45AA-8054-02BA7512E621}"/>
              </a:ext>
            </a:extLst>
          </p:cNvPr>
          <p:cNvSpPr/>
          <p:nvPr userDrawn="1"/>
        </p:nvSpPr>
        <p:spPr>
          <a:xfrm rot="5400000">
            <a:off x="8758537" y="2978453"/>
            <a:ext cx="6407450" cy="450549"/>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8" name="TextBox 17">
            <a:extLst>
              <a:ext uri="{FF2B5EF4-FFF2-40B4-BE49-F238E27FC236}">
                <a16:creationId xmlns:a16="http://schemas.microsoft.com/office/drawing/2014/main" id="{2A5E3323-FEDE-4CB8-82C2-EEEDE46CF046}"/>
              </a:ext>
            </a:extLst>
          </p:cNvPr>
          <p:cNvSpPr txBox="1"/>
          <p:nvPr userDrawn="1"/>
        </p:nvSpPr>
        <p:spPr>
          <a:xfrm>
            <a:off x="11908632" y="6579173"/>
            <a:ext cx="128240" cy="12311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t" anchorCtr="0">
            <a:spAutoFit/>
          </a:bodyPr>
          <a:lstStyle/>
          <a:p>
            <a:pPr marL="0" marR="0" indent="0" algn="ctr" defTabSz="2438338" rtl="0" fontAlgn="auto" latinLnBrk="0" hangingPunct="0">
              <a:lnSpc>
                <a:spcPct val="100000"/>
              </a:lnSpc>
              <a:spcBef>
                <a:spcPts val="0"/>
              </a:spcBef>
              <a:spcAft>
                <a:spcPts val="0"/>
              </a:spcAft>
              <a:buClrTx/>
              <a:buSzTx/>
              <a:buFontTx/>
              <a:buNone/>
              <a:tabLst/>
            </a:pPr>
            <a:fld id="{4F6B73DA-0149-4325-A7B8-AE29BD4BC701}" type="slidenum">
              <a:rPr kumimoji="0" lang="en-US" sz="800" b="0" i="0" u="none" strike="noStrike" cap="none" spc="0" normalizeH="0" baseline="0" smtClean="0">
                <a:ln>
                  <a:noFill/>
                </a:ln>
                <a:solidFill>
                  <a:schemeClr val="bg1"/>
                </a:solidFill>
                <a:effectLst/>
                <a:uFillTx/>
                <a:latin typeface="+mn-lt"/>
                <a:ea typeface="+mn-ea"/>
                <a:cs typeface="+mn-cs"/>
                <a:sym typeface="Helvetica Neue"/>
              </a:rPr>
              <a:pPr marL="0" marR="0" indent="0" algn="ctr" defTabSz="2438338" rtl="0" fontAlgn="auto" latinLnBrk="0" hangingPunct="0">
                <a:lnSpc>
                  <a:spcPct val="100000"/>
                </a:lnSpc>
                <a:spcBef>
                  <a:spcPts val="0"/>
                </a:spcBef>
                <a:spcAft>
                  <a:spcPts val="0"/>
                </a:spcAft>
                <a:buClrTx/>
                <a:buSzTx/>
                <a:buFontTx/>
                <a:buNone/>
                <a:tabLst/>
              </a:pPr>
              <a:t>‹#›</a:t>
            </a:fld>
            <a:endParaRPr kumimoji="0" lang="en-US" sz="800" b="0" i="0" u="none" strike="noStrike" cap="none" spc="0" normalizeH="0" baseline="0" err="1">
              <a:ln>
                <a:noFill/>
              </a:ln>
              <a:solidFill>
                <a:schemeClr val="bg1"/>
              </a:solidFill>
              <a:effectLst/>
              <a:uFillTx/>
              <a:latin typeface="+mn-lt"/>
              <a:ea typeface="+mn-ea"/>
              <a:cs typeface="+mn-cs"/>
              <a:sym typeface="Helvetica Neue"/>
            </a:endParaRPr>
          </a:p>
        </p:txBody>
      </p:sp>
    </p:spTree>
    <p:extLst>
      <p:ext uri="{BB962C8B-B14F-4D97-AF65-F5344CB8AC3E}">
        <p14:creationId xmlns:p14="http://schemas.microsoft.com/office/powerpoint/2010/main" val="26599770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Section Break White">
    <p:spTree>
      <p:nvGrpSpPr>
        <p:cNvPr id="1" name=""/>
        <p:cNvGrpSpPr/>
        <p:nvPr/>
      </p:nvGrpSpPr>
      <p:grpSpPr>
        <a:xfrm>
          <a:off x="0" y="0"/>
          <a:ext cx="0" cy="0"/>
          <a:chOff x="0" y="0"/>
          <a:chExt cx="0" cy="0"/>
        </a:xfrm>
      </p:grpSpPr>
      <p:sp>
        <p:nvSpPr>
          <p:cNvPr id="17" name="Title Text">
            <a:extLst>
              <a:ext uri="{FF2B5EF4-FFF2-40B4-BE49-F238E27FC236}">
                <a16:creationId xmlns:a16="http://schemas.microsoft.com/office/drawing/2014/main" id="{56CA39C9-EAE4-4511-9CE8-BB4D4B47FC0C}"/>
              </a:ext>
            </a:extLst>
          </p:cNvPr>
          <p:cNvSpPr txBox="1">
            <a:spLocks noGrp="1"/>
          </p:cNvSpPr>
          <p:nvPr>
            <p:ph type="title" hasCustomPrompt="1"/>
          </p:nvPr>
        </p:nvSpPr>
        <p:spPr>
          <a:xfrm>
            <a:off x="571370" y="2140785"/>
            <a:ext cx="11010816" cy="165168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b" anchorCtr="0">
            <a:noAutofit/>
          </a:bodyPr>
          <a:lstStyle>
            <a:lvl1pPr>
              <a:defRPr sz="4800">
                <a:solidFill>
                  <a:srgbClr val="525252"/>
                </a:solidFill>
              </a:defRPr>
            </a:lvl1pPr>
          </a:lstStyle>
          <a:p>
            <a:r>
              <a:rPr lang="en-US"/>
              <a:t>Section Break Text Goes Here</a:t>
            </a:r>
          </a:p>
        </p:txBody>
      </p:sp>
      <p:sp>
        <p:nvSpPr>
          <p:cNvPr id="8" name="Text Placeholder 3">
            <a:extLst>
              <a:ext uri="{FF2B5EF4-FFF2-40B4-BE49-F238E27FC236}">
                <a16:creationId xmlns:a16="http://schemas.microsoft.com/office/drawing/2014/main" id="{4B923F7B-306D-4D7E-9DB3-5B163B8D53FC}"/>
              </a:ext>
            </a:extLst>
          </p:cNvPr>
          <p:cNvSpPr>
            <a:spLocks noGrp="1"/>
          </p:cNvSpPr>
          <p:nvPr>
            <p:ph type="body" sz="quarter" idx="29"/>
          </p:nvPr>
        </p:nvSpPr>
        <p:spPr>
          <a:xfrm>
            <a:off x="571500" y="3939750"/>
            <a:ext cx="11022013" cy="438150"/>
          </a:xfrm>
        </p:spPr>
        <p:txBody>
          <a:bodyPr/>
          <a:lstStyle>
            <a:lvl1pPr marL="0" indent="0">
              <a:buNone/>
              <a:defRPr>
                <a:solidFill>
                  <a:schemeClr val="accent1"/>
                </a:solidFill>
                <a:latin typeface="+mn-lt"/>
              </a:defRPr>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1660600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Section Break Blue">
    <p:bg>
      <p:bgPr>
        <a:solidFill>
          <a:schemeClr val="accent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C8B5B8CD-DD94-44E8-9F69-C9075C2E0A93}"/>
              </a:ext>
            </a:extLst>
          </p:cNvPr>
          <p:cNvSpPr/>
          <p:nvPr userDrawn="1"/>
        </p:nvSpPr>
        <p:spPr>
          <a:xfrm>
            <a:off x="0" y="6407451"/>
            <a:ext cx="11736987" cy="450549"/>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pic>
        <p:nvPicPr>
          <p:cNvPr id="721" name="Image" descr="Image"/>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11151433" y="6543018"/>
            <a:ext cx="491250" cy="190501"/>
          </a:xfrm>
          <a:prstGeom prst="rect">
            <a:avLst/>
          </a:prstGeom>
          <a:ln w="12700">
            <a:miter lim="400000"/>
          </a:ln>
        </p:spPr>
      </p:pic>
      <p:sp>
        <p:nvSpPr>
          <p:cNvPr id="13" name="Rectangle 12">
            <a:extLst>
              <a:ext uri="{FF2B5EF4-FFF2-40B4-BE49-F238E27FC236}">
                <a16:creationId xmlns:a16="http://schemas.microsoft.com/office/drawing/2014/main" id="{ED4D76E8-466A-4C06-9261-BDE1AA914749}"/>
              </a:ext>
            </a:extLst>
          </p:cNvPr>
          <p:cNvSpPr/>
          <p:nvPr userDrawn="1"/>
        </p:nvSpPr>
        <p:spPr>
          <a:xfrm>
            <a:off x="4762141" y="6562504"/>
            <a:ext cx="2667718" cy="231410"/>
          </a:xfrm>
          <a:prstGeom prst="rect">
            <a:avLst/>
          </a:prstGeom>
        </p:spPr>
        <p:txBody>
          <a:bodyPr wrap="none">
            <a:spAutoFit/>
          </a:bodyPr>
          <a:lstStyle/>
          <a:p>
            <a:pPr algn="ctr"/>
            <a:r>
              <a:rPr lang="en-US" sz="1000">
                <a:solidFill>
                  <a:schemeClr val="bg1"/>
                </a:solidFill>
              </a:rPr>
              <a:t>Intel Confidential | For use under NDA only</a:t>
            </a:r>
          </a:p>
        </p:txBody>
      </p:sp>
      <p:sp>
        <p:nvSpPr>
          <p:cNvPr id="14" name="Rectangle 13">
            <a:extLst>
              <a:ext uri="{FF2B5EF4-FFF2-40B4-BE49-F238E27FC236}">
                <a16:creationId xmlns:a16="http://schemas.microsoft.com/office/drawing/2014/main" id="{2588B335-02FC-4504-AF46-DF56B2EC52E4}"/>
              </a:ext>
            </a:extLst>
          </p:cNvPr>
          <p:cNvSpPr/>
          <p:nvPr userDrawn="1"/>
        </p:nvSpPr>
        <p:spPr>
          <a:xfrm>
            <a:off x="483010" y="6562504"/>
            <a:ext cx="2287806" cy="231410"/>
          </a:xfrm>
          <a:prstGeom prst="rect">
            <a:avLst/>
          </a:prstGeom>
        </p:spPr>
        <p:txBody>
          <a:bodyPr wrap="none">
            <a:spAutoFit/>
          </a:bodyPr>
          <a:lstStyle/>
          <a:p>
            <a:pPr algn="l"/>
            <a:r>
              <a:rPr lang="en-US" sz="1000" b="1">
                <a:solidFill>
                  <a:schemeClr val="bg1"/>
                </a:solidFill>
              </a:rPr>
              <a:t>CQR |</a:t>
            </a:r>
            <a:r>
              <a:rPr lang="en-US" sz="1000" b="0">
                <a:solidFill>
                  <a:schemeClr val="bg1"/>
                </a:solidFill>
              </a:rPr>
              <a:t> Customer Quality &amp; Reliability</a:t>
            </a:r>
            <a:endParaRPr lang="en-US" sz="1000" b="1">
              <a:solidFill>
                <a:schemeClr val="bg1"/>
              </a:solidFill>
            </a:endParaRPr>
          </a:p>
        </p:txBody>
      </p:sp>
      <p:sp>
        <p:nvSpPr>
          <p:cNvPr id="16" name="Title Text">
            <a:extLst>
              <a:ext uri="{FF2B5EF4-FFF2-40B4-BE49-F238E27FC236}">
                <a16:creationId xmlns:a16="http://schemas.microsoft.com/office/drawing/2014/main" id="{38003A1C-51D1-4427-BFE8-8448E4C61D6B}"/>
              </a:ext>
            </a:extLst>
          </p:cNvPr>
          <p:cNvSpPr txBox="1">
            <a:spLocks noGrp="1"/>
          </p:cNvSpPr>
          <p:nvPr>
            <p:ph type="title" hasCustomPrompt="1"/>
          </p:nvPr>
        </p:nvSpPr>
        <p:spPr>
          <a:xfrm>
            <a:off x="571370" y="2140785"/>
            <a:ext cx="11010816" cy="165168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b" anchorCtr="0">
            <a:noAutofit/>
          </a:bodyPr>
          <a:lstStyle>
            <a:lvl1pPr>
              <a:defRPr sz="3600">
                <a:solidFill>
                  <a:schemeClr val="bg1"/>
                </a:solidFill>
              </a:defRPr>
            </a:lvl1pPr>
          </a:lstStyle>
          <a:p>
            <a:r>
              <a:rPr lang="en-US"/>
              <a:t>Section Break Text Goes Here</a:t>
            </a:r>
          </a:p>
        </p:txBody>
      </p:sp>
      <p:sp>
        <p:nvSpPr>
          <p:cNvPr id="10" name="Text Placeholder 3">
            <a:extLst>
              <a:ext uri="{FF2B5EF4-FFF2-40B4-BE49-F238E27FC236}">
                <a16:creationId xmlns:a16="http://schemas.microsoft.com/office/drawing/2014/main" id="{130F9DFC-5AE2-4BB1-822C-8EAEAE2CA5F2}"/>
              </a:ext>
            </a:extLst>
          </p:cNvPr>
          <p:cNvSpPr>
            <a:spLocks noGrp="1"/>
          </p:cNvSpPr>
          <p:nvPr>
            <p:ph type="body" sz="quarter" idx="29"/>
          </p:nvPr>
        </p:nvSpPr>
        <p:spPr>
          <a:xfrm>
            <a:off x="571500" y="3948942"/>
            <a:ext cx="11022013" cy="438150"/>
          </a:xfrm>
        </p:spPr>
        <p:txBody>
          <a:bodyPr>
            <a:normAutofit/>
          </a:bodyPr>
          <a:lstStyle>
            <a:lvl1pPr marL="0" indent="0">
              <a:buNone/>
              <a:defRPr sz="2000">
                <a:solidFill>
                  <a:schemeClr val="bg1"/>
                </a:solidFill>
                <a:latin typeface="+mn-lt"/>
              </a:defRPr>
            </a:lvl1pPr>
            <a:lvl2pPr marL="228600" indent="0">
              <a:buNone/>
              <a:defRPr/>
            </a:lvl2pPr>
          </a:lstStyle>
          <a:p>
            <a:pPr lvl="0"/>
            <a:r>
              <a:rPr lang="en-US"/>
              <a:t>Click to edit Master text styles</a:t>
            </a:r>
          </a:p>
        </p:txBody>
      </p:sp>
      <p:sp>
        <p:nvSpPr>
          <p:cNvPr id="12" name="Rectangle 11">
            <a:extLst>
              <a:ext uri="{FF2B5EF4-FFF2-40B4-BE49-F238E27FC236}">
                <a16:creationId xmlns:a16="http://schemas.microsoft.com/office/drawing/2014/main" id="{F82519BB-51CE-4A9C-AFEF-514971F5D779}"/>
              </a:ext>
            </a:extLst>
          </p:cNvPr>
          <p:cNvSpPr/>
          <p:nvPr userDrawn="1"/>
        </p:nvSpPr>
        <p:spPr>
          <a:xfrm rot="5400000">
            <a:off x="8758537" y="2978453"/>
            <a:ext cx="6407450" cy="450549"/>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8" name="TextBox 17">
            <a:extLst>
              <a:ext uri="{FF2B5EF4-FFF2-40B4-BE49-F238E27FC236}">
                <a16:creationId xmlns:a16="http://schemas.microsoft.com/office/drawing/2014/main" id="{A0910E25-43C9-4568-960F-11A46A2EFBC1}"/>
              </a:ext>
            </a:extLst>
          </p:cNvPr>
          <p:cNvSpPr txBox="1"/>
          <p:nvPr userDrawn="1"/>
        </p:nvSpPr>
        <p:spPr>
          <a:xfrm>
            <a:off x="11908632" y="6579173"/>
            <a:ext cx="128240" cy="12311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t" anchorCtr="0">
            <a:spAutoFit/>
          </a:bodyPr>
          <a:lstStyle/>
          <a:p>
            <a:pPr marL="0" marR="0" indent="0" algn="ctr" defTabSz="2438338" rtl="0" fontAlgn="auto" latinLnBrk="0" hangingPunct="0">
              <a:lnSpc>
                <a:spcPct val="100000"/>
              </a:lnSpc>
              <a:spcBef>
                <a:spcPts val="0"/>
              </a:spcBef>
              <a:spcAft>
                <a:spcPts val="0"/>
              </a:spcAft>
              <a:buClrTx/>
              <a:buSzTx/>
              <a:buFontTx/>
              <a:buNone/>
              <a:tabLst/>
            </a:pPr>
            <a:fld id="{4F6B73DA-0149-4325-A7B8-AE29BD4BC701}" type="slidenum">
              <a:rPr kumimoji="0" lang="en-US" sz="800" b="0" i="0" u="none" strike="noStrike" cap="none" spc="0" normalizeH="0" baseline="0" smtClean="0">
                <a:ln>
                  <a:noFill/>
                </a:ln>
                <a:solidFill>
                  <a:schemeClr val="bg1"/>
                </a:solidFill>
                <a:effectLst/>
                <a:uFillTx/>
                <a:latin typeface="+mn-lt"/>
                <a:ea typeface="+mn-ea"/>
                <a:cs typeface="+mn-cs"/>
                <a:sym typeface="Helvetica Neue"/>
              </a:rPr>
              <a:pPr marL="0" marR="0" indent="0" algn="ctr" defTabSz="2438338" rtl="0" fontAlgn="auto" latinLnBrk="0" hangingPunct="0">
                <a:lnSpc>
                  <a:spcPct val="100000"/>
                </a:lnSpc>
                <a:spcBef>
                  <a:spcPts val="0"/>
                </a:spcBef>
                <a:spcAft>
                  <a:spcPts val="0"/>
                </a:spcAft>
                <a:buClrTx/>
                <a:buSzTx/>
                <a:buFontTx/>
                <a:buNone/>
                <a:tabLst/>
              </a:pPr>
              <a:t>‹#›</a:t>
            </a:fld>
            <a:endParaRPr kumimoji="0" lang="en-US" sz="800" b="0" i="0" u="none" strike="noStrike" cap="none" spc="0" normalizeH="0" baseline="0" err="1">
              <a:ln>
                <a:noFill/>
              </a:ln>
              <a:solidFill>
                <a:schemeClr val="bg1"/>
              </a:solidFill>
              <a:effectLst/>
              <a:uFillTx/>
              <a:latin typeface="+mn-lt"/>
              <a:ea typeface="+mn-ea"/>
              <a:cs typeface="+mn-cs"/>
              <a:sym typeface="Helvetica Neue"/>
            </a:endParaRPr>
          </a:p>
        </p:txBody>
      </p:sp>
    </p:spTree>
    <p:extLst>
      <p:ext uri="{BB962C8B-B14F-4D97-AF65-F5344CB8AC3E}">
        <p14:creationId xmlns:p14="http://schemas.microsoft.com/office/powerpoint/2010/main" val="1111158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Section Break Light Blue">
    <p:bg>
      <p:bgPr>
        <a:solidFill>
          <a:schemeClr val="accent2">
            <a:lumMod val="75000"/>
          </a:schemeClr>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507A2BC2-9250-4B6C-8674-1CD30F0A349F}"/>
              </a:ext>
            </a:extLst>
          </p:cNvPr>
          <p:cNvSpPr/>
          <p:nvPr userDrawn="1"/>
        </p:nvSpPr>
        <p:spPr>
          <a:xfrm>
            <a:off x="0" y="6407451"/>
            <a:ext cx="11736987" cy="450549"/>
          </a:xfrm>
          <a:prstGeom prst="rect">
            <a:avLst/>
          </a:prstGeom>
          <a:solidFill>
            <a:schemeClr val="accent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4" name="Rectangle 13">
            <a:extLst>
              <a:ext uri="{FF2B5EF4-FFF2-40B4-BE49-F238E27FC236}">
                <a16:creationId xmlns:a16="http://schemas.microsoft.com/office/drawing/2014/main" id="{FE22C60C-8CBC-40B8-ABEA-44BF775A3581}"/>
              </a:ext>
            </a:extLst>
          </p:cNvPr>
          <p:cNvSpPr/>
          <p:nvPr userDrawn="1"/>
        </p:nvSpPr>
        <p:spPr>
          <a:xfrm rot="5400000">
            <a:off x="8758537" y="2978453"/>
            <a:ext cx="6407450" cy="450549"/>
          </a:xfrm>
          <a:prstGeom prst="rect">
            <a:avLst/>
          </a:prstGeom>
          <a:solidFill>
            <a:schemeClr val="accent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pic>
        <p:nvPicPr>
          <p:cNvPr id="862" name="Image" descr="Image"/>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11151433" y="6543018"/>
            <a:ext cx="491250" cy="190501"/>
          </a:xfrm>
          <a:prstGeom prst="rect">
            <a:avLst/>
          </a:prstGeom>
          <a:ln w="12700">
            <a:miter lim="400000"/>
          </a:ln>
        </p:spPr>
      </p:pic>
      <p:sp>
        <p:nvSpPr>
          <p:cNvPr id="866" name="Text"/>
          <p:cNvSpPr txBox="1"/>
          <p:nvPr/>
        </p:nvSpPr>
        <p:spPr>
          <a:xfrm>
            <a:off x="11942955" y="6538004"/>
            <a:ext cx="51361" cy="189796"/>
          </a:xfrm>
          <a:prstGeom prst="rect">
            <a:avLst/>
          </a:prstGeom>
          <a:ln w="12700">
            <a:miter lim="400000"/>
          </a:ln>
        </p:spPr>
        <p:txBody>
          <a:bodyPr wrap="none" lIns="25400" tIns="25400" rIns="25400" bIns="25400" anchor="b">
            <a:spAutoFit/>
          </a:bodyPr>
          <a:lstStyle/>
          <a:p>
            <a:pPr algn="ctr" defTabSz="292100">
              <a:lnSpc>
                <a:spcPct val="100000"/>
              </a:lnSpc>
              <a:spcBef>
                <a:spcPts val="0"/>
              </a:spcBef>
              <a:defRPr sz="1800">
                <a:solidFill>
                  <a:srgbClr val="FFFFFF"/>
                </a:solidFill>
                <a:latin typeface="Intel Clear"/>
                <a:ea typeface="Intel Clear"/>
                <a:cs typeface="Intel Clear"/>
                <a:sym typeface="Intel Clear"/>
              </a:defRPr>
            </a:pPr>
            <a:endParaRPr sz="900"/>
          </a:p>
        </p:txBody>
      </p:sp>
      <p:sp>
        <p:nvSpPr>
          <p:cNvPr id="15" name="Rectangle 14">
            <a:extLst>
              <a:ext uri="{FF2B5EF4-FFF2-40B4-BE49-F238E27FC236}">
                <a16:creationId xmlns:a16="http://schemas.microsoft.com/office/drawing/2014/main" id="{68A864FA-3818-4931-B452-798F1E7F5A67}"/>
              </a:ext>
            </a:extLst>
          </p:cNvPr>
          <p:cNvSpPr/>
          <p:nvPr userDrawn="1"/>
        </p:nvSpPr>
        <p:spPr>
          <a:xfrm>
            <a:off x="4762141" y="6562504"/>
            <a:ext cx="2667718" cy="231410"/>
          </a:xfrm>
          <a:prstGeom prst="rect">
            <a:avLst/>
          </a:prstGeom>
        </p:spPr>
        <p:txBody>
          <a:bodyPr wrap="none">
            <a:spAutoFit/>
          </a:bodyPr>
          <a:lstStyle/>
          <a:p>
            <a:pPr algn="ctr"/>
            <a:r>
              <a:rPr lang="en-US" sz="1000">
                <a:solidFill>
                  <a:schemeClr val="bg1"/>
                </a:solidFill>
              </a:rPr>
              <a:t>Intel Confidential | For use under NDA only</a:t>
            </a:r>
          </a:p>
        </p:txBody>
      </p:sp>
      <p:sp>
        <p:nvSpPr>
          <p:cNvPr id="16" name="Rectangle 15">
            <a:extLst>
              <a:ext uri="{FF2B5EF4-FFF2-40B4-BE49-F238E27FC236}">
                <a16:creationId xmlns:a16="http://schemas.microsoft.com/office/drawing/2014/main" id="{48FC8DFF-85CB-4435-B144-6A1DC4093482}"/>
              </a:ext>
            </a:extLst>
          </p:cNvPr>
          <p:cNvSpPr/>
          <p:nvPr userDrawn="1"/>
        </p:nvSpPr>
        <p:spPr>
          <a:xfrm>
            <a:off x="483010" y="6562504"/>
            <a:ext cx="2287806" cy="231410"/>
          </a:xfrm>
          <a:prstGeom prst="rect">
            <a:avLst/>
          </a:prstGeom>
        </p:spPr>
        <p:txBody>
          <a:bodyPr wrap="none">
            <a:spAutoFit/>
          </a:bodyPr>
          <a:lstStyle/>
          <a:p>
            <a:pPr algn="l"/>
            <a:r>
              <a:rPr lang="en-US" sz="1000" b="1">
                <a:solidFill>
                  <a:schemeClr val="bg1"/>
                </a:solidFill>
              </a:rPr>
              <a:t>CQR |</a:t>
            </a:r>
            <a:r>
              <a:rPr lang="en-US" sz="1000" b="0">
                <a:solidFill>
                  <a:schemeClr val="bg1"/>
                </a:solidFill>
              </a:rPr>
              <a:t> Customer Quality &amp; Reliability</a:t>
            </a:r>
            <a:endParaRPr lang="en-US" sz="1000" b="1">
              <a:solidFill>
                <a:schemeClr val="bg1"/>
              </a:solidFill>
            </a:endParaRPr>
          </a:p>
        </p:txBody>
      </p:sp>
      <p:sp>
        <p:nvSpPr>
          <p:cNvPr id="17" name="Title Text">
            <a:extLst>
              <a:ext uri="{FF2B5EF4-FFF2-40B4-BE49-F238E27FC236}">
                <a16:creationId xmlns:a16="http://schemas.microsoft.com/office/drawing/2014/main" id="{5844F860-03F8-4657-A6E6-4E8919DD4FFF}"/>
              </a:ext>
            </a:extLst>
          </p:cNvPr>
          <p:cNvSpPr txBox="1">
            <a:spLocks noGrp="1"/>
          </p:cNvSpPr>
          <p:nvPr>
            <p:ph type="title" hasCustomPrompt="1"/>
          </p:nvPr>
        </p:nvSpPr>
        <p:spPr>
          <a:xfrm>
            <a:off x="571370" y="2140785"/>
            <a:ext cx="11010816" cy="165168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b" anchorCtr="0">
            <a:noAutofit/>
          </a:bodyPr>
          <a:lstStyle>
            <a:lvl1pPr>
              <a:defRPr sz="3600">
                <a:solidFill>
                  <a:schemeClr val="bg1"/>
                </a:solidFill>
              </a:defRPr>
            </a:lvl1pPr>
          </a:lstStyle>
          <a:p>
            <a:r>
              <a:rPr lang="en-US"/>
              <a:t>Section Break Text Goes Here</a:t>
            </a:r>
          </a:p>
        </p:txBody>
      </p:sp>
      <p:sp>
        <p:nvSpPr>
          <p:cNvPr id="11" name="Text Placeholder 3">
            <a:extLst>
              <a:ext uri="{FF2B5EF4-FFF2-40B4-BE49-F238E27FC236}">
                <a16:creationId xmlns:a16="http://schemas.microsoft.com/office/drawing/2014/main" id="{ADACC9CB-1B2F-42BF-8D9F-62EC595FEA6C}"/>
              </a:ext>
            </a:extLst>
          </p:cNvPr>
          <p:cNvSpPr>
            <a:spLocks noGrp="1"/>
          </p:cNvSpPr>
          <p:nvPr>
            <p:ph type="body" sz="quarter" idx="29"/>
          </p:nvPr>
        </p:nvSpPr>
        <p:spPr>
          <a:xfrm>
            <a:off x="571500" y="3964420"/>
            <a:ext cx="11022013" cy="438150"/>
          </a:xfrm>
        </p:spPr>
        <p:txBody>
          <a:bodyPr>
            <a:normAutofit/>
          </a:bodyPr>
          <a:lstStyle>
            <a:lvl1pPr marL="0" indent="0">
              <a:buNone/>
              <a:defRPr sz="2000">
                <a:solidFill>
                  <a:schemeClr val="bg1"/>
                </a:solidFill>
                <a:latin typeface="+mn-lt"/>
              </a:defRPr>
            </a:lvl1pPr>
            <a:lvl2pPr marL="228600" indent="0">
              <a:buNone/>
              <a:defRPr/>
            </a:lvl2pPr>
          </a:lstStyle>
          <a:p>
            <a:pPr lvl="0"/>
            <a:r>
              <a:rPr lang="en-US"/>
              <a:t>Click to edit Master text styles</a:t>
            </a:r>
          </a:p>
        </p:txBody>
      </p:sp>
      <p:sp>
        <p:nvSpPr>
          <p:cNvPr id="19" name="TextBox 18">
            <a:extLst>
              <a:ext uri="{FF2B5EF4-FFF2-40B4-BE49-F238E27FC236}">
                <a16:creationId xmlns:a16="http://schemas.microsoft.com/office/drawing/2014/main" id="{BC322D61-6126-4319-820C-35616367FA34}"/>
              </a:ext>
            </a:extLst>
          </p:cNvPr>
          <p:cNvSpPr txBox="1"/>
          <p:nvPr userDrawn="1"/>
        </p:nvSpPr>
        <p:spPr>
          <a:xfrm>
            <a:off x="11908632" y="6579173"/>
            <a:ext cx="128240" cy="12311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t" anchorCtr="0">
            <a:spAutoFit/>
          </a:bodyPr>
          <a:lstStyle/>
          <a:p>
            <a:pPr marL="0" marR="0" indent="0" algn="ctr" defTabSz="2438338" rtl="0" fontAlgn="auto" latinLnBrk="0" hangingPunct="0">
              <a:lnSpc>
                <a:spcPct val="100000"/>
              </a:lnSpc>
              <a:spcBef>
                <a:spcPts val="0"/>
              </a:spcBef>
              <a:spcAft>
                <a:spcPts val="0"/>
              </a:spcAft>
              <a:buClrTx/>
              <a:buSzTx/>
              <a:buFontTx/>
              <a:buNone/>
              <a:tabLst/>
            </a:pPr>
            <a:fld id="{4F6B73DA-0149-4325-A7B8-AE29BD4BC701}" type="slidenum">
              <a:rPr kumimoji="0" lang="en-US" sz="800" b="0" i="0" u="none" strike="noStrike" cap="none" spc="0" normalizeH="0" baseline="0" smtClean="0">
                <a:ln>
                  <a:noFill/>
                </a:ln>
                <a:solidFill>
                  <a:schemeClr val="bg1"/>
                </a:solidFill>
                <a:effectLst/>
                <a:uFillTx/>
                <a:latin typeface="+mn-lt"/>
                <a:ea typeface="+mn-ea"/>
                <a:cs typeface="+mn-cs"/>
                <a:sym typeface="Helvetica Neue"/>
              </a:rPr>
              <a:pPr marL="0" marR="0" indent="0" algn="ctr" defTabSz="2438338" rtl="0" fontAlgn="auto" latinLnBrk="0" hangingPunct="0">
                <a:lnSpc>
                  <a:spcPct val="100000"/>
                </a:lnSpc>
                <a:spcBef>
                  <a:spcPts val="0"/>
                </a:spcBef>
                <a:spcAft>
                  <a:spcPts val="0"/>
                </a:spcAft>
                <a:buClrTx/>
                <a:buSzTx/>
                <a:buFontTx/>
                <a:buNone/>
                <a:tabLst/>
              </a:pPr>
              <a:t>‹#›</a:t>
            </a:fld>
            <a:endParaRPr kumimoji="0" lang="en-US" sz="800" b="0" i="0" u="none" strike="noStrike" cap="none" spc="0" normalizeH="0" baseline="0" err="1">
              <a:ln>
                <a:noFill/>
              </a:ln>
              <a:solidFill>
                <a:schemeClr val="bg1"/>
              </a:solidFill>
              <a:effectLst/>
              <a:uFillTx/>
              <a:latin typeface="+mn-lt"/>
              <a:ea typeface="+mn-ea"/>
              <a:cs typeface="+mn-cs"/>
              <a:sym typeface="Helvetica Neue"/>
            </a:endParaRPr>
          </a:p>
        </p:txBody>
      </p:sp>
    </p:spTree>
    <p:extLst>
      <p:ext uri="{BB962C8B-B14F-4D97-AF65-F5344CB8AC3E}">
        <p14:creationId xmlns:p14="http://schemas.microsoft.com/office/powerpoint/2010/main" val="10691302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Title, Sub &amp; Content Blue">
    <p:bg>
      <p:bgPr>
        <a:solidFill>
          <a:schemeClr val="tx2"/>
        </a:solidFill>
        <a:effectLst/>
      </p:bgPr>
    </p:bg>
    <p:spTree>
      <p:nvGrpSpPr>
        <p:cNvPr id="1" name=""/>
        <p:cNvGrpSpPr/>
        <p:nvPr/>
      </p:nvGrpSpPr>
      <p:grpSpPr>
        <a:xfrm>
          <a:off x="0" y="0"/>
          <a:ext cx="0" cy="0"/>
          <a:chOff x="0" y="0"/>
          <a:chExt cx="0" cy="0"/>
        </a:xfrm>
      </p:grpSpPr>
      <p:sp>
        <p:nvSpPr>
          <p:cNvPr id="21" name="Square">
            <a:extLst>
              <a:ext uri="{FF2B5EF4-FFF2-40B4-BE49-F238E27FC236}">
                <a16:creationId xmlns:a16="http://schemas.microsoft.com/office/drawing/2014/main" id="{4C58A6BF-BF0D-4749-B07B-7C0A27747D42}"/>
              </a:ext>
            </a:extLst>
          </p:cNvPr>
          <p:cNvSpPr/>
          <p:nvPr userDrawn="1"/>
        </p:nvSpPr>
        <p:spPr>
          <a:xfrm>
            <a:off x="11741697" y="6405280"/>
            <a:ext cx="450068" cy="450068"/>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697" name="Square"/>
          <p:cNvSpPr/>
          <p:nvPr/>
        </p:nvSpPr>
        <p:spPr>
          <a:xfrm>
            <a:off x="709974" y="2295859"/>
            <a:ext cx="318638" cy="318638"/>
          </a:xfrm>
          <a:prstGeom prst="rect">
            <a:avLst/>
          </a:prstGeom>
          <a:solidFill>
            <a:srgbClr val="00C7FD"/>
          </a:solidFill>
          <a:ln w="12700">
            <a:miter lim="400000"/>
          </a:ln>
        </p:spPr>
        <p:txBody>
          <a:bodyPr lIns="25400" tIns="25400" rIns="25400" bIns="25400" anchor="ctr"/>
          <a:lstStyle/>
          <a:p>
            <a:pPr algn="ctr" defTabSz="412750">
              <a:lnSpc>
                <a:spcPct val="100000"/>
              </a:lnSpc>
              <a:spcBef>
                <a:spcPts val="0"/>
              </a:spcBef>
              <a:defRPr sz="3200">
                <a:solidFill>
                  <a:srgbClr val="0068B5"/>
                </a:solidFill>
                <a:latin typeface="Helvetica Neue Medium"/>
                <a:ea typeface="Helvetica Neue Medium"/>
                <a:cs typeface="Helvetica Neue Medium"/>
                <a:sym typeface="Helvetica Neue Medium"/>
              </a:defRPr>
            </a:pPr>
            <a:endParaRPr sz="1600"/>
          </a:p>
        </p:txBody>
      </p:sp>
      <p:sp>
        <p:nvSpPr>
          <p:cNvPr id="698" name="Square"/>
          <p:cNvSpPr/>
          <p:nvPr/>
        </p:nvSpPr>
        <p:spPr>
          <a:xfrm>
            <a:off x="536812" y="2122317"/>
            <a:ext cx="174318" cy="174318"/>
          </a:xfrm>
          <a:prstGeom prst="rect">
            <a:avLst/>
          </a:prstGeom>
          <a:solidFill>
            <a:srgbClr val="7BDEFF"/>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699" name="Square"/>
          <p:cNvSpPr/>
          <p:nvPr/>
        </p:nvSpPr>
        <p:spPr>
          <a:xfrm>
            <a:off x="709974" y="2023075"/>
            <a:ext cx="98724" cy="98723"/>
          </a:xfrm>
          <a:prstGeom prst="rect">
            <a:avLst/>
          </a:prstGeom>
          <a:solidFill>
            <a:srgbClr val="B4F0FF"/>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700" name="Rectangle"/>
          <p:cNvSpPr/>
          <p:nvPr/>
        </p:nvSpPr>
        <p:spPr>
          <a:xfrm>
            <a:off x="5814183" y="402558"/>
            <a:ext cx="5927511" cy="6003471"/>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pic>
        <p:nvPicPr>
          <p:cNvPr id="705" name="Image" descr="Image"/>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11151433" y="6543018"/>
            <a:ext cx="491250" cy="190501"/>
          </a:xfrm>
          <a:prstGeom prst="rect">
            <a:avLst/>
          </a:prstGeom>
          <a:ln w="12700">
            <a:miter lim="400000"/>
          </a:ln>
        </p:spPr>
      </p:pic>
      <p:sp>
        <p:nvSpPr>
          <p:cNvPr id="13" name="Content Placeholder 2">
            <a:extLst>
              <a:ext uri="{FF2B5EF4-FFF2-40B4-BE49-F238E27FC236}">
                <a16:creationId xmlns:a16="http://schemas.microsoft.com/office/drawing/2014/main" id="{DFE89D76-523B-456C-9EE9-BC9CB964E5C3}"/>
              </a:ext>
            </a:extLst>
          </p:cNvPr>
          <p:cNvSpPr>
            <a:spLocks noGrp="1"/>
          </p:cNvSpPr>
          <p:nvPr>
            <p:ph sz="quarter" idx="27"/>
          </p:nvPr>
        </p:nvSpPr>
        <p:spPr>
          <a:xfrm>
            <a:off x="6394450" y="1974850"/>
            <a:ext cx="4852988" cy="3703638"/>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Rectangle 18">
            <a:extLst>
              <a:ext uri="{FF2B5EF4-FFF2-40B4-BE49-F238E27FC236}">
                <a16:creationId xmlns:a16="http://schemas.microsoft.com/office/drawing/2014/main" id="{D5D8740F-FED9-4D14-9DF3-3BA84ADF820C}"/>
              </a:ext>
            </a:extLst>
          </p:cNvPr>
          <p:cNvSpPr/>
          <p:nvPr userDrawn="1"/>
        </p:nvSpPr>
        <p:spPr>
          <a:xfrm>
            <a:off x="4762141" y="6562504"/>
            <a:ext cx="2667718" cy="231410"/>
          </a:xfrm>
          <a:prstGeom prst="rect">
            <a:avLst/>
          </a:prstGeom>
        </p:spPr>
        <p:txBody>
          <a:bodyPr wrap="none">
            <a:spAutoFit/>
          </a:bodyPr>
          <a:lstStyle/>
          <a:p>
            <a:pPr algn="ctr"/>
            <a:r>
              <a:rPr lang="en-US" sz="1000">
                <a:solidFill>
                  <a:schemeClr val="bg1"/>
                </a:solidFill>
              </a:rPr>
              <a:t>Intel Confidential | For use under NDA only</a:t>
            </a:r>
          </a:p>
        </p:txBody>
      </p:sp>
      <p:sp>
        <p:nvSpPr>
          <p:cNvPr id="20" name="Rectangle 19">
            <a:extLst>
              <a:ext uri="{FF2B5EF4-FFF2-40B4-BE49-F238E27FC236}">
                <a16:creationId xmlns:a16="http://schemas.microsoft.com/office/drawing/2014/main" id="{1DEF55E0-947C-4281-8A2A-E59398C246AB}"/>
              </a:ext>
            </a:extLst>
          </p:cNvPr>
          <p:cNvSpPr/>
          <p:nvPr userDrawn="1"/>
        </p:nvSpPr>
        <p:spPr>
          <a:xfrm>
            <a:off x="483010" y="6562504"/>
            <a:ext cx="2287806" cy="231410"/>
          </a:xfrm>
          <a:prstGeom prst="rect">
            <a:avLst/>
          </a:prstGeom>
        </p:spPr>
        <p:txBody>
          <a:bodyPr wrap="none">
            <a:spAutoFit/>
          </a:bodyPr>
          <a:lstStyle/>
          <a:p>
            <a:pPr algn="l"/>
            <a:r>
              <a:rPr lang="en-US" sz="1000" b="1">
                <a:solidFill>
                  <a:schemeClr val="bg1"/>
                </a:solidFill>
              </a:rPr>
              <a:t>CQR |</a:t>
            </a:r>
            <a:r>
              <a:rPr lang="en-US" sz="1000" b="0">
                <a:solidFill>
                  <a:schemeClr val="bg1"/>
                </a:solidFill>
              </a:rPr>
              <a:t> Customer Quality &amp; Reliability</a:t>
            </a:r>
            <a:endParaRPr lang="en-US" sz="1000" b="1">
              <a:solidFill>
                <a:schemeClr val="bg1"/>
              </a:solidFill>
            </a:endParaRPr>
          </a:p>
        </p:txBody>
      </p:sp>
      <p:sp>
        <p:nvSpPr>
          <p:cNvPr id="23" name="Title Text">
            <a:extLst>
              <a:ext uri="{FF2B5EF4-FFF2-40B4-BE49-F238E27FC236}">
                <a16:creationId xmlns:a16="http://schemas.microsoft.com/office/drawing/2014/main" id="{5F192548-45E5-4F50-A32B-E61F6CFA996F}"/>
              </a:ext>
            </a:extLst>
          </p:cNvPr>
          <p:cNvSpPr txBox="1">
            <a:spLocks noGrp="1"/>
          </p:cNvSpPr>
          <p:nvPr>
            <p:ph type="title" hasCustomPrompt="1"/>
          </p:nvPr>
        </p:nvSpPr>
        <p:spPr>
          <a:xfrm>
            <a:off x="1014757" y="2545222"/>
            <a:ext cx="4785571" cy="249783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t" anchorCtr="0">
            <a:noAutofit/>
          </a:bodyPr>
          <a:lstStyle>
            <a:lvl1pPr>
              <a:defRPr sz="4000">
                <a:solidFill>
                  <a:schemeClr val="bg1"/>
                </a:solidFill>
              </a:defRPr>
            </a:lvl1pPr>
          </a:lstStyle>
          <a:p>
            <a:r>
              <a:rPr lang="en-US"/>
              <a:t>Title Text Goes Here</a:t>
            </a:r>
          </a:p>
        </p:txBody>
      </p:sp>
      <p:sp>
        <p:nvSpPr>
          <p:cNvPr id="14" name="Text Placeholder 3">
            <a:extLst>
              <a:ext uri="{FF2B5EF4-FFF2-40B4-BE49-F238E27FC236}">
                <a16:creationId xmlns:a16="http://schemas.microsoft.com/office/drawing/2014/main" id="{38703551-AC59-4BD9-8B3C-616B6DFB3DB4}"/>
              </a:ext>
            </a:extLst>
          </p:cNvPr>
          <p:cNvSpPr>
            <a:spLocks noGrp="1"/>
          </p:cNvSpPr>
          <p:nvPr>
            <p:ph type="body" sz="quarter" idx="29"/>
          </p:nvPr>
        </p:nvSpPr>
        <p:spPr>
          <a:xfrm>
            <a:off x="6394450" y="740229"/>
            <a:ext cx="4865211" cy="1078146"/>
          </a:xfrm>
        </p:spPr>
        <p:txBody>
          <a:bodyPr anchor="b" anchorCtr="0">
            <a:normAutofit/>
          </a:bodyPr>
          <a:lstStyle>
            <a:lvl1pPr marL="0" indent="0">
              <a:buNone/>
              <a:defRPr sz="3200">
                <a:solidFill>
                  <a:schemeClr val="bg1"/>
                </a:solidFill>
                <a:latin typeface="+mn-lt"/>
              </a:defRPr>
            </a:lvl1pPr>
            <a:lvl2pPr marL="228600" indent="0">
              <a:buNone/>
              <a:defRPr/>
            </a:lvl2pPr>
          </a:lstStyle>
          <a:p>
            <a:pPr lvl="0"/>
            <a:r>
              <a:rPr lang="en-US"/>
              <a:t>Click to edit Master text styles</a:t>
            </a:r>
          </a:p>
        </p:txBody>
      </p:sp>
      <p:sp>
        <p:nvSpPr>
          <p:cNvPr id="16" name="TextBox 15">
            <a:extLst>
              <a:ext uri="{FF2B5EF4-FFF2-40B4-BE49-F238E27FC236}">
                <a16:creationId xmlns:a16="http://schemas.microsoft.com/office/drawing/2014/main" id="{7C211D62-F94A-4E00-8150-1C815DA181BE}"/>
              </a:ext>
            </a:extLst>
          </p:cNvPr>
          <p:cNvSpPr txBox="1"/>
          <p:nvPr userDrawn="1"/>
        </p:nvSpPr>
        <p:spPr>
          <a:xfrm>
            <a:off x="11908632" y="6579173"/>
            <a:ext cx="128240" cy="12311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t" anchorCtr="0">
            <a:spAutoFit/>
          </a:bodyPr>
          <a:lstStyle/>
          <a:p>
            <a:pPr marL="0" marR="0" indent="0" algn="ctr" defTabSz="2438338" rtl="0" fontAlgn="auto" latinLnBrk="0" hangingPunct="0">
              <a:lnSpc>
                <a:spcPct val="100000"/>
              </a:lnSpc>
              <a:spcBef>
                <a:spcPts val="0"/>
              </a:spcBef>
              <a:spcAft>
                <a:spcPts val="0"/>
              </a:spcAft>
              <a:buClrTx/>
              <a:buSzTx/>
              <a:buFontTx/>
              <a:buNone/>
              <a:tabLst/>
            </a:pPr>
            <a:fld id="{4F6B73DA-0149-4325-A7B8-AE29BD4BC701}" type="slidenum">
              <a:rPr kumimoji="0" lang="en-US" sz="800" b="0" i="0" u="none" strike="noStrike" cap="none" spc="0" normalizeH="0" baseline="0" smtClean="0">
                <a:ln>
                  <a:noFill/>
                </a:ln>
                <a:solidFill>
                  <a:schemeClr val="bg1"/>
                </a:solidFill>
                <a:effectLst/>
                <a:uFillTx/>
                <a:latin typeface="+mn-lt"/>
                <a:ea typeface="+mn-ea"/>
                <a:cs typeface="+mn-cs"/>
                <a:sym typeface="Helvetica Neue"/>
              </a:rPr>
              <a:pPr marL="0" marR="0" indent="0" algn="ctr" defTabSz="2438338" rtl="0" fontAlgn="auto" latinLnBrk="0" hangingPunct="0">
                <a:lnSpc>
                  <a:spcPct val="100000"/>
                </a:lnSpc>
                <a:spcBef>
                  <a:spcPts val="0"/>
                </a:spcBef>
                <a:spcAft>
                  <a:spcPts val="0"/>
                </a:spcAft>
                <a:buClrTx/>
                <a:buSzTx/>
                <a:buFontTx/>
                <a:buNone/>
                <a:tabLst/>
              </a:pPr>
              <a:t>‹#›</a:t>
            </a:fld>
            <a:endParaRPr kumimoji="0" lang="en-US" sz="800" b="0" i="0" u="none" strike="noStrike" cap="none" spc="0" normalizeH="0" baseline="0" err="1">
              <a:ln>
                <a:noFill/>
              </a:ln>
              <a:solidFill>
                <a:schemeClr val="bg1"/>
              </a:solidFill>
              <a:effectLst/>
              <a:uFillTx/>
              <a:latin typeface="+mn-lt"/>
              <a:ea typeface="+mn-ea"/>
              <a:cs typeface="+mn-cs"/>
              <a:sym typeface="Helvetica Neue"/>
            </a:endParaRPr>
          </a:p>
        </p:txBody>
      </p:sp>
    </p:spTree>
    <p:extLst>
      <p:ext uri="{BB962C8B-B14F-4D97-AF65-F5344CB8AC3E}">
        <p14:creationId xmlns:p14="http://schemas.microsoft.com/office/powerpoint/2010/main" val="29294011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Title, Sub &amp; Content Blue 2">
    <p:bg>
      <p:bgPr>
        <a:solidFill>
          <a:schemeClr val="tx2"/>
        </a:solidFill>
        <a:effectLst/>
      </p:bgPr>
    </p:bg>
    <p:spTree>
      <p:nvGrpSpPr>
        <p:cNvPr id="1" name=""/>
        <p:cNvGrpSpPr/>
        <p:nvPr/>
      </p:nvGrpSpPr>
      <p:grpSpPr>
        <a:xfrm>
          <a:off x="0" y="0"/>
          <a:ext cx="0" cy="0"/>
          <a:chOff x="0" y="0"/>
          <a:chExt cx="0" cy="0"/>
        </a:xfrm>
      </p:grpSpPr>
      <p:sp>
        <p:nvSpPr>
          <p:cNvPr id="21" name="Square">
            <a:extLst>
              <a:ext uri="{FF2B5EF4-FFF2-40B4-BE49-F238E27FC236}">
                <a16:creationId xmlns:a16="http://schemas.microsoft.com/office/drawing/2014/main" id="{3B808FDC-D2A2-42EB-B356-E69E4A048F8E}"/>
              </a:ext>
            </a:extLst>
          </p:cNvPr>
          <p:cNvSpPr/>
          <p:nvPr userDrawn="1"/>
        </p:nvSpPr>
        <p:spPr>
          <a:xfrm>
            <a:off x="11741697" y="6405280"/>
            <a:ext cx="450068" cy="450068"/>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22" name="Rectangle">
            <a:extLst>
              <a:ext uri="{FF2B5EF4-FFF2-40B4-BE49-F238E27FC236}">
                <a16:creationId xmlns:a16="http://schemas.microsoft.com/office/drawing/2014/main" id="{8A1BD37C-2C85-4873-ABDD-4B358A87ED4B}"/>
              </a:ext>
            </a:extLst>
          </p:cNvPr>
          <p:cNvSpPr/>
          <p:nvPr userDrawn="1"/>
        </p:nvSpPr>
        <p:spPr>
          <a:xfrm>
            <a:off x="5814183" y="402558"/>
            <a:ext cx="5927511" cy="6003471"/>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670" name="Square"/>
          <p:cNvSpPr/>
          <p:nvPr/>
        </p:nvSpPr>
        <p:spPr>
          <a:xfrm>
            <a:off x="707513" y="2295859"/>
            <a:ext cx="318638" cy="318638"/>
          </a:xfrm>
          <a:prstGeom prst="rect">
            <a:avLst/>
          </a:prstGeom>
          <a:solidFill>
            <a:srgbClr val="D9692F"/>
          </a:solidFill>
          <a:ln w="12700">
            <a:miter lim="400000"/>
          </a:ln>
        </p:spPr>
        <p:txBody>
          <a:bodyPr lIns="25400" tIns="25400" rIns="25400" bIns="25400" anchor="ctr"/>
          <a:lstStyle/>
          <a:p>
            <a:pPr algn="ctr" defTabSz="412750">
              <a:lnSpc>
                <a:spcPct val="100000"/>
              </a:lnSpc>
              <a:spcBef>
                <a:spcPts val="0"/>
              </a:spcBef>
              <a:defRPr sz="3200">
                <a:solidFill>
                  <a:srgbClr val="0068B5"/>
                </a:solidFill>
                <a:latin typeface="Helvetica Neue Medium"/>
                <a:ea typeface="Helvetica Neue Medium"/>
                <a:cs typeface="Helvetica Neue Medium"/>
                <a:sym typeface="Helvetica Neue Medium"/>
              </a:defRPr>
            </a:pPr>
            <a:endParaRPr sz="1600"/>
          </a:p>
        </p:txBody>
      </p:sp>
      <p:sp>
        <p:nvSpPr>
          <p:cNvPr id="671" name="Square"/>
          <p:cNvSpPr/>
          <p:nvPr/>
        </p:nvSpPr>
        <p:spPr>
          <a:xfrm>
            <a:off x="533946" y="2122317"/>
            <a:ext cx="174318" cy="174318"/>
          </a:xfrm>
          <a:prstGeom prst="rect">
            <a:avLst/>
          </a:prstGeom>
          <a:solidFill>
            <a:srgbClr val="F6CB4B"/>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672" name="Square"/>
          <p:cNvSpPr/>
          <p:nvPr/>
        </p:nvSpPr>
        <p:spPr>
          <a:xfrm>
            <a:off x="707513" y="2023075"/>
            <a:ext cx="98724" cy="98723"/>
          </a:xfrm>
          <a:prstGeom prst="rect">
            <a:avLst/>
          </a:prstGeom>
          <a:solidFill>
            <a:srgbClr val="D9692F"/>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pic>
        <p:nvPicPr>
          <p:cNvPr id="673" name="Image" descr="Image"/>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11151433" y="6543018"/>
            <a:ext cx="491250" cy="190501"/>
          </a:xfrm>
          <a:prstGeom prst="rect">
            <a:avLst/>
          </a:prstGeom>
          <a:ln w="12700">
            <a:miter lim="400000"/>
          </a:ln>
        </p:spPr>
      </p:pic>
      <p:sp>
        <p:nvSpPr>
          <p:cNvPr id="13" name="Content Placeholder 2">
            <a:extLst>
              <a:ext uri="{FF2B5EF4-FFF2-40B4-BE49-F238E27FC236}">
                <a16:creationId xmlns:a16="http://schemas.microsoft.com/office/drawing/2014/main" id="{25002A24-73D0-4602-A8A1-5D9281BAF934}"/>
              </a:ext>
            </a:extLst>
          </p:cNvPr>
          <p:cNvSpPr>
            <a:spLocks noGrp="1"/>
          </p:cNvSpPr>
          <p:nvPr>
            <p:ph sz="quarter" idx="27"/>
          </p:nvPr>
        </p:nvSpPr>
        <p:spPr>
          <a:xfrm>
            <a:off x="6394450" y="1974850"/>
            <a:ext cx="4852988" cy="3703638"/>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Rectangle 14">
            <a:extLst>
              <a:ext uri="{FF2B5EF4-FFF2-40B4-BE49-F238E27FC236}">
                <a16:creationId xmlns:a16="http://schemas.microsoft.com/office/drawing/2014/main" id="{431659E3-0873-4033-A7E2-31DB4A07B08A}"/>
              </a:ext>
            </a:extLst>
          </p:cNvPr>
          <p:cNvSpPr/>
          <p:nvPr userDrawn="1"/>
        </p:nvSpPr>
        <p:spPr>
          <a:xfrm>
            <a:off x="4762141" y="6562504"/>
            <a:ext cx="2667718" cy="231410"/>
          </a:xfrm>
          <a:prstGeom prst="rect">
            <a:avLst/>
          </a:prstGeom>
        </p:spPr>
        <p:txBody>
          <a:bodyPr wrap="none">
            <a:spAutoFit/>
          </a:bodyPr>
          <a:lstStyle/>
          <a:p>
            <a:pPr algn="ctr"/>
            <a:r>
              <a:rPr lang="en-US" sz="1000">
                <a:solidFill>
                  <a:schemeClr val="bg1"/>
                </a:solidFill>
              </a:rPr>
              <a:t>Intel Confidential | For use under NDA only</a:t>
            </a:r>
          </a:p>
        </p:txBody>
      </p:sp>
      <p:sp>
        <p:nvSpPr>
          <p:cNvPr id="20" name="Rectangle 19">
            <a:extLst>
              <a:ext uri="{FF2B5EF4-FFF2-40B4-BE49-F238E27FC236}">
                <a16:creationId xmlns:a16="http://schemas.microsoft.com/office/drawing/2014/main" id="{C660C086-3964-411C-85AF-F720D5E83519}"/>
              </a:ext>
            </a:extLst>
          </p:cNvPr>
          <p:cNvSpPr/>
          <p:nvPr userDrawn="1"/>
        </p:nvSpPr>
        <p:spPr>
          <a:xfrm>
            <a:off x="483010" y="6562504"/>
            <a:ext cx="2287806" cy="231410"/>
          </a:xfrm>
          <a:prstGeom prst="rect">
            <a:avLst/>
          </a:prstGeom>
        </p:spPr>
        <p:txBody>
          <a:bodyPr wrap="none">
            <a:spAutoFit/>
          </a:bodyPr>
          <a:lstStyle/>
          <a:p>
            <a:pPr algn="l"/>
            <a:r>
              <a:rPr lang="en-US" sz="1000" b="1">
                <a:solidFill>
                  <a:schemeClr val="bg1"/>
                </a:solidFill>
              </a:rPr>
              <a:t>CQR |</a:t>
            </a:r>
            <a:r>
              <a:rPr lang="en-US" sz="1000" b="0">
                <a:solidFill>
                  <a:schemeClr val="bg1"/>
                </a:solidFill>
              </a:rPr>
              <a:t> Customer Quality &amp; Reliability</a:t>
            </a:r>
            <a:endParaRPr lang="en-US" sz="1000" b="1">
              <a:solidFill>
                <a:schemeClr val="bg1"/>
              </a:solidFill>
            </a:endParaRPr>
          </a:p>
        </p:txBody>
      </p:sp>
      <p:sp>
        <p:nvSpPr>
          <p:cNvPr id="25" name="Title Text">
            <a:extLst>
              <a:ext uri="{FF2B5EF4-FFF2-40B4-BE49-F238E27FC236}">
                <a16:creationId xmlns:a16="http://schemas.microsoft.com/office/drawing/2014/main" id="{1F252960-CAAB-483D-8A6A-5882E4B6282A}"/>
              </a:ext>
            </a:extLst>
          </p:cNvPr>
          <p:cNvSpPr txBox="1">
            <a:spLocks noGrp="1"/>
          </p:cNvSpPr>
          <p:nvPr>
            <p:ph type="title" hasCustomPrompt="1"/>
          </p:nvPr>
        </p:nvSpPr>
        <p:spPr>
          <a:xfrm>
            <a:off x="1014757" y="2545222"/>
            <a:ext cx="4785571" cy="249783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t" anchorCtr="0">
            <a:noAutofit/>
          </a:bodyPr>
          <a:lstStyle>
            <a:lvl1pPr>
              <a:defRPr sz="4000">
                <a:solidFill>
                  <a:schemeClr val="bg1"/>
                </a:solidFill>
              </a:defRPr>
            </a:lvl1pPr>
          </a:lstStyle>
          <a:p>
            <a:r>
              <a:rPr lang="en-US"/>
              <a:t>Title Text Goes Here</a:t>
            </a:r>
          </a:p>
        </p:txBody>
      </p:sp>
      <p:sp>
        <p:nvSpPr>
          <p:cNvPr id="14" name="Text Placeholder 3">
            <a:extLst>
              <a:ext uri="{FF2B5EF4-FFF2-40B4-BE49-F238E27FC236}">
                <a16:creationId xmlns:a16="http://schemas.microsoft.com/office/drawing/2014/main" id="{AAFA146E-21CD-4BD6-A89D-E6C5A6850811}"/>
              </a:ext>
            </a:extLst>
          </p:cNvPr>
          <p:cNvSpPr>
            <a:spLocks noGrp="1"/>
          </p:cNvSpPr>
          <p:nvPr>
            <p:ph type="body" sz="quarter" idx="29"/>
          </p:nvPr>
        </p:nvSpPr>
        <p:spPr>
          <a:xfrm>
            <a:off x="6394450" y="740229"/>
            <a:ext cx="4865211" cy="1078146"/>
          </a:xfrm>
        </p:spPr>
        <p:txBody>
          <a:bodyPr anchor="b" anchorCtr="0">
            <a:normAutofit/>
          </a:bodyPr>
          <a:lstStyle>
            <a:lvl1pPr marL="0" indent="0">
              <a:buNone/>
              <a:defRPr sz="3200">
                <a:solidFill>
                  <a:schemeClr val="bg1"/>
                </a:solidFill>
                <a:latin typeface="+mn-lt"/>
              </a:defRPr>
            </a:lvl1pPr>
            <a:lvl2pPr marL="228600" indent="0">
              <a:buNone/>
              <a:defRPr/>
            </a:lvl2pPr>
          </a:lstStyle>
          <a:p>
            <a:pPr lvl="0"/>
            <a:r>
              <a:rPr lang="en-US"/>
              <a:t>Click to edit Master text styles</a:t>
            </a:r>
          </a:p>
        </p:txBody>
      </p:sp>
      <p:sp>
        <p:nvSpPr>
          <p:cNvPr id="17" name="TextBox 16">
            <a:extLst>
              <a:ext uri="{FF2B5EF4-FFF2-40B4-BE49-F238E27FC236}">
                <a16:creationId xmlns:a16="http://schemas.microsoft.com/office/drawing/2014/main" id="{454CF3F3-1402-4F7A-A3B1-C26EAAE58ECC}"/>
              </a:ext>
            </a:extLst>
          </p:cNvPr>
          <p:cNvSpPr txBox="1"/>
          <p:nvPr userDrawn="1"/>
        </p:nvSpPr>
        <p:spPr>
          <a:xfrm>
            <a:off x="11908632" y="6579173"/>
            <a:ext cx="128240" cy="12311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t" anchorCtr="0">
            <a:spAutoFit/>
          </a:bodyPr>
          <a:lstStyle/>
          <a:p>
            <a:pPr marL="0" marR="0" indent="0" algn="ctr" defTabSz="2438338" rtl="0" fontAlgn="auto" latinLnBrk="0" hangingPunct="0">
              <a:lnSpc>
                <a:spcPct val="100000"/>
              </a:lnSpc>
              <a:spcBef>
                <a:spcPts val="0"/>
              </a:spcBef>
              <a:spcAft>
                <a:spcPts val="0"/>
              </a:spcAft>
              <a:buClrTx/>
              <a:buSzTx/>
              <a:buFontTx/>
              <a:buNone/>
              <a:tabLst/>
            </a:pPr>
            <a:fld id="{4F6B73DA-0149-4325-A7B8-AE29BD4BC701}" type="slidenum">
              <a:rPr kumimoji="0" lang="en-US" sz="800" b="0" i="0" u="none" strike="noStrike" cap="none" spc="0" normalizeH="0" baseline="0" smtClean="0">
                <a:ln>
                  <a:noFill/>
                </a:ln>
                <a:solidFill>
                  <a:schemeClr val="bg1"/>
                </a:solidFill>
                <a:effectLst/>
                <a:uFillTx/>
                <a:latin typeface="+mn-lt"/>
                <a:ea typeface="+mn-ea"/>
                <a:cs typeface="+mn-cs"/>
                <a:sym typeface="Helvetica Neue"/>
              </a:rPr>
              <a:pPr marL="0" marR="0" indent="0" algn="ctr" defTabSz="2438338" rtl="0" fontAlgn="auto" latinLnBrk="0" hangingPunct="0">
                <a:lnSpc>
                  <a:spcPct val="100000"/>
                </a:lnSpc>
                <a:spcBef>
                  <a:spcPts val="0"/>
                </a:spcBef>
                <a:spcAft>
                  <a:spcPts val="0"/>
                </a:spcAft>
                <a:buClrTx/>
                <a:buSzTx/>
                <a:buFontTx/>
                <a:buNone/>
                <a:tabLst/>
              </a:pPr>
              <a:t>‹#›</a:t>
            </a:fld>
            <a:endParaRPr kumimoji="0" lang="en-US" sz="800" b="0" i="0" u="none" strike="noStrike" cap="none" spc="0" normalizeH="0" baseline="0" err="1">
              <a:ln>
                <a:noFill/>
              </a:ln>
              <a:solidFill>
                <a:schemeClr val="bg1"/>
              </a:solidFill>
              <a:effectLst/>
              <a:uFillTx/>
              <a:latin typeface="+mn-lt"/>
              <a:ea typeface="+mn-ea"/>
              <a:cs typeface="+mn-cs"/>
              <a:sym typeface="Helvetica Neue"/>
            </a:endParaRPr>
          </a:p>
        </p:txBody>
      </p:sp>
    </p:spTree>
    <p:extLst>
      <p:ext uri="{BB962C8B-B14F-4D97-AF65-F5344CB8AC3E}">
        <p14:creationId xmlns:p14="http://schemas.microsoft.com/office/powerpoint/2010/main" val="12063161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Title, Sub &amp; Content Light Blue">
    <p:bg>
      <p:bgPr>
        <a:solidFill>
          <a:schemeClr val="accent2"/>
        </a:solidFill>
        <a:effectLst/>
      </p:bgPr>
    </p:bg>
    <p:spTree>
      <p:nvGrpSpPr>
        <p:cNvPr id="1" name=""/>
        <p:cNvGrpSpPr/>
        <p:nvPr/>
      </p:nvGrpSpPr>
      <p:grpSpPr>
        <a:xfrm>
          <a:off x="0" y="0"/>
          <a:ext cx="0" cy="0"/>
          <a:chOff x="0" y="0"/>
          <a:chExt cx="0" cy="0"/>
        </a:xfrm>
      </p:grpSpPr>
      <p:sp>
        <p:nvSpPr>
          <p:cNvPr id="20" name="Square">
            <a:extLst>
              <a:ext uri="{FF2B5EF4-FFF2-40B4-BE49-F238E27FC236}">
                <a16:creationId xmlns:a16="http://schemas.microsoft.com/office/drawing/2014/main" id="{FE9A3852-307B-4677-A2E2-D7DC495E366A}"/>
              </a:ext>
            </a:extLst>
          </p:cNvPr>
          <p:cNvSpPr/>
          <p:nvPr userDrawn="1"/>
        </p:nvSpPr>
        <p:spPr>
          <a:xfrm>
            <a:off x="11741697" y="6405280"/>
            <a:ext cx="450068" cy="450068"/>
          </a:xfrm>
          <a:prstGeom prst="rect">
            <a:avLst/>
          </a:prstGeom>
          <a:solidFill>
            <a:schemeClr val="accent2">
              <a:lumMod val="75000"/>
            </a:schemeClr>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21" name="Rectangle">
            <a:extLst>
              <a:ext uri="{FF2B5EF4-FFF2-40B4-BE49-F238E27FC236}">
                <a16:creationId xmlns:a16="http://schemas.microsoft.com/office/drawing/2014/main" id="{1E9FE6C1-27FB-467A-8BF9-B80A0C35FEDB}"/>
              </a:ext>
            </a:extLst>
          </p:cNvPr>
          <p:cNvSpPr/>
          <p:nvPr userDrawn="1"/>
        </p:nvSpPr>
        <p:spPr>
          <a:xfrm>
            <a:off x="5814183" y="402558"/>
            <a:ext cx="5927511" cy="6003471"/>
          </a:xfrm>
          <a:prstGeom prst="rect">
            <a:avLst/>
          </a:prstGeom>
          <a:solidFill>
            <a:schemeClr val="accent2">
              <a:lumMod val="75000"/>
            </a:schemeClr>
          </a:solidFill>
          <a:ln w="12700">
            <a:miter lim="400000"/>
          </a:ln>
        </p:spPr>
        <p:txBody>
          <a:bodyPr lIns="0" tIns="0" rIns="0" bIns="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pic>
        <p:nvPicPr>
          <p:cNvPr id="862" name="Image" descr="Image"/>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11151433" y="6543018"/>
            <a:ext cx="491250" cy="190501"/>
          </a:xfrm>
          <a:prstGeom prst="rect">
            <a:avLst/>
          </a:prstGeom>
          <a:ln w="12700">
            <a:miter lim="400000"/>
          </a:ln>
        </p:spPr>
      </p:pic>
      <p:sp>
        <p:nvSpPr>
          <p:cNvPr id="866" name="Text"/>
          <p:cNvSpPr txBox="1"/>
          <p:nvPr/>
        </p:nvSpPr>
        <p:spPr>
          <a:xfrm>
            <a:off x="11942955" y="6538004"/>
            <a:ext cx="51361" cy="189796"/>
          </a:xfrm>
          <a:prstGeom prst="rect">
            <a:avLst/>
          </a:prstGeom>
          <a:ln w="12700">
            <a:miter lim="400000"/>
          </a:ln>
        </p:spPr>
        <p:txBody>
          <a:bodyPr wrap="none" lIns="25400" tIns="25400" rIns="25400" bIns="25400" anchor="b">
            <a:spAutoFit/>
          </a:bodyPr>
          <a:lstStyle/>
          <a:p>
            <a:pPr algn="ctr" defTabSz="292100">
              <a:lnSpc>
                <a:spcPct val="100000"/>
              </a:lnSpc>
              <a:spcBef>
                <a:spcPts val="0"/>
              </a:spcBef>
              <a:defRPr sz="1800">
                <a:solidFill>
                  <a:srgbClr val="FFFFFF"/>
                </a:solidFill>
                <a:latin typeface="Intel Clear"/>
                <a:ea typeface="Intel Clear"/>
                <a:cs typeface="Intel Clear"/>
                <a:sym typeface="Intel Clear"/>
              </a:defRPr>
            </a:pPr>
            <a:endParaRPr sz="900"/>
          </a:p>
        </p:txBody>
      </p:sp>
      <p:sp>
        <p:nvSpPr>
          <p:cNvPr id="11" name="Square">
            <a:extLst>
              <a:ext uri="{FF2B5EF4-FFF2-40B4-BE49-F238E27FC236}">
                <a16:creationId xmlns:a16="http://schemas.microsoft.com/office/drawing/2014/main" id="{C93C8C2E-66DD-E64F-BD60-42EBDC0E958E}"/>
              </a:ext>
            </a:extLst>
          </p:cNvPr>
          <p:cNvSpPr/>
          <p:nvPr userDrawn="1"/>
        </p:nvSpPr>
        <p:spPr>
          <a:xfrm>
            <a:off x="707513" y="2295859"/>
            <a:ext cx="318638" cy="318638"/>
          </a:xfrm>
          <a:prstGeom prst="rect">
            <a:avLst/>
          </a:prstGeom>
          <a:solidFill>
            <a:srgbClr val="004A86"/>
          </a:solidFill>
          <a:ln w="12700">
            <a:miter lim="400000"/>
          </a:ln>
        </p:spPr>
        <p:txBody>
          <a:bodyPr lIns="25400" tIns="25400" rIns="25400" bIns="25400" anchor="ctr"/>
          <a:lstStyle/>
          <a:p>
            <a:pPr algn="ctr" defTabSz="412750">
              <a:lnSpc>
                <a:spcPct val="100000"/>
              </a:lnSpc>
              <a:spcBef>
                <a:spcPts val="0"/>
              </a:spcBef>
              <a:defRPr sz="3200">
                <a:solidFill>
                  <a:srgbClr val="0068B5"/>
                </a:solidFill>
                <a:latin typeface="Helvetica Neue Medium"/>
                <a:ea typeface="Helvetica Neue Medium"/>
                <a:cs typeface="Helvetica Neue Medium"/>
                <a:sym typeface="Helvetica Neue Medium"/>
              </a:defRPr>
            </a:pPr>
            <a:endParaRPr sz="1600"/>
          </a:p>
        </p:txBody>
      </p:sp>
      <p:sp>
        <p:nvSpPr>
          <p:cNvPr id="12" name="Square">
            <a:extLst>
              <a:ext uri="{FF2B5EF4-FFF2-40B4-BE49-F238E27FC236}">
                <a16:creationId xmlns:a16="http://schemas.microsoft.com/office/drawing/2014/main" id="{85A14FBD-B953-BA4F-8F83-DE73E3C37290}"/>
              </a:ext>
            </a:extLst>
          </p:cNvPr>
          <p:cNvSpPr/>
          <p:nvPr userDrawn="1"/>
        </p:nvSpPr>
        <p:spPr>
          <a:xfrm>
            <a:off x="533946" y="2122317"/>
            <a:ext cx="174318" cy="174318"/>
          </a:xfrm>
          <a:prstGeom prst="rect">
            <a:avLst/>
          </a:prstGeom>
          <a:solidFill>
            <a:srgbClr val="7BDEFF"/>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17" name="Square">
            <a:extLst>
              <a:ext uri="{FF2B5EF4-FFF2-40B4-BE49-F238E27FC236}">
                <a16:creationId xmlns:a16="http://schemas.microsoft.com/office/drawing/2014/main" id="{59044771-2E3B-C941-8593-8E508F542287}"/>
              </a:ext>
            </a:extLst>
          </p:cNvPr>
          <p:cNvSpPr/>
          <p:nvPr userDrawn="1"/>
        </p:nvSpPr>
        <p:spPr>
          <a:xfrm>
            <a:off x="707513" y="2023075"/>
            <a:ext cx="98724" cy="98723"/>
          </a:xfrm>
          <a:prstGeom prst="rect">
            <a:avLst/>
          </a:prstGeom>
          <a:solidFill>
            <a:srgbClr val="B4F0FF"/>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16" name="Content Placeholder 2">
            <a:extLst>
              <a:ext uri="{FF2B5EF4-FFF2-40B4-BE49-F238E27FC236}">
                <a16:creationId xmlns:a16="http://schemas.microsoft.com/office/drawing/2014/main" id="{2093C42A-FAA6-40D8-A663-DDDE456C16CF}"/>
              </a:ext>
            </a:extLst>
          </p:cNvPr>
          <p:cNvSpPr>
            <a:spLocks noGrp="1"/>
          </p:cNvSpPr>
          <p:nvPr>
            <p:ph sz="quarter" idx="27"/>
          </p:nvPr>
        </p:nvSpPr>
        <p:spPr>
          <a:xfrm>
            <a:off x="6394450" y="1974850"/>
            <a:ext cx="4852988" cy="3703638"/>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Rectangle 13">
            <a:extLst>
              <a:ext uri="{FF2B5EF4-FFF2-40B4-BE49-F238E27FC236}">
                <a16:creationId xmlns:a16="http://schemas.microsoft.com/office/drawing/2014/main" id="{5C1E74A4-2107-4448-BA31-9630404A452B}"/>
              </a:ext>
            </a:extLst>
          </p:cNvPr>
          <p:cNvSpPr/>
          <p:nvPr userDrawn="1"/>
        </p:nvSpPr>
        <p:spPr>
          <a:xfrm>
            <a:off x="4762141" y="6562504"/>
            <a:ext cx="2667718" cy="231410"/>
          </a:xfrm>
          <a:prstGeom prst="rect">
            <a:avLst/>
          </a:prstGeom>
        </p:spPr>
        <p:txBody>
          <a:bodyPr wrap="none">
            <a:spAutoFit/>
          </a:bodyPr>
          <a:lstStyle/>
          <a:p>
            <a:pPr algn="ctr"/>
            <a:r>
              <a:rPr lang="en-US" sz="1000">
                <a:solidFill>
                  <a:schemeClr val="bg1"/>
                </a:solidFill>
              </a:rPr>
              <a:t>Intel Confidential | For use under NDA only</a:t>
            </a:r>
          </a:p>
        </p:txBody>
      </p:sp>
      <p:sp>
        <p:nvSpPr>
          <p:cNvPr id="19" name="Rectangle 18">
            <a:extLst>
              <a:ext uri="{FF2B5EF4-FFF2-40B4-BE49-F238E27FC236}">
                <a16:creationId xmlns:a16="http://schemas.microsoft.com/office/drawing/2014/main" id="{1DABA887-D95E-434F-B1E9-73FC7AE8C2A8}"/>
              </a:ext>
            </a:extLst>
          </p:cNvPr>
          <p:cNvSpPr/>
          <p:nvPr userDrawn="1"/>
        </p:nvSpPr>
        <p:spPr>
          <a:xfrm>
            <a:off x="483010" y="6562504"/>
            <a:ext cx="2287806" cy="231410"/>
          </a:xfrm>
          <a:prstGeom prst="rect">
            <a:avLst/>
          </a:prstGeom>
        </p:spPr>
        <p:txBody>
          <a:bodyPr wrap="none">
            <a:spAutoFit/>
          </a:bodyPr>
          <a:lstStyle/>
          <a:p>
            <a:pPr algn="l"/>
            <a:r>
              <a:rPr lang="en-US" sz="1000" b="1">
                <a:solidFill>
                  <a:schemeClr val="bg1"/>
                </a:solidFill>
              </a:rPr>
              <a:t>CQR |</a:t>
            </a:r>
            <a:r>
              <a:rPr lang="en-US" sz="1000" b="0">
                <a:solidFill>
                  <a:schemeClr val="bg1"/>
                </a:solidFill>
              </a:rPr>
              <a:t> Customer Quality &amp; Reliability</a:t>
            </a:r>
            <a:endParaRPr lang="en-US" sz="1000" b="1">
              <a:solidFill>
                <a:schemeClr val="bg1"/>
              </a:solidFill>
            </a:endParaRPr>
          </a:p>
        </p:txBody>
      </p:sp>
      <p:sp>
        <p:nvSpPr>
          <p:cNvPr id="23" name="Title Text">
            <a:extLst>
              <a:ext uri="{FF2B5EF4-FFF2-40B4-BE49-F238E27FC236}">
                <a16:creationId xmlns:a16="http://schemas.microsoft.com/office/drawing/2014/main" id="{5E5861BF-901F-47D4-91BC-0B353503F232}"/>
              </a:ext>
            </a:extLst>
          </p:cNvPr>
          <p:cNvSpPr txBox="1">
            <a:spLocks noGrp="1"/>
          </p:cNvSpPr>
          <p:nvPr>
            <p:ph type="title" hasCustomPrompt="1"/>
          </p:nvPr>
        </p:nvSpPr>
        <p:spPr>
          <a:xfrm>
            <a:off x="1014757" y="2545222"/>
            <a:ext cx="4785571" cy="249783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t" anchorCtr="0">
            <a:noAutofit/>
          </a:bodyPr>
          <a:lstStyle>
            <a:lvl1pPr>
              <a:defRPr sz="4000">
                <a:solidFill>
                  <a:schemeClr val="bg1"/>
                </a:solidFill>
              </a:defRPr>
            </a:lvl1pPr>
          </a:lstStyle>
          <a:p>
            <a:r>
              <a:rPr lang="en-US"/>
              <a:t>Title Text Goes Here</a:t>
            </a:r>
          </a:p>
        </p:txBody>
      </p:sp>
      <p:sp>
        <p:nvSpPr>
          <p:cNvPr id="18" name="Text Placeholder 3">
            <a:extLst>
              <a:ext uri="{FF2B5EF4-FFF2-40B4-BE49-F238E27FC236}">
                <a16:creationId xmlns:a16="http://schemas.microsoft.com/office/drawing/2014/main" id="{3BA33390-07D4-4E2C-BDA6-AE147B9075AE}"/>
              </a:ext>
            </a:extLst>
          </p:cNvPr>
          <p:cNvSpPr>
            <a:spLocks noGrp="1"/>
          </p:cNvSpPr>
          <p:nvPr>
            <p:ph type="body" sz="quarter" idx="29"/>
          </p:nvPr>
        </p:nvSpPr>
        <p:spPr>
          <a:xfrm>
            <a:off x="6394450" y="740229"/>
            <a:ext cx="4865211" cy="1078146"/>
          </a:xfrm>
        </p:spPr>
        <p:txBody>
          <a:bodyPr anchor="b" anchorCtr="0">
            <a:normAutofit/>
          </a:bodyPr>
          <a:lstStyle>
            <a:lvl1pPr marL="0" indent="0">
              <a:buNone/>
              <a:defRPr sz="3200">
                <a:solidFill>
                  <a:schemeClr val="bg1"/>
                </a:solidFill>
                <a:latin typeface="+mn-lt"/>
              </a:defRPr>
            </a:lvl1pPr>
            <a:lvl2pPr marL="228600" indent="0">
              <a:buNone/>
              <a:defRPr/>
            </a:lvl2pPr>
          </a:lstStyle>
          <a:p>
            <a:pPr lvl="0"/>
            <a:r>
              <a:rPr lang="en-US"/>
              <a:t>Click to edit Master text styles</a:t>
            </a:r>
          </a:p>
        </p:txBody>
      </p:sp>
      <p:sp>
        <p:nvSpPr>
          <p:cNvPr id="22" name="TextBox 21">
            <a:extLst>
              <a:ext uri="{FF2B5EF4-FFF2-40B4-BE49-F238E27FC236}">
                <a16:creationId xmlns:a16="http://schemas.microsoft.com/office/drawing/2014/main" id="{5308A50B-73B5-4936-8201-D493E8E2A2DD}"/>
              </a:ext>
            </a:extLst>
          </p:cNvPr>
          <p:cNvSpPr txBox="1"/>
          <p:nvPr userDrawn="1"/>
        </p:nvSpPr>
        <p:spPr>
          <a:xfrm>
            <a:off x="11908632" y="6579173"/>
            <a:ext cx="128240" cy="12311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t" anchorCtr="0">
            <a:spAutoFit/>
          </a:bodyPr>
          <a:lstStyle/>
          <a:p>
            <a:pPr marL="0" marR="0" indent="0" algn="ctr" defTabSz="2438338" rtl="0" fontAlgn="auto" latinLnBrk="0" hangingPunct="0">
              <a:lnSpc>
                <a:spcPct val="100000"/>
              </a:lnSpc>
              <a:spcBef>
                <a:spcPts val="0"/>
              </a:spcBef>
              <a:spcAft>
                <a:spcPts val="0"/>
              </a:spcAft>
              <a:buClrTx/>
              <a:buSzTx/>
              <a:buFontTx/>
              <a:buNone/>
              <a:tabLst/>
            </a:pPr>
            <a:fld id="{4F6B73DA-0149-4325-A7B8-AE29BD4BC701}" type="slidenum">
              <a:rPr kumimoji="0" lang="en-US" sz="800" b="0" i="0" u="none" strike="noStrike" cap="none" spc="0" normalizeH="0" baseline="0" smtClean="0">
                <a:ln>
                  <a:noFill/>
                </a:ln>
                <a:solidFill>
                  <a:schemeClr val="bg1"/>
                </a:solidFill>
                <a:effectLst/>
                <a:uFillTx/>
                <a:latin typeface="+mn-lt"/>
                <a:ea typeface="+mn-ea"/>
                <a:cs typeface="+mn-cs"/>
                <a:sym typeface="Helvetica Neue"/>
              </a:rPr>
              <a:pPr marL="0" marR="0" indent="0" algn="ctr" defTabSz="2438338" rtl="0" fontAlgn="auto" latinLnBrk="0" hangingPunct="0">
                <a:lnSpc>
                  <a:spcPct val="100000"/>
                </a:lnSpc>
                <a:spcBef>
                  <a:spcPts val="0"/>
                </a:spcBef>
                <a:spcAft>
                  <a:spcPts val="0"/>
                </a:spcAft>
                <a:buClrTx/>
                <a:buSzTx/>
                <a:buFontTx/>
                <a:buNone/>
                <a:tabLst/>
              </a:pPr>
              <a:t>‹#›</a:t>
            </a:fld>
            <a:endParaRPr kumimoji="0" lang="en-US" sz="800" b="0" i="0" u="none" strike="noStrike" cap="none" spc="0" normalizeH="0" baseline="0" err="1">
              <a:ln>
                <a:noFill/>
              </a:ln>
              <a:solidFill>
                <a:schemeClr val="bg1"/>
              </a:solidFill>
              <a:effectLst/>
              <a:uFillTx/>
              <a:latin typeface="+mn-lt"/>
              <a:ea typeface="+mn-ea"/>
              <a:cs typeface="+mn-cs"/>
              <a:sym typeface="Helvetica Neue"/>
            </a:endParaRPr>
          </a:p>
        </p:txBody>
      </p:sp>
    </p:spTree>
    <p:extLst>
      <p:ext uri="{BB962C8B-B14F-4D97-AF65-F5344CB8AC3E}">
        <p14:creationId xmlns:p14="http://schemas.microsoft.com/office/powerpoint/2010/main" val="8480091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Sub, Content Gray">
    <p:bg>
      <p:bgPr>
        <a:solidFill>
          <a:schemeClr val="bg1">
            <a:lumMod val="95000"/>
          </a:schemeClr>
        </a:solidFill>
        <a:effectLst/>
      </p:bgPr>
    </p:bg>
    <p:spTree>
      <p:nvGrpSpPr>
        <p:cNvPr id="1" name=""/>
        <p:cNvGrpSpPr/>
        <p:nvPr/>
      </p:nvGrpSpPr>
      <p:grpSpPr>
        <a:xfrm>
          <a:off x="0" y="0"/>
          <a:ext cx="0" cy="0"/>
          <a:chOff x="0" y="0"/>
          <a:chExt cx="0" cy="0"/>
        </a:xfrm>
      </p:grpSpPr>
      <p:sp>
        <p:nvSpPr>
          <p:cNvPr id="12" name="Square">
            <a:extLst>
              <a:ext uri="{FF2B5EF4-FFF2-40B4-BE49-F238E27FC236}">
                <a16:creationId xmlns:a16="http://schemas.microsoft.com/office/drawing/2014/main" id="{55D0C779-F23A-40CE-B4C7-842A10085F59}"/>
              </a:ext>
            </a:extLst>
          </p:cNvPr>
          <p:cNvSpPr/>
          <p:nvPr userDrawn="1"/>
        </p:nvSpPr>
        <p:spPr>
          <a:xfrm>
            <a:off x="11741697" y="6405280"/>
            <a:ext cx="450068" cy="450068"/>
          </a:xfrm>
          <a:prstGeom prst="rect">
            <a:avLst/>
          </a:prstGeom>
          <a:solidFill>
            <a:schemeClr val="bg1"/>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9" name="Rectangle">
            <a:extLst>
              <a:ext uri="{FF2B5EF4-FFF2-40B4-BE49-F238E27FC236}">
                <a16:creationId xmlns:a16="http://schemas.microsoft.com/office/drawing/2014/main" id="{1EFAB719-B3C2-4520-AFF9-4A06F169DB2B}"/>
              </a:ext>
            </a:extLst>
          </p:cNvPr>
          <p:cNvSpPr/>
          <p:nvPr userDrawn="1"/>
        </p:nvSpPr>
        <p:spPr>
          <a:xfrm>
            <a:off x="5814183" y="402558"/>
            <a:ext cx="5927511" cy="6003471"/>
          </a:xfrm>
          <a:prstGeom prst="rect">
            <a:avLst/>
          </a:prstGeom>
          <a:solidFill>
            <a:schemeClr val="bg1"/>
          </a:solidFill>
          <a:ln w="12700">
            <a:miter lim="400000"/>
          </a:ln>
        </p:spPr>
        <p:txBody>
          <a:bodyPr lIns="0" tIns="0" rIns="0" bIns="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511" name="Rectangle"/>
          <p:cNvSpPr/>
          <p:nvPr/>
        </p:nvSpPr>
        <p:spPr>
          <a:xfrm>
            <a:off x="5815052" y="401865"/>
            <a:ext cx="5927511" cy="6003471"/>
          </a:xfrm>
          <a:prstGeom prst="rect">
            <a:avLst/>
          </a:prstGeom>
          <a:solidFill>
            <a:srgbClr val="FFFFFF"/>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10" name="Content Placeholder 2">
            <a:extLst>
              <a:ext uri="{FF2B5EF4-FFF2-40B4-BE49-F238E27FC236}">
                <a16:creationId xmlns:a16="http://schemas.microsoft.com/office/drawing/2014/main" id="{D197FC80-1304-44AF-BD9E-CFB8D3B37C99}"/>
              </a:ext>
            </a:extLst>
          </p:cNvPr>
          <p:cNvSpPr>
            <a:spLocks noGrp="1"/>
          </p:cNvSpPr>
          <p:nvPr>
            <p:ph sz="quarter" idx="27"/>
          </p:nvPr>
        </p:nvSpPr>
        <p:spPr>
          <a:xfrm>
            <a:off x="6394450" y="1974850"/>
            <a:ext cx="4852988" cy="3703638"/>
          </a:xfrm>
        </p:spPr>
        <p:txBody>
          <a:bodyPr/>
          <a:lstStyle>
            <a:lvl1pPr>
              <a:defRPr>
                <a:solidFill>
                  <a:schemeClr val="bg2"/>
                </a:solidFill>
              </a:defRPr>
            </a:lvl1pPr>
            <a:lvl2pPr>
              <a:defRPr>
                <a:solidFill>
                  <a:schemeClr val="bg2"/>
                </a:solidFill>
              </a:defRPr>
            </a:lvl2pPr>
            <a:lvl3pPr>
              <a:defRPr>
                <a:solidFill>
                  <a:schemeClr val="bg2"/>
                </a:solidFill>
              </a:defRPr>
            </a:lvl3pPr>
            <a:lvl4pPr>
              <a:defRPr>
                <a:solidFill>
                  <a:schemeClr val="bg2"/>
                </a:solidFill>
              </a:defRPr>
            </a:lvl4pPr>
            <a:lvl5pPr>
              <a:defRPr>
                <a:solidFill>
                  <a:schemeClr val="bg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Title Text">
            <a:extLst>
              <a:ext uri="{FF2B5EF4-FFF2-40B4-BE49-F238E27FC236}">
                <a16:creationId xmlns:a16="http://schemas.microsoft.com/office/drawing/2014/main" id="{1B60A262-0CE7-4C6B-B734-0B0EA0F1A4A3}"/>
              </a:ext>
            </a:extLst>
          </p:cNvPr>
          <p:cNvSpPr txBox="1">
            <a:spLocks noGrp="1"/>
          </p:cNvSpPr>
          <p:nvPr>
            <p:ph type="title" hasCustomPrompt="1"/>
          </p:nvPr>
        </p:nvSpPr>
        <p:spPr>
          <a:xfrm>
            <a:off x="554183" y="2545222"/>
            <a:ext cx="4765744" cy="249783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t" anchorCtr="0">
            <a:noAutofit/>
          </a:bodyPr>
          <a:lstStyle>
            <a:lvl1pPr>
              <a:defRPr sz="4000">
                <a:solidFill>
                  <a:schemeClr val="bg2"/>
                </a:solidFill>
              </a:defRPr>
            </a:lvl1pPr>
          </a:lstStyle>
          <a:p>
            <a:r>
              <a:rPr lang="en-US"/>
              <a:t>Title Text Goes Here</a:t>
            </a:r>
          </a:p>
        </p:txBody>
      </p:sp>
      <p:sp>
        <p:nvSpPr>
          <p:cNvPr id="11" name="Text Placeholder 3">
            <a:extLst>
              <a:ext uri="{FF2B5EF4-FFF2-40B4-BE49-F238E27FC236}">
                <a16:creationId xmlns:a16="http://schemas.microsoft.com/office/drawing/2014/main" id="{7B80F0DD-816B-4E0B-8C85-8413DB8C70EF}"/>
              </a:ext>
            </a:extLst>
          </p:cNvPr>
          <p:cNvSpPr>
            <a:spLocks noGrp="1"/>
          </p:cNvSpPr>
          <p:nvPr>
            <p:ph type="body" sz="quarter" idx="29"/>
          </p:nvPr>
        </p:nvSpPr>
        <p:spPr>
          <a:xfrm>
            <a:off x="6394450" y="740229"/>
            <a:ext cx="4865211" cy="1078146"/>
          </a:xfrm>
        </p:spPr>
        <p:txBody>
          <a:bodyPr anchor="b" anchorCtr="0">
            <a:normAutofit/>
          </a:bodyPr>
          <a:lstStyle>
            <a:lvl1pPr marL="0" indent="0">
              <a:buNone/>
              <a:defRPr sz="3200">
                <a:solidFill>
                  <a:schemeClr val="bg2"/>
                </a:solidFill>
                <a:latin typeface="+mn-lt"/>
              </a:defRPr>
            </a:lvl1pPr>
            <a:lvl2pPr marL="228600" indent="0">
              <a:buNone/>
              <a:defRPr/>
            </a:lvl2pPr>
          </a:lstStyle>
          <a:p>
            <a:pPr lvl="0"/>
            <a:r>
              <a:rPr lang="en-US"/>
              <a:t>Click to edit Master text styles</a:t>
            </a:r>
          </a:p>
        </p:txBody>
      </p:sp>
      <p:sp>
        <p:nvSpPr>
          <p:cNvPr id="13" name="TextBox 12">
            <a:extLst>
              <a:ext uri="{FF2B5EF4-FFF2-40B4-BE49-F238E27FC236}">
                <a16:creationId xmlns:a16="http://schemas.microsoft.com/office/drawing/2014/main" id="{4578484E-3DC4-4DF6-819B-FDDDA6F166CB}"/>
              </a:ext>
            </a:extLst>
          </p:cNvPr>
          <p:cNvSpPr txBox="1"/>
          <p:nvPr userDrawn="1"/>
        </p:nvSpPr>
        <p:spPr>
          <a:xfrm>
            <a:off x="11908632" y="6579173"/>
            <a:ext cx="128240" cy="12311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t" anchorCtr="0">
            <a:spAutoFit/>
          </a:bodyPr>
          <a:lstStyle/>
          <a:p>
            <a:pPr marL="0" marR="0" indent="0" algn="ctr" defTabSz="2438338" rtl="0" fontAlgn="auto" latinLnBrk="0" hangingPunct="0">
              <a:lnSpc>
                <a:spcPct val="100000"/>
              </a:lnSpc>
              <a:spcBef>
                <a:spcPts val="0"/>
              </a:spcBef>
              <a:spcAft>
                <a:spcPts val="0"/>
              </a:spcAft>
              <a:buClrTx/>
              <a:buSzTx/>
              <a:buFontTx/>
              <a:buNone/>
              <a:tabLst/>
            </a:pPr>
            <a:fld id="{4F6B73DA-0149-4325-A7B8-AE29BD4BC701}" type="slidenum">
              <a:rPr kumimoji="0" lang="en-US" sz="800" b="0" i="0" u="none" strike="noStrike" cap="none" spc="0" normalizeH="0" baseline="0" smtClean="0">
                <a:ln>
                  <a:noFill/>
                </a:ln>
                <a:solidFill>
                  <a:schemeClr val="tx2"/>
                </a:solidFill>
                <a:effectLst/>
                <a:uFillTx/>
                <a:latin typeface="+mn-lt"/>
                <a:ea typeface="+mn-ea"/>
                <a:cs typeface="+mn-cs"/>
                <a:sym typeface="Helvetica Neue"/>
              </a:rPr>
              <a:pPr marL="0" marR="0" indent="0" algn="ctr" defTabSz="2438338" rtl="0" fontAlgn="auto" latinLnBrk="0" hangingPunct="0">
                <a:lnSpc>
                  <a:spcPct val="100000"/>
                </a:lnSpc>
                <a:spcBef>
                  <a:spcPts val="0"/>
                </a:spcBef>
                <a:spcAft>
                  <a:spcPts val="0"/>
                </a:spcAft>
                <a:buClrTx/>
                <a:buSzTx/>
                <a:buFontTx/>
                <a:buNone/>
                <a:tabLst/>
              </a:pPr>
              <a:t>‹#›</a:t>
            </a:fld>
            <a:endParaRPr kumimoji="0" lang="en-US" sz="800" b="0" i="0" u="none" strike="noStrike" cap="none" spc="0" normalizeH="0" baseline="0" err="1">
              <a:ln>
                <a:noFill/>
              </a:ln>
              <a:solidFill>
                <a:schemeClr val="tx2"/>
              </a:solidFill>
              <a:effectLst/>
              <a:uFillTx/>
              <a:latin typeface="+mn-lt"/>
              <a:ea typeface="+mn-ea"/>
              <a:cs typeface="+mn-cs"/>
              <a:sym typeface="Helvetica Neue"/>
            </a:endParaRPr>
          </a:p>
        </p:txBody>
      </p:sp>
    </p:spTree>
    <p:extLst>
      <p:ext uri="{BB962C8B-B14F-4D97-AF65-F5344CB8AC3E}">
        <p14:creationId xmlns:p14="http://schemas.microsoft.com/office/powerpoint/2010/main" val="29496664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Title, Sub &amp; Content Blue 3">
    <p:bg>
      <p:bgPr>
        <a:solidFill>
          <a:schemeClr val="accent1"/>
        </a:solidFill>
        <a:effectLst/>
      </p:bgPr>
    </p:bg>
    <p:spTree>
      <p:nvGrpSpPr>
        <p:cNvPr id="1" name=""/>
        <p:cNvGrpSpPr/>
        <p:nvPr/>
      </p:nvGrpSpPr>
      <p:grpSpPr>
        <a:xfrm>
          <a:off x="0" y="0"/>
          <a:ext cx="0" cy="0"/>
          <a:chOff x="0" y="0"/>
          <a:chExt cx="0" cy="0"/>
        </a:xfrm>
      </p:grpSpPr>
      <p:sp>
        <p:nvSpPr>
          <p:cNvPr id="13" name="Content Placeholder 2">
            <a:extLst>
              <a:ext uri="{FF2B5EF4-FFF2-40B4-BE49-F238E27FC236}">
                <a16:creationId xmlns:a16="http://schemas.microsoft.com/office/drawing/2014/main" id="{DFE89D76-523B-456C-9EE9-BC9CB964E5C3}"/>
              </a:ext>
            </a:extLst>
          </p:cNvPr>
          <p:cNvSpPr>
            <a:spLocks noGrp="1"/>
          </p:cNvSpPr>
          <p:nvPr>
            <p:ph sz="quarter" idx="27"/>
          </p:nvPr>
        </p:nvSpPr>
        <p:spPr>
          <a:xfrm>
            <a:off x="6394450" y="1974850"/>
            <a:ext cx="4852988" cy="3703638"/>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Title Text">
            <a:extLst>
              <a:ext uri="{FF2B5EF4-FFF2-40B4-BE49-F238E27FC236}">
                <a16:creationId xmlns:a16="http://schemas.microsoft.com/office/drawing/2014/main" id="{72D74CEB-BA0A-43F1-82CE-384185B612C9}"/>
              </a:ext>
            </a:extLst>
          </p:cNvPr>
          <p:cNvSpPr txBox="1">
            <a:spLocks noGrp="1"/>
          </p:cNvSpPr>
          <p:nvPr>
            <p:ph type="title" hasCustomPrompt="1"/>
          </p:nvPr>
        </p:nvSpPr>
        <p:spPr>
          <a:xfrm>
            <a:off x="554183" y="2545222"/>
            <a:ext cx="4765744" cy="249783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t" anchorCtr="0">
            <a:noAutofit/>
          </a:bodyPr>
          <a:lstStyle>
            <a:lvl1pPr>
              <a:defRPr sz="4000">
                <a:solidFill>
                  <a:schemeClr val="bg1"/>
                </a:solidFill>
              </a:defRPr>
            </a:lvl1pPr>
          </a:lstStyle>
          <a:p>
            <a:r>
              <a:rPr lang="en-US"/>
              <a:t>Title Text Goes Here</a:t>
            </a:r>
          </a:p>
        </p:txBody>
      </p:sp>
      <p:sp>
        <p:nvSpPr>
          <p:cNvPr id="11" name="Text Placeholder 3">
            <a:extLst>
              <a:ext uri="{FF2B5EF4-FFF2-40B4-BE49-F238E27FC236}">
                <a16:creationId xmlns:a16="http://schemas.microsoft.com/office/drawing/2014/main" id="{50F55EEA-3D90-42F4-B8D0-30E0374D2A5B}"/>
              </a:ext>
            </a:extLst>
          </p:cNvPr>
          <p:cNvSpPr>
            <a:spLocks noGrp="1"/>
          </p:cNvSpPr>
          <p:nvPr>
            <p:ph type="body" sz="quarter" idx="29"/>
          </p:nvPr>
        </p:nvSpPr>
        <p:spPr>
          <a:xfrm>
            <a:off x="6394450" y="740229"/>
            <a:ext cx="4865211" cy="1078146"/>
          </a:xfrm>
        </p:spPr>
        <p:txBody>
          <a:bodyPr anchor="b" anchorCtr="0">
            <a:normAutofit/>
          </a:bodyPr>
          <a:lstStyle>
            <a:lvl1pPr marL="0" indent="0">
              <a:buNone/>
              <a:defRPr sz="3200">
                <a:solidFill>
                  <a:schemeClr val="bg1"/>
                </a:solidFill>
                <a:latin typeface="+mn-lt"/>
              </a:defRPr>
            </a:lvl1pPr>
            <a:lvl2pPr marL="228600" indent="0">
              <a:buNone/>
              <a:defRPr/>
            </a:lvl2pPr>
          </a:lstStyle>
          <a:p>
            <a:pPr lvl="0"/>
            <a:r>
              <a:rPr lang="en-US"/>
              <a:t>Click to edit Master text styles</a:t>
            </a:r>
          </a:p>
        </p:txBody>
      </p:sp>
      <p:sp>
        <p:nvSpPr>
          <p:cNvPr id="12" name="Rectangle 11">
            <a:extLst>
              <a:ext uri="{FF2B5EF4-FFF2-40B4-BE49-F238E27FC236}">
                <a16:creationId xmlns:a16="http://schemas.microsoft.com/office/drawing/2014/main" id="{84CCC3F4-FFF1-4AD9-8605-41A61B8926CF}"/>
              </a:ext>
            </a:extLst>
          </p:cNvPr>
          <p:cNvSpPr/>
          <p:nvPr userDrawn="1"/>
        </p:nvSpPr>
        <p:spPr>
          <a:xfrm>
            <a:off x="0" y="6407451"/>
            <a:ext cx="11736987" cy="450549"/>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4" name="Square">
            <a:extLst>
              <a:ext uri="{FF2B5EF4-FFF2-40B4-BE49-F238E27FC236}">
                <a16:creationId xmlns:a16="http://schemas.microsoft.com/office/drawing/2014/main" id="{C4A06178-9ACC-4082-8329-4A9A59924508}"/>
              </a:ext>
            </a:extLst>
          </p:cNvPr>
          <p:cNvSpPr/>
          <p:nvPr userDrawn="1"/>
        </p:nvSpPr>
        <p:spPr>
          <a:xfrm>
            <a:off x="11741697" y="6407185"/>
            <a:ext cx="450068" cy="450068"/>
          </a:xfrm>
          <a:prstGeom prst="rect">
            <a:avLst/>
          </a:prstGeom>
          <a:solidFill>
            <a:schemeClr val="accent1">
              <a:alpha val="50000"/>
            </a:schemeClr>
          </a:solidFill>
          <a:ln w="12700">
            <a:miter lim="400000"/>
          </a:ln>
        </p:spPr>
        <p:txBody>
          <a:bodyPr lIns="0" tIns="0" rIns="0" bIns="0" anchor="ctr"/>
          <a:lstStyle/>
          <a:p>
            <a:pPr defTabSz="412750">
              <a:defRPr sz="3200">
                <a:solidFill>
                  <a:srgbClr val="026FC5"/>
                </a:solidFill>
                <a:latin typeface="Helvetica Neue Medium"/>
                <a:ea typeface="Helvetica Neue Medium"/>
                <a:cs typeface="Helvetica Neue Medium"/>
                <a:sym typeface="Helvetica Neue Medium"/>
              </a:defRPr>
            </a:pPr>
            <a:endParaRPr sz="1600"/>
          </a:p>
        </p:txBody>
      </p:sp>
      <p:pic>
        <p:nvPicPr>
          <p:cNvPr id="22" name="Image" descr="Image">
            <a:extLst>
              <a:ext uri="{FF2B5EF4-FFF2-40B4-BE49-F238E27FC236}">
                <a16:creationId xmlns:a16="http://schemas.microsoft.com/office/drawing/2014/main" id="{E5997704-33EA-4D7D-8B55-E46DD2216814}"/>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11151433" y="6543018"/>
            <a:ext cx="491250" cy="190501"/>
          </a:xfrm>
          <a:prstGeom prst="rect">
            <a:avLst/>
          </a:prstGeom>
          <a:ln w="12700">
            <a:miter lim="400000"/>
          </a:ln>
        </p:spPr>
      </p:pic>
      <p:sp>
        <p:nvSpPr>
          <p:cNvPr id="23" name="Rectangle 22">
            <a:extLst>
              <a:ext uri="{FF2B5EF4-FFF2-40B4-BE49-F238E27FC236}">
                <a16:creationId xmlns:a16="http://schemas.microsoft.com/office/drawing/2014/main" id="{3C3544D4-6B59-4B11-BC0E-2FD48F693641}"/>
              </a:ext>
            </a:extLst>
          </p:cNvPr>
          <p:cNvSpPr/>
          <p:nvPr userDrawn="1"/>
        </p:nvSpPr>
        <p:spPr>
          <a:xfrm>
            <a:off x="4762141" y="6562504"/>
            <a:ext cx="2667718" cy="231410"/>
          </a:xfrm>
          <a:prstGeom prst="rect">
            <a:avLst/>
          </a:prstGeom>
        </p:spPr>
        <p:txBody>
          <a:bodyPr wrap="none">
            <a:spAutoFit/>
          </a:bodyPr>
          <a:lstStyle/>
          <a:p>
            <a:pPr algn="ctr"/>
            <a:r>
              <a:rPr lang="en-US" sz="1000">
                <a:solidFill>
                  <a:schemeClr val="bg1"/>
                </a:solidFill>
              </a:rPr>
              <a:t>Intel Confidential | For use under NDA only</a:t>
            </a:r>
          </a:p>
        </p:txBody>
      </p:sp>
      <p:sp>
        <p:nvSpPr>
          <p:cNvPr id="24" name="Rectangle 23">
            <a:extLst>
              <a:ext uri="{FF2B5EF4-FFF2-40B4-BE49-F238E27FC236}">
                <a16:creationId xmlns:a16="http://schemas.microsoft.com/office/drawing/2014/main" id="{562FEA03-1122-4C36-ACD1-DA42FB8A03DC}"/>
              </a:ext>
            </a:extLst>
          </p:cNvPr>
          <p:cNvSpPr/>
          <p:nvPr userDrawn="1"/>
        </p:nvSpPr>
        <p:spPr>
          <a:xfrm>
            <a:off x="483010" y="6562504"/>
            <a:ext cx="2287806" cy="231410"/>
          </a:xfrm>
          <a:prstGeom prst="rect">
            <a:avLst/>
          </a:prstGeom>
        </p:spPr>
        <p:txBody>
          <a:bodyPr wrap="none">
            <a:spAutoFit/>
          </a:bodyPr>
          <a:lstStyle/>
          <a:p>
            <a:pPr algn="l"/>
            <a:r>
              <a:rPr lang="en-US" sz="1000" b="1">
                <a:solidFill>
                  <a:schemeClr val="bg1"/>
                </a:solidFill>
              </a:rPr>
              <a:t>CQR |</a:t>
            </a:r>
            <a:r>
              <a:rPr lang="en-US" sz="1000" b="0">
                <a:solidFill>
                  <a:schemeClr val="bg1"/>
                </a:solidFill>
              </a:rPr>
              <a:t> Customer Quality &amp; Reliability</a:t>
            </a:r>
            <a:endParaRPr lang="en-US" sz="1000" b="1">
              <a:solidFill>
                <a:schemeClr val="bg1"/>
              </a:solidFill>
            </a:endParaRPr>
          </a:p>
        </p:txBody>
      </p:sp>
      <p:sp>
        <p:nvSpPr>
          <p:cNvPr id="25" name="Rectangle 24">
            <a:extLst>
              <a:ext uri="{FF2B5EF4-FFF2-40B4-BE49-F238E27FC236}">
                <a16:creationId xmlns:a16="http://schemas.microsoft.com/office/drawing/2014/main" id="{373D4EB9-5CAF-4B81-91EA-AD490D0B13E4}"/>
              </a:ext>
            </a:extLst>
          </p:cNvPr>
          <p:cNvSpPr/>
          <p:nvPr userDrawn="1"/>
        </p:nvSpPr>
        <p:spPr>
          <a:xfrm rot="5400000">
            <a:off x="8758537" y="2978453"/>
            <a:ext cx="6407450" cy="450549"/>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6" name="TextBox 15">
            <a:extLst>
              <a:ext uri="{FF2B5EF4-FFF2-40B4-BE49-F238E27FC236}">
                <a16:creationId xmlns:a16="http://schemas.microsoft.com/office/drawing/2014/main" id="{B747B2F2-98A1-4D62-B433-AFBFF60B6511}"/>
              </a:ext>
            </a:extLst>
          </p:cNvPr>
          <p:cNvSpPr txBox="1"/>
          <p:nvPr userDrawn="1"/>
        </p:nvSpPr>
        <p:spPr>
          <a:xfrm>
            <a:off x="11908632" y="6579173"/>
            <a:ext cx="128240" cy="12311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t" anchorCtr="0">
            <a:spAutoFit/>
          </a:bodyPr>
          <a:lstStyle/>
          <a:p>
            <a:pPr marL="0" marR="0" indent="0" algn="ctr" defTabSz="2438338" rtl="0" fontAlgn="auto" latinLnBrk="0" hangingPunct="0">
              <a:lnSpc>
                <a:spcPct val="100000"/>
              </a:lnSpc>
              <a:spcBef>
                <a:spcPts val="0"/>
              </a:spcBef>
              <a:spcAft>
                <a:spcPts val="0"/>
              </a:spcAft>
              <a:buClrTx/>
              <a:buSzTx/>
              <a:buFontTx/>
              <a:buNone/>
              <a:tabLst/>
            </a:pPr>
            <a:fld id="{4F6B73DA-0149-4325-A7B8-AE29BD4BC701}" type="slidenum">
              <a:rPr kumimoji="0" lang="en-US" sz="800" b="0" i="0" u="none" strike="noStrike" cap="none" spc="0" normalizeH="0" baseline="0" smtClean="0">
                <a:ln>
                  <a:noFill/>
                </a:ln>
                <a:solidFill>
                  <a:schemeClr val="bg1"/>
                </a:solidFill>
                <a:effectLst/>
                <a:uFillTx/>
                <a:latin typeface="+mn-lt"/>
                <a:ea typeface="+mn-ea"/>
                <a:cs typeface="+mn-cs"/>
                <a:sym typeface="Helvetica Neue"/>
              </a:rPr>
              <a:pPr marL="0" marR="0" indent="0" algn="ctr" defTabSz="2438338" rtl="0" fontAlgn="auto" latinLnBrk="0" hangingPunct="0">
                <a:lnSpc>
                  <a:spcPct val="100000"/>
                </a:lnSpc>
                <a:spcBef>
                  <a:spcPts val="0"/>
                </a:spcBef>
                <a:spcAft>
                  <a:spcPts val="0"/>
                </a:spcAft>
                <a:buClrTx/>
                <a:buSzTx/>
                <a:buFontTx/>
                <a:buNone/>
                <a:tabLst/>
              </a:pPr>
              <a:t>‹#›</a:t>
            </a:fld>
            <a:endParaRPr kumimoji="0" lang="en-US" sz="800" b="0" i="0" u="none" strike="noStrike" cap="none" spc="0" normalizeH="0" baseline="0" err="1">
              <a:ln>
                <a:noFill/>
              </a:ln>
              <a:solidFill>
                <a:schemeClr val="bg1"/>
              </a:solidFill>
              <a:effectLst/>
              <a:uFillTx/>
              <a:latin typeface="+mn-lt"/>
              <a:ea typeface="+mn-ea"/>
              <a:cs typeface="+mn-cs"/>
              <a:sym typeface="Helvetica Neue"/>
            </a:endParaRPr>
          </a:p>
        </p:txBody>
      </p:sp>
    </p:spTree>
    <p:extLst>
      <p:ext uri="{BB962C8B-B14F-4D97-AF65-F5344CB8AC3E}">
        <p14:creationId xmlns:p14="http://schemas.microsoft.com/office/powerpoint/2010/main" val="27213944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Title, Sub &amp; Content Light Blue 2">
    <p:bg>
      <p:bgPr>
        <a:solidFill>
          <a:schemeClr val="accent2">
            <a:lumMod val="75000"/>
          </a:schemeClr>
        </a:solidFill>
        <a:effectLst/>
      </p:bgPr>
    </p:bg>
    <p:spTree>
      <p:nvGrpSpPr>
        <p:cNvPr id="1" name=""/>
        <p:cNvGrpSpPr/>
        <p:nvPr/>
      </p:nvGrpSpPr>
      <p:grpSpPr>
        <a:xfrm>
          <a:off x="0" y="0"/>
          <a:ext cx="0" cy="0"/>
          <a:chOff x="0" y="0"/>
          <a:chExt cx="0" cy="0"/>
        </a:xfrm>
      </p:grpSpPr>
      <p:sp>
        <p:nvSpPr>
          <p:cNvPr id="16" name="Content Placeholder 2">
            <a:extLst>
              <a:ext uri="{FF2B5EF4-FFF2-40B4-BE49-F238E27FC236}">
                <a16:creationId xmlns:a16="http://schemas.microsoft.com/office/drawing/2014/main" id="{2093C42A-FAA6-40D8-A663-DDDE456C16CF}"/>
              </a:ext>
            </a:extLst>
          </p:cNvPr>
          <p:cNvSpPr>
            <a:spLocks noGrp="1"/>
          </p:cNvSpPr>
          <p:nvPr>
            <p:ph sz="quarter" idx="27"/>
          </p:nvPr>
        </p:nvSpPr>
        <p:spPr>
          <a:xfrm>
            <a:off x="6394450" y="1974850"/>
            <a:ext cx="4852988" cy="3703638"/>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Title Text">
            <a:extLst>
              <a:ext uri="{FF2B5EF4-FFF2-40B4-BE49-F238E27FC236}">
                <a16:creationId xmlns:a16="http://schemas.microsoft.com/office/drawing/2014/main" id="{6A03358B-3D25-4A6D-85E6-54F235A943A8}"/>
              </a:ext>
            </a:extLst>
          </p:cNvPr>
          <p:cNvSpPr txBox="1">
            <a:spLocks noGrp="1"/>
          </p:cNvSpPr>
          <p:nvPr>
            <p:ph type="title" hasCustomPrompt="1"/>
          </p:nvPr>
        </p:nvSpPr>
        <p:spPr>
          <a:xfrm>
            <a:off x="554183" y="2545222"/>
            <a:ext cx="4765744" cy="249783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t" anchorCtr="0">
            <a:noAutofit/>
          </a:bodyPr>
          <a:lstStyle>
            <a:lvl1pPr>
              <a:defRPr sz="4000">
                <a:solidFill>
                  <a:schemeClr val="bg1"/>
                </a:solidFill>
              </a:defRPr>
            </a:lvl1pPr>
          </a:lstStyle>
          <a:p>
            <a:r>
              <a:rPr lang="en-US"/>
              <a:t>Title Text Goes Here</a:t>
            </a:r>
          </a:p>
        </p:txBody>
      </p:sp>
      <p:sp>
        <p:nvSpPr>
          <p:cNvPr id="12" name="Text Placeholder 3">
            <a:extLst>
              <a:ext uri="{FF2B5EF4-FFF2-40B4-BE49-F238E27FC236}">
                <a16:creationId xmlns:a16="http://schemas.microsoft.com/office/drawing/2014/main" id="{F8EBE803-6659-42A1-A094-94B9EF7ABC2F}"/>
              </a:ext>
            </a:extLst>
          </p:cNvPr>
          <p:cNvSpPr>
            <a:spLocks noGrp="1"/>
          </p:cNvSpPr>
          <p:nvPr>
            <p:ph type="body" sz="quarter" idx="29"/>
          </p:nvPr>
        </p:nvSpPr>
        <p:spPr>
          <a:xfrm>
            <a:off x="6394450" y="740229"/>
            <a:ext cx="4865211" cy="1078146"/>
          </a:xfrm>
        </p:spPr>
        <p:txBody>
          <a:bodyPr anchor="b" anchorCtr="0">
            <a:normAutofit/>
          </a:bodyPr>
          <a:lstStyle>
            <a:lvl1pPr marL="0" indent="0">
              <a:buNone/>
              <a:defRPr sz="3200">
                <a:solidFill>
                  <a:schemeClr val="bg1"/>
                </a:solidFill>
                <a:latin typeface="+mn-lt"/>
              </a:defRPr>
            </a:lvl1pPr>
            <a:lvl2pPr marL="228600" indent="0">
              <a:buNone/>
              <a:defRPr/>
            </a:lvl2pPr>
          </a:lstStyle>
          <a:p>
            <a:pPr lvl="0"/>
            <a:r>
              <a:rPr lang="en-US"/>
              <a:t>Click to edit Master text styles</a:t>
            </a:r>
          </a:p>
        </p:txBody>
      </p:sp>
      <p:sp>
        <p:nvSpPr>
          <p:cNvPr id="15" name="Rectangle 14">
            <a:extLst>
              <a:ext uri="{FF2B5EF4-FFF2-40B4-BE49-F238E27FC236}">
                <a16:creationId xmlns:a16="http://schemas.microsoft.com/office/drawing/2014/main" id="{DC0D4B91-0BAF-46EC-9A7C-9D57C3224A9C}"/>
              </a:ext>
            </a:extLst>
          </p:cNvPr>
          <p:cNvSpPr/>
          <p:nvPr userDrawn="1"/>
        </p:nvSpPr>
        <p:spPr>
          <a:xfrm>
            <a:off x="0" y="6407451"/>
            <a:ext cx="11736987" cy="450549"/>
          </a:xfrm>
          <a:prstGeom prst="rect">
            <a:avLst/>
          </a:prstGeom>
          <a:solidFill>
            <a:schemeClr val="accent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pic>
        <p:nvPicPr>
          <p:cNvPr id="18" name="Image" descr="Image">
            <a:extLst>
              <a:ext uri="{FF2B5EF4-FFF2-40B4-BE49-F238E27FC236}">
                <a16:creationId xmlns:a16="http://schemas.microsoft.com/office/drawing/2014/main" id="{2F70C4FC-7A21-4AFA-8998-5EAB2E19CBCA}"/>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11151433" y="6543018"/>
            <a:ext cx="491250" cy="190501"/>
          </a:xfrm>
          <a:prstGeom prst="rect">
            <a:avLst/>
          </a:prstGeom>
          <a:ln w="12700">
            <a:miter lim="400000"/>
          </a:ln>
        </p:spPr>
      </p:pic>
      <p:sp>
        <p:nvSpPr>
          <p:cNvPr id="22" name="Rectangle 21">
            <a:extLst>
              <a:ext uri="{FF2B5EF4-FFF2-40B4-BE49-F238E27FC236}">
                <a16:creationId xmlns:a16="http://schemas.microsoft.com/office/drawing/2014/main" id="{8D716FF7-59F9-414F-85CD-8E23360D2B4C}"/>
              </a:ext>
            </a:extLst>
          </p:cNvPr>
          <p:cNvSpPr/>
          <p:nvPr userDrawn="1"/>
        </p:nvSpPr>
        <p:spPr>
          <a:xfrm>
            <a:off x="4762141" y="6562504"/>
            <a:ext cx="2667718" cy="231410"/>
          </a:xfrm>
          <a:prstGeom prst="rect">
            <a:avLst/>
          </a:prstGeom>
        </p:spPr>
        <p:txBody>
          <a:bodyPr wrap="none">
            <a:spAutoFit/>
          </a:bodyPr>
          <a:lstStyle/>
          <a:p>
            <a:pPr algn="ctr"/>
            <a:r>
              <a:rPr lang="en-US" sz="1000">
                <a:solidFill>
                  <a:schemeClr val="bg1"/>
                </a:solidFill>
              </a:rPr>
              <a:t>Intel Confidential | For use under NDA only</a:t>
            </a:r>
          </a:p>
        </p:txBody>
      </p:sp>
      <p:sp>
        <p:nvSpPr>
          <p:cNvPr id="24" name="Rectangle 23">
            <a:extLst>
              <a:ext uri="{FF2B5EF4-FFF2-40B4-BE49-F238E27FC236}">
                <a16:creationId xmlns:a16="http://schemas.microsoft.com/office/drawing/2014/main" id="{AD4273EB-E90B-42F7-8CE9-6A1713A08CA3}"/>
              </a:ext>
            </a:extLst>
          </p:cNvPr>
          <p:cNvSpPr/>
          <p:nvPr userDrawn="1"/>
        </p:nvSpPr>
        <p:spPr>
          <a:xfrm>
            <a:off x="483010" y="6562504"/>
            <a:ext cx="2287806" cy="231410"/>
          </a:xfrm>
          <a:prstGeom prst="rect">
            <a:avLst/>
          </a:prstGeom>
        </p:spPr>
        <p:txBody>
          <a:bodyPr wrap="none">
            <a:spAutoFit/>
          </a:bodyPr>
          <a:lstStyle/>
          <a:p>
            <a:pPr algn="l"/>
            <a:r>
              <a:rPr lang="en-US" sz="1000" b="1">
                <a:solidFill>
                  <a:schemeClr val="bg1"/>
                </a:solidFill>
              </a:rPr>
              <a:t>CQR |</a:t>
            </a:r>
            <a:r>
              <a:rPr lang="en-US" sz="1000" b="0">
                <a:solidFill>
                  <a:schemeClr val="bg1"/>
                </a:solidFill>
              </a:rPr>
              <a:t> Customer Quality &amp; Reliability</a:t>
            </a:r>
            <a:endParaRPr lang="en-US" sz="1000" b="1">
              <a:solidFill>
                <a:schemeClr val="bg1"/>
              </a:solidFill>
            </a:endParaRPr>
          </a:p>
        </p:txBody>
      </p:sp>
      <p:sp>
        <p:nvSpPr>
          <p:cNvPr id="25" name="Rectangle 24">
            <a:extLst>
              <a:ext uri="{FF2B5EF4-FFF2-40B4-BE49-F238E27FC236}">
                <a16:creationId xmlns:a16="http://schemas.microsoft.com/office/drawing/2014/main" id="{F98FFA5B-1C6A-486A-A0FE-02206FCDC54A}"/>
              </a:ext>
            </a:extLst>
          </p:cNvPr>
          <p:cNvSpPr/>
          <p:nvPr userDrawn="1"/>
        </p:nvSpPr>
        <p:spPr>
          <a:xfrm rot="5400000">
            <a:off x="8758537" y="2978453"/>
            <a:ext cx="6407450" cy="450549"/>
          </a:xfrm>
          <a:prstGeom prst="rect">
            <a:avLst/>
          </a:prstGeom>
          <a:solidFill>
            <a:schemeClr val="accent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3" name="TextBox 12">
            <a:extLst>
              <a:ext uri="{FF2B5EF4-FFF2-40B4-BE49-F238E27FC236}">
                <a16:creationId xmlns:a16="http://schemas.microsoft.com/office/drawing/2014/main" id="{2F293A02-6BD2-4820-81BD-F9A1B072F1EB}"/>
              </a:ext>
            </a:extLst>
          </p:cNvPr>
          <p:cNvSpPr txBox="1"/>
          <p:nvPr userDrawn="1"/>
        </p:nvSpPr>
        <p:spPr>
          <a:xfrm>
            <a:off x="11908632" y="6579173"/>
            <a:ext cx="128240" cy="12311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t" anchorCtr="0">
            <a:spAutoFit/>
          </a:bodyPr>
          <a:lstStyle/>
          <a:p>
            <a:pPr marL="0" marR="0" indent="0" algn="ctr" defTabSz="2438338" rtl="0" fontAlgn="auto" latinLnBrk="0" hangingPunct="0">
              <a:lnSpc>
                <a:spcPct val="100000"/>
              </a:lnSpc>
              <a:spcBef>
                <a:spcPts val="0"/>
              </a:spcBef>
              <a:spcAft>
                <a:spcPts val="0"/>
              </a:spcAft>
              <a:buClrTx/>
              <a:buSzTx/>
              <a:buFontTx/>
              <a:buNone/>
              <a:tabLst/>
            </a:pPr>
            <a:fld id="{4F6B73DA-0149-4325-A7B8-AE29BD4BC701}" type="slidenum">
              <a:rPr kumimoji="0" lang="en-US" sz="800" b="0" i="0" u="none" strike="noStrike" cap="none" spc="0" normalizeH="0" baseline="0" smtClean="0">
                <a:ln>
                  <a:noFill/>
                </a:ln>
                <a:solidFill>
                  <a:schemeClr val="bg1"/>
                </a:solidFill>
                <a:effectLst/>
                <a:uFillTx/>
                <a:latin typeface="+mn-lt"/>
                <a:ea typeface="+mn-ea"/>
                <a:cs typeface="+mn-cs"/>
                <a:sym typeface="Helvetica Neue"/>
              </a:rPr>
              <a:pPr marL="0" marR="0" indent="0" algn="ctr" defTabSz="2438338" rtl="0" fontAlgn="auto" latinLnBrk="0" hangingPunct="0">
                <a:lnSpc>
                  <a:spcPct val="100000"/>
                </a:lnSpc>
                <a:spcBef>
                  <a:spcPts val="0"/>
                </a:spcBef>
                <a:spcAft>
                  <a:spcPts val="0"/>
                </a:spcAft>
                <a:buClrTx/>
                <a:buSzTx/>
                <a:buFontTx/>
                <a:buNone/>
                <a:tabLst/>
              </a:pPr>
              <a:t>‹#›</a:t>
            </a:fld>
            <a:endParaRPr kumimoji="0" lang="en-US" sz="800" b="0" i="0" u="none" strike="noStrike" cap="none" spc="0" normalizeH="0" baseline="0" err="1">
              <a:ln>
                <a:noFill/>
              </a:ln>
              <a:solidFill>
                <a:schemeClr val="bg1"/>
              </a:solidFill>
              <a:effectLst/>
              <a:uFillTx/>
              <a:latin typeface="+mn-lt"/>
              <a:ea typeface="+mn-ea"/>
              <a:cs typeface="+mn-cs"/>
              <a:sym typeface="Helvetica Neue"/>
            </a:endParaRPr>
          </a:p>
        </p:txBody>
      </p:sp>
    </p:spTree>
    <p:extLst>
      <p:ext uri="{BB962C8B-B14F-4D97-AF65-F5344CB8AC3E}">
        <p14:creationId xmlns:p14="http://schemas.microsoft.com/office/powerpoint/2010/main" val="12754727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amp; Sub White">
    <p:spTree>
      <p:nvGrpSpPr>
        <p:cNvPr id="1" name=""/>
        <p:cNvGrpSpPr/>
        <p:nvPr/>
      </p:nvGrpSpPr>
      <p:grpSpPr>
        <a:xfrm>
          <a:off x="0" y="0"/>
          <a:ext cx="0" cy="0"/>
          <a:chOff x="0" y="0"/>
          <a:chExt cx="0" cy="0"/>
        </a:xfrm>
      </p:grpSpPr>
      <p:graphicFrame>
        <p:nvGraphicFramePr>
          <p:cNvPr id="13" name="Chart 5">
            <a:extLst>
              <a:ext uri="{FF2B5EF4-FFF2-40B4-BE49-F238E27FC236}">
                <a16:creationId xmlns:a16="http://schemas.microsoft.com/office/drawing/2014/main" id="{F0529FEA-BEC4-644C-94EE-601D5BED26F3}"/>
              </a:ext>
            </a:extLst>
          </p:cNvPr>
          <p:cNvGraphicFramePr/>
          <p:nvPr userDrawn="1">
            <p:extLst>
              <p:ext uri="{D42A27DB-BD31-4B8C-83A1-F6EECF244321}">
                <p14:modId xmlns:p14="http://schemas.microsoft.com/office/powerpoint/2010/main" val="680995965"/>
              </p:ext>
            </p:extLst>
          </p:nvPr>
        </p:nvGraphicFramePr>
        <p:xfrm>
          <a:off x="7201593" y="1799047"/>
          <a:ext cx="3472287" cy="4025676"/>
        </p:xfrm>
        <a:graphic>
          <a:graphicData uri="http://schemas.openxmlformats.org/drawingml/2006/chart">
            <c:chart xmlns:c="http://schemas.openxmlformats.org/drawingml/2006/chart" xmlns:r="http://schemas.openxmlformats.org/officeDocument/2006/relationships" r:id="rId2"/>
          </a:graphicData>
        </a:graphic>
      </p:graphicFrame>
      <p:sp>
        <p:nvSpPr>
          <p:cNvPr id="10" name="Title Text">
            <a:extLst>
              <a:ext uri="{FF2B5EF4-FFF2-40B4-BE49-F238E27FC236}">
                <a16:creationId xmlns:a16="http://schemas.microsoft.com/office/drawing/2014/main" id="{0EA1A176-5931-41CA-86D5-15FC4398AA40}"/>
              </a:ext>
            </a:extLst>
          </p:cNvPr>
          <p:cNvSpPr txBox="1">
            <a:spLocks noGrp="1"/>
          </p:cNvSpPr>
          <p:nvPr>
            <p:ph type="title" hasCustomPrompt="1"/>
          </p:nvPr>
        </p:nvSpPr>
        <p:spPr>
          <a:xfrm>
            <a:off x="1444480" y="1917036"/>
            <a:ext cx="9303040" cy="30239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nchorCtr="0">
            <a:noAutofit/>
          </a:bodyPr>
          <a:lstStyle>
            <a:lvl1pPr algn="ctr">
              <a:defRPr sz="4800">
                <a:solidFill>
                  <a:schemeClr val="accent1"/>
                </a:solidFill>
              </a:defRPr>
            </a:lvl1pPr>
          </a:lstStyle>
          <a:p>
            <a:r>
              <a:rPr lang="en-US"/>
              <a:t>48pt Intel Clear Light Body. For content that is not a section, but has a big idea in text only.</a:t>
            </a:r>
          </a:p>
        </p:txBody>
      </p:sp>
      <p:sp>
        <p:nvSpPr>
          <p:cNvPr id="8" name="Rectangle 7">
            <a:extLst>
              <a:ext uri="{FF2B5EF4-FFF2-40B4-BE49-F238E27FC236}">
                <a16:creationId xmlns:a16="http://schemas.microsoft.com/office/drawing/2014/main" id="{597652EB-8B2D-46CC-B147-89A4C26A2D8F}"/>
              </a:ext>
            </a:extLst>
          </p:cNvPr>
          <p:cNvSpPr/>
          <p:nvPr userDrawn="1"/>
        </p:nvSpPr>
        <p:spPr>
          <a:xfrm>
            <a:off x="0" y="0"/>
            <a:ext cx="11736987" cy="450549"/>
          </a:xfrm>
          <a:prstGeom prst="rect">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9" name="Rectangle 8">
            <a:extLst>
              <a:ext uri="{FF2B5EF4-FFF2-40B4-BE49-F238E27FC236}">
                <a16:creationId xmlns:a16="http://schemas.microsoft.com/office/drawing/2014/main" id="{571A480A-B7B4-498C-9868-A91E2651D429}"/>
              </a:ext>
            </a:extLst>
          </p:cNvPr>
          <p:cNvSpPr/>
          <p:nvPr userDrawn="1"/>
        </p:nvSpPr>
        <p:spPr>
          <a:xfrm rot="5400000">
            <a:off x="-2978450" y="2978453"/>
            <a:ext cx="6407450" cy="450549"/>
          </a:xfrm>
          <a:prstGeom prst="rect">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Tree>
    <p:extLst>
      <p:ext uri="{BB962C8B-B14F-4D97-AF65-F5344CB8AC3E}">
        <p14:creationId xmlns:p14="http://schemas.microsoft.com/office/powerpoint/2010/main" val="25111878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Title &amp; Sub Blue">
    <p:bg>
      <p:bgPr>
        <a:solidFill>
          <a:schemeClr val="tx2"/>
        </a:solidFill>
        <a:effectLst/>
      </p:bgPr>
    </p:bg>
    <p:spTree>
      <p:nvGrpSpPr>
        <p:cNvPr id="1" name=""/>
        <p:cNvGrpSpPr/>
        <p:nvPr/>
      </p:nvGrpSpPr>
      <p:grpSpPr>
        <a:xfrm>
          <a:off x="0" y="0"/>
          <a:ext cx="0" cy="0"/>
          <a:chOff x="0" y="0"/>
          <a:chExt cx="0" cy="0"/>
        </a:xfrm>
      </p:grpSpPr>
      <p:sp>
        <p:nvSpPr>
          <p:cNvPr id="860" name="Rectangle"/>
          <p:cNvSpPr/>
          <p:nvPr userDrawn="1"/>
        </p:nvSpPr>
        <p:spPr>
          <a:xfrm>
            <a:off x="471054" y="464127"/>
            <a:ext cx="11272494" cy="5944838"/>
          </a:xfrm>
          <a:prstGeom prst="rect">
            <a:avLst/>
          </a:prstGeom>
          <a:solidFill>
            <a:schemeClr val="accent1"/>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861" name="Square"/>
          <p:cNvSpPr/>
          <p:nvPr/>
        </p:nvSpPr>
        <p:spPr>
          <a:xfrm>
            <a:off x="11743603" y="6405281"/>
            <a:ext cx="448398" cy="452720"/>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pic>
        <p:nvPicPr>
          <p:cNvPr id="862" name="Image" descr="Image"/>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11151433" y="6543018"/>
            <a:ext cx="491250" cy="190501"/>
          </a:xfrm>
          <a:prstGeom prst="rect">
            <a:avLst/>
          </a:prstGeom>
          <a:ln w="12700">
            <a:miter lim="400000"/>
          </a:ln>
        </p:spPr>
      </p:pic>
      <p:sp>
        <p:nvSpPr>
          <p:cNvPr id="866" name="Text"/>
          <p:cNvSpPr txBox="1"/>
          <p:nvPr/>
        </p:nvSpPr>
        <p:spPr>
          <a:xfrm>
            <a:off x="11942955" y="6538004"/>
            <a:ext cx="51361" cy="189796"/>
          </a:xfrm>
          <a:prstGeom prst="rect">
            <a:avLst/>
          </a:prstGeom>
          <a:ln w="12700">
            <a:miter lim="400000"/>
          </a:ln>
        </p:spPr>
        <p:txBody>
          <a:bodyPr wrap="none" lIns="25400" tIns="25400" rIns="25400" bIns="25400" anchor="b">
            <a:spAutoFit/>
          </a:bodyPr>
          <a:lstStyle/>
          <a:p>
            <a:pPr algn="ctr" defTabSz="292100">
              <a:lnSpc>
                <a:spcPct val="100000"/>
              </a:lnSpc>
              <a:spcBef>
                <a:spcPts val="0"/>
              </a:spcBef>
              <a:defRPr sz="1800">
                <a:solidFill>
                  <a:srgbClr val="FFFFFF"/>
                </a:solidFill>
                <a:latin typeface="Intel Clear"/>
                <a:ea typeface="Intel Clear"/>
                <a:cs typeface="Intel Clear"/>
                <a:sym typeface="Intel Clear"/>
              </a:defRPr>
            </a:pPr>
            <a:endParaRPr sz="900"/>
          </a:p>
        </p:txBody>
      </p:sp>
      <p:sp>
        <p:nvSpPr>
          <p:cNvPr id="8" name="Rectangle 7">
            <a:extLst>
              <a:ext uri="{FF2B5EF4-FFF2-40B4-BE49-F238E27FC236}">
                <a16:creationId xmlns:a16="http://schemas.microsoft.com/office/drawing/2014/main" id="{41A778AB-F6EC-4101-87E6-DECF7944E661}"/>
              </a:ext>
            </a:extLst>
          </p:cNvPr>
          <p:cNvSpPr/>
          <p:nvPr userDrawn="1"/>
        </p:nvSpPr>
        <p:spPr>
          <a:xfrm>
            <a:off x="4762141" y="6562504"/>
            <a:ext cx="2667718" cy="231410"/>
          </a:xfrm>
          <a:prstGeom prst="rect">
            <a:avLst/>
          </a:prstGeom>
        </p:spPr>
        <p:txBody>
          <a:bodyPr wrap="none">
            <a:spAutoFit/>
          </a:bodyPr>
          <a:lstStyle/>
          <a:p>
            <a:pPr algn="ctr"/>
            <a:r>
              <a:rPr lang="en-US" sz="1000">
                <a:solidFill>
                  <a:schemeClr val="bg1"/>
                </a:solidFill>
              </a:rPr>
              <a:t>Intel Confidential | For use under NDA only</a:t>
            </a:r>
          </a:p>
        </p:txBody>
      </p:sp>
      <p:sp>
        <p:nvSpPr>
          <p:cNvPr id="9" name="Rectangle 8">
            <a:extLst>
              <a:ext uri="{FF2B5EF4-FFF2-40B4-BE49-F238E27FC236}">
                <a16:creationId xmlns:a16="http://schemas.microsoft.com/office/drawing/2014/main" id="{F6E1F1A6-2FDF-4676-B713-F9746DD3A821}"/>
              </a:ext>
            </a:extLst>
          </p:cNvPr>
          <p:cNvSpPr/>
          <p:nvPr userDrawn="1"/>
        </p:nvSpPr>
        <p:spPr>
          <a:xfrm>
            <a:off x="483010" y="6562504"/>
            <a:ext cx="2287806" cy="231410"/>
          </a:xfrm>
          <a:prstGeom prst="rect">
            <a:avLst/>
          </a:prstGeom>
        </p:spPr>
        <p:txBody>
          <a:bodyPr wrap="none">
            <a:spAutoFit/>
          </a:bodyPr>
          <a:lstStyle/>
          <a:p>
            <a:pPr algn="l"/>
            <a:r>
              <a:rPr lang="en-US" sz="1000" b="1">
                <a:solidFill>
                  <a:schemeClr val="bg1"/>
                </a:solidFill>
              </a:rPr>
              <a:t>CQR |</a:t>
            </a:r>
            <a:r>
              <a:rPr lang="en-US" sz="1000" b="0">
                <a:solidFill>
                  <a:schemeClr val="bg1"/>
                </a:solidFill>
              </a:rPr>
              <a:t> Customer Quality &amp; Reliability</a:t>
            </a:r>
            <a:endParaRPr lang="en-US" sz="1000" b="1">
              <a:solidFill>
                <a:schemeClr val="bg1"/>
              </a:solidFill>
            </a:endParaRPr>
          </a:p>
        </p:txBody>
      </p:sp>
      <p:sp>
        <p:nvSpPr>
          <p:cNvPr id="10" name="Title Text">
            <a:extLst>
              <a:ext uri="{FF2B5EF4-FFF2-40B4-BE49-F238E27FC236}">
                <a16:creationId xmlns:a16="http://schemas.microsoft.com/office/drawing/2014/main" id="{E400EEBB-F912-40CA-A759-DEFE15164979}"/>
              </a:ext>
            </a:extLst>
          </p:cNvPr>
          <p:cNvSpPr txBox="1">
            <a:spLocks noGrp="1"/>
          </p:cNvSpPr>
          <p:nvPr>
            <p:ph type="title" hasCustomPrompt="1"/>
          </p:nvPr>
        </p:nvSpPr>
        <p:spPr>
          <a:xfrm>
            <a:off x="1444480" y="1917036"/>
            <a:ext cx="9303040" cy="30239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nchorCtr="0">
            <a:noAutofit/>
          </a:bodyPr>
          <a:lstStyle>
            <a:lvl1pPr algn="ctr">
              <a:defRPr sz="4800">
                <a:solidFill>
                  <a:schemeClr val="bg1"/>
                </a:solidFill>
              </a:defRPr>
            </a:lvl1pPr>
          </a:lstStyle>
          <a:p>
            <a:r>
              <a:rPr lang="en-US"/>
              <a:t>48pt Intel Clear Light Body. For content that is not a section, but has a big idea in text only.</a:t>
            </a:r>
          </a:p>
        </p:txBody>
      </p:sp>
      <p:sp>
        <p:nvSpPr>
          <p:cNvPr id="12" name="TextBox 11">
            <a:extLst>
              <a:ext uri="{FF2B5EF4-FFF2-40B4-BE49-F238E27FC236}">
                <a16:creationId xmlns:a16="http://schemas.microsoft.com/office/drawing/2014/main" id="{AD273128-06AE-42E5-9D3B-A2147429275C}"/>
              </a:ext>
            </a:extLst>
          </p:cNvPr>
          <p:cNvSpPr txBox="1"/>
          <p:nvPr userDrawn="1"/>
        </p:nvSpPr>
        <p:spPr>
          <a:xfrm>
            <a:off x="11908632" y="6579173"/>
            <a:ext cx="128240" cy="12311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t" anchorCtr="0">
            <a:spAutoFit/>
          </a:bodyPr>
          <a:lstStyle/>
          <a:p>
            <a:pPr marL="0" marR="0" indent="0" algn="ctr" defTabSz="2438338" rtl="0" fontAlgn="auto" latinLnBrk="0" hangingPunct="0">
              <a:lnSpc>
                <a:spcPct val="100000"/>
              </a:lnSpc>
              <a:spcBef>
                <a:spcPts val="0"/>
              </a:spcBef>
              <a:spcAft>
                <a:spcPts val="0"/>
              </a:spcAft>
              <a:buClrTx/>
              <a:buSzTx/>
              <a:buFontTx/>
              <a:buNone/>
              <a:tabLst/>
            </a:pPr>
            <a:fld id="{4F6B73DA-0149-4325-A7B8-AE29BD4BC701}" type="slidenum">
              <a:rPr kumimoji="0" lang="en-US" sz="800" b="0" i="0" u="none" strike="noStrike" cap="none" spc="0" normalizeH="0" baseline="0" smtClean="0">
                <a:ln>
                  <a:noFill/>
                </a:ln>
                <a:solidFill>
                  <a:schemeClr val="bg1"/>
                </a:solidFill>
                <a:effectLst/>
                <a:uFillTx/>
                <a:latin typeface="+mn-lt"/>
                <a:ea typeface="+mn-ea"/>
                <a:cs typeface="+mn-cs"/>
                <a:sym typeface="Helvetica Neue"/>
              </a:rPr>
              <a:pPr marL="0" marR="0" indent="0" algn="ctr" defTabSz="2438338" rtl="0" fontAlgn="auto" latinLnBrk="0" hangingPunct="0">
                <a:lnSpc>
                  <a:spcPct val="100000"/>
                </a:lnSpc>
                <a:spcBef>
                  <a:spcPts val="0"/>
                </a:spcBef>
                <a:spcAft>
                  <a:spcPts val="0"/>
                </a:spcAft>
                <a:buClrTx/>
                <a:buSzTx/>
                <a:buFontTx/>
                <a:buNone/>
                <a:tabLst/>
              </a:pPr>
              <a:t>‹#›</a:t>
            </a:fld>
            <a:endParaRPr kumimoji="0" lang="en-US" sz="800" b="0" i="0" u="none" strike="noStrike" cap="none" spc="0" normalizeH="0" baseline="0" err="1">
              <a:ln>
                <a:noFill/>
              </a:ln>
              <a:solidFill>
                <a:schemeClr val="bg1"/>
              </a:solidFill>
              <a:effectLst/>
              <a:uFillTx/>
              <a:latin typeface="+mn-lt"/>
              <a:ea typeface="+mn-ea"/>
              <a:cs typeface="+mn-cs"/>
              <a:sym typeface="Helvetica Neue"/>
            </a:endParaRPr>
          </a:p>
        </p:txBody>
      </p:sp>
    </p:spTree>
    <p:extLst>
      <p:ext uri="{BB962C8B-B14F-4D97-AF65-F5344CB8AC3E}">
        <p14:creationId xmlns:p14="http://schemas.microsoft.com/office/powerpoint/2010/main" val="40376529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Title &amp; Sub Light Blue">
    <p:bg>
      <p:bgPr>
        <a:solidFill>
          <a:srgbClr val="00C7FD"/>
        </a:solidFill>
        <a:effectLst/>
      </p:bgPr>
    </p:bg>
    <p:spTree>
      <p:nvGrpSpPr>
        <p:cNvPr id="1" name=""/>
        <p:cNvGrpSpPr/>
        <p:nvPr/>
      </p:nvGrpSpPr>
      <p:grpSpPr>
        <a:xfrm>
          <a:off x="0" y="0"/>
          <a:ext cx="0" cy="0"/>
          <a:chOff x="0" y="0"/>
          <a:chExt cx="0" cy="0"/>
        </a:xfrm>
      </p:grpSpPr>
      <p:sp>
        <p:nvSpPr>
          <p:cNvPr id="860" name="Rectangle"/>
          <p:cNvSpPr/>
          <p:nvPr userDrawn="1"/>
        </p:nvSpPr>
        <p:spPr>
          <a:xfrm>
            <a:off x="471054" y="464127"/>
            <a:ext cx="11272494" cy="5944838"/>
          </a:xfrm>
          <a:prstGeom prst="rect">
            <a:avLst/>
          </a:prstGeom>
          <a:solidFill>
            <a:schemeClr val="accent2">
              <a:lumMod val="75000"/>
            </a:schemeClr>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861" name="Square"/>
          <p:cNvSpPr/>
          <p:nvPr/>
        </p:nvSpPr>
        <p:spPr>
          <a:xfrm>
            <a:off x="11743603" y="6405281"/>
            <a:ext cx="448398" cy="452720"/>
          </a:xfrm>
          <a:prstGeom prst="rect">
            <a:avLst/>
          </a:prstGeom>
          <a:solidFill>
            <a:schemeClr val="accent2">
              <a:lumMod val="75000"/>
            </a:schemeClr>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pic>
        <p:nvPicPr>
          <p:cNvPr id="862" name="Image" descr="Image"/>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11151433" y="6543018"/>
            <a:ext cx="491250" cy="190501"/>
          </a:xfrm>
          <a:prstGeom prst="rect">
            <a:avLst/>
          </a:prstGeom>
          <a:ln w="12700">
            <a:miter lim="400000"/>
          </a:ln>
        </p:spPr>
      </p:pic>
      <p:sp>
        <p:nvSpPr>
          <p:cNvPr id="866" name="Text"/>
          <p:cNvSpPr txBox="1"/>
          <p:nvPr/>
        </p:nvSpPr>
        <p:spPr>
          <a:xfrm>
            <a:off x="11942955" y="6538004"/>
            <a:ext cx="51361" cy="189796"/>
          </a:xfrm>
          <a:prstGeom prst="rect">
            <a:avLst/>
          </a:prstGeom>
          <a:ln w="12700">
            <a:miter lim="400000"/>
          </a:ln>
        </p:spPr>
        <p:txBody>
          <a:bodyPr wrap="none" lIns="25400" tIns="25400" rIns="25400" bIns="25400" anchor="b">
            <a:spAutoFit/>
          </a:bodyPr>
          <a:lstStyle/>
          <a:p>
            <a:pPr algn="ctr" defTabSz="292100">
              <a:lnSpc>
                <a:spcPct val="100000"/>
              </a:lnSpc>
              <a:spcBef>
                <a:spcPts val="0"/>
              </a:spcBef>
              <a:defRPr sz="1800">
                <a:solidFill>
                  <a:srgbClr val="FFFFFF"/>
                </a:solidFill>
                <a:latin typeface="Intel Clear"/>
                <a:ea typeface="Intel Clear"/>
                <a:cs typeface="Intel Clear"/>
                <a:sym typeface="Intel Clear"/>
              </a:defRPr>
            </a:pPr>
            <a:endParaRPr sz="900"/>
          </a:p>
        </p:txBody>
      </p:sp>
      <p:sp>
        <p:nvSpPr>
          <p:cNvPr id="8" name="Rectangle 7">
            <a:extLst>
              <a:ext uri="{FF2B5EF4-FFF2-40B4-BE49-F238E27FC236}">
                <a16:creationId xmlns:a16="http://schemas.microsoft.com/office/drawing/2014/main" id="{52E60B70-5DF3-4398-B558-301661292DFC}"/>
              </a:ext>
            </a:extLst>
          </p:cNvPr>
          <p:cNvSpPr/>
          <p:nvPr userDrawn="1"/>
        </p:nvSpPr>
        <p:spPr>
          <a:xfrm>
            <a:off x="4762141" y="6562504"/>
            <a:ext cx="2667718" cy="231410"/>
          </a:xfrm>
          <a:prstGeom prst="rect">
            <a:avLst/>
          </a:prstGeom>
        </p:spPr>
        <p:txBody>
          <a:bodyPr wrap="none">
            <a:spAutoFit/>
          </a:bodyPr>
          <a:lstStyle/>
          <a:p>
            <a:pPr algn="ctr"/>
            <a:r>
              <a:rPr lang="en-US" sz="1000">
                <a:solidFill>
                  <a:schemeClr val="bg1"/>
                </a:solidFill>
              </a:rPr>
              <a:t>Intel Confidential | For use under NDA only</a:t>
            </a:r>
          </a:p>
        </p:txBody>
      </p:sp>
      <p:sp>
        <p:nvSpPr>
          <p:cNvPr id="9" name="Rectangle 8">
            <a:extLst>
              <a:ext uri="{FF2B5EF4-FFF2-40B4-BE49-F238E27FC236}">
                <a16:creationId xmlns:a16="http://schemas.microsoft.com/office/drawing/2014/main" id="{EC2CF38D-B95A-4CD5-8F7D-86EA9C709AD4}"/>
              </a:ext>
            </a:extLst>
          </p:cNvPr>
          <p:cNvSpPr/>
          <p:nvPr userDrawn="1"/>
        </p:nvSpPr>
        <p:spPr>
          <a:xfrm>
            <a:off x="483010" y="6562504"/>
            <a:ext cx="2287806" cy="231410"/>
          </a:xfrm>
          <a:prstGeom prst="rect">
            <a:avLst/>
          </a:prstGeom>
        </p:spPr>
        <p:txBody>
          <a:bodyPr wrap="none">
            <a:spAutoFit/>
          </a:bodyPr>
          <a:lstStyle/>
          <a:p>
            <a:pPr algn="l"/>
            <a:r>
              <a:rPr lang="en-US" sz="1000" b="1">
                <a:solidFill>
                  <a:schemeClr val="bg1"/>
                </a:solidFill>
              </a:rPr>
              <a:t>CQR |</a:t>
            </a:r>
            <a:r>
              <a:rPr lang="en-US" sz="1000" b="0">
                <a:solidFill>
                  <a:schemeClr val="bg1"/>
                </a:solidFill>
              </a:rPr>
              <a:t> Customer Quality &amp; Reliability</a:t>
            </a:r>
            <a:endParaRPr lang="en-US" sz="1000" b="1">
              <a:solidFill>
                <a:schemeClr val="bg1"/>
              </a:solidFill>
            </a:endParaRPr>
          </a:p>
        </p:txBody>
      </p:sp>
      <p:sp>
        <p:nvSpPr>
          <p:cNvPr id="10" name="Title Text">
            <a:extLst>
              <a:ext uri="{FF2B5EF4-FFF2-40B4-BE49-F238E27FC236}">
                <a16:creationId xmlns:a16="http://schemas.microsoft.com/office/drawing/2014/main" id="{93B25211-1805-4C17-8545-7E02A6786392}"/>
              </a:ext>
            </a:extLst>
          </p:cNvPr>
          <p:cNvSpPr txBox="1">
            <a:spLocks noGrp="1"/>
          </p:cNvSpPr>
          <p:nvPr>
            <p:ph type="title" hasCustomPrompt="1"/>
          </p:nvPr>
        </p:nvSpPr>
        <p:spPr>
          <a:xfrm>
            <a:off x="1444480" y="1917036"/>
            <a:ext cx="9303040" cy="30239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nchorCtr="0">
            <a:noAutofit/>
          </a:bodyPr>
          <a:lstStyle>
            <a:lvl1pPr algn="ctr">
              <a:defRPr sz="4800">
                <a:solidFill>
                  <a:schemeClr val="bg1"/>
                </a:solidFill>
              </a:defRPr>
            </a:lvl1pPr>
          </a:lstStyle>
          <a:p>
            <a:r>
              <a:rPr lang="en-US"/>
              <a:t>48pt Intel Clear Light Body. For content that is not a section, but has a big idea in text only.</a:t>
            </a:r>
          </a:p>
        </p:txBody>
      </p:sp>
      <p:sp>
        <p:nvSpPr>
          <p:cNvPr id="12" name="TextBox 11">
            <a:extLst>
              <a:ext uri="{FF2B5EF4-FFF2-40B4-BE49-F238E27FC236}">
                <a16:creationId xmlns:a16="http://schemas.microsoft.com/office/drawing/2014/main" id="{6321C1AF-31FF-4B7C-A994-1207296D9698}"/>
              </a:ext>
            </a:extLst>
          </p:cNvPr>
          <p:cNvSpPr txBox="1"/>
          <p:nvPr userDrawn="1"/>
        </p:nvSpPr>
        <p:spPr>
          <a:xfrm>
            <a:off x="11908632" y="6579173"/>
            <a:ext cx="128240" cy="12311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t" anchorCtr="0">
            <a:spAutoFit/>
          </a:bodyPr>
          <a:lstStyle/>
          <a:p>
            <a:pPr marL="0" marR="0" indent="0" algn="ctr" defTabSz="2438338" rtl="0" fontAlgn="auto" latinLnBrk="0" hangingPunct="0">
              <a:lnSpc>
                <a:spcPct val="100000"/>
              </a:lnSpc>
              <a:spcBef>
                <a:spcPts val="0"/>
              </a:spcBef>
              <a:spcAft>
                <a:spcPts val="0"/>
              </a:spcAft>
              <a:buClrTx/>
              <a:buSzTx/>
              <a:buFontTx/>
              <a:buNone/>
              <a:tabLst/>
            </a:pPr>
            <a:fld id="{4F6B73DA-0149-4325-A7B8-AE29BD4BC701}" type="slidenum">
              <a:rPr kumimoji="0" lang="en-US" sz="800" b="0" i="0" u="none" strike="noStrike" cap="none" spc="0" normalizeH="0" baseline="0" smtClean="0">
                <a:ln>
                  <a:noFill/>
                </a:ln>
                <a:solidFill>
                  <a:schemeClr val="bg1"/>
                </a:solidFill>
                <a:effectLst/>
                <a:uFillTx/>
                <a:latin typeface="+mn-lt"/>
                <a:ea typeface="+mn-ea"/>
                <a:cs typeface="+mn-cs"/>
                <a:sym typeface="Helvetica Neue"/>
              </a:rPr>
              <a:pPr marL="0" marR="0" indent="0" algn="ctr" defTabSz="2438338" rtl="0" fontAlgn="auto" latinLnBrk="0" hangingPunct="0">
                <a:lnSpc>
                  <a:spcPct val="100000"/>
                </a:lnSpc>
                <a:spcBef>
                  <a:spcPts val="0"/>
                </a:spcBef>
                <a:spcAft>
                  <a:spcPts val="0"/>
                </a:spcAft>
                <a:buClrTx/>
                <a:buSzTx/>
                <a:buFontTx/>
                <a:buNone/>
                <a:tabLst/>
              </a:pPr>
              <a:t>‹#›</a:t>
            </a:fld>
            <a:endParaRPr kumimoji="0" lang="en-US" sz="800" b="0" i="0" u="none" strike="noStrike" cap="none" spc="0" normalizeH="0" baseline="0" err="1">
              <a:ln>
                <a:noFill/>
              </a:ln>
              <a:solidFill>
                <a:schemeClr val="bg1"/>
              </a:solidFill>
              <a:effectLst/>
              <a:uFillTx/>
              <a:latin typeface="+mn-lt"/>
              <a:ea typeface="+mn-ea"/>
              <a:cs typeface="+mn-cs"/>
              <a:sym typeface="Helvetica Neue"/>
            </a:endParaRPr>
          </a:p>
        </p:txBody>
      </p:sp>
    </p:spTree>
    <p:extLst>
      <p:ext uri="{BB962C8B-B14F-4D97-AF65-F5344CB8AC3E}">
        <p14:creationId xmlns:p14="http://schemas.microsoft.com/office/powerpoint/2010/main" val="31637642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End Slide">
    <p:bg>
      <p:bgPr>
        <a:solidFill>
          <a:schemeClr val="accent1"/>
        </a:solidFill>
        <a:effectLst/>
      </p:bgPr>
    </p:bg>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BDA94F2D-B7BD-4CE9-A606-F00802F3131F}"/>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4099949" y="2409775"/>
            <a:ext cx="4080108" cy="1521396"/>
          </a:xfrm>
          <a:prstGeom prst="rect">
            <a:avLst/>
          </a:prstGeom>
        </p:spPr>
      </p:pic>
      <p:sp>
        <p:nvSpPr>
          <p:cNvPr id="6" name="Rectangle 5">
            <a:extLst>
              <a:ext uri="{FF2B5EF4-FFF2-40B4-BE49-F238E27FC236}">
                <a16:creationId xmlns:a16="http://schemas.microsoft.com/office/drawing/2014/main" id="{69112354-342E-49CE-8E3C-E078BBE1ADF7}"/>
              </a:ext>
            </a:extLst>
          </p:cNvPr>
          <p:cNvSpPr/>
          <p:nvPr userDrawn="1"/>
        </p:nvSpPr>
        <p:spPr>
          <a:xfrm>
            <a:off x="0" y="6407451"/>
            <a:ext cx="11736987" cy="450549"/>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7" name="Rectangle 6">
            <a:extLst>
              <a:ext uri="{FF2B5EF4-FFF2-40B4-BE49-F238E27FC236}">
                <a16:creationId xmlns:a16="http://schemas.microsoft.com/office/drawing/2014/main" id="{CD21D8AD-9194-4DBA-8221-7F294421810B}"/>
              </a:ext>
            </a:extLst>
          </p:cNvPr>
          <p:cNvSpPr/>
          <p:nvPr userDrawn="1"/>
        </p:nvSpPr>
        <p:spPr>
          <a:xfrm rot="5400000">
            <a:off x="8758537" y="2978453"/>
            <a:ext cx="6407450" cy="450549"/>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9" name="TextBox 8">
            <a:extLst>
              <a:ext uri="{FF2B5EF4-FFF2-40B4-BE49-F238E27FC236}">
                <a16:creationId xmlns:a16="http://schemas.microsoft.com/office/drawing/2014/main" id="{460B2194-F481-46CE-ACB3-172D21B4CC8C}"/>
              </a:ext>
            </a:extLst>
          </p:cNvPr>
          <p:cNvSpPr txBox="1"/>
          <p:nvPr userDrawn="1"/>
        </p:nvSpPr>
        <p:spPr>
          <a:xfrm>
            <a:off x="11908632" y="6579173"/>
            <a:ext cx="128240" cy="12311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t" anchorCtr="0">
            <a:spAutoFit/>
          </a:bodyPr>
          <a:lstStyle/>
          <a:p>
            <a:pPr marL="0" marR="0" indent="0" algn="ctr" defTabSz="2438338" rtl="0" fontAlgn="auto" latinLnBrk="0" hangingPunct="0">
              <a:lnSpc>
                <a:spcPct val="100000"/>
              </a:lnSpc>
              <a:spcBef>
                <a:spcPts val="0"/>
              </a:spcBef>
              <a:spcAft>
                <a:spcPts val="0"/>
              </a:spcAft>
              <a:buClrTx/>
              <a:buSzTx/>
              <a:buFontTx/>
              <a:buNone/>
              <a:tabLst/>
            </a:pPr>
            <a:fld id="{4F6B73DA-0149-4325-A7B8-AE29BD4BC701}" type="slidenum">
              <a:rPr kumimoji="0" lang="en-US" sz="800" b="0" i="0" u="none" strike="noStrike" cap="none" spc="0" normalizeH="0" baseline="0" smtClean="0">
                <a:ln>
                  <a:noFill/>
                </a:ln>
                <a:solidFill>
                  <a:schemeClr val="bg1"/>
                </a:solidFill>
                <a:effectLst/>
                <a:uFillTx/>
                <a:latin typeface="+mn-lt"/>
                <a:ea typeface="+mn-ea"/>
                <a:cs typeface="+mn-cs"/>
                <a:sym typeface="Helvetica Neue"/>
              </a:rPr>
              <a:pPr marL="0" marR="0" indent="0" algn="ctr" defTabSz="2438338" rtl="0" fontAlgn="auto" latinLnBrk="0" hangingPunct="0">
                <a:lnSpc>
                  <a:spcPct val="100000"/>
                </a:lnSpc>
                <a:spcBef>
                  <a:spcPts val="0"/>
                </a:spcBef>
                <a:spcAft>
                  <a:spcPts val="0"/>
                </a:spcAft>
                <a:buClrTx/>
                <a:buSzTx/>
                <a:buFontTx/>
                <a:buNone/>
                <a:tabLst/>
              </a:pPr>
              <a:t>‹#›</a:t>
            </a:fld>
            <a:endParaRPr kumimoji="0" lang="en-US" sz="800" b="0" i="0" u="none" strike="noStrike" cap="none" spc="0" normalizeH="0" baseline="0" err="1">
              <a:ln>
                <a:noFill/>
              </a:ln>
              <a:solidFill>
                <a:schemeClr val="bg1"/>
              </a:solidFill>
              <a:effectLst/>
              <a:uFillTx/>
              <a:latin typeface="+mn-lt"/>
              <a:ea typeface="+mn-ea"/>
              <a:cs typeface="+mn-cs"/>
              <a:sym typeface="Helvetica Neue"/>
            </a:endParaRPr>
          </a:p>
        </p:txBody>
      </p:sp>
    </p:spTree>
    <p:extLst>
      <p:ext uri="{BB962C8B-B14F-4D97-AF65-F5344CB8AC3E}">
        <p14:creationId xmlns:p14="http://schemas.microsoft.com/office/powerpoint/2010/main" val="10083188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image" Target="../media/image2.sv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image" Target="../media/image1.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1C80E488-8534-4743-924A-62CA17A7A192}"/>
              </a:ext>
            </a:extLst>
          </p:cNvPr>
          <p:cNvSpPr/>
          <p:nvPr userDrawn="1"/>
        </p:nvSpPr>
        <p:spPr>
          <a:xfrm>
            <a:off x="0" y="6407451"/>
            <a:ext cx="11736987" cy="450549"/>
          </a:xfrm>
          <a:prstGeom prst="rect">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2" name="Rectangle 11">
            <a:extLst>
              <a:ext uri="{FF2B5EF4-FFF2-40B4-BE49-F238E27FC236}">
                <a16:creationId xmlns:a16="http://schemas.microsoft.com/office/drawing/2014/main" id="{5F27ABEE-91E1-420E-AD52-066ECB7CBDFC}"/>
              </a:ext>
            </a:extLst>
          </p:cNvPr>
          <p:cNvSpPr/>
          <p:nvPr userDrawn="1"/>
        </p:nvSpPr>
        <p:spPr>
          <a:xfrm rot="5400000">
            <a:off x="8758537" y="2978453"/>
            <a:ext cx="6407450" cy="450549"/>
          </a:xfrm>
          <a:prstGeom prst="rect">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3" name="Body Level One…"/>
          <p:cNvSpPr txBox="1">
            <a:spLocks noGrp="1"/>
          </p:cNvSpPr>
          <p:nvPr>
            <p:ph type="body" idx="1"/>
          </p:nvPr>
        </p:nvSpPr>
        <p:spPr>
          <a:xfrm>
            <a:off x="592915" y="1524000"/>
            <a:ext cx="10972801" cy="472440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rmAutofit/>
          </a:bodyPr>
          <a:lstStyle/>
          <a:p>
            <a:r>
              <a:rPr lang="en-US"/>
              <a:t>Body copy Intel clear light 28 point</a:t>
            </a:r>
          </a:p>
          <a:p>
            <a:pPr lvl="1"/>
            <a:r>
              <a:rPr lang="en-US"/>
              <a:t>Sub Bullet one 24 point</a:t>
            </a:r>
          </a:p>
          <a:p>
            <a:pPr lvl="2"/>
            <a:r>
              <a:rPr lang="en-US"/>
              <a:t>Sub Bullet two 20 point</a:t>
            </a:r>
          </a:p>
          <a:p>
            <a:pPr lvl="3"/>
            <a:r>
              <a:rPr lang="en-US"/>
              <a:t>Sub Bullet three 18 point</a:t>
            </a:r>
          </a:p>
          <a:p>
            <a:pPr lvl="4"/>
            <a:r>
              <a:rPr lang="en-US"/>
              <a:t>Sub Bullet four 16 point</a:t>
            </a:r>
            <a:br>
              <a:rPr lang="en-US"/>
            </a:br>
            <a:endParaRPr lang="en-US"/>
          </a:p>
          <a:p>
            <a:pPr lvl="2"/>
            <a:endParaRPr/>
          </a:p>
        </p:txBody>
      </p:sp>
      <p:sp>
        <p:nvSpPr>
          <p:cNvPr id="4" name="Title Text"/>
          <p:cNvSpPr txBox="1">
            <a:spLocks noGrp="1"/>
          </p:cNvSpPr>
          <p:nvPr>
            <p:ph type="title"/>
          </p:nvPr>
        </p:nvSpPr>
        <p:spPr>
          <a:xfrm>
            <a:off x="592916" y="571500"/>
            <a:ext cx="10972801" cy="88367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Autofit/>
          </a:bodyPr>
          <a:lstStyle/>
          <a:p>
            <a:r>
              <a:rPr lang="en-US"/>
              <a:t>32pt Intel Clear Light Text Goes Here</a:t>
            </a:r>
            <a:endParaRPr/>
          </a:p>
        </p:txBody>
      </p:sp>
      <p:sp>
        <p:nvSpPr>
          <p:cNvPr id="2" name="Rectangle 1">
            <a:extLst>
              <a:ext uri="{FF2B5EF4-FFF2-40B4-BE49-F238E27FC236}">
                <a16:creationId xmlns:a16="http://schemas.microsoft.com/office/drawing/2014/main" id="{6D33D527-2918-4752-A9A7-0BDBA010BB39}"/>
              </a:ext>
            </a:extLst>
          </p:cNvPr>
          <p:cNvSpPr/>
          <p:nvPr userDrawn="1"/>
        </p:nvSpPr>
        <p:spPr>
          <a:xfrm>
            <a:off x="4762144" y="6562504"/>
            <a:ext cx="2667718" cy="231410"/>
          </a:xfrm>
          <a:prstGeom prst="rect">
            <a:avLst/>
          </a:prstGeom>
        </p:spPr>
        <p:txBody>
          <a:bodyPr wrap="none">
            <a:spAutoFit/>
          </a:bodyPr>
          <a:lstStyle/>
          <a:p>
            <a:pPr algn="ctr"/>
            <a:r>
              <a:rPr lang="en-US" sz="1000">
                <a:solidFill>
                  <a:schemeClr val="bg2"/>
                </a:solidFill>
              </a:rPr>
              <a:t>Intel Confidential | For use under NDA only</a:t>
            </a:r>
          </a:p>
        </p:txBody>
      </p:sp>
      <p:sp>
        <p:nvSpPr>
          <p:cNvPr id="5" name="Rectangle 4">
            <a:extLst>
              <a:ext uri="{FF2B5EF4-FFF2-40B4-BE49-F238E27FC236}">
                <a16:creationId xmlns:a16="http://schemas.microsoft.com/office/drawing/2014/main" id="{7FE2005A-EE28-4562-A018-55A90BB1BA11}"/>
              </a:ext>
            </a:extLst>
          </p:cNvPr>
          <p:cNvSpPr/>
          <p:nvPr userDrawn="1"/>
        </p:nvSpPr>
        <p:spPr>
          <a:xfrm>
            <a:off x="483010" y="6562504"/>
            <a:ext cx="2319866" cy="231410"/>
          </a:xfrm>
          <a:prstGeom prst="rect">
            <a:avLst/>
          </a:prstGeom>
        </p:spPr>
        <p:txBody>
          <a:bodyPr wrap="none">
            <a:spAutoFit/>
          </a:bodyPr>
          <a:lstStyle/>
          <a:p>
            <a:pPr algn="l"/>
            <a:r>
              <a:rPr lang="en-US" sz="1000" b="1">
                <a:solidFill>
                  <a:schemeClr val="bg2"/>
                </a:solidFill>
              </a:rPr>
              <a:t>CQR | </a:t>
            </a:r>
            <a:r>
              <a:rPr lang="en-US" sz="1000" b="0">
                <a:solidFill>
                  <a:schemeClr val="bg2"/>
                </a:solidFill>
              </a:rPr>
              <a:t> Customer Quality &amp; Reliability</a:t>
            </a:r>
            <a:endParaRPr lang="en-US" sz="1000" b="1">
              <a:solidFill>
                <a:schemeClr val="bg2"/>
              </a:solidFill>
            </a:endParaRPr>
          </a:p>
        </p:txBody>
      </p:sp>
      <p:pic>
        <p:nvPicPr>
          <p:cNvPr id="6" name="Graphic 5">
            <a:extLst>
              <a:ext uri="{FF2B5EF4-FFF2-40B4-BE49-F238E27FC236}">
                <a16:creationId xmlns:a16="http://schemas.microsoft.com/office/drawing/2014/main" id="{DCACDBB0-BD96-446C-8F63-C56E4AA10FBD}"/>
              </a:ext>
            </a:extLst>
          </p:cNvPr>
          <p:cNvPicPr>
            <a:picLocks noChangeAspect="1"/>
          </p:cNvPicPr>
          <p:nvPr userDrawn="1"/>
        </p:nvPicPr>
        <p:blipFill>
          <a:blip r:embed="rId28" cstate="print">
            <a:extLst>
              <a:ext uri="{28A0092B-C50C-407E-A947-70E740481C1C}">
                <a14:useLocalDpi xmlns:a14="http://schemas.microsoft.com/office/drawing/2010/main"/>
              </a:ext>
              <a:ext uri="{96DAC541-7B7A-43D3-8B79-37D633B846F1}">
                <asvg:svgBlip xmlns:asvg="http://schemas.microsoft.com/office/drawing/2016/SVG/main" r:embed="rId29"/>
              </a:ext>
            </a:extLst>
          </a:blip>
          <a:stretch>
            <a:fillRect/>
          </a:stretch>
        </p:blipFill>
        <p:spPr>
          <a:xfrm>
            <a:off x="11137466" y="6554735"/>
            <a:ext cx="476084" cy="177524"/>
          </a:xfrm>
          <a:prstGeom prst="rect">
            <a:avLst/>
          </a:prstGeom>
        </p:spPr>
      </p:pic>
      <p:sp>
        <p:nvSpPr>
          <p:cNvPr id="9" name="TextBox 8">
            <a:extLst>
              <a:ext uri="{FF2B5EF4-FFF2-40B4-BE49-F238E27FC236}">
                <a16:creationId xmlns:a16="http://schemas.microsoft.com/office/drawing/2014/main" id="{51520E06-BF98-49FF-91DB-15EBE855DD9E}"/>
              </a:ext>
            </a:extLst>
          </p:cNvPr>
          <p:cNvSpPr txBox="1"/>
          <p:nvPr userDrawn="1"/>
        </p:nvSpPr>
        <p:spPr>
          <a:xfrm>
            <a:off x="11908632" y="6579173"/>
            <a:ext cx="128240" cy="12311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t" anchorCtr="0">
            <a:spAutoFit/>
          </a:bodyPr>
          <a:lstStyle/>
          <a:p>
            <a:pPr marL="0" marR="0" indent="0" algn="ctr" defTabSz="2438338" rtl="0" fontAlgn="auto" latinLnBrk="0" hangingPunct="0">
              <a:lnSpc>
                <a:spcPct val="100000"/>
              </a:lnSpc>
              <a:spcBef>
                <a:spcPts val="0"/>
              </a:spcBef>
              <a:spcAft>
                <a:spcPts val="0"/>
              </a:spcAft>
              <a:buClrTx/>
              <a:buSzTx/>
              <a:buFontTx/>
              <a:buNone/>
              <a:tabLst/>
            </a:pPr>
            <a:fld id="{4F6B73DA-0149-4325-A7B8-AE29BD4BC701}" type="slidenum">
              <a:rPr kumimoji="0" lang="en-US" sz="800" b="0" i="0" u="none" strike="noStrike" cap="none" spc="0" normalizeH="0" baseline="0" smtClean="0">
                <a:ln>
                  <a:noFill/>
                </a:ln>
                <a:solidFill>
                  <a:schemeClr val="bg2"/>
                </a:solidFill>
                <a:effectLst/>
                <a:uFillTx/>
                <a:latin typeface="+mn-lt"/>
                <a:ea typeface="+mn-ea"/>
                <a:cs typeface="+mn-cs"/>
                <a:sym typeface="Helvetica Neue"/>
              </a:rPr>
              <a:pPr marL="0" marR="0" indent="0" algn="ctr" defTabSz="2438338" rtl="0" fontAlgn="auto" latinLnBrk="0" hangingPunct="0">
                <a:lnSpc>
                  <a:spcPct val="100000"/>
                </a:lnSpc>
                <a:spcBef>
                  <a:spcPts val="0"/>
                </a:spcBef>
                <a:spcAft>
                  <a:spcPts val="0"/>
                </a:spcAft>
                <a:buClrTx/>
                <a:buSzTx/>
                <a:buFontTx/>
                <a:buNone/>
                <a:tabLst/>
              </a:pPr>
              <a:t>‹#›</a:t>
            </a:fld>
            <a:endParaRPr kumimoji="0" lang="en-US" sz="800" b="0" i="0" u="none" strike="noStrike" cap="none" spc="0" normalizeH="0" baseline="0" err="1">
              <a:ln>
                <a:noFill/>
              </a:ln>
              <a:solidFill>
                <a:schemeClr val="bg2"/>
              </a:solidFill>
              <a:effectLst/>
              <a:uFillTx/>
              <a:latin typeface="+mn-lt"/>
              <a:ea typeface="+mn-ea"/>
              <a:cs typeface="+mn-cs"/>
              <a:sym typeface="Helvetica Neue"/>
            </a:endParaRPr>
          </a:p>
        </p:txBody>
      </p:sp>
    </p:spTree>
  </p:cSld>
  <p:clrMap bg1="lt1" tx1="dk1" bg2="lt2" tx2="dk2" accent1="accent1" accent2="accent2" accent3="accent3" accent4="accent4" accent5="accent5" accent6="accent6" hlink="hlink" folHlink="folHlink"/>
  <p:sldLayoutIdLst>
    <p:sldLayoutId id="2147483719" r:id="rId1"/>
    <p:sldLayoutId id="2147483767" r:id="rId2"/>
    <p:sldLayoutId id="2147483766" r:id="rId3"/>
    <p:sldLayoutId id="2147483756" r:id="rId4"/>
    <p:sldLayoutId id="2147483759" r:id="rId5"/>
    <p:sldLayoutId id="2147483755" r:id="rId6"/>
    <p:sldLayoutId id="2147483722" r:id="rId7"/>
    <p:sldLayoutId id="2147483778" r:id="rId8"/>
    <p:sldLayoutId id="2147483724" r:id="rId9"/>
    <p:sldLayoutId id="2147483751" r:id="rId10"/>
    <p:sldLayoutId id="2147483730" r:id="rId11"/>
    <p:sldLayoutId id="2147483754" r:id="rId12"/>
    <p:sldLayoutId id="2147483761" r:id="rId13"/>
    <p:sldLayoutId id="2147483749" r:id="rId14"/>
    <p:sldLayoutId id="2147483746" r:id="rId15"/>
    <p:sldLayoutId id="2147483747" r:id="rId16"/>
    <p:sldLayoutId id="2147483769" r:id="rId17"/>
    <p:sldLayoutId id="2147483768" r:id="rId18"/>
    <p:sldLayoutId id="2147483723" r:id="rId19"/>
    <p:sldLayoutId id="2147483770" r:id="rId20"/>
    <p:sldLayoutId id="2147483771" r:id="rId21"/>
    <p:sldLayoutId id="2147483772" r:id="rId22"/>
    <p:sldLayoutId id="2147483745" r:id="rId23"/>
    <p:sldLayoutId id="2147483780" r:id="rId24"/>
    <p:sldLayoutId id="2147483744" r:id="rId25"/>
    <p:sldLayoutId id="2147483750" r:id="rId26"/>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txStyles>
    <p:titleStyle>
      <a:lvl1pPr marL="0" marR="0" indent="0" algn="l" defTabSz="609600" latinLnBrk="0">
        <a:lnSpc>
          <a:spcPct val="90000"/>
        </a:lnSpc>
        <a:spcBef>
          <a:spcPts val="0"/>
        </a:spcBef>
        <a:spcAft>
          <a:spcPts val="0"/>
        </a:spcAft>
        <a:buClrTx/>
        <a:buSzTx/>
        <a:buFontTx/>
        <a:buNone/>
        <a:tabLst/>
        <a:defRPr sz="3200" b="0" i="0" u="none" strike="noStrike" cap="none" spc="0" baseline="0">
          <a:solidFill>
            <a:schemeClr val="bg2"/>
          </a:solidFill>
          <a:uFillTx/>
          <a:latin typeface="Intel Clear Light" panose="020B0404020203020204" pitchFamily="34" charset="0"/>
          <a:ea typeface="Intel Clear Light" panose="020B0404020203020204" pitchFamily="34" charset="0"/>
          <a:cs typeface="Intel Clear Light" panose="020B0404020203020204" pitchFamily="34" charset="0"/>
          <a:sym typeface="Helvetica"/>
        </a:defRPr>
      </a:lvl1pPr>
      <a:lvl2pPr marL="0" marR="0" indent="0" algn="l" defTabSz="609600" latinLnBrk="0">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2pPr>
      <a:lvl3pPr marL="0" marR="0" indent="0" algn="l" defTabSz="609600" latinLnBrk="0">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3pPr>
      <a:lvl4pPr marL="0" marR="0" indent="0" algn="l" defTabSz="609600" latinLnBrk="0">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4pPr>
      <a:lvl5pPr marL="0" marR="0" indent="0" algn="l" defTabSz="609600" latinLnBrk="0">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5pPr>
      <a:lvl6pPr marL="0" marR="0" indent="0" algn="l" defTabSz="609600" latinLnBrk="0">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6pPr>
      <a:lvl7pPr marL="0" marR="0" indent="0" algn="l" defTabSz="609600" latinLnBrk="0">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7pPr>
      <a:lvl8pPr marL="0" marR="0" indent="0" algn="l" defTabSz="609600" latinLnBrk="0">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8pPr>
      <a:lvl9pPr marL="0" marR="0" indent="0" algn="l" defTabSz="609600" latinLnBrk="0">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9pPr>
    </p:titleStyle>
    <p:bodyStyle>
      <a:lvl1pPr marL="228600" marR="0" indent="-228600" algn="l" defTabSz="609600" latinLnBrk="0">
        <a:lnSpc>
          <a:spcPct val="100000"/>
        </a:lnSpc>
        <a:spcBef>
          <a:spcPts val="1200"/>
        </a:spcBef>
        <a:spcAft>
          <a:spcPts val="0"/>
        </a:spcAft>
        <a:buClrTx/>
        <a:buSzTx/>
        <a:buFont typeface="Wingdings" pitchFamily="2" charset="2"/>
        <a:buChar char="§"/>
        <a:tabLst/>
        <a:defRPr sz="2800" b="0" i="0" u="none" strike="noStrike" cap="none" spc="0" baseline="0">
          <a:solidFill>
            <a:schemeClr val="bg2"/>
          </a:solidFill>
          <a:uFillTx/>
          <a:latin typeface="Intel Clear Light" panose="020B0404020203020204" pitchFamily="34" charset="0"/>
          <a:ea typeface="Intel Clear Light" panose="020B0404020203020204" pitchFamily="34" charset="0"/>
          <a:cs typeface="Intel Clear Light" panose="020B0404020203020204" pitchFamily="34" charset="0"/>
          <a:sym typeface="Helvetica"/>
        </a:defRPr>
      </a:lvl1pPr>
      <a:lvl2pPr marL="431800" marR="0" indent="-203200" algn="l" defTabSz="609600" latinLnBrk="0">
        <a:lnSpc>
          <a:spcPct val="100000"/>
        </a:lnSpc>
        <a:spcBef>
          <a:spcPts val="1200"/>
        </a:spcBef>
        <a:spcAft>
          <a:spcPts val="0"/>
        </a:spcAft>
        <a:buClrTx/>
        <a:buSzTx/>
        <a:buFont typeface="Arial" panose="020B0604020202020204" pitchFamily="34" charset="0"/>
        <a:buChar char="•"/>
        <a:tabLst/>
        <a:defRPr sz="2400" b="0" i="0" u="none" strike="noStrike" cap="none" spc="0" baseline="0">
          <a:solidFill>
            <a:schemeClr val="bg2"/>
          </a:solidFill>
          <a:uFillTx/>
          <a:latin typeface="Intel Clear Light" panose="020B0404020203020204" pitchFamily="34" charset="0"/>
          <a:ea typeface="Intel Clear Light" panose="020B0404020203020204" pitchFamily="34" charset="0"/>
          <a:cs typeface="Intel Clear Light" panose="020B0404020203020204" pitchFamily="34" charset="0"/>
          <a:sym typeface="Helvetica"/>
        </a:defRPr>
      </a:lvl2pPr>
      <a:lvl3pPr marL="686594" marR="0" indent="-197644" algn="l" defTabSz="609600" latinLnBrk="0">
        <a:lnSpc>
          <a:spcPct val="100000"/>
        </a:lnSpc>
        <a:spcBef>
          <a:spcPts val="1200"/>
        </a:spcBef>
        <a:spcAft>
          <a:spcPts val="0"/>
        </a:spcAft>
        <a:buClrTx/>
        <a:buSzTx/>
        <a:buFont typeface="Arial" panose="020B0604020202020204" pitchFamily="34" charset="0"/>
        <a:buChar char="•"/>
        <a:tabLst/>
        <a:defRPr sz="1800" b="0" i="0" u="none" strike="noStrike" cap="none" spc="0" baseline="0">
          <a:solidFill>
            <a:schemeClr val="bg2"/>
          </a:solidFill>
          <a:uFillTx/>
          <a:latin typeface="Intel Clear Light" panose="020B0404020203020204" pitchFamily="34" charset="0"/>
          <a:ea typeface="Intel Clear Light" panose="020B0404020203020204" pitchFamily="34" charset="0"/>
          <a:cs typeface="Intel Clear Light" panose="020B0404020203020204" pitchFamily="34" charset="0"/>
          <a:sym typeface="Helvetica"/>
        </a:defRPr>
      </a:lvl3pPr>
      <a:lvl4pPr marL="919957" marR="0" indent="-228600" algn="l" defTabSz="609600" latinLnBrk="0">
        <a:lnSpc>
          <a:spcPct val="100000"/>
        </a:lnSpc>
        <a:spcBef>
          <a:spcPts val="1200"/>
        </a:spcBef>
        <a:spcAft>
          <a:spcPts val="0"/>
        </a:spcAft>
        <a:buClrTx/>
        <a:buSzTx/>
        <a:buFont typeface="Arial" panose="020B0604020202020204" pitchFamily="34" charset="0"/>
        <a:buChar char="•"/>
        <a:tabLst/>
        <a:defRPr sz="1800" b="0" i="0" u="none" strike="noStrike" cap="none" spc="0" baseline="0">
          <a:solidFill>
            <a:schemeClr val="bg2"/>
          </a:solidFill>
          <a:uFillTx/>
          <a:latin typeface="Intel Clear Light" panose="020B0404020203020204" pitchFamily="34" charset="0"/>
          <a:ea typeface="Intel Clear Light" panose="020B0404020203020204" pitchFamily="34" charset="0"/>
          <a:cs typeface="Intel Clear Light" panose="020B0404020203020204" pitchFamily="34" charset="0"/>
          <a:sym typeface="Helvetica"/>
        </a:defRPr>
      </a:lvl4pPr>
      <a:lvl5pPr marL="1148557" marR="0" indent="-228600" algn="l" defTabSz="609600" latinLnBrk="0">
        <a:lnSpc>
          <a:spcPct val="100000"/>
        </a:lnSpc>
        <a:spcBef>
          <a:spcPts val="1200"/>
        </a:spcBef>
        <a:spcAft>
          <a:spcPts val="0"/>
        </a:spcAft>
        <a:buClrTx/>
        <a:buSzTx/>
        <a:buFont typeface="Arial" panose="020B0604020202020204" pitchFamily="34" charset="0"/>
        <a:buChar char="•"/>
        <a:tabLst/>
        <a:defRPr sz="1600" b="0" i="0" u="none" strike="noStrike" cap="none" spc="0" baseline="0">
          <a:solidFill>
            <a:schemeClr val="bg2"/>
          </a:solidFill>
          <a:uFillTx/>
          <a:latin typeface="Intel Clear Light" panose="020B0404020203020204" pitchFamily="34" charset="0"/>
          <a:ea typeface="Intel Clear Light" panose="020B0404020203020204" pitchFamily="34" charset="0"/>
          <a:cs typeface="Intel Clear Light" panose="020B0404020203020204" pitchFamily="34" charset="0"/>
          <a:sym typeface="Helvetica"/>
        </a:defRPr>
      </a:lvl5pPr>
      <a:lvl6pPr marL="0" marR="0" indent="571500" algn="l" defTabSz="609600" latinLnBrk="0">
        <a:lnSpc>
          <a:spcPct val="90000"/>
        </a:lnSpc>
        <a:spcBef>
          <a:spcPts val="0"/>
        </a:spcBef>
        <a:spcAft>
          <a:spcPts val="0"/>
        </a:spcAft>
        <a:buClrTx/>
        <a:buSzTx/>
        <a:buFontTx/>
        <a:buNone/>
        <a:tabLst/>
        <a:defRPr sz="1300" b="0" i="0" u="none" strike="noStrike" cap="none" spc="0" baseline="0">
          <a:solidFill>
            <a:srgbClr val="5E5E5E"/>
          </a:solidFill>
          <a:uFillTx/>
          <a:latin typeface="Helvetica"/>
          <a:ea typeface="Helvetica"/>
          <a:cs typeface="Helvetica"/>
          <a:sym typeface="Helvetica"/>
        </a:defRPr>
      </a:lvl6pPr>
      <a:lvl7pPr marL="0" marR="0" indent="685800" algn="l" defTabSz="609600" latinLnBrk="0">
        <a:lnSpc>
          <a:spcPct val="90000"/>
        </a:lnSpc>
        <a:spcBef>
          <a:spcPts val="0"/>
        </a:spcBef>
        <a:spcAft>
          <a:spcPts val="0"/>
        </a:spcAft>
        <a:buClrTx/>
        <a:buSzTx/>
        <a:buFontTx/>
        <a:buNone/>
        <a:tabLst/>
        <a:defRPr sz="1300" b="0" i="0" u="none" strike="noStrike" cap="none" spc="0" baseline="0">
          <a:solidFill>
            <a:srgbClr val="5E5E5E"/>
          </a:solidFill>
          <a:uFillTx/>
          <a:latin typeface="Helvetica"/>
          <a:ea typeface="Helvetica"/>
          <a:cs typeface="Helvetica"/>
          <a:sym typeface="Helvetica"/>
        </a:defRPr>
      </a:lvl7pPr>
      <a:lvl8pPr marL="0" marR="0" indent="800100" algn="l" defTabSz="609600" latinLnBrk="0">
        <a:lnSpc>
          <a:spcPct val="90000"/>
        </a:lnSpc>
        <a:spcBef>
          <a:spcPts val="0"/>
        </a:spcBef>
        <a:spcAft>
          <a:spcPts val="0"/>
        </a:spcAft>
        <a:buClrTx/>
        <a:buSzTx/>
        <a:buFontTx/>
        <a:buNone/>
        <a:tabLst/>
        <a:defRPr sz="1300" b="0" i="0" u="none" strike="noStrike" cap="none" spc="0" baseline="0">
          <a:solidFill>
            <a:srgbClr val="5E5E5E"/>
          </a:solidFill>
          <a:uFillTx/>
          <a:latin typeface="Helvetica"/>
          <a:ea typeface="Helvetica"/>
          <a:cs typeface="Helvetica"/>
          <a:sym typeface="Helvetica"/>
        </a:defRPr>
      </a:lvl8pPr>
      <a:lvl9pPr marL="0" marR="0" indent="914400" algn="l" defTabSz="609600" latinLnBrk="0">
        <a:lnSpc>
          <a:spcPct val="90000"/>
        </a:lnSpc>
        <a:spcBef>
          <a:spcPts val="0"/>
        </a:spcBef>
        <a:spcAft>
          <a:spcPts val="0"/>
        </a:spcAft>
        <a:buClrTx/>
        <a:buSzTx/>
        <a:buFontTx/>
        <a:buNone/>
        <a:tabLst/>
        <a:defRPr sz="1300" b="0" i="0" u="none" strike="noStrike" cap="none" spc="0" baseline="0">
          <a:solidFill>
            <a:srgbClr val="5E5E5E"/>
          </a:solidFill>
          <a:uFillTx/>
          <a:latin typeface="Helvetica"/>
          <a:ea typeface="Helvetica"/>
          <a:cs typeface="Helvetica"/>
          <a:sym typeface="Helvetica"/>
        </a:defRPr>
      </a:lvl9pPr>
    </p:bodyStyle>
    <p:otherStyle>
      <a:lvl1pPr marL="0" marR="0" indent="0" algn="r" defTabSz="60960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1pPr>
      <a:lvl2pPr marL="0" marR="0" indent="228600" algn="r" defTabSz="60960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2pPr>
      <a:lvl3pPr marL="0" marR="0" indent="457200" algn="r" defTabSz="60960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3pPr>
      <a:lvl4pPr marL="0" marR="0" indent="685800" algn="r" defTabSz="60960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4pPr>
      <a:lvl5pPr marL="0" marR="0" indent="914400" algn="r" defTabSz="60960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5pPr>
      <a:lvl6pPr marL="0" marR="0" indent="1143000" algn="r" defTabSz="60960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6pPr>
      <a:lvl7pPr marL="0" marR="0" indent="1371600" algn="r" defTabSz="60960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7pPr>
      <a:lvl8pPr marL="0" marR="0" indent="1600200" algn="r" defTabSz="60960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8pPr>
      <a:lvl9pPr marL="0" marR="0" indent="1828800" algn="r" defTabSz="60960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4">
            <a:extLst>
              <a:ext uri="{FF2B5EF4-FFF2-40B4-BE49-F238E27FC236}">
                <a16:creationId xmlns:a16="http://schemas.microsoft.com/office/drawing/2014/main" id="{40D3A6DA-A319-94A1-5E89-24928DE5A8FE}"/>
              </a:ext>
            </a:extLst>
          </p:cNvPr>
          <p:cNvSpPr>
            <a:spLocks noGrp="1"/>
          </p:cNvSpPr>
          <p:nvPr>
            <p:ph type="title"/>
          </p:nvPr>
        </p:nvSpPr>
        <p:spPr>
          <a:xfrm>
            <a:off x="1895476" y="2389908"/>
            <a:ext cx="9284848" cy="2183289"/>
          </a:xfrm>
        </p:spPr>
        <p:txBody>
          <a:bodyPr/>
          <a:lstStyle/>
          <a:p>
            <a:r>
              <a:rPr lang="en-US" sz="4400" dirty="0"/>
              <a:t>Q1-2026 Desktop Customer Survey Results </a:t>
            </a:r>
          </a:p>
        </p:txBody>
      </p:sp>
      <p:sp>
        <p:nvSpPr>
          <p:cNvPr id="13" name="Text Placeholder 8">
            <a:extLst>
              <a:ext uri="{FF2B5EF4-FFF2-40B4-BE49-F238E27FC236}">
                <a16:creationId xmlns:a16="http://schemas.microsoft.com/office/drawing/2014/main" id="{60A42416-9174-95DC-517A-3F22D6C7FBE6}"/>
              </a:ext>
            </a:extLst>
          </p:cNvPr>
          <p:cNvSpPr txBox="1">
            <a:spLocks/>
          </p:cNvSpPr>
          <p:nvPr/>
        </p:nvSpPr>
        <p:spPr>
          <a:xfrm>
            <a:off x="1908348" y="4778608"/>
            <a:ext cx="10283651" cy="120655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Autofit/>
          </a:bodyPr>
          <a:lstStyle>
            <a:lvl1pPr marL="0" marR="0" indent="0" algn="l" defTabSz="609600" latinLnBrk="0">
              <a:lnSpc>
                <a:spcPct val="100000"/>
              </a:lnSpc>
              <a:spcBef>
                <a:spcPts val="1200"/>
              </a:spcBef>
              <a:spcAft>
                <a:spcPts val="0"/>
              </a:spcAft>
              <a:buClrTx/>
              <a:buSzTx/>
              <a:buFont typeface="Wingdings" pitchFamily="2" charset="2"/>
              <a:buNone/>
              <a:tabLst/>
              <a:defRPr sz="1600" b="0" i="0" u="none" strike="noStrike" cap="none" spc="0" baseline="0">
                <a:solidFill>
                  <a:schemeClr val="bg1"/>
                </a:solidFill>
                <a:uFillTx/>
                <a:latin typeface="Intel Clear" panose="020B0604020203020204" pitchFamily="34" charset="0"/>
                <a:ea typeface="Intel Clear" panose="020B0604020203020204" pitchFamily="34" charset="0"/>
                <a:cs typeface="Intel Clear" panose="020B0604020203020204" pitchFamily="34" charset="0"/>
                <a:sym typeface="Helvetica"/>
              </a:defRPr>
            </a:lvl1pPr>
            <a:lvl2pPr marL="431800" marR="0" indent="-203200" algn="l" defTabSz="609600" latinLnBrk="0">
              <a:lnSpc>
                <a:spcPct val="100000"/>
              </a:lnSpc>
              <a:spcBef>
                <a:spcPts val="1200"/>
              </a:spcBef>
              <a:spcAft>
                <a:spcPts val="0"/>
              </a:spcAft>
              <a:buClrTx/>
              <a:buSzTx/>
              <a:buFont typeface="Arial" panose="020B0604020202020204" pitchFamily="34" charset="0"/>
              <a:buChar char="•"/>
              <a:tabLst/>
              <a:defRPr sz="2400" b="0" i="0" u="none" strike="noStrike" cap="none" spc="0" baseline="0">
                <a:solidFill>
                  <a:schemeClr val="bg2"/>
                </a:solidFill>
                <a:uFillTx/>
                <a:latin typeface="Intel Clear Light" panose="020B0404020203020204" pitchFamily="34" charset="0"/>
                <a:ea typeface="Intel Clear Light" panose="020B0404020203020204" pitchFamily="34" charset="0"/>
                <a:cs typeface="Intel Clear Light" panose="020B0404020203020204" pitchFamily="34" charset="0"/>
                <a:sym typeface="Helvetica"/>
              </a:defRPr>
            </a:lvl2pPr>
            <a:lvl3pPr marL="686594" marR="0" indent="-197644" algn="l" defTabSz="609600" latinLnBrk="0">
              <a:lnSpc>
                <a:spcPct val="100000"/>
              </a:lnSpc>
              <a:spcBef>
                <a:spcPts val="1200"/>
              </a:spcBef>
              <a:spcAft>
                <a:spcPts val="0"/>
              </a:spcAft>
              <a:buClrTx/>
              <a:buSzTx/>
              <a:buFont typeface="Arial" panose="020B0604020202020204" pitchFamily="34" charset="0"/>
              <a:buChar char="•"/>
              <a:tabLst/>
              <a:defRPr sz="1800" b="0" i="0" u="none" strike="noStrike" cap="none" spc="0" baseline="0">
                <a:solidFill>
                  <a:schemeClr val="bg2"/>
                </a:solidFill>
                <a:uFillTx/>
                <a:latin typeface="Intel Clear Light" panose="020B0404020203020204" pitchFamily="34" charset="0"/>
                <a:ea typeface="Intel Clear Light" panose="020B0404020203020204" pitchFamily="34" charset="0"/>
                <a:cs typeface="Intel Clear Light" panose="020B0404020203020204" pitchFamily="34" charset="0"/>
                <a:sym typeface="Helvetica"/>
              </a:defRPr>
            </a:lvl3pPr>
            <a:lvl4pPr marL="919957" marR="0" indent="-228600" algn="l" defTabSz="609600" latinLnBrk="0">
              <a:lnSpc>
                <a:spcPct val="100000"/>
              </a:lnSpc>
              <a:spcBef>
                <a:spcPts val="1200"/>
              </a:spcBef>
              <a:spcAft>
                <a:spcPts val="0"/>
              </a:spcAft>
              <a:buClrTx/>
              <a:buSzTx/>
              <a:buFont typeface="Arial" panose="020B0604020202020204" pitchFamily="34" charset="0"/>
              <a:buChar char="•"/>
              <a:tabLst/>
              <a:defRPr sz="1800" b="0" i="0" u="none" strike="noStrike" cap="none" spc="0" baseline="0">
                <a:solidFill>
                  <a:schemeClr val="bg2"/>
                </a:solidFill>
                <a:uFillTx/>
                <a:latin typeface="Intel Clear Light" panose="020B0404020203020204" pitchFamily="34" charset="0"/>
                <a:ea typeface="Intel Clear Light" panose="020B0404020203020204" pitchFamily="34" charset="0"/>
                <a:cs typeface="Intel Clear Light" panose="020B0404020203020204" pitchFamily="34" charset="0"/>
                <a:sym typeface="Helvetica"/>
              </a:defRPr>
            </a:lvl4pPr>
            <a:lvl5pPr marL="1148557" marR="0" indent="-228600" algn="l" defTabSz="609600" latinLnBrk="0">
              <a:lnSpc>
                <a:spcPct val="100000"/>
              </a:lnSpc>
              <a:spcBef>
                <a:spcPts val="1200"/>
              </a:spcBef>
              <a:spcAft>
                <a:spcPts val="0"/>
              </a:spcAft>
              <a:buClrTx/>
              <a:buSzTx/>
              <a:buFont typeface="Arial" panose="020B0604020202020204" pitchFamily="34" charset="0"/>
              <a:buChar char="•"/>
              <a:tabLst/>
              <a:defRPr sz="1600" b="0" i="0" u="none" strike="noStrike" cap="none" spc="0" baseline="0">
                <a:solidFill>
                  <a:schemeClr val="bg2"/>
                </a:solidFill>
                <a:uFillTx/>
                <a:latin typeface="Intel Clear Light" panose="020B0404020203020204" pitchFamily="34" charset="0"/>
                <a:ea typeface="Intel Clear Light" panose="020B0404020203020204" pitchFamily="34" charset="0"/>
                <a:cs typeface="Intel Clear Light" panose="020B0404020203020204" pitchFamily="34" charset="0"/>
                <a:sym typeface="Helvetica"/>
              </a:defRPr>
            </a:lvl5pPr>
            <a:lvl6pPr marL="0" marR="0" indent="571500" algn="l" defTabSz="609600" latinLnBrk="0">
              <a:lnSpc>
                <a:spcPct val="90000"/>
              </a:lnSpc>
              <a:spcBef>
                <a:spcPts val="0"/>
              </a:spcBef>
              <a:spcAft>
                <a:spcPts val="0"/>
              </a:spcAft>
              <a:buClrTx/>
              <a:buSzTx/>
              <a:buFontTx/>
              <a:buNone/>
              <a:tabLst/>
              <a:defRPr sz="1300" b="0" i="0" u="none" strike="noStrike" cap="none" spc="0" baseline="0">
                <a:solidFill>
                  <a:srgbClr val="5E5E5E"/>
                </a:solidFill>
                <a:uFillTx/>
                <a:latin typeface="Helvetica"/>
                <a:ea typeface="Helvetica"/>
                <a:cs typeface="Helvetica"/>
                <a:sym typeface="Helvetica"/>
              </a:defRPr>
            </a:lvl6pPr>
            <a:lvl7pPr marL="0" marR="0" indent="685800" algn="l" defTabSz="609600" latinLnBrk="0">
              <a:lnSpc>
                <a:spcPct val="90000"/>
              </a:lnSpc>
              <a:spcBef>
                <a:spcPts val="0"/>
              </a:spcBef>
              <a:spcAft>
                <a:spcPts val="0"/>
              </a:spcAft>
              <a:buClrTx/>
              <a:buSzTx/>
              <a:buFontTx/>
              <a:buNone/>
              <a:tabLst/>
              <a:defRPr sz="1300" b="0" i="0" u="none" strike="noStrike" cap="none" spc="0" baseline="0">
                <a:solidFill>
                  <a:srgbClr val="5E5E5E"/>
                </a:solidFill>
                <a:uFillTx/>
                <a:latin typeface="Helvetica"/>
                <a:ea typeface="Helvetica"/>
                <a:cs typeface="Helvetica"/>
                <a:sym typeface="Helvetica"/>
              </a:defRPr>
            </a:lvl7pPr>
            <a:lvl8pPr marL="0" marR="0" indent="800100" algn="l" defTabSz="609600" latinLnBrk="0">
              <a:lnSpc>
                <a:spcPct val="90000"/>
              </a:lnSpc>
              <a:spcBef>
                <a:spcPts val="0"/>
              </a:spcBef>
              <a:spcAft>
                <a:spcPts val="0"/>
              </a:spcAft>
              <a:buClrTx/>
              <a:buSzTx/>
              <a:buFontTx/>
              <a:buNone/>
              <a:tabLst/>
              <a:defRPr sz="1300" b="0" i="0" u="none" strike="noStrike" cap="none" spc="0" baseline="0">
                <a:solidFill>
                  <a:srgbClr val="5E5E5E"/>
                </a:solidFill>
                <a:uFillTx/>
                <a:latin typeface="Helvetica"/>
                <a:ea typeface="Helvetica"/>
                <a:cs typeface="Helvetica"/>
                <a:sym typeface="Helvetica"/>
              </a:defRPr>
            </a:lvl8pPr>
            <a:lvl9pPr marL="0" marR="0" indent="914400" algn="l" defTabSz="609600" latinLnBrk="0">
              <a:lnSpc>
                <a:spcPct val="90000"/>
              </a:lnSpc>
              <a:spcBef>
                <a:spcPts val="0"/>
              </a:spcBef>
              <a:spcAft>
                <a:spcPts val="0"/>
              </a:spcAft>
              <a:buClrTx/>
              <a:buSzTx/>
              <a:buFontTx/>
              <a:buNone/>
              <a:tabLst/>
              <a:defRPr sz="1300" b="0" i="0" u="none" strike="noStrike" cap="none" spc="0" baseline="0">
                <a:solidFill>
                  <a:srgbClr val="5E5E5E"/>
                </a:solidFill>
                <a:uFillTx/>
                <a:latin typeface="Helvetica"/>
                <a:ea typeface="Helvetica"/>
                <a:cs typeface="Helvetica"/>
                <a:sym typeface="Helvetica"/>
              </a:defRPr>
            </a:lvl9pPr>
          </a:lstStyle>
          <a:p>
            <a:pPr hangingPunct="1">
              <a:spcBef>
                <a:spcPts val="0"/>
              </a:spcBef>
            </a:pPr>
            <a:r>
              <a:rPr lang="en-US" sz="2000" dirty="0">
                <a:latin typeface="Intel Clear Light" panose="020B0404020203020204" pitchFamily="34" charset="0"/>
                <a:ea typeface="Intel Clear Light" panose="020B0404020203020204" pitchFamily="34" charset="0"/>
                <a:cs typeface="Intel Clear Light" panose="020B0404020203020204" pitchFamily="34" charset="0"/>
              </a:rPr>
              <a:t>Ethan Katz (CMEE)</a:t>
            </a:r>
          </a:p>
          <a:p>
            <a:pPr hangingPunct="1">
              <a:spcBef>
                <a:spcPts val="0"/>
              </a:spcBef>
            </a:pPr>
            <a:r>
              <a:rPr lang="en-US" sz="2000" dirty="0">
                <a:latin typeface="Intel Clear Light" panose="020B0404020203020204" pitchFamily="34" charset="0"/>
                <a:ea typeface="Intel Clear Light" panose="020B0404020203020204" pitchFamily="34" charset="0"/>
                <a:cs typeface="Intel Clear Light" panose="020B0404020203020204" pitchFamily="34" charset="0"/>
              </a:rPr>
              <a:t>Q2 2026</a:t>
            </a:r>
          </a:p>
        </p:txBody>
      </p:sp>
    </p:spTree>
    <p:extLst>
      <p:ext uri="{BB962C8B-B14F-4D97-AF65-F5344CB8AC3E}">
        <p14:creationId xmlns:p14="http://schemas.microsoft.com/office/powerpoint/2010/main" val="31029344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EEA30A-F6A0-4C93-A2FA-99CFB1FC61C9}"/>
              </a:ext>
            </a:extLst>
          </p:cNvPr>
          <p:cNvSpPr>
            <a:spLocks noGrp="1"/>
          </p:cNvSpPr>
          <p:nvPr>
            <p:ph type="title"/>
          </p:nvPr>
        </p:nvSpPr>
        <p:spPr/>
        <p:txBody>
          <a:bodyPr/>
          <a:lstStyle/>
          <a:p>
            <a:r>
              <a:rPr lang="en-US" sz="3200"/>
              <a:t>Legal Disclaimer</a:t>
            </a:r>
          </a:p>
        </p:txBody>
      </p:sp>
      <p:sp>
        <p:nvSpPr>
          <p:cNvPr id="6" name="Content Placeholder 4">
            <a:extLst>
              <a:ext uri="{FF2B5EF4-FFF2-40B4-BE49-F238E27FC236}">
                <a16:creationId xmlns:a16="http://schemas.microsoft.com/office/drawing/2014/main" id="{A32CB7CE-23E3-2AB9-5B3A-D331611C7126}"/>
              </a:ext>
            </a:extLst>
          </p:cNvPr>
          <p:cNvSpPr txBox="1">
            <a:spLocks/>
          </p:cNvSpPr>
          <p:nvPr/>
        </p:nvSpPr>
        <p:spPr>
          <a:xfrm>
            <a:off x="798513" y="1206679"/>
            <a:ext cx="10453687" cy="5184596"/>
          </a:xfrm>
          <a:prstGeom prst="rect">
            <a:avLst/>
          </a:prstGeom>
        </p:spPr>
        <p:txBody>
          <a:bodyPr>
            <a:normAutofit fontScale="92500" lnSpcReduction="10000"/>
          </a:bodyPr>
          <a:lstStyle>
            <a:lvl1pPr marL="0" indent="0" algn="l" defTabSz="457200" rtl="0" eaLnBrk="1" latinLnBrk="0" hangingPunct="1">
              <a:spcBef>
                <a:spcPts val="1200"/>
              </a:spcBef>
              <a:spcAft>
                <a:spcPts val="0"/>
              </a:spcAft>
              <a:buFont typeface="Wingdings" panose="05000000000000000000" pitchFamily="2" charset="2"/>
              <a:buNone/>
              <a:defRPr sz="2200" b="0" kern="1200">
                <a:solidFill>
                  <a:srgbClr val="0071C5"/>
                </a:solidFill>
                <a:latin typeface="+mn-lt"/>
                <a:ea typeface="+mn-ea"/>
                <a:cs typeface="Intel Clear" panose="020B0604020203020204" pitchFamily="34" charset="0"/>
              </a:defRPr>
            </a:lvl1pPr>
            <a:lvl2pPr marL="225425" indent="-225425" algn="l" defTabSz="457200" rtl="0" eaLnBrk="1" latinLnBrk="0" hangingPunct="1">
              <a:spcBef>
                <a:spcPts val="1200"/>
              </a:spcBef>
              <a:buFont typeface="Wingdings" charset="2"/>
              <a:buChar char="§"/>
              <a:defRPr sz="1800" kern="1200" baseline="0">
                <a:solidFill>
                  <a:schemeClr val="tx2"/>
                </a:solidFill>
                <a:latin typeface="+mn-lt"/>
                <a:ea typeface="+mn-ea"/>
                <a:cs typeface="Intel Clear" panose="020B0604020203020204" pitchFamily="34" charset="0"/>
              </a:defRPr>
            </a:lvl2pPr>
            <a:lvl3pPr marL="571500" indent="-228600" algn="l" defTabSz="457200" rtl="0" eaLnBrk="1" latinLnBrk="0" hangingPunct="1">
              <a:spcBef>
                <a:spcPts val="800"/>
              </a:spcBef>
              <a:buFont typeface="Wingdings" charset="2"/>
              <a:buChar char="§"/>
              <a:defRPr sz="1800" kern="1200">
                <a:solidFill>
                  <a:schemeClr val="tx2"/>
                </a:solidFill>
                <a:latin typeface="+mn-lt"/>
                <a:ea typeface="+mn-ea"/>
                <a:cs typeface="Intel Clear" panose="020B0604020203020204" pitchFamily="34" charset="0"/>
              </a:defRPr>
            </a:lvl3pPr>
            <a:lvl4pPr marL="969963" indent="-228600" algn="l" defTabSz="457200" rtl="0" eaLnBrk="1" latinLnBrk="0" hangingPunct="1">
              <a:spcBef>
                <a:spcPct val="20000"/>
              </a:spcBef>
              <a:buFont typeface="Arial"/>
              <a:buChar char="–"/>
              <a:defRPr sz="1600" kern="1200">
                <a:solidFill>
                  <a:schemeClr val="tx2"/>
                </a:solidFill>
                <a:latin typeface="+mn-lt"/>
                <a:ea typeface="+mn-ea"/>
                <a:cs typeface="Intel Clear" panose="020B0604020203020204" pitchFamily="34" charset="0"/>
              </a:defRPr>
            </a:lvl4pPr>
            <a:lvl5pPr marL="1319213" indent="-228600" algn="l" defTabSz="457200" rtl="0" eaLnBrk="1" latinLnBrk="0" hangingPunct="1">
              <a:spcBef>
                <a:spcPct val="20000"/>
              </a:spcBef>
              <a:buFont typeface="Intel Clear" panose="020B0604020203020204" pitchFamily="34" charset="0"/>
              <a:buChar char="–"/>
              <a:defRPr sz="1400" kern="1200">
                <a:solidFill>
                  <a:schemeClr val="tx2"/>
                </a:solidFill>
                <a:latin typeface="+mn-lt"/>
                <a:ea typeface="+mn-ea"/>
                <a:cs typeface="Intel Clear" panose="020B0604020203020204" pitchFamily="34" charset="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defTabSz="914400">
              <a:buFont typeface="Arial" panose="020B0604020202020204" pitchFamily="34" charset="0"/>
              <a:buNone/>
            </a:pPr>
            <a:r>
              <a:rPr lang="en-US" sz="1800" kern="0" dirty="0">
                <a:solidFill>
                  <a:schemeClr val="tx1"/>
                </a:solidFill>
                <a:latin typeface="Intel Clear Light" panose="020B0404020203020204" pitchFamily="34" charset="0"/>
                <a:ea typeface="Intel Clear Light" panose="020B0404020203020204" pitchFamily="34" charset="0"/>
                <a:cs typeface="Intel Clear Light" panose="020B0404020203020204" pitchFamily="34" charset="0"/>
              </a:rPr>
              <a:t>Your costs and results may vary.</a:t>
            </a:r>
          </a:p>
          <a:p>
            <a:pPr marL="0" indent="0">
              <a:buNone/>
            </a:pPr>
            <a:r>
              <a:rPr lang="en-US" sz="1800" kern="0" dirty="0">
                <a:solidFill>
                  <a:schemeClr val="tx1"/>
                </a:solidFill>
                <a:latin typeface="Intel Clear Light" panose="020B0404020203020204" pitchFamily="34" charset="0"/>
                <a:ea typeface="Intel Clear Light" panose="020B0404020203020204" pitchFamily="34" charset="0"/>
                <a:cs typeface="Intel Clear Light" panose="020B0404020203020204" pitchFamily="34" charset="0"/>
              </a:rPr>
              <a:t>No product or component can be absolutely secure. </a:t>
            </a:r>
          </a:p>
          <a:p>
            <a:pPr marL="0" indent="0">
              <a:buNone/>
            </a:pPr>
            <a:r>
              <a:rPr lang="en-US" sz="1800" kern="0" dirty="0">
                <a:solidFill>
                  <a:schemeClr val="tx1"/>
                </a:solidFill>
                <a:latin typeface="Intel Clear Light" panose="020B0404020203020204" pitchFamily="34" charset="0"/>
                <a:ea typeface="Intel Clear Light" panose="020B0404020203020204" pitchFamily="34" charset="0"/>
                <a:cs typeface="Intel Clear Light" panose="020B0404020203020204" pitchFamily="34" charset="0"/>
              </a:rPr>
              <a:t>All product plans and roadmaps are subject to change without notice. </a:t>
            </a:r>
          </a:p>
          <a:p>
            <a:pPr marL="0" indent="0">
              <a:buNone/>
            </a:pPr>
            <a:r>
              <a:rPr lang="en-US" sz="1800" kern="0" dirty="0">
                <a:solidFill>
                  <a:schemeClr val="tx1"/>
                </a:solidFill>
                <a:latin typeface="Intel Clear Light" panose="020B0404020203020204" pitchFamily="34" charset="0"/>
                <a:ea typeface="Intel Clear Light" panose="020B0404020203020204" pitchFamily="34" charset="0"/>
                <a:cs typeface="Intel Clear Light" panose="020B0404020203020204" pitchFamily="34" charset="0"/>
              </a:rPr>
              <a:t>Intel technologies may require enabled hardware, software or service activation.</a:t>
            </a:r>
          </a:p>
          <a:p>
            <a:pPr marL="0" indent="0" defTabSz="914400">
              <a:buFont typeface="Arial" panose="020B0604020202020204" pitchFamily="34" charset="0"/>
              <a:buNone/>
            </a:pPr>
            <a:r>
              <a:rPr lang="en-US" sz="1800" b="0" i="0" dirty="0">
                <a:solidFill>
                  <a:schemeClr val="tx1"/>
                </a:solidFill>
                <a:effectLst/>
                <a:latin typeface="Intel Clear Light" panose="020B0404020203020204" pitchFamily="34" charset="0"/>
                <a:ea typeface="Intel Clear Light" panose="020B0404020203020204" pitchFamily="34" charset="0"/>
                <a:cs typeface="Intel Clear Light" panose="020B0404020203020204" pitchFamily="34" charset="0"/>
              </a:rPr>
              <a:t>Intel does not control or audit third-party data.  You should consult other sources to evaluate accuracy.</a:t>
            </a:r>
            <a:r>
              <a:rPr lang="en-US" sz="1800" kern="0" dirty="0">
                <a:solidFill>
                  <a:schemeClr val="tx1"/>
                </a:solidFill>
                <a:latin typeface="Intel Clear Light" panose="020B0404020203020204" pitchFamily="34" charset="0"/>
                <a:ea typeface="Intel Clear Light" panose="020B0404020203020204" pitchFamily="34" charset="0"/>
                <a:cs typeface="Intel Clear Light" panose="020B0404020203020204" pitchFamily="34" charset="0"/>
              </a:rPr>
              <a:t> </a:t>
            </a:r>
          </a:p>
          <a:p>
            <a:pPr marL="0" indent="0" defTabSz="914400">
              <a:buFont typeface="Arial" panose="020B0604020202020204" pitchFamily="34" charset="0"/>
              <a:buNone/>
            </a:pPr>
            <a:r>
              <a:rPr lang="en-US" sz="1800" kern="0" dirty="0">
                <a:solidFill>
                  <a:schemeClr val="tx1"/>
                </a:solidFill>
                <a:latin typeface="Intel Clear Light" panose="020B0404020203020204" pitchFamily="34" charset="0"/>
                <a:ea typeface="Intel Clear Light" panose="020B0404020203020204" pitchFamily="34" charset="0"/>
                <a:cs typeface="Intel Clear Light" panose="020B0404020203020204" pitchFamily="34" charset="0"/>
              </a:rPr>
              <a:t>No license (express or implied, by estoppel or otherwise) to any intellectual property rights is granted by this document.</a:t>
            </a:r>
          </a:p>
          <a:p>
            <a:pPr marL="0" indent="0" defTabSz="914400">
              <a:buFont typeface="Arial" panose="020B0604020202020204" pitchFamily="34" charset="0"/>
              <a:buNone/>
            </a:pPr>
            <a:r>
              <a:rPr lang="en-US" sz="1800" kern="0" dirty="0">
                <a:solidFill>
                  <a:schemeClr val="tx1"/>
                </a:solidFill>
                <a:latin typeface="Intel Clear Light" panose="020B0404020203020204" pitchFamily="34" charset="0"/>
                <a:ea typeface="Intel Clear Light" panose="020B0404020203020204" pitchFamily="34" charset="0"/>
                <a:cs typeface="Intel Clear Light" panose="020B0404020203020204" pitchFamily="34" charset="0"/>
              </a:rPr>
              <a:t>Customer is responsible for safety of the overall system, including compliance with applicable safety-related requirements or standards.</a:t>
            </a:r>
          </a:p>
          <a:p>
            <a:pPr marL="0" indent="0" defTabSz="914400">
              <a:buFont typeface="Arial" panose="020B0604020202020204" pitchFamily="34" charset="0"/>
              <a:buNone/>
            </a:pPr>
            <a:r>
              <a:rPr lang="en-US" sz="1800" kern="0" dirty="0">
                <a:solidFill>
                  <a:schemeClr val="tx1"/>
                </a:solidFill>
                <a:latin typeface="Intel Clear Light" panose="020B0404020203020204" pitchFamily="34" charset="0"/>
                <a:ea typeface="Intel Clear Light" panose="020B0404020203020204" pitchFamily="34" charset="0"/>
                <a:cs typeface="Intel Clear Light" panose="020B0404020203020204" pitchFamily="34" charset="0"/>
              </a:rPr>
              <a:t>Code names are used by Intel to identify products, technologies, or services that are in development and not publicly available. These are not "commercial" names and not intended to function as trademarks.</a:t>
            </a:r>
          </a:p>
          <a:p>
            <a:pPr marL="0" indent="0" defTabSz="914400">
              <a:buFont typeface="Arial" panose="020B0604020202020204" pitchFamily="34" charset="0"/>
              <a:buNone/>
            </a:pPr>
            <a:r>
              <a:rPr lang="en-US" sz="1800" kern="0" dirty="0">
                <a:solidFill>
                  <a:schemeClr val="tx1"/>
                </a:solidFill>
                <a:latin typeface="Intel Clear Light" panose="020B0404020203020204" pitchFamily="34" charset="0"/>
                <a:ea typeface="Intel Clear Light" panose="020B0404020203020204" pitchFamily="34" charset="0"/>
                <a:cs typeface="Intel Clear Light" panose="020B0404020203020204" pitchFamily="34" charset="0"/>
              </a:rPr>
              <a:t>Intel disclaims all express and implied warranties, including without limitation, the implied warranties of merchantability, fitness for a particular purpose, and non-infringement, as well as any warranty arising from course of performance, course of dealing, or usage in trade.</a:t>
            </a:r>
          </a:p>
          <a:p>
            <a:pPr marL="0" indent="0" defTabSz="914400">
              <a:buFont typeface="Arial" panose="020B0604020202020204" pitchFamily="34" charset="0"/>
              <a:buNone/>
            </a:pPr>
            <a:r>
              <a:rPr lang="en-US" sz="1800" kern="0" dirty="0">
                <a:solidFill>
                  <a:schemeClr val="tx1"/>
                </a:solidFill>
                <a:latin typeface="Intel Clear Light" panose="020B0404020203020204" pitchFamily="34" charset="0"/>
                <a:ea typeface="Intel Clear Light" panose="020B0404020203020204" pitchFamily="34" charset="0"/>
                <a:cs typeface="Intel Clear Light" panose="020B0404020203020204" pitchFamily="34" charset="0"/>
              </a:rPr>
              <a:t>© Intel Corporation.  Intel, the Intel logo, and other Intel marks are trademarks of Intel Corporation or its subsidiaries.  </a:t>
            </a:r>
          </a:p>
          <a:p>
            <a:pPr marL="0" indent="0" defTabSz="914400">
              <a:buNone/>
            </a:pPr>
            <a:r>
              <a:rPr lang="en-US" sz="1800" kern="0" dirty="0">
                <a:solidFill>
                  <a:schemeClr val="tx1"/>
                </a:solidFill>
                <a:latin typeface="Intel Clear Light" panose="020B0404020203020204" pitchFamily="34" charset="0"/>
                <a:ea typeface="Intel Clear Light" panose="020B0404020203020204" pitchFamily="34" charset="0"/>
                <a:cs typeface="Intel Clear Light" panose="020B0404020203020204" pitchFamily="34" charset="0"/>
              </a:rPr>
              <a:t>*Other names and brands may be claimed as the property of others. </a:t>
            </a:r>
          </a:p>
        </p:txBody>
      </p:sp>
    </p:spTree>
    <p:extLst>
      <p:ext uri="{BB962C8B-B14F-4D97-AF65-F5344CB8AC3E}">
        <p14:creationId xmlns:p14="http://schemas.microsoft.com/office/powerpoint/2010/main" val="23204815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0B928B-BC70-2BDE-B6DE-677A60EB6B4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2F2C521-6654-A9D8-373D-ACD183C6F17D}"/>
              </a:ext>
            </a:extLst>
          </p:cNvPr>
          <p:cNvSpPr>
            <a:spLocks noGrp="1"/>
          </p:cNvSpPr>
          <p:nvPr>
            <p:ph type="title"/>
          </p:nvPr>
        </p:nvSpPr>
        <p:spPr/>
        <p:txBody>
          <a:bodyPr/>
          <a:lstStyle/>
          <a:p>
            <a:r>
              <a:rPr lang="en-US" sz="3200" dirty="0"/>
              <a:t>Agenda</a:t>
            </a:r>
          </a:p>
        </p:txBody>
      </p:sp>
      <p:sp>
        <p:nvSpPr>
          <p:cNvPr id="3" name="Content Placeholder 2">
            <a:extLst>
              <a:ext uri="{FF2B5EF4-FFF2-40B4-BE49-F238E27FC236}">
                <a16:creationId xmlns:a16="http://schemas.microsoft.com/office/drawing/2014/main" id="{5BCBFEF5-48E8-EA1B-B2B6-5AAA71D1ACB2}"/>
              </a:ext>
            </a:extLst>
          </p:cNvPr>
          <p:cNvSpPr>
            <a:spLocks noGrp="1"/>
          </p:cNvSpPr>
          <p:nvPr>
            <p:ph sz="quarter" idx="28"/>
          </p:nvPr>
        </p:nvSpPr>
        <p:spPr>
          <a:xfrm>
            <a:off x="541292" y="1162112"/>
            <a:ext cx="11010900" cy="2885576"/>
          </a:xfrm>
        </p:spPr>
        <p:txBody>
          <a:bodyPr lIns="0" tIns="0" rIns="0" bIns="0" anchor="t">
            <a:normAutofit/>
          </a:bodyPr>
          <a:lstStyle/>
          <a:p>
            <a:pPr>
              <a:spcBef>
                <a:spcPts val="600"/>
              </a:spcBef>
            </a:pPr>
            <a:r>
              <a:rPr lang="en-US" sz="1800" dirty="0">
                <a:solidFill>
                  <a:schemeClr val="tx1"/>
                </a:solidFill>
                <a:latin typeface="Intel Clear Light"/>
                <a:ea typeface="Intel Clear Light"/>
                <a:cs typeface="Intel Clear Light"/>
              </a:rPr>
              <a:t>Background</a:t>
            </a:r>
          </a:p>
          <a:p>
            <a:pPr>
              <a:spcBef>
                <a:spcPts val="600"/>
              </a:spcBef>
            </a:pPr>
            <a:r>
              <a:rPr lang="en-US" sz="1800" dirty="0">
                <a:solidFill>
                  <a:schemeClr val="tx1"/>
                </a:solidFill>
                <a:latin typeface="Intel Clear Light"/>
                <a:ea typeface="Intel Clear Light"/>
                <a:cs typeface="Intel Clear Light"/>
              </a:rPr>
              <a:t>Customer Survey Results</a:t>
            </a:r>
          </a:p>
          <a:p>
            <a:pPr lvl="1">
              <a:spcBef>
                <a:spcPts val="600"/>
              </a:spcBef>
            </a:pPr>
            <a:r>
              <a:rPr lang="en-US" sz="1400" dirty="0">
                <a:solidFill>
                  <a:schemeClr val="tx1"/>
                </a:solidFill>
                <a:latin typeface="Intel Clear Light"/>
                <a:ea typeface="Intel Clear Light"/>
                <a:cs typeface="Intel Clear Light"/>
              </a:rPr>
              <a:t>Heatsink Mounting &amp; Design</a:t>
            </a:r>
          </a:p>
          <a:p>
            <a:pPr lvl="1">
              <a:spcBef>
                <a:spcPts val="600"/>
              </a:spcBef>
            </a:pPr>
            <a:r>
              <a:rPr lang="en-US" sz="1400" dirty="0">
                <a:solidFill>
                  <a:schemeClr val="tx1"/>
                </a:solidFill>
                <a:latin typeface="Intel Clear Light"/>
                <a:ea typeface="Intel Clear Light"/>
                <a:cs typeface="Intel Clear Light"/>
              </a:rPr>
              <a:t>Height &amp; Physical Constraints</a:t>
            </a:r>
          </a:p>
          <a:p>
            <a:pPr lvl="1">
              <a:spcBef>
                <a:spcPts val="600"/>
              </a:spcBef>
            </a:pPr>
            <a:r>
              <a:rPr lang="en-US" sz="1400" dirty="0">
                <a:solidFill>
                  <a:schemeClr val="tx1"/>
                </a:solidFill>
                <a:latin typeface="Intel Clear Light"/>
                <a:ea typeface="Intel Clear Light"/>
                <a:cs typeface="Intel Clear Light"/>
              </a:rPr>
              <a:t>TIM</a:t>
            </a:r>
          </a:p>
          <a:p>
            <a:pPr lvl="1">
              <a:spcBef>
                <a:spcPts val="600"/>
              </a:spcBef>
            </a:pPr>
            <a:r>
              <a:rPr lang="en-US" sz="1400" dirty="0">
                <a:solidFill>
                  <a:schemeClr val="tx1"/>
                </a:solidFill>
                <a:latin typeface="Intel Clear Light"/>
                <a:ea typeface="Intel Clear Light"/>
                <a:cs typeface="Intel Clear Light"/>
              </a:rPr>
              <a:t>ILM Requirements</a:t>
            </a:r>
          </a:p>
          <a:p>
            <a:pPr lvl="1">
              <a:spcBef>
                <a:spcPts val="600"/>
              </a:spcBef>
            </a:pPr>
            <a:r>
              <a:rPr lang="en-US" sz="1400" dirty="0">
                <a:solidFill>
                  <a:schemeClr val="tx1"/>
                </a:solidFill>
                <a:latin typeface="Intel Clear Light"/>
                <a:ea typeface="Intel Clear Light"/>
                <a:cs typeface="Intel Clear Light"/>
              </a:rPr>
              <a:t>Open Feedback</a:t>
            </a:r>
          </a:p>
          <a:p>
            <a:pPr>
              <a:spcBef>
                <a:spcPts val="600"/>
              </a:spcBef>
            </a:pPr>
            <a:r>
              <a:rPr lang="en-US" sz="1800" dirty="0">
                <a:solidFill>
                  <a:schemeClr val="tx1"/>
                </a:solidFill>
                <a:latin typeface="Intel Clear Light"/>
                <a:ea typeface="Intel Clear Light"/>
                <a:cs typeface="Intel Clear Light"/>
              </a:rPr>
              <a:t>Summary</a:t>
            </a:r>
          </a:p>
        </p:txBody>
      </p:sp>
    </p:spTree>
    <p:extLst>
      <p:ext uri="{BB962C8B-B14F-4D97-AF65-F5344CB8AC3E}">
        <p14:creationId xmlns:p14="http://schemas.microsoft.com/office/powerpoint/2010/main" val="38637145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7671CE-62F6-D53F-65C7-05B7B6500EF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4320536-9159-B8A4-44CD-E13AFA339BBF}"/>
              </a:ext>
            </a:extLst>
          </p:cNvPr>
          <p:cNvSpPr>
            <a:spLocks noGrp="1"/>
          </p:cNvSpPr>
          <p:nvPr>
            <p:ph type="title"/>
          </p:nvPr>
        </p:nvSpPr>
        <p:spPr/>
        <p:txBody>
          <a:bodyPr/>
          <a:lstStyle/>
          <a:p>
            <a:r>
              <a:rPr lang="en-US" sz="3200" dirty="0"/>
              <a:t>Background</a:t>
            </a:r>
          </a:p>
        </p:txBody>
      </p:sp>
      <p:sp>
        <p:nvSpPr>
          <p:cNvPr id="3" name="Content Placeholder 2">
            <a:extLst>
              <a:ext uri="{FF2B5EF4-FFF2-40B4-BE49-F238E27FC236}">
                <a16:creationId xmlns:a16="http://schemas.microsoft.com/office/drawing/2014/main" id="{6F07DB29-80DB-83D6-4A3B-3C1C80B6336A}"/>
              </a:ext>
            </a:extLst>
          </p:cNvPr>
          <p:cNvSpPr>
            <a:spLocks noGrp="1"/>
          </p:cNvSpPr>
          <p:nvPr>
            <p:ph sz="quarter" idx="28"/>
          </p:nvPr>
        </p:nvSpPr>
        <p:spPr>
          <a:xfrm>
            <a:off x="541292" y="1162112"/>
            <a:ext cx="11010900" cy="2885576"/>
          </a:xfrm>
        </p:spPr>
        <p:txBody>
          <a:bodyPr lIns="0" tIns="0" rIns="0" bIns="0" anchor="t">
            <a:normAutofit lnSpcReduction="10000"/>
          </a:bodyPr>
          <a:lstStyle/>
          <a:p>
            <a:pPr>
              <a:spcBef>
                <a:spcPts val="600"/>
              </a:spcBef>
            </a:pPr>
            <a:r>
              <a:rPr lang="en-US" sz="1800" dirty="0">
                <a:solidFill>
                  <a:schemeClr val="tx1"/>
                </a:solidFill>
                <a:latin typeface="Intel Clear Light"/>
                <a:ea typeface="Intel Clear Light"/>
                <a:cs typeface="Intel Clear Light"/>
              </a:rPr>
              <a:t>CCG made a request to CMEE to obtain Desktop Customer feedback regarding HS mounting/design, physical constraints, TIM (thermal interface material), and ILM (independent loading mechanism) Requirements.</a:t>
            </a:r>
          </a:p>
          <a:p>
            <a:pPr>
              <a:spcBef>
                <a:spcPts val="600"/>
              </a:spcBef>
            </a:pPr>
            <a:r>
              <a:rPr lang="en-US" sz="1800" dirty="0">
                <a:solidFill>
                  <a:schemeClr val="tx1"/>
                </a:solidFill>
                <a:latin typeface="Intel Clear Light"/>
                <a:ea typeface="Intel Clear Light"/>
                <a:cs typeface="Intel Clear Light"/>
              </a:rPr>
              <a:t>Survey purpose:</a:t>
            </a:r>
          </a:p>
          <a:p>
            <a:pPr lvl="1">
              <a:spcBef>
                <a:spcPts val="600"/>
              </a:spcBef>
            </a:pPr>
            <a:r>
              <a:rPr lang="en-US" sz="1800" dirty="0">
                <a:solidFill>
                  <a:schemeClr val="tx1"/>
                </a:solidFill>
                <a:latin typeface="Intel Clear Light"/>
                <a:ea typeface="Intel Clear Light"/>
                <a:cs typeface="Intel Clear Light"/>
              </a:rPr>
              <a:t>As we (CCG) are preparing to architect future platforms, our mechanical architecture team would like to understand how Intel customers are using our enabling solutions. The purpose of this survey is to grow better understanding on this topic so we can consider customer feedback during the design process</a:t>
            </a:r>
          </a:p>
          <a:p>
            <a:pPr>
              <a:spcBef>
                <a:spcPts val="600"/>
              </a:spcBef>
            </a:pPr>
            <a:r>
              <a:rPr lang="en-US" sz="1800" dirty="0">
                <a:solidFill>
                  <a:schemeClr val="tx1"/>
                </a:solidFill>
                <a:latin typeface="Intel Clear Light"/>
                <a:ea typeface="Intel Clear Light"/>
                <a:cs typeface="Intel Clear Light"/>
              </a:rPr>
              <a:t>4 of the largest Desktop customers (OEMs) were surveyed: Asus, Dell, HP, and Lenovo. </a:t>
            </a:r>
          </a:p>
          <a:p>
            <a:pPr>
              <a:spcBef>
                <a:spcPts val="600"/>
              </a:spcBef>
            </a:pPr>
            <a:r>
              <a:rPr lang="en-US" sz="1800" dirty="0">
                <a:solidFill>
                  <a:schemeClr val="tx1"/>
                </a:solidFill>
                <a:latin typeface="Intel Clear Light"/>
                <a:ea typeface="Intel Clear Light"/>
                <a:cs typeface="Intel Clear Light"/>
              </a:rPr>
              <a:t>All OEMs, except HP, have provided responses</a:t>
            </a:r>
          </a:p>
          <a:p>
            <a:pPr>
              <a:spcBef>
                <a:spcPts val="600"/>
              </a:spcBef>
            </a:pPr>
            <a:r>
              <a:rPr lang="en-US" sz="1800" dirty="0">
                <a:solidFill>
                  <a:schemeClr val="tx1"/>
                </a:solidFill>
                <a:latin typeface="Intel Clear Light"/>
                <a:ea typeface="Intel Clear Light"/>
                <a:cs typeface="Intel Clear Light"/>
              </a:rPr>
              <a:t>Dell provided survey responses from both their Thermal Engineering and Services Engineering teams</a:t>
            </a:r>
          </a:p>
        </p:txBody>
      </p:sp>
    </p:spTree>
    <p:extLst>
      <p:ext uri="{BB962C8B-B14F-4D97-AF65-F5344CB8AC3E}">
        <p14:creationId xmlns:p14="http://schemas.microsoft.com/office/powerpoint/2010/main" val="20912451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6CA3E8-3B56-26DE-3C8B-2DB0E9614CC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D83EFB4-4E4E-FEE1-F001-3777CF3712AA}"/>
              </a:ext>
            </a:extLst>
          </p:cNvPr>
          <p:cNvSpPr>
            <a:spLocks noGrp="1"/>
          </p:cNvSpPr>
          <p:nvPr>
            <p:ph type="title"/>
          </p:nvPr>
        </p:nvSpPr>
        <p:spPr>
          <a:xfrm>
            <a:off x="571370" y="87664"/>
            <a:ext cx="11010816" cy="952499"/>
          </a:xfrm>
        </p:spPr>
        <p:txBody>
          <a:bodyPr/>
          <a:lstStyle/>
          <a:p>
            <a:r>
              <a:rPr lang="en-US" sz="3200" dirty="0"/>
              <a:t>Customer Survey Results – Heatsink Mounting &amp; Design</a:t>
            </a:r>
          </a:p>
        </p:txBody>
      </p:sp>
      <p:graphicFrame>
        <p:nvGraphicFramePr>
          <p:cNvPr id="6" name="Table 5">
            <a:extLst>
              <a:ext uri="{FF2B5EF4-FFF2-40B4-BE49-F238E27FC236}">
                <a16:creationId xmlns:a16="http://schemas.microsoft.com/office/drawing/2014/main" id="{F2F7DA93-E7AD-0FC0-F3A4-44D02A543BF6}"/>
              </a:ext>
            </a:extLst>
          </p:cNvPr>
          <p:cNvGraphicFramePr>
            <a:graphicFrameLocks noGrp="1"/>
          </p:cNvGraphicFramePr>
          <p:nvPr>
            <p:extLst>
              <p:ext uri="{D42A27DB-BD31-4B8C-83A1-F6EECF244321}">
                <p14:modId xmlns:p14="http://schemas.microsoft.com/office/powerpoint/2010/main" val="762949078"/>
              </p:ext>
            </p:extLst>
          </p:nvPr>
        </p:nvGraphicFramePr>
        <p:xfrm>
          <a:off x="168675" y="693036"/>
          <a:ext cx="11451955" cy="4720673"/>
        </p:xfrm>
        <a:graphic>
          <a:graphicData uri="http://schemas.openxmlformats.org/drawingml/2006/table">
            <a:tbl>
              <a:tblPr firstRow="1" bandRow="1">
                <a:tableStyleId>{5C22544A-7EE6-4342-B048-85BDC9FD1C3A}</a:tableStyleId>
              </a:tblPr>
              <a:tblGrid>
                <a:gridCol w="2290391">
                  <a:extLst>
                    <a:ext uri="{9D8B030D-6E8A-4147-A177-3AD203B41FA5}">
                      <a16:colId xmlns:a16="http://schemas.microsoft.com/office/drawing/2014/main" val="3422954971"/>
                    </a:ext>
                  </a:extLst>
                </a:gridCol>
                <a:gridCol w="2290391">
                  <a:extLst>
                    <a:ext uri="{9D8B030D-6E8A-4147-A177-3AD203B41FA5}">
                      <a16:colId xmlns:a16="http://schemas.microsoft.com/office/drawing/2014/main" val="1739319744"/>
                    </a:ext>
                  </a:extLst>
                </a:gridCol>
                <a:gridCol w="2290391">
                  <a:extLst>
                    <a:ext uri="{9D8B030D-6E8A-4147-A177-3AD203B41FA5}">
                      <a16:colId xmlns:a16="http://schemas.microsoft.com/office/drawing/2014/main" val="1756552807"/>
                    </a:ext>
                  </a:extLst>
                </a:gridCol>
                <a:gridCol w="2290391">
                  <a:extLst>
                    <a:ext uri="{9D8B030D-6E8A-4147-A177-3AD203B41FA5}">
                      <a16:colId xmlns:a16="http://schemas.microsoft.com/office/drawing/2014/main" val="3027617895"/>
                    </a:ext>
                  </a:extLst>
                </a:gridCol>
                <a:gridCol w="2290391">
                  <a:extLst>
                    <a:ext uri="{9D8B030D-6E8A-4147-A177-3AD203B41FA5}">
                      <a16:colId xmlns:a16="http://schemas.microsoft.com/office/drawing/2014/main" val="2037702015"/>
                    </a:ext>
                  </a:extLst>
                </a:gridCol>
              </a:tblGrid>
              <a:tr h="624036">
                <a:tc>
                  <a:txBody>
                    <a:bodyPr/>
                    <a:lstStyle/>
                    <a:p>
                      <a:pPr algn="ctr"/>
                      <a:r>
                        <a:rPr lang="en-US" sz="1800" b="1" dirty="0"/>
                        <a:t>Asus</a:t>
                      </a:r>
                    </a:p>
                  </a:txBody>
                  <a:tcPr anchor="ctr"/>
                </a:tc>
                <a:tc>
                  <a:txBody>
                    <a:bodyPr/>
                    <a:lstStyle/>
                    <a:p>
                      <a:pPr algn="ctr"/>
                      <a:r>
                        <a:rPr lang="en-US" sz="1800" b="1" dirty="0"/>
                        <a:t>Dell</a:t>
                      </a:r>
                    </a:p>
                    <a:p>
                      <a:pPr algn="ctr"/>
                      <a:r>
                        <a:rPr lang="en-US" sz="1800" b="1" dirty="0"/>
                        <a:t>(Thermal Eng.)</a:t>
                      </a:r>
                    </a:p>
                  </a:txBody>
                  <a:tcPr anchor="ctr"/>
                </a:tc>
                <a:tc>
                  <a:txBody>
                    <a:bodyPr/>
                    <a:lstStyle/>
                    <a:p>
                      <a:pPr algn="ctr"/>
                      <a:r>
                        <a:rPr lang="en-US" sz="1800" b="1" dirty="0"/>
                        <a:t>Dell </a:t>
                      </a:r>
                    </a:p>
                    <a:p>
                      <a:pPr algn="ctr"/>
                      <a:r>
                        <a:rPr lang="en-US" sz="1800" b="1" dirty="0"/>
                        <a:t>(Services Eng.)</a:t>
                      </a:r>
                    </a:p>
                  </a:txBody>
                  <a:tcPr anchor="ctr"/>
                </a:tc>
                <a:tc>
                  <a:txBody>
                    <a:bodyPr/>
                    <a:lstStyle/>
                    <a:p>
                      <a:pPr algn="ctr"/>
                      <a:r>
                        <a:rPr lang="en-US" sz="1800" b="1" dirty="0"/>
                        <a:t>HP</a:t>
                      </a:r>
                    </a:p>
                  </a:txBody>
                  <a:tcPr anchor="ctr"/>
                </a:tc>
                <a:tc>
                  <a:txBody>
                    <a:bodyPr/>
                    <a:lstStyle/>
                    <a:p>
                      <a:pPr algn="ctr"/>
                      <a:r>
                        <a:rPr lang="en-US" sz="1800" b="1" dirty="0"/>
                        <a:t>Lenovo</a:t>
                      </a:r>
                    </a:p>
                  </a:txBody>
                  <a:tcPr anchor="ctr"/>
                </a:tc>
                <a:extLst>
                  <a:ext uri="{0D108BD9-81ED-4DB2-BD59-A6C34878D82A}">
                    <a16:rowId xmlns:a16="http://schemas.microsoft.com/office/drawing/2014/main" val="1931140537"/>
                  </a:ext>
                </a:extLst>
              </a:tr>
              <a:tr h="784441">
                <a:tc gridSpan="5">
                  <a:txBody>
                    <a:bodyPr/>
                    <a:lstStyle/>
                    <a:p>
                      <a:pPr algn="ctr"/>
                      <a:r>
                        <a:rPr lang="en-US" sz="1200" b="1" dirty="0"/>
                        <a:t>Q1: Do you find value in removing heatsink holes on PCB and directly attaching the heatsink to the loading mechanism? (e.g. to the loading mechanism fasteners) </a:t>
                      </a:r>
                    </a:p>
                    <a:p>
                      <a:pPr algn="ctr"/>
                      <a:endParaRPr lang="en-US" sz="1200" b="1" dirty="0"/>
                    </a:p>
                    <a:p>
                      <a:pPr algn="ctr"/>
                      <a:r>
                        <a:rPr lang="en-US" sz="1200" b="1" dirty="0"/>
                        <a:t>How important is this (rate from 1(not important) to 5(Very important) ?</a:t>
                      </a:r>
                    </a:p>
                  </a:txBody>
                  <a:tcPr anchor="ctr"/>
                </a:tc>
                <a:tc hMerge="1">
                  <a:txBody>
                    <a:bodyPr/>
                    <a:lstStyle/>
                    <a:p>
                      <a:pPr algn="ctr"/>
                      <a:endParaRPr lang="en-US" dirty="0"/>
                    </a:p>
                  </a:txBody>
                  <a:tcPr anchor="ctr"/>
                </a:tc>
                <a:tc hMerge="1">
                  <a:txBody>
                    <a:bodyPr/>
                    <a:lstStyle/>
                    <a:p>
                      <a:pPr algn="ctr"/>
                      <a:endParaRPr lang="en-US" dirty="0"/>
                    </a:p>
                  </a:txBody>
                  <a:tcPr anchor="ctr"/>
                </a:tc>
                <a:tc hMerge="1">
                  <a:txBody>
                    <a:bodyPr/>
                    <a:lstStyle/>
                    <a:p>
                      <a:pPr algn="ctr"/>
                      <a:endParaRPr lang="en-US" dirty="0"/>
                    </a:p>
                  </a:txBody>
                  <a:tcPr anchor="ctr"/>
                </a:tc>
                <a:tc hMerge="1">
                  <a:txBody>
                    <a:bodyPr/>
                    <a:lstStyle/>
                    <a:p>
                      <a:pPr algn="ctr"/>
                      <a:endParaRPr lang="en-US"/>
                    </a:p>
                  </a:txBody>
                  <a:tcPr anchor="ctr"/>
                </a:tc>
                <a:extLst>
                  <a:ext uri="{0D108BD9-81ED-4DB2-BD59-A6C34878D82A}">
                    <a16:rowId xmlns:a16="http://schemas.microsoft.com/office/drawing/2014/main" val="1762083462"/>
                  </a:ext>
                </a:extLst>
              </a:tr>
              <a:tr h="1115892">
                <a:tc>
                  <a:txBody>
                    <a:bodyPr/>
                    <a:lstStyle/>
                    <a:p>
                      <a:pPr algn="ctr"/>
                      <a:r>
                        <a:rPr lang="en-US" sz="1200" dirty="0"/>
                        <a:t>no (This will limit design space for top fan), 4 </a:t>
                      </a:r>
                    </a:p>
                  </a:txBody>
                  <a:tcPr anchor="ctr"/>
                </a:tc>
                <a:tc>
                  <a:txBody>
                    <a:bodyPr/>
                    <a:lstStyle/>
                    <a:p>
                      <a:pPr algn="ctr"/>
                      <a:r>
                        <a:rPr lang="en-US" sz="1200" dirty="0"/>
                        <a:t>yes, 5</a:t>
                      </a:r>
                    </a:p>
                    <a:p>
                      <a:pPr algn="ctr"/>
                      <a:r>
                        <a:rPr lang="en-US" sz="1200" dirty="0"/>
                        <a:t>I would like to reserve the flexibility to keep the current mounting patten for tower cooler (heat pipes routing)</a:t>
                      </a:r>
                    </a:p>
                  </a:txBody>
                  <a:tcPr anchor="ctr"/>
                </a:tc>
                <a:tc>
                  <a:txBody>
                    <a:bodyPr/>
                    <a:lstStyle/>
                    <a:p>
                      <a:pPr algn="ctr"/>
                      <a:r>
                        <a:rPr lang="en-US" sz="1200" dirty="0"/>
                        <a:t>yes</a:t>
                      </a:r>
                    </a:p>
                    <a:p>
                      <a:pPr algn="ctr"/>
                      <a:r>
                        <a:rPr lang="en-US" sz="1200" dirty="0"/>
                        <a:t>very important - makes it more serviceable</a:t>
                      </a:r>
                    </a:p>
                  </a:txBody>
                  <a:tcPr anchor="ctr"/>
                </a:tc>
                <a:tc>
                  <a:txBody>
                    <a:bodyPr/>
                    <a:lstStyle/>
                    <a:p>
                      <a:pPr algn="ctr"/>
                      <a:r>
                        <a:rPr lang="en-US" sz="1200" dirty="0"/>
                        <a:t>No response</a:t>
                      </a:r>
                    </a:p>
                  </a:txBody>
                  <a:tcPr anchor="ctr"/>
                </a:tc>
                <a:tc>
                  <a:txBody>
                    <a:bodyPr/>
                    <a:lstStyle/>
                    <a:p>
                      <a:pPr algn="ctr"/>
                      <a:r>
                        <a:rPr lang="en-US" sz="1200" dirty="0"/>
                        <a:t>Yes, 3. </a:t>
                      </a:r>
                    </a:p>
                    <a:p>
                      <a:pPr algn="ctr"/>
                      <a:r>
                        <a:rPr lang="en-US" sz="1200" dirty="0"/>
                        <a:t>(Maybe strain gauge impact due to heavy heatsink）</a:t>
                      </a:r>
                    </a:p>
                  </a:txBody>
                  <a:tcPr anchor="ctr"/>
                </a:tc>
                <a:extLst>
                  <a:ext uri="{0D108BD9-81ED-4DB2-BD59-A6C34878D82A}">
                    <a16:rowId xmlns:a16="http://schemas.microsoft.com/office/drawing/2014/main" val="982522789"/>
                  </a:ext>
                </a:extLst>
              </a:tr>
              <a:tr h="784441">
                <a:tc gridSpan="5">
                  <a:txBody>
                    <a:bodyPr/>
                    <a:lstStyle/>
                    <a:p>
                      <a:pPr algn="ctr"/>
                      <a:r>
                        <a:rPr lang="en-US" sz="1200" b="1" dirty="0"/>
                        <a:t>Q2: Do you find value in a backplate that extends to heatsink holes, to enable one combined backplate that is shared for both the socket loading mechanism and the heatsink anchors?</a:t>
                      </a:r>
                    </a:p>
                    <a:p>
                      <a:pPr algn="ctr"/>
                      <a:endParaRPr lang="en-US" sz="1200" b="1" dirty="0"/>
                    </a:p>
                    <a:p>
                      <a:pPr algn="ctr"/>
                      <a:r>
                        <a:rPr lang="en-US" sz="1200" b="1" dirty="0"/>
                        <a:t>How important is this (rate from 1(not important) to 5(Very important) ?</a:t>
                      </a:r>
                    </a:p>
                  </a:txBody>
                  <a:tcPr anchor="ctr"/>
                </a:tc>
                <a:tc hMerge="1">
                  <a:txBody>
                    <a:bodyPr/>
                    <a:lstStyle/>
                    <a:p>
                      <a:pPr algn="ctr"/>
                      <a:endParaRPr lang="en-US" sz="1200" dirty="0"/>
                    </a:p>
                  </a:txBody>
                  <a:tcPr anchor="ctr"/>
                </a:tc>
                <a:tc hMerge="1">
                  <a:txBody>
                    <a:bodyPr/>
                    <a:lstStyle/>
                    <a:p>
                      <a:pPr algn="ctr"/>
                      <a:endParaRPr lang="en-US" sz="1200" dirty="0"/>
                    </a:p>
                  </a:txBody>
                  <a:tcPr anchor="ctr"/>
                </a:tc>
                <a:tc hMerge="1">
                  <a:txBody>
                    <a:bodyPr/>
                    <a:lstStyle/>
                    <a:p>
                      <a:pPr algn="ctr"/>
                      <a:endParaRPr lang="en-US" sz="1200" dirty="0"/>
                    </a:p>
                  </a:txBody>
                  <a:tcPr anchor="ctr"/>
                </a:tc>
                <a:tc hMerge="1">
                  <a:txBody>
                    <a:bodyPr/>
                    <a:lstStyle/>
                    <a:p>
                      <a:pPr algn="ctr"/>
                      <a:endParaRPr lang="en-US" sz="1200"/>
                    </a:p>
                  </a:txBody>
                  <a:tcPr anchor="ctr"/>
                </a:tc>
                <a:extLst>
                  <a:ext uri="{0D108BD9-81ED-4DB2-BD59-A6C34878D82A}">
                    <a16:rowId xmlns:a16="http://schemas.microsoft.com/office/drawing/2014/main" val="283596028"/>
                  </a:ext>
                </a:extLst>
              </a:tr>
              <a:tr h="710113">
                <a:tc>
                  <a:txBody>
                    <a:bodyPr/>
                    <a:lstStyle/>
                    <a:p>
                      <a:pPr algn="ctr"/>
                      <a:r>
                        <a:rPr lang="en-US" sz="1200" dirty="0"/>
                        <a:t>yes (cost benefit), 4</a:t>
                      </a:r>
                    </a:p>
                  </a:txBody>
                  <a:tcPr anchor="ctr"/>
                </a:tc>
                <a:tc>
                  <a:txBody>
                    <a:bodyPr/>
                    <a:lstStyle/>
                    <a:p>
                      <a:pPr algn="ctr"/>
                      <a:r>
                        <a:rPr lang="en-US" sz="1200" dirty="0"/>
                        <a:t>No</a:t>
                      </a:r>
                    </a:p>
                  </a:txBody>
                  <a:tcPr anchor="ctr"/>
                </a:tc>
                <a:tc>
                  <a:txBody>
                    <a:bodyPr/>
                    <a:lstStyle/>
                    <a:p>
                      <a:pPr algn="ctr"/>
                      <a:r>
                        <a:rPr lang="en-US" sz="1200" dirty="0"/>
                        <a:t>yes</a:t>
                      </a:r>
                    </a:p>
                    <a:p>
                      <a:pPr algn="ctr"/>
                      <a:r>
                        <a:rPr lang="en-US" sz="1200" dirty="0"/>
                        <a:t>very important - makes it more serviceable</a:t>
                      </a:r>
                    </a:p>
                  </a:txBody>
                  <a:tcPr anchor="ctr"/>
                </a:tc>
                <a:tc>
                  <a:txBody>
                    <a:bodyPr/>
                    <a:lstStyle/>
                    <a:p>
                      <a:pPr marL="0" marR="0" lvl="0" indent="0" algn="ctr" defTabSz="609600" eaLnBrk="1" fontAlgn="auto" latinLnBrk="0" hangingPunct="1">
                        <a:lnSpc>
                          <a:spcPct val="100000"/>
                        </a:lnSpc>
                        <a:spcBef>
                          <a:spcPts val="0"/>
                        </a:spcBef>
                        <a:spcAft>
                          <a:spcPts val="0"/>
                        </a:spcAft>
                        <a:buClrTx/>
                        <a:buSzTx/>
                        <a:buFontTx/>
                        <a:buNone/>
                        <a:tabLst/>
                        <a:defRPr/>
                      </a:pPr>
                      <a:r>
                        <a:rPr lang="en-US" sz="1200" dirty="0"/>
                        <a:t>No response</a:t>
                      </a:r>
                    </a:p>
                  </a:txBody>
                  <a:tcPr anchor="ctr"/>
                </a:tc>
                <a:tc>
                  <a:txBody>
                    <a:bodyPr/>
                    <a:lstStyle/>
                    <a:p>
                      <a:pPr algn="ctr"/>
                      <a:r>
                        <a:rPr lang="en-US" sz="1200" dirty="0"/>
                        <a:t>Yes, 4. </a:t>
                      </a:r>
                    </a:p>
                  </a:txBody>
                  <a:tcPr anchor="ctr"/>
                </a:tc>
                <a:extLst>
                  <a:ext uri="{0D108BD9-81ED-4DB2-BD59-A6C34878D82A}">
                    <a16:rowId xmlns:a16="http://schemas.microsoft.com/office/drawing/2014/main" val="1997562691"/>
                  </a:ext>
                </a:extLst>
              </a:tr>
              <a:tr h="304334">
                <a:tc gridSpan="5">
                  <a:txBody>
                    <a:bodyPr/>
                    <a:lstStyle/>
                    <a:p>
                      <a:pPr algn="ctr"/>
                      <a:r>
                        <a:rPr lang="en-US" sz="1200" b="1" dirty="0"/>
                        <a:t>Q3: If known, can you share load provided by heatsinks on the systems you design? (Min &amp; max)</a:t>
                      </a:r>
                    </a:p>
                  </a:txBody>
                  <a:tcPr anchor="ctr"/>
                </a:tc>
                <a:tc hMerge="1">
                  <a:txBody>
                    <a:bodyPr/>
                    <a:lstStyle/>
                    <a:p>
                      <a:pPr algn="ctr"/>
                      <a:endParaRPr lang="en-US" sz="1200" dirty="0"/>
                    </a:p>
                  </a:txBody>
                  <a:tcPr anchor="ctr"/>
                </a:tc>
                <a:tc hMerge="1">
                  <a:txBody>
                    <a:bodyPr/>
                    <a:lstStyle/>
                    <a:p>
                      <a:pPr algn="ctr"/>
                      <a:endParaRPr lang="en-US" sz="1200" dirty="0"/>
                    </a:p>
                  </a:txBody>
                  <a:tcPr anchor="ctr"/>
                </a:tc>
                <a:tc hMerge="1">
                  <a:txBody>
                    <a:bodyPr/>
                    <a:lstStyle/>
                    <a:p>
                      <a:pPr algn="ctr"/>
                      <a:endParaRPr lang="en-US" sz="1200" dirty="0"/>
                    </a:p>
                  </a:txBody>
                  <a:tcPr anchor="ctr"/>
                </a:tc>
                <a:tc hMerge="1">
                  <a:txBody>
                    <a:bodyPr/>
                    <a:lstStyle/>
                    <a:p>
                      <a:pPr algn="ctr"/>
                      <a:endParaRPr lang="en-US" sz="1200" dirty="0"/>
                    </a:p>
                  </a:txBody>
                  <a:tcPr anchor="ctr"/>
                </a:tc>
                <a:extLst>
                  <a:ext uri="{0D108BD9-81ED-4DB2-BD59-A6C34878D82A}">
                    <a16:rowId xmlns:a16="http://schemas.microsoft.com/office/drawing/2014/main" val="824335499"/>
                  </a:ext>
                </a:extLst>
              </a:tr>
              <a:tr h="304334">
                <a:tc>
                  <a:txBody>
                    <a:bodyPr/>
                    <a:lstStyle/>
                    <a:p>
                      <a:pPr algn="ctr"/>
                      <a:r>
                        <a:rPr lang="en-US" sz="1200" dirty="0"/>
                        <a:t>min:19kg, max:24kg</a:t>
                      </a:r>
                    </a:p>
                  </a:txBody>
                  <a:tcPr anchor="ctr"/>
                </a:tc>
                <a:tc>
                  <a:txBody>
                    <a:bodyPr/>
                    <a:lstStyle/>
                    <a:p>
                      <a:pPr algn="ctr"/>
                      <a:r>
                        <a:rPr lang="en-US" sz="1200" dirty="0"/>
                        <a:t>20-40 </a:t>
                      </a:r>
                      <a:r>
                        <a:rPr lang="en-US" sz="1200" dirty="0" err="1"/>
                        <a:t>lbf</a:t>
                      </a:r>
                      <a:endParaRPr lang="en-US" sz="1200" dirty="0"/>
                    </a:p>
                  </a:txBody>
                  <a:tcPr anchor="ctr"/>
                </a:tc>
                <a:tc>
                  <a:txBody>
                    <a:bodyPr/>
                    <a:lstStyle/>
                    <a:p>
                      <a:pPr algn="ctr"/>
                      <a:r>
                        <a:rPr lang="en-US" sz="1200" dirty="0"/>
                        <a:t>No response</a:t>
                      </a:r>
                    </a:p>
                  </a:txBody>
                  <a:tcPr anchor="ctr"/>
                </a:tc>
                <a:tc>
                  <a:txBody>
                    <a:bodyPr/>
                    <a:lstStyle/>
                    <a:p>
                      <a:pPr marL="0" marR="0" lvl="0" indent="0" algn="ctr" defTabSz="609600" eaLnBrk="1" fontAlgn="auto" latinLnBrk="0" hangingPunct="1">
                        <a:lnSpc>
                          <a:spcPct val="100000"/>
                        </a:lnSpc>
                        <a:spcBef>
                          <a:spcPts val="0"/>
                        </a:spcBef>
                        <a:spcAft>
                          <a:spcPts val="0"/>
                        </a:spcAft>
                        <a:buClrTx/>
                        <a:buSzTx/>
                        <a:buFontTx/>
                        <a:buNone/>
                        <a:tabLst/>
                        <a:defRPr/>
                      </a:pPr>
                      <a:r>
                        <a:rPr lang="en-US" sz="1200" dirty="0"/>
                        <a:t>No response</a:t>
                      </a:r>
                    </a:p>
                  </a:txBody>
                  <a:tcPr anchor="ctr"/>
                </a:tc>
                <a:tc>
                  <a:txBody>
                    <a:bodyPr/>
                    <a:lstStyle/>
                    <a:p>
                      <a:pPr algn="ctr"/>
                      <a:r>
                        <a:rPr lang="en-US" sz="1200" dirty="0"/>
                        <a:t>45±5 </a:t>
                      </a:r>
                      <a:r>
                        <a:rPr lang="en-US" sz="1200" dirty="0" err="1"/>
                        <a:t>lbf</a:t>
                      </a:r>
                      <a:endParaRPr lang="en-US" sz="1200" dirty="0"/>
                    </a:p>
                  </a:txBody>
                  <a:tcPr anchor="ctr"/>
                </a:tc>
                <a:extLst>
                  <a:ext uri="{0D108BD9-81ED-4DB2-BD59-A6C34878D82A}">
                    <a16:rowId xmlns:a16="http://schemas.microsoft.com/office/drawing/2014/main" val="3632333155"/>
                  </a:ext>
                </a:extLst>
              </a:tr>
            </a:tbl>
          </a:graphicData>
        </a:graphic>
      </p:graphicFrame>
    </p:spTree>
    <p:extLst>
      <p:ext uri="{BB962C8B-B14F-4D97-AF65-F5344CB8AC3E}">
        <p14:creationId xmlns:p14="http://schemas.microsoft.com/office/powerpoint/2010/main" val="20575448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19650D-B217-5A37-7E15-9BFD150D2B2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4B4A276-CFAB-3A4B-D1C1-7D448CA88B6A}"/>
              </a:ext>
            </a:extLst>
          </p:cNvPr>
          <p:cNvSpPr>
            <a:spLocks noGrp="1"/>
          </p:cNvSpPr>
          <p:nvPr>
            <p:ph type="title"/>
          </p:nvPr>
        </p:nvSpPr>
        <p:spPr>
          <a:xfrm>
            <a:off x="571370" y="87664"/>
            <a:ext cx="11010816" cy="952499"/>
          </a:xfrm>
        </p:spPr>
        <p:txBody>
          <a:bodyPr/>
          <a:lstStyle/>
          <a:p>
            <a:r>
              <a:rPr lang="en-US" sz="3200" dirty="0"/>
              <a:t>Customer Survey Results – Heatsink Mounting &amp; Design</a:t>
            </a:r>
          </a:p>
        </p:txBody>
      </p:sp>
      <p:graphicFrame>
        <p:nvGraphicFramePr>
          <p:cNvPr id="6" name="Table 5">
            <a:extLst>
              <a:ext uri="{FF2B5EF4-FFF2-40B4-BE49-F238E27FC236}">
                <a16:creationId xmlns:a16="http://schemas.microsoft.com/office/drawing/2014/main" id="{3920FEE8-B9BC-A8DD-EB75-3A419D3D5E7A}"/>
              </a:ext>
            </a:extLst>
          </p:cNvPr>
          <p:cNvGraphicFramePr>
            <a:graphicFrameLocks noGrp="1"/>
          </p:cNvGraphicFramePr>
          <p:nvPr>
            <p:extLst>
              <p:ext uri="{D42A27DB-BD31-4B8C-83A1-F6EECF244321}">
                <p14:modId xmlns:p14="http://schemas.microsoft.com/office/powerpoint/2010/main" val="2521081264"/>
              </p:ext>
            </p:extLst>
          </p:nvPr>
        </p:nvGraphicFramePr>
        <p:xfrm>
          <a:off x="168675" y="693035"/>
          <a:ext cx="11451955" cy="3682851"/>
        </p:xfrm>
        <a:graphic>
          <a:graphicData uri="http://schemas.openxmlformats.org/drawingml/2006/table">
            <a:tbl>
              <a:tblPr firstRow="1" bandRow="1">
                <a:tableStyleId>{5C22544A-7EE6-4342-B048-85BDC9FD1C3A}</a:tableStyleId>
              </a:tblPr>
              <a:tblGrid>
                <a:gridCol w="2290391">
                  <a:extLst>
                    <a:ext uri="{9D8B030D-6E8A-4147-A177-3AD203B41FA5}">
                      <a16:colId xmlns:a16="http://schemas.microsoft.com/office/drawing/2014/main" val="3422954971"/>
                    </a:ext>
                  </a:extLst>
                </a:gridCol>
                <a:gridCol w="2290391">
                  <a:extLst>
                    <a:ext uri="{9D8B030D-6E8A-4147-A177-3AD203B41FA5}">
                      <a16:colId xmlns:a16="http://schemas.microsoft.com/office/drawing/2014/main" val="1739319744"/>
                    </a:ext>
                  </a:extLst>
                </a:gridCol>
                <a:gridCol w="2290391">
                  <a:extLst>
                    <a:ext uri="{9D8B030D-6E8A-4147-A177-3AD203B41FA5}">
                      <a16:colId xmlns:a16="http://schemas.microsoft.com/office/drawing/2014/main" val="1756552807"/>
                    </a:ext>
                  </a:extLst>
                </a:gridCol>
                <a:gridCol w="2290391">
                  <a:extLst>
                    <a:ext uri="{9D8B030D-6E8A-4147-A177-3AD203B41FA5}">
                      <a16:colId xmlns:a16="http://schemas.microsoft.com/office/drawing/2014/main" val="3027617895"/>
                    </a:ext>
                  </a:extLst>
                </a:gridCol>
                <a:gridCol w="2290391">
                  <a:extLst>
                    <a:ext uri="{9D8B030D-6E8A-4147-A177-3AD203B41FA5}">
                      <a16:colId xmlns:a16="http://schemas.microsoft.com/office/drawing/2014/main" val="2037702015"/>
                    </a:ext>
                  </a:extLst>
                </a:gridCol>
              </a:tblGrid>
              <a:tr h="640080">
                <a:tc>
                  <a:txBody>
                    <a:bodyPr/>
                    <a:lstStyle/>
                    <a:p>
                      <a:pPr algn="ctr"/>
                      <a:r>
                        <a:rPr lang="en-US" sz="1800" b="1" dirty="0"/>
                        <a:t>Asus</a:t>
                      </a:r>
                    </a:p>
                  </a:txBody>
                  <a:tcPr anchor="ctr"/>
                </a:tc>
                <a:tc>
                  <a:txBody>
                    <a:bodyPr/>
                    <a:lstStyle/>
                    <a:p>
                      <a:pPr algn="ctr"/>
                      <a:r>
                        <a:rPr lang="en-US" sz="1800" b="1" dirty="0"/>
                        <a:t>Dell</a:t>
                      </a:r>
                    </a:p>
                    <a:p>
                      <a:pPr algn="ctr"/>
                      <a:r>
                        <a:rPr lang="en-US" sz="1800" b="1" dirty="0"/>
                        <a:t>(Thermal Eng.)</a:t>
                      </a:r>
                    </a:p>
                  </a:txBody>
                  <a:tcPr anchor="ctr"/>
                </a:tc>
                <a:tc>
                  <a:txBody>
                    <a:bodyPr/>
                    <a:lstStyle/>
                    <a:p>
                      <a:pPr algn="ctr"/>
                      <a:r>
                        <a:rPr lang="en-US" sz="1800" b="1" dirty="0"/>
                        <a:t>Dell </a:t>
                      </a:r>
                    </a:p>
                    <a:p>
                      <a:pPr algn="ctr"/>
                      <a:r>
                        <a:rPr lang="en-US" sz="1800" b="1" dirty="0"/>
                        <a:t>(Services Eng.)</a:t>
                      </a:r>
                    </a:p>
                  </a:txBody>
                  <a:tcPr anchor="ctr"/>
                </a:tc>
                <a:tc>
                  <a:txBody>
                    <a:bodyPr/>
                    <a:lstStyle/>
                    <a:p>
                      <a:pPr algn="ctr"/>
                      <a:r>
                        <a:rPr lang="en-US" sz="1800" b="1" dirty="0"/>
                        <a:t>HP</a:t>
                      </a:r>
                    </a:p>
                  </a:txBody>
                  <a:tcPr anchor="ctr"/>
                </a:tc>
                <a:tc>
                  <a:txBody>
                    <a:bodyPr/>
                    <a:lstStyle/>
                    <a:p>
                      <a:pPr algn="ctr"/>
                      <a:r>
                        <a:rPr lang="en-US" sz="1800" b="1" dirty="0"/>
                        <a:t>Lenovo</a:t>
                      </a:r>
                    </a:p>
                  </a:txBody>
                  <a:tcPr anchor="ctr"/>
                </a:tc>
                <a:extLst>
                  <a:ext uri="{0D108BD9-81ED-4DB2-BD59-A6C34878D82A}">
                    <a16:rowId xmlns:a16="http://schemas.microsoft.com/office/drawing/2014/main" val="1931140537"/>
                  </a:ext>
                </a:extLst>
              </a:tr>
              <a:tr h="326011">
                <a:tc gridSpan="5">
                  <a:txBody>
                    <a:bodyPr/>
                    <a:lstStyle/>
                    <a:p>
                      <a:pPr algn="ctr"/>
                      <a:r>
                        <a:rPr lang="en-US" sz="1200" b="1" dirty="0"/>
                        <a:t>Q4: Do you have experience with Heatsinks that include a pedestal in the cold plate that sits on top of IHS? </a:t>
                      </a:r>
                    </a:p>
                  </a:txBody>
                  <a:tcPr anchor="ctr"/>
                </a:tc>
                <a:tc hMerge="1">
                  <a:txBody>
                    <a:bodyPr/>
                    <a:lstStyle/>
                    <a:p>
                      <a:pPr algn="ctr"/>
                      <a:endParaRPr lang="en-US" sz="1200" dirty="0"/>
                    </a:p>
                  </a:txBody>
                  <a:tcPr anchor="ctr"/>
                </a:tc>
                <a:tc hMerge="1">
                  <a:txBody>
                    <a:bodyPr/>
                    <a:lstStyle/>
                    <a:p>
                      <a:pPr algn="ctr"/>
                      <a:endParaRPr lang="en-US" sz="1200" dirty="0"/>
                    </a:p>
                  </a:txBody>
                  <a:tcPr anchor="ctr"/>
                </a:tc>
                <a:tc hMerge="1">
                  <a:txBody>
                    <a:bodyPr/>
                    <a:lstStyle/>
                    <a:p>
                      <a:pPr algn="ctr"/>
                      <a:endParaRPr lang="en-US" sz="1200" dirty="0"/>
                    </a:p>
                  </a:txBody>
                  <a:tcPr anchor="ctr"/>
                </a:tc>
                <a:tc hMerge="1">
                  <a:txBody>
                    <a:bodyPr/>
                    <a:lstStyle/>
                    <a:p>
                      <a:pPr algn="ctr"/>
                      <a:endParaRPr lang="en-US" sz="1200" dirty="0"/>
                    </a:p>
                  </a:txBody>
                  <a:tcPr anchor="ctr"/>
                </a:tc>
                <a:extLst>
                  <a:ext uri="{0D108BD9-81ED-4DB2-BD59-A6C34878D82A}">
                    <a16:rowId xmlns:a16="http://schemas.microsoft.com/office/drawing/2014/main" val="2168337005"/>
                  </a:ext>
                </a:extLst>
              </a:tr>
              <a:tr h="326011">
                <a:tc>
                  <a:txBody>
                    <a:bodyPr/>
                    <a:lstStyle/>
                    <a:p>
                      <a:pPr algn="ctr"/>
                      <a:r>
                        <a:rPr lang="en-US" sz="1200" dirty="0"/>
                        <a:t>Yes</a:t>
                      </a:r>
                    </a:p>
                  </a:txBody>
                  <a:tcPr anchor="ctr"/>
                </a:tc>
                <a:tc>
                  <a:txBody>
                    <a:bodyPr/>
                    <a:lstStyle/>
                    <a:p>
                      <a:pPr algn="ctr"/>
                      <a:r>
                        <a:rPr lang="en-US" sz="1200" dirty="0"/>
                        <a:t>Yes</a:t>
                      </a:r>
                    </a:p>
                  </a:txBody>
                  <a:tcPr anchor="ctr"/>
                </a:tc>
                <a:tc>
                  <a:txBody>
                    <a:bodyPr/>
                    <a:lstStyle/>
                    <a:p>
                      <a:pPr algn="ctr"/>
                      <a:r>
                        <a:rPr lang="en-US" sz="1200" dirty="0"/>
                        <a:t>No</a:t>
                      </a:r>
                    </a:p>
                  </a:txBody>
                  <a:tcPr anchor="ctr"/>
                </a:tc>
                <a:tc>
                  <a:txBody>
                    <a:bodyPr/>
                    <a:lstStyle/>
                    <a:p>
                      <a:pPr marL="0" marR="0" lvl="0" indent="0" algn="ctr" defTabSz="609600" eaLnBrk="1" fontAlgn="auto" latinLnBrk="0" hangingPunct="1">
                        <a:lnSpc>
                          <a:spcPct val="100000"/>
                        </a:lnSpc>
                        <a:spcBef>
                          <a:spcPts val="0"/>
                        </a:spcBef>
                        <a:spcAft>
                          <a:spcPts val="0"/>
                        </a:spcAft>
                        <a:buClrTx/>
                        <a:buSzTx/>
                        <a:buFontTx/>
                        <a:buNone/>
                        <a:tabLst/>
                        <a:defRPr/>
                      </a:pPr>
                      <a:r>
                        <a:rPr lang="en-US" sz="1200" dirty="0"/>
                        <a:t>No response</a:t>
                      </a:r>
                    </a:p>
                  </a:txBody>
                  <a:tcPr anchor="ctr"/>
                </a:tc>
                <a:tc>
                  <a:txBody>
                    <a:bodyPr/>
                    <a:lstStyle/>
                    <a:p>
                      <a:pPr algn="ctr"/>
                      <a:r>
                        <a:rPr lang="en-US" sz="1200" dirty="0"/>
                        <a:t>No</a:t>
                      </a:r>
                    </a:p>
                  </a:txBody>
                  <a:tcPr anchor="ctr"/>
                </a:tc>
                <a:extLst>
                  <a:ext uri="{0D108BD9-81ED-4DB2-BD59-A6C34878D82A}">
                    <a16:rowId xmlns:a16="http://schemas.microsoft.com/office/drawing/2014/main" val="1680805303"/>
                  </a:ext>
                </a:extLst>
              </a:tr>
              <a:tr h="326011">
                <a:tc gridSpan="5">
                  <a:txBody>
                    <a:bodyPr/>
                    <a:lstStyle/>
                    <a:p>
                      <a:pPr algn="ctr"/>
                      <a:r>
                        <a:rPr lang="en-US" sz="1200" b="1" dirty="0"/>
                        <a:t>Q5: If yes to the above question, what challenges have you encountered or foresee with pedestal designs?</a:t>
                      </a:r>
                    </a:p>
                  </a:txBody>
                  <a:tcPr anchor="ctr"/>
                </a:tc>
                <a:tc hMerge="1">
                  <a:txBody>
                    <a:bodyPr/>
                    <a:lstStyle/>
                    <a:p>
                      <a:pPr algn="ctr"/>
                      <a:endParaRPr lang="en-US" sz="1200" dirty="0"/>
                    </a:p>
                  </a:txBody>
                  <a:tcPr anchor="ctr"/>
                </a:tc>
                <a:tc hMerge="1">
                  <a:txBody>
                    <a:bodyPr/>
                    <a:lstStyle/>
                    <a:p>
                      <a:pPr algn="ctr"/>
                      <a:endParaRPr lang="en-US" sz="1200" dirty="0"/>
                    </a:p>
                  </a:txBody>
                  <a:tcPr anchor="ctr"/>
                </a:tc>
                <a:tc hMerge="1">
                  <a:txBody>
                    <a:bodyPr/>
                    <a:lstStyle/>
                    <a:p>
                      <a:pPr algn="ctr"/>
                      <a:endParaRPr lang="en-US" sz="1200" dirty="0"/>
                    </a:p>
                  </a:txBody>
                  <a:tcPr anchor="ctr"/>
                </a:tc>
                <a:tc hMerge="1">
                  <a:txBody>
                    <a:bodyPr/>
                    <a:lstStyle/>
                    <a:p>
                      <a:pPr algn="ctr"/>
                      <a:endParaRPr lang="en-US" sz="1200" dirty="0"/>
                    </a:p>
                  </a:txBody>
                  <a:tcPr anchor="ctr"/>
                </a:tc>
                <a:extLst>
                  <a:ext uri="{0D108BD9-81ED-4DB2-BD59-A6C34878D82A}">
                    <a16:rowId xmlns:a16="http://schemas.microsoft.com/office/drawing/2014/main" val="4262287651"/>
                  </a:ext>
                </a:extLst>
              </a:tr>
              <a:tr h="760693">
                <a:tc>
                  <a:txBody>
                    <a:bodyPr/>
                    <a:lstStyle/>
                    <a:p>
                      <a:pPr algn="ctr"/>
                      <a:r>
                        <a:rPr lang="en-US" sz="1200" dirty="0"/>
                        <a:t>Heat sink static loading force, strain gauge test, CPU contact for hotspot</a:t>
                      </a:r>
                    </a:p>
                  </a:txBody>
                  <a:tcPr anchor="ctr"/>
                </a:tc>
                <a:tc>
                  <a:txBody>
                    <a:bodyPr/>
                    <a:lstStyle/>
                    <a:p>
                      <a:pPr algn="ctr"/>
                      <a:r>
                        <a:rPr lang="en-US" sz="1200" dirty="0"/>
                        <a:t>tolerance of Z-height stack up</a:t>
                      </a:r>
                    </a:p>
                  </a:txBody>
                  <a:tcPr anchor="ctr"/>
                </a:tc>
                <a:tc>
                  <a:txBody>
                    <a:bodyPr/>
                    <a:lstStyle/>
                    <a:p>
                      <a:pPr marL="0" marR="0" lvl="0" indent="0" algn="ctr" defTabSz="609600" eaLnBrk="1" fontAlgn="auto" latinLnBrk="0" hangingPunct="1">
                        <a:lnSpc>
                          <a:spcPct val="100000"/>
                        </a:lnSpc>
                        <a:spcBef>
                          <a:spcPts val="0"/>
                        </a:spcBef>
                        <a:spcAft>
                          <a:spcPts val="0"/>
                        </a:spcAft>
                        <a:buClrTx/>
                        <a:buSzTx/>
                        <a:buFontTx/>
                        <a:buNone/>
                        <a:tabLst/>
                        <a:defRPr/>
                      </a:pPr>
                      <a:r>
                        <a:rPr lang="en-US" sz="1200" dirty="0"/>
                        <a:t>N/A</a:t>
                      </a:r>
                    </a:p>
                  </a:txBody>
                  <a:tcPr anchor="ctr"/>
                </a:tc>
                <a:tc>
                  <a:txBody>
                    <a:bodyPr/>
                    <a:lstStyle/>
                    <a:p>
                      <a:pPr marL="0" marR="0" lvl="0" indent="0" algn="ctr" defTabSz="609600" eaLnBrk="1" fontAlgn="auto" latinLnBrk="0" hangingPunct="1">
                        <a:lnSpc>
                          <a:spcPct val="100000"/>
                        </a:lnSpc>
                        <a:spcBef>
                          <a:spcPts val="0"/>
                        </a:spcBef>
                        <a:spcAft>
                          <a:spcPts val="0"/>
                        </a:spcAft>
                        <a:buClrTx/>
                        <a:buSzTx/>
                        <a:buFontTx/>
                        <a:buNone/>
                        <a:tabLst/>
                        <a:defRPr/>
                      </a:pPr>
                      <a:r>
                        <a:rPr lang="en-US" sz="1200" dirty="0"/>
                        <a:t>No response</a:t>
                      </a:r>
                    </a:p>
                  </a:txBody>
                  <a:tcPr anchor="ctr"/>
                </a:tc>
                <a:tc>
                  <a:txBody>
                    <a:bodyPr/>
                    <a:lstStyle/>
                    <a:p>
                      <a:pPr algn="ctr"/>
                      <a:r>
                        <a:rPr lang="en-US" sz="1200" dirty="0"/>
                        <a:t>N/A</a:t>
                      </a:r>
                    </a:p>
                  </a:txBody>
                  <a:tcPr anchor="ctr"/>
                </a:tc>
                <a:extLst>
                  <a:ext uri="{0D108BD9-81ED-4DB2-BD59-A6C34878D82A}">
                    <a16:rowId xmlns:a16="http://schemas.microsoft.com/office/drawing/2014/main" val="2807914062"/>
                  </a:ext>
                </a:extLst>
              </a:tr>
              <a:tr h="326011">
                <a:tc gridSpan="5">
                  <a:txBody>
                    <a:bodyPr/>
                    <a:lstStyle/>
                    <a:p>
                      <a:pPr algn="ctr"/>
                      <a:r>
                        <a:rPr lang="en-US" sz="1200" b="1" dirty="0"/>
                        <a:t>Q6: Could you share the mechanical validation processes of heatsinks installed in your platform? </a:t>
                      </a:r>
                    </a:p>
                  </a:txBody>
                  <a:tcPr anchor="ctr"/>
                </a:tc>
                <a:tc hMerge="1">
                  <a:txBody>
                    <a:bodyPr/>
                    <a:lstStyle/>
                    <a:p>
                      <a:pPr algn="ctr"/>
                      <a:endParaRPr lang="en-US" sz="1200" dirty="0"/>
                    </a:p>
                  </a:txBody>
                  <a:tcPr anchor="ctr"/>
                </a:tc>
                <a:tc hMerge="1">
                  <a:txBody>
                    <a:bodyPr/>
                    <a:lstStyle/>
                    <a:p>
                      <a:pPr algn="ctr"/>
                      <a:endParaRPr lang="en-US" sz="1200" dirty="0"/>
                    </a:p>
                  </a:txBody>
                  <a:tcPr anchor="ctr"/>
                </a:tc>
                <a:tc hMerge="1">
                  <a:txBody>
                    <a:bodyPr/>
                    <a:lstStyle/>
                    <a:p>
                      <a:pPr algn="ctr"/>
                      <a:endParaRPr lang="en-US" sz="1200" dirty="0"/>
                    </a:p>
                  </a:txBody>
                  <a:tcPr anchor="ctr"/>
                </a:tc>
                <a:tc hMerge="1">
                  <a:txBody>
                    <a:bodyPr/>
                    <a:lstStyle/>
                    <a:p>
                      <a:pPr algn="ctr"/>
                      <a:endParaRPr lang="en-US" sz="1200" dirty="0"/>
                    </a:p>
                  </a:txBody>
                  <a:tcPr anchor="ctr"/>
                </a:tc>
                <a:extLst>
                  <a:ext uri="{0D108BD9-81ED-4DB2-BD59-A6C34878D82A}">
                    <a16:rowId xmlns:a16="http://schemas.microsoft.com/office/drawing/2014/main" val="784461565"/>
                  </a:ext>
                </a:extLst>
              </a:tr>
              <a:tr h="978034">
                <a:tc>
                  <a:txBody>
                    <a:bodyPr/>
                    <a:lstStyle/>
                    <a:p>
                      <a:pPr algn="ctr"/>
                      <a:r>
                        <a:rPr lang="en-US" sz="1200" dirty="0"/>
                        <a:t>thermal, shock, vibration, drop test , strain gauge test</a:t>
                      </a:r>
                    </a:p>
                  </a:txBody>
                  <a:tcPr anchor="ctr"/>
                </a:tc>
                <a:tc>
                  <a:txBody>
                    <a:bodyPr/>
                    <a:lstStyle/>
                    <a:p>
                      <a:pPr algn="ctr"/>
                      <a:r>
                        <a:rPr lang="en-US" sz="1200" dirty="0"/>
                        <a:t>Thermal performance</a:t>
                      </a:r>
                    </a:p>
                    <a:p>
                      <a:pPr algn="ctr"/>
                      <a:r>
                        <a:rPr lang="en-US" sz="1200" dirty="0"/>
                        <a:t>Interference check</a:t>
                      </a:r>
                    </a:p>
                    <a:p>
                      <a:pPr algn="ctr"/>
                      <a:r>
                        <a:rPr lang="en-US" sz="1200" dirty="0"/>
                        <a:t>Tolerance analysis</a:t>
                      </a:r>
                    </a:p>
                    <a:p>
                      <a:pPr algn="ctr"/>
                      <a:r>
                        <a:rPr lang="en-US" sz="1200" dirty="0"/>
                        <a:t>shock &amp; vibration</a:t>
                      </a:r>
                    </a:p>
                  </a:txBody>
                  <a:tcPr anchor="ctr"/>
                </a:tc>
                <a:tc>
                  <a:txBody>
                    <a:bodyPr/>
                    <a:lstStyle/>
                    <a:p>
                      <a:pPr marL="0" marR="0" lvl="0" indent="0" algn="ctr" defTabSz="609600" eaLnBrk="1" fontAlgn="auto" latinLnBrk="0" hangingPunct="1">
                        <a:lnSpc>
                          <a:spcPct val="100000"/>
                        </a:lnSpc>
                        <a:spcBef>
                          <a:spcPts val="0"/>
                        </a:spcBef>
                        <a:spcAft>
                          <a:spcPts val="0"/>
                        </a:spcAft>
                        <a:buClrTx/>
                        <a:buSzTx/>
                        <a:buFontTx/>
                        <a:buNone/>
                        <a:tabLst/>
                        <a:defRPr/>
                      </a:pPr>
                      <a:r>
                        <a:rPr lang="en-US" sz="1200" dirty="0"/>
                        <a:t>No response</a:t>
                      </a:r>
                    </a:p>
                  </a:txBody>
                  <a:tcPr anchor="ctr"/>
                </a:tc>
                <a:tc>
                  <a:txBody>
                    <a:bodyPr/>
                    <a:lstStyle/>
                    <a:p>
                      <a:pPr marL="0" marR="0" lvl="0" indent="0" algn="ctr" defTabSz="609600" eaLnBrk="1" fontAlgn="auto" latinLnBrk="0" hangingPunct="1">
                        <a:lnSpc>
                          <a:spcPct val="100000"/>
                        </a:lnSpc>
                        <a:spcBef>
                          <a:spcPts val="0"/>
                        </a:spcBef>
                        <a:spcAft>
                          <a:spcPts val="0"/>
                        </a:spcAft>
                        <a:buClrTx/>
                        <a:buSzTx/>
                        <a:buFontTx/>
                        <a:buNone/>
                        <a:tabLst/>
                        <a:defRPr/>
                      </a:pPr>
                      <a:r>
                        <a:rPr lang="en-US" sz="1200" dirty="0"/>
                        <a:t>No response</a:t>
                      </a:r>
                    </a:p>
                  </a:txBody>
                  <a:tcPr anchor="ctr"/>
                </a:tc>
                <a:tc>
                  <a:txBody>
                    <a:bodyPr/>
                    <a:lstStyle/>
                    <a:p>
                      <a:pPr algn="ctr"/>
                      <a:r>
                        <a:rPr lang="en-US" sz="1200" dirty="0"/>
                        <a:t>thermal analysis, structural analysis, durability, </a:t>
                      </a:r>
                      <a:r>
                        <a:rPr lang="en-US" sz="1200" dirty="0" err="1"/>
                        <a:t>shoke</a:t>
                      </a:r>
                      <a:r>
                        <a:rPr lang="en-US" sz="1200" dirty="0"/>
                        <a:t>, vibration</a:t>
                      </a:r>
                    </a:p>
                  </a:txBody>
                  <a:tcPr anchor="ctr"/>
                </a:tc>
                <a:extLst>
                  <a:ext uri="{0D108BD9-81ED-4DB2-BD59-A6C34878D82A}">
                    <a16:rowId xmlns:a16="http://schemas.microsoft.com/office/drawing/2014/main" val="3390909692"/>
                  </a:ext>
                </a:extLst>
              </a:tr>
            </a:tbl>
          </a:graphicData>
        </a:graphic>
      </p:graphicFrame>
    </p:spTree>
    <p:extLst>
      <p:ext uri="{BB962C8B-B14F-4D97-AF65-F5344CB8AC3E}">
        <p14:creationId xmlns:p14="http://schemas.microsoft.com/office/powerpoint/2010/main" val="36912054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40361F-7482-9B54-9FC5-015A77A30E1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B8767D8-4784-59B4-BFFE-A7D9BBE481D4}"/>
              </a:ext>
            </a:extLst>
          </p:cNvPr>
          <p:cNvSpPr>
            <a:spLocks noGrp="1"/>
          </p:cNvSpPr>
          <p:nvPr>
            <p:ph type="title"/>
          </p:nvPr>
        </p:nvSpPr>
        <p:spPr>
          <a:xfrm>
            <a:off x="571370" y="87664"/>
            <a:ext cx="11010816" cy="952499"/>
          </a:xfrm>
        </p:spPr>
        <p:txBody>
          <a:bodyPr/>
          <a:lstStyle/>
          <a:p>
            <a:r>
              <a:rPr lang="en-US" sz="3200" dirty="0"/>
              <a:t>Customer Survey Results – Height &amp; Physical Constraints</a:t>
            </a:r>
          </a:p>
        </p:txBody>
      </p:sp>
      <p:graphicFrame>
        <p:nvGraphicFramePr>
          <p:cNvPr id="6" name="Table 5">
            <a:extLst>
              <a:ext uri="{FF2B5EF4-FFF2-40B4-BE49-F238E27FC236}">
                <a16:creationId xmlns:a16="http://schemas.microsoft.com/office/drawing/2014/main" id="{85023CBC-410A-3500-93F6-D105C2A4FD1C}"/>
              </a:ext>
            </a:extLst>
          </p:cNvPr>
          <p:cNvGraphicFramePr>
            <a:graphicFrameLocks noGrp="1"/>
          </p:cNvGraphicFramePr>
          <p:nvPr>
            <p:extLst>
              <p:ext uri="{D42A27DB-BD31-4B8C-83A1-F6EECF244321}">
                <p14:modId xmlns:p14="http://schemas.microsoft.com/office/powerpoint/2010/main" val="2929464479"/>
              </p:ext>
            </p:extLst>
          </p:nvPr>
        </p:nvGraphicFramePr>
        <p:xfrm>
          <a:off x="168675" y="693036"/>
          <a:ext cx="11451955" cy="4763997"/>
        </p:xfrm>
        <a:graphic>
          <a:graphicData uri="http://schemas.openxmlformats.org/drawingml/2006/table">
            <a:tbl>
              <a:tblPr firstRow="1" bandRow="1">
                <a:tableStyleId>{5C22544A-7EE6-4342-B048-85BDC9FD1C3A}</a:tableStyleId>
              </a:tblPr>
              <a:tblGrid>
                <a:gridCol w="2290391">
                  <a:extLst>
                    <a:ext uri="{9D8B030D-6E8A-4147-A177-3AD203B41FA5}">
                      <a16:colId xmlns:a16="http://schemas.microsoft.com/office/drawing/2014/main" val="3422954971"/>
                    </a:ext>
                  </a:extLst>
                </a:gridCol>
                <a:gridCol w="2290391">
                  <a:extLst>
                    <a:ext uri="{9D8B030D-6E8A-4147-A177-3AD203B41FA5}">
                      <a16:colId xmlns:a16="http://schemas.microsoft.com/office/drawing/2014/main" val="1739319744"/>
                    </a:ext>
                  </a:extLst>
                </a:gridCol>
                <a:gridCol w="2290391">
                  <a:extLst>
                    <a:ext uri="{9D8B030D-6E8A-4147-A177-3AD203B41FA5}">
                      <a16:colId xmlns:a16="http://schemas.microsoft.com/office/drawing/2014/main" val="1756552807"/>
                    </a:ext>
                  </a:extLst>
                </a:gridCol>
                <a:gridCol w="2290391">
                  <a:extLst>
                    <a:ext uri="{9D8B030D-6E8A-4147-A177-3AD203B41FA5}">
                      <a16:colId xmlns:a16="http://schemas.microsoft.com/office/drawing/2014/main" val="3027617895"/>
                    </a:ext>
                  </a:extLst>
                </a:gridCol>
                <a:gridCol w="2290391">
                  <a:extLst>
                    <a:ext uri="{9D8B030D-6E8A-4147-A177-3AD203B41FA5}">
                      <a16:colId xmlns:a16="http://schemas.microsoft.com/office/drawing/2014/main" val="2037702015"/>
                    </a:ext>
                  </a:extLst>
                </a:gridCol>
              </a:tblGrid>
              <a:tr h="640080">
                <a:tc>
                  <a:txBody>
                    <a:bodyPr/>
                    <a:lstStyle/>
                    <a:p>
                      <a:pPr algn="ctr"/>
                      <a:r>
                        <a:rPr lang="en-US" sz="1800" b="1" dirty="0"/>
                        <a:t>Asus</a:t>
                      </a:r>
                    </a:p>
                  </a:txBody>
                  <a:tcPr anchor="ctr"/>
                </a:tc>
                <a:tc>
                  <a:txBody>
                    <a:bodyPr/>
                    <a:lstStyle/>
                    <a:p>
                      <a:pPr algn="ctr"/>
                      <a:r>
                        <a:rPr lang="en-US" sz="1800" b="1" dirty="0"/>
                        <a:t>Dell</a:t>
                      </a:r>
                    </a:p>
                    <a:p>
                      <a:pPr algn="ctr"/>
                      <a:r>
                        <a:rPr lang="en-US" sz="1800" b="1" dirty="0"/>
                        <a:t>(Thermal Eng.)</a:t>
                      </a:r>
                    </a:p>
                  </a:txBody>
                  <a:tcPr anchor="ctr"/>
                </a:tc>
                <a:tc>
                  <a:txBody>
                    <a:bodyPr/>
                    <a:lstStyle/>
                    <a:p>
                      <a:pPr algn="ctr"/>
                      <a:r>
                        <a:rPr lang="en-US" sz="1800" b="1" dirty="0"/>
                        <a:t>Dell </a:t>
                      </a:r>
                    </a:p>
                    <a:p>
                      <a:pPr algn="ctr"/>
                      <a:r>
                        <a:rPr lang="en-US" sz="1800" b="1" dirty="0"/>
                        <a:t>(Services Eng.)</a:t>
                      </a:r>
                    </a:p>
                  </a:txBody>
                  <a:tcPr anchor="ctr"/>
                </a:tc>
                <a:tc>
                  <a:txBody>
                    <a:bodyPr/>
                    <a:lstStyle/>
                    <a:p>
                      <a:pPr algn="ctr"/>
                      <a:r>
                        <a:rPr lang="en-US" sz="1800" b="1" dirty="0"/>
                        <a:t>HP</a:t>
                      </a:r>
                    </a:p>
                  </a:txBody>
                  <a:tcPr anchor="ctr"/>
                </a:tc>
                <a:tc>
                  <a:txBody>
                    <a:bodyPr/>
                    <a:lstStyle/>
                    <a:p>
                      <a:pPr algn="ctr"/>
                      <a:r>
                        <a:rPr lang="en-US" sz="1800" b="1" dirty="0"/>
                        <a:t>Lenovo</a:t>
                      </a:r>
                    </a:p>
                  </a:txBody>
                  <a:tcPr anchor="ctr"/>
                </a:tc>
                <a:extLst>
                  <a:ext uri="{0D108BD9-81ED-4DB2-BD59-A6C34878D82A}">
                    <a16:rowId xmlns:a16="http://schemas.microsoft.com/office/drawing/2014/main" val="1931140537"/>
                  </a:ext>
                </a:extLst>
              </a:tr>
              <a:tr h="621353">
                <a:tc gridSpan="5">
                  <a:txBody>
                    <a:bodyPr/>
                    <a:lstStyle/>
                    <a:p>
                      <a:pPr algn="ctr"/>
                      <a:r>
                        <a:rPr lang="en-US" sz="1200" b="1" dirty="0"/>
                        <a:t>Q7: Could your systems accommodate a thicker back-plate (&gt;2.2mm) to improve socket loading the deflection? </a:t>
                      </a:r>
                    </a:p>
                  </a:txBody>
                  <a:tcPr anchor="ctr"/>
                </a:tc>
                <a:tc hMerge="1">
                  <a:txBody>
                    <a:bodyPr/>
                    <a:lstStyle/>
                    <a:p>
                      <a:pPr algn="ctr"/>
                      <a:endParaRPr lang="en-US" dirty="0"/>
                    </a:p>
                  </a:txBody>
                  <a:tcPr anchor="ctr"/>
                </a:tc>
                <a:tc hMerge="1">
                  <a:txBody>
                    <a:bodyPr/>
                    <a:lstStyle/>
                    <a:p>
                      <a:pPr algn="ctr"/>
                      <a:endParaRPr lang="en-US" dirty="0"/>
                    </a:p>
                  </a:txBody>
                  <a:tcPr anchor="ctr"/>
                </a:tc>
                <a:tc hMerge="1">
                  <a:txBody>
                    <a:bodyPr/>
                    <a:lstStyle/>
                    <a:p>
                      <a:pPr algn="ctr"/>
                      <a:endParaRPr lang="en-US" dirty="0"/>
                    </a:p>
                  </a:txBody>
                  <a:tcPr anchor="ctr"/>
                </a:tc>
                <a:tc hMerge="1">
                  <a:txBody>
                    <a:bodyPr/>
                    <a:lstStyle/>
                    <a:p>
                      <a:pPr algn="ctr"/>
                      <a:endParaRPr lang="en-US"/>
                    </a:p>
                  </a:txBody>
                  <a:tcPr anchor="ctr"/>
                </a:tc>
                <a:extLst>
                  <a:ext uri="{0D108BD9-81ED-4DB2-BD59-A6C34878D82A}">
                    <a16:rowId xmlns:a16="http://schemas.microsoft.com/office/drawing/2014/main" val="1762083462"/>
                  </a:ext>
                </a:extLst>
              </a:tr>
              <a:tr h="405552">
                <a:tc>
                  <a:txBody>
                    <a:bodyPr/>
                    <a:lstStyle/>
                    <a:p>
                      <a:pPr algn="ctr"/>
                      <a:r>
                        <a:rPr lang="en-US" sz="1200" dirty="0"/>
                        <a:t>Yes</a:t>
                      </a:r>
                    </a:p>
                  </a:txBody>
                  <a:tcPr anchor="ctr"/>
                </a:tc>
                <a:tc>
                  <a:txBody>
                    <a:bodyPr/>
                    <a:lstStyle/>
                    <a:p>
                      <a:pPr algn="ctr"/>
                      <a:r>
                        <a:rPr lang="en-US" sz="1200" dirty="0"/>
                        <a:t>depends on platforms</a:t>
                      </a:r>
                    </a:p>
                  </a:txBody>
                  <a:tcPr anchor="ctr"/>
                </a:tc>
                <a:tc>
                  <a:txBody>
                    <a:bodyPr/>
                    <a:lstStyle/>
                    <a:p>
                      <a:pPr algn="ctr"/>
                      <a:r>
                        <a:rPr lang="en-US" sz="1200" dirty="0"/>
                        <a:t>Don’t know</a:t>
                      </a:r>
                    </a:p>
                  </a:txBody>
                  <a:tcPr anchor="ctr"/>
                </a:tc>
                <a:tc>
                  <a:txBody>
                    <a:bodyPr/>
                    <a:lstStyle/>
                    <a:p>
                      <a:pPr algn="ctr"/>
                      <a:r>
                        <a:rPr lang="en-US" sz="1200" dirty="0"/>
                        <a:t>No response</a:t>
                      </a:r>
                    </a:p>
                  </a:txBody>
                  <a:tcPr anchor="ctr"/>
                </a:tc>
                <a:tc>
                  <a:txBody>
                    <a:bodyPr/>
                    <a:lstStyle/>
                    <a:p>
                      <a:pPr algn="ctr"/>
                      <a:r>
                        <a:rPr lang="en-US" sz="1200" dirty="0"/>
                        <a:t>No</a:t>
                      </a:r>
                    </a:p>
                  </a:txBody>
                  <a:tcPr anchor="ctr"/>
                </a:tc>
                <a:extLst>
                  <a:ext uri="{0D108BD9-81ED-4DB2-BD59-A6C34878D82A}">
                    <a16:rowId xmlns:a16="http://schemas.microsoft.com/office/drawing/2014/main" val="982522789"/>
                  </a:ext>
                </a:extLst>
              </a:tr>
              <a:tr h="798883">
                <a:tc gridSpan="5">
                  <a:txBody>
                    <a:bodyPr/>
                    <a:lstStyle/>
                    <a:p>
                      <a:pPr algn="ctr"/>
                      <a:r>
                        <a:rPr lang="en-US" sz="1200" b="1" dirty="0"/>
                        <a:t>Q8: If yes to the above question, can you provide value of available clearance on the bottom of the PCB  (Available space to grow back-plate thickness)?</a:t>
                      </a:r>
                    </a:p>
                  </a:txBody>
                  <a:tcPr anchor="ctr"/>
                </a:tc>
                <a:tc hMerge="1">
                  <a:txBody>
                    <a:bodyPr/>
                    <a:lstStyle/>
                    <a:p>
                      <a:pPr algn="ctr"/>
                      <a:endParaRPr lang="en-US" sz="1200" dirty="0"/>
                    </a:p>
                  </a:txBody>
                  <a:tcPr anchor="ctr"/>
                </a:tc>
                <a:tc hMerge="1">
                  <a:txBody>
                    <a:bodyPr/>
                    <a:lstStyle/>
                    <a:p>
                      <a:pPr algn="ctr"/>
                      <a:endParaRPr lang="en-US" sz="1200" dirty="0"/>
                    </a:p>
                  </a:txBody>
                  <a:tcPr anchor="ctr"/>
                </a:tc>
                <a:tc hMerge="1">
                  <a:txBody>
                    <a:bodyPr/>
                    <a:lstStyle/>
                    <a:p>
                      <a:pPr algn="ctr"/>
                      <a:endParaRPr lang="en-US" sz="1200" dirty="0"/>
                    </a:p>
                  </a:txBody>
                  <a:tcPr anchor="ctr"/>
                </a:tc>
                <a:tc hMerge="1">
                  <a:txBody>
                    <a:bodyPr/>
                    <a:lstStyle/>
                    <a:p>
                      <a:pPr algn="ctr"/>
                      <a:endParaRPr lang="en-US" sz="1200"/>
                    </a:p>
                  </a:txBody>
                  <a:tcPr anchor="ctr"/>
                </a:tc>
                <a:extLst>
                  <a:ext uri="{0D108BD9-81ED-4DB2-BD59-A6C34878D82A}">
                    <a16:rowId xmlns:a16="http://schemas.microsoft.com/office/drawing/2014/main" val="283596028"/>
                  </a:ext>
                </a:extLst>
              </a:tr>
              <a:tr h="405552">
                <a:tc>
                  <a:txBody>
                    <a:bodyPr/>
                    <a:lstStyle/>
                    <a:p>
                      <a:pPr algn="ctr"/>
                      <a:r>
                        <a:rPr lang="en-US" sz="1200" dirty="0"/>
                        <a:t>2.54mm</a:t>
                      </a:r>
                    </a:p>
                  </a:txBody>
                  <a:tcPr anchor="ctr"/>
                </a:tc>
                <a:tc>
                  <a:txBody>
                    <a:bodyPr/>
                    <a:lstStyle/>
                    <a:p>
                      <a:pPr algn="ctr"/>
                      <a:r>
                        <a:rPr lang="en-US" sz="1200" dirty="0"/>
                        <a:t>depends on platforms</a:t>
                      </a:r>
                    </a:p>
                  </a:txBody>
                  <a:tcPr anchor="ctr"/>
                </a:tc>
                <a:tc>
                  <a:txBody>
                    <a:bodyPr/>
                    <a:lstStyle/>
                    <a:p>
                      <a:pPr marL="0" marR="0" lvl="0" indent="0" algn="ctr" defTabSz="609600" eaLnBrk="1" fontAlgn="auto" latinLnBrk="0" hangingPunct="1">
                        <a:lnSpc>
                          <a:spcPct val="100000"/>
                        </a:lnSpc>
                        <a:spcBef>
                          <a:spcPts val="0"/>
                        </a:spcBef>
                        <a:spcAft>
                          <a:spcPts val="0"/>
                        </a:spcAft>
                        <a:buClrTx/>
                        <a:buSzTx/>
                        <a:buFontTx/>
                        <a:buNone/>
                        <a:tabLst/>
                        <a:defRPr/>
                      </a:pPr>
                      <a:r>
                        <a:rPr lang="en-US" sz="1200" dirty="0"/>
                        <a:t>N/A</a:t>
                      </a:r>
                    </a:p>
                  </a:txBody>
                  <a:tcPr anchor="ctr"/>
                </a:tc>
                <a:tc>
                  <a:txBody>
                    <a:bodyPr/>
                    <a:lstStyle/>
                    <a:p>
                      <a:pPr marL="0" marR="0" lvl="0" indent="0" algn="ctr" defTabSz="609600" eaLnBrk="1" fontAlgn="auto" latinLnBrk="0" hangingPunct="1">
                        <a:lnSpc>
                          <a:spcPct val="100000"/>
                        </a:lnSpc>
                        <a:spcBef>
                          <a:spcPts val="0"/>
                        </a:spcBef>
                        <a:spcAft>
                          <a:spcPts val="0"/>
                        </a:spcAft>
                        <a:buClrTx/>
                        <a:buSzTx/>
                        <a:buFontTx/>
                        <a:buNone/>
                        <a:tabLst/>
                        <a:defRPr/>
                      </a:pPr>
                      <a:r>
                        <a:rPr lang="en-US" sz="1200" dirty="0"/>
                        <a:t>No response</a:t>
                      </a:r>
                    </a:p>
                  </a:txBody>
                  <a:tcPr anchor="ctr"/>
                </a:tc>
                <a:tc>
                  <a:txBody>
                    <a:bodyPr/>
                    <a:lstStyle/>
                    <a:p>
                      <a:pPr algn="ctr"/>
                      <a:r>
                        <a:rPr lang="en-US" sz="1200" dirty="0"/>
                        <a:t>N/A</a:t>
                      </a:r>
                    </a:p>
                  </a:txBody>
                  <a:tcPr anchor="ctr"/>
                </a:tc>
                <a:extLst>
                  <a:ext uri="{0D108BD9-81ED-4DB2-BD59-A6C34878D82A}">
                    <a16:rowId xmlns:a16="http://schemas.microsoft.com/office/drawing/2014/main" val="1997562691"/>
                  </a:ext>
                </a:extLst>
              </a:tr>
              <a:tr h="405552">
                <a:tc gridSpan="5">
                  <a:txBody>
                    <a:bodyPr/>
                    <a:lstStyle/>
                    <a:p>
                      <a:pPr algn="ctr"/>
                      <a:r>
                        <a:rPr lang="en-US" sz="1200" b="1" dirty="0"/>
                        <a:t>Q9: Can you share the PCB thickness used along with LGA products on your systems? </a:t>
                      </a:r>
                    </a:p>
                  </a:txBody>
                  <a:tcPr anchor="ctr"/>
                </a:tc>
                <a:tc hMerge="1">
                  <a:txBody>
                    <a:bodyPr/>
                    <a:lstStyle/>
                    <a:p>
                      <a:pPr algn="ctr"/>
                      <a:endParaRPr lang="en-US" sz="1200" dirty="0"/>
                    </a:p>
                  </a:txBody>
                  <a:tcPr anchor="ctr"/>
                </a:tc>
                <a:tc hMerge="1">
                  <a:txBody>
                    <a:bodyPr/>
                    <a:lstStyle/>
                    <a:p>
                      <a:pPr algn="ctr"/>
                      <a:endParaRPr lang="en-US" sz="1200" dirty="0"/>
                    </a:p>
                  </a:txBody>
                  <a:tcPr anchor="ctr"/>
                </a:tc>
                <a:tc hMerge="1">
                  <a:txBody>
                    <a:bodyPr/>
                    <a:lstStyle/>
                    <a:p>
                      <a:pPr algn="ctr"/>
                      <a:endParaRPr lang="en-US" sz="1200" dirty="0"/>
                    </a:p>
                  </a:txBody>
                  <a:tcPr anchor="ctr"/>
                </a:tc>
                <a:tc hMerge="1">
                  <a:txBody>
                    <a:bodyPr/>
                    <a:lstStyle/>
                    <a:p>
                      <a:pPr algn="ctr"/>
                      <a:endParaRPr lang="en-US" sz="1200" dirty="0"/>
                    </a:p>
                  </a:txBody>
                  <a:tcPr anchor="ctr"/>
                </a:tc>
                <a:extLst>
                  <a:ext uri="{0D108BD9-81ED-4DB2-BD59-A6C34878D82A}">
                    <a16:rowId xmlns:a16="http://schemas.microsoft.com/office/drawing/2014/main" val="824335499"/>
                  </a:ext>
                </a:extLst>
              </a:tr>
              <a:tr h="405552">
                <a:tc>
                  <a:txBody>
                    <a:bodyPr/>
                    <a:lstStyle/>
                    <a:p>
                      <a:pPr algn="ctr"/>
                      <a:r>
                        <a:rPr lang="en-US" sz="1200" dirty="0"/>
                        <a:t>1.55mm</a:t>
                      </a:r>
                    </a:p>
                  </a:txBody>
                  <a:tcPr anchor="ctr"/>
                </a:tc>
                <a:tc>
                  <a:txBody>
                    <a:bodyPr/>
                    <a:lstStyle/>
                    <a:p>
                      <a:pPr algn="ctr"/>
                      <a:r>
                        <a:rPr lang="en-US" sz="1200" dirty="0"/>
                        <a:t>~1.6mm in most platforms</a:t>
                      </a:r>
                    </a:p>
                  </a:txBody>
                  <a:tcPr anchor="ctr"/>
                </a:tc>
                <a:tc>
                  <a:txBody>
                    <a:bodyPr/>
                    <a:lstStyle/>
                    <a:p>
                      <a:pPr marL="0" marR="0" lvl="0" indent="0" algn="ctr" defTabSz="609600" eaLnBrk="1" fontAlgn="auto" latinLnBrk="0" hangingPunct="1">
                        <a:lnSpc>
                          <a:spcPct val="100000"/>
                        </a:lnSpc>
                        <a:spcBef>
                          <a:spcPts val="0"/>
                        </a:spcBef>
                        <a:spcAft>
                          <a:spcPts val="0"/>
                        </a:spcAft>
                        <a:buClrTx/>
                        <a:buSzTx/>
                        <a:buFontTx/>
                        <a:buNone/>
                        <a:tabLst/>
                        <a:defRPr/>
                      </a:pPr>
                      <a:r>
                        <a:rPr lang="en-US" sz="1200" dirty="0"/>
                        <a:t>No response</a:t>
                      </a:r>
                    </a:p>
                  </a:txBody>
                  <a:tcPr anchor="ctr"/>
                </a:tc>
                <a:tc>
                  <a:txBody>
                    <a:bodyPr/>
                    <a:lstStyle/>
                    <a:p>
                      <a:pPr marL="0" marR="0" lvl="0" indent="0" algn="ctr" defTabSz="609600" eaLnBrk="1" fontAlgn="auto" latinLnBrk="0" hangingPunct="1">
                        <a:lnSpc>
                          <a:spcPct val="100000"/>
                        </a:lnSpc>
                        <a:spcBef>
                          <a:spcPts val="0"/>
                        </a:spcBef>
                        <a:spcAft>
                          <a:spcPts val="0"/>
                        </a:spcAft>
                        <a:buClrTx/>
                        <a:buSzTx/>
                        <a:buFontTx/>
                        <a:buNone/>
                        <a:tabLst/>
                        <a:defRPr/>
                      </a:pPr>
                      <a:r>
                        <a:rPr lang="en-US" sz="1200" dirty="0"/>
                        <a:t>No response</a:t>
                      </a:r>
                    </a:p>
                  </a:txBody>
                  <a:tcPr anchor="ctr"/>
                </a:tc>
                <a:tc>
                  <a:txBody>
                    <a:bodyPr/>
                    <a:lstStyle/>
                    <a:p>
                      <a:pPr algn="ctr"/>
                      <a:r>
                        <a:rPr lang="en-US" sz="1200" dirty="0"/>
                        <a:t>1.6mm / 1.2mm</a:t>
                      </a:r>
                    </a:p>
                  </a:txBody>
                  <a:tcPr anchor="ctr"/>
                </a:tc>
                <a:extLst>
                  <a:ext uri="{0D108BD9-81ED-4DB2-BD59-A6C34878D82A}">
                    <a16:rowId xmlns:a16="http://schemas.microsoft.com/office/drawing/2014/main" val="3632333155"/>
                  </a:ext>
                </a:extLst>
              </a:tr>
              <a:tr h="405552">
                <a:tc gridSpan="5">
                  <a:txBody>
                    <a:bodyPr/>
                    <a:lstStyle/>
                    <a:p>
                      <a:pPr algn="ctr"/>
                      <a:r>
                        <a:rPr lang="en-US" sz="1200" b="1" dirty="0"/>
                        <a:t>Q10: If possible, share any issues you can identify regarding the interaction between loading mechanism and other board components</a:t>
                      </a:r>
                    </a:p>
                  </a:txBody>
                  <a:tcPr anchor="ctr"/>
                </a:tc>
                <a:tc hMerge="1">
                  <a:txBody>
                    <a:bodyPr/>
                    <a:lstStyle/>
                    <a:p>
                      <a:pPr algn="ctr"/>
                      <a:endParaRPr lang="en-US" sz="1200" dirty="0"/>
                    </a:p>
                  </a:txBody>
                  <a:tcPr anchor="ctr"/>
                </a:tc>
                <a:tc hMerge="1">
                  <a:txBody>
                    <a:bodyPr/>
                    <a:lstStyle/>
                    <a:p>
                      <a:pPr algn="ctr"/>
                      <a:endParaRPr lang="en-US" sz="1200" dirty="0"/>
                    </a:p>
                  </a:txBody>
                  <a:tcPr anchor="ctr"/>
                </a:tc>
                <a:tc hMerge="1">
                  <a:txBody>
                    <a:bodyPr/>
                    <a:lstStyle/>
                    <a:p>
                      <a:pPr algn="ctr"/>
                      <a:endParaRPr lang="en-US" sz="1200" dirty="0"/>
                    </a:p>
                  </a:txBody>
                  <a:tcPr anchor="ctr"/>
                </a:tc>
                <a:tc hMerge="1">
                  <a:txBody>
                    <a:bodyPr/>
                    <a:lstStyle/>
                    <a:p>
                      <a:pPr algn="ctr"/>
                      <a:endParaRPr lang="en-US" sz="1200" dirty="0"/>
                    </a:p>
                  </a:txBody>
                  <a:tcPr anchor="ctr"/>
                </a:tc>
                <a:extLst>
                  <a:ext uri="{0D108BD9-81ED-4DB2-BD59-A6C34878D82A}">
                    <a16:rowId xmlns:a16="http://schemas.microsoft.com/office/drawing/2014/main" val="2168337005"/>
                  </a:ext>
                </a:extLst>
              </a:tr>
              <a:tr h="675921">
                <a:tc>
                  <a:txBody>
                    <a:bodyPr/>
                    <a:lstStyle/>
                    <a:p>
                      <a:pPr algn="ctr"/>
                      <a:r>
                        <a:rPr lang="en-US" sz="1200" dirty="0"/>
                        <a:t>N/A</a:t>
                      </a:r>
                    </a:p>
                  </a:txBody>
                  <a:tcPr anchor="ctr"/>
                </a:tc>
                <a:tc>
                  <a:txBody>
                    <a:bodyPr/>
                    <a:lstStyle/>
                    <a:p>
                      <a:pPr algn="ctr"/>
                      <a:r>
                        <a:rPr lang="en-US" sz="1200" dirty="0"/>
                        <a:t>heat sink hits the VR component, like cap, chock</a:t>
                      </a:r>
                    </a:p>
                  </a:txBody>
                  <a:tcPr anchor="ctr"/>
                </a:tc>
                <a:tc>
                  <a:txBody>
                    <a:bodyPr/>
                    <a:lstStyle/>
                    <a:p>
                      <a:pPr marL="0" marR="0" lvl="0" indent="0" algn="ctr" defTabSz="609600" eaLnBrk="1" fontAlgn="auto" latinLnBrk="0" hangingPunct="1">
                        <a:lnSpc>
                          <a:spcPct val="100000"/>
                        </a:lnSpc>
                        <a:spcBef>
                          <a:spcPts val="0"/>
                        </a:spcBef>
                        <a:spcAft>
                          <a:spcPts val="0"/>
                        </a:spcAft>
                        <a:buClrTx/>
                        <a:buSzTx/>
                        <a:buFontTx/>
                        <a:buNone/>
                        <a:tabLst/>
                        <a:defRPr/>
                      </a:pPr>
                      <a:r>
                        <a:rPr lang="en-US" sz="1200" dirty="0"/>
                        <a:t>No response</a:t>
                      </a:r>
                    </a:p>
                  </a:txBody>
                  <a:tcPr anchor="ctr"/>
                </a:tc>
                <a:tc>
                  <a:txBody>
                    <a:bodyPr/>
                    <a:lstStyle/>
                    <a:p>
                      <a:pPr marL="0" marR="0" lvl="0" indent="0" algn="ctr" defTabSz="609600" eaLnBrk="1" fontAlgn="auto" latinLnBrk="0" hangingPunct="1">
                        <a:lnSpc>
                          <a:spcPct val="100000"/>
                        </a:lnSpc>
                        <a:spcBef>
                          <a:spcPts val="0"/>
                        </a:spcBef>
                        <a:spcAft>
                          <a:spcPts val="0"/>
                        </a:spcAft>
                        <a:buClrTx/>
                        <a:buSzTx/>
                        <a:buFontTx/>
                        <a:buNone/>
                        <a:tabLst/>
                        <a:defRPr/>
                      </a:pPr>
                      <a:r>
                        <a:rPr lang="en-US" sz="1200" dirty="0"/>
                        <a:t>No response</a:t>
                      </a:r>
                    </a:p>
                  </a:txBody>
                  <a:tcPr anchor="ctr"/>
                </a:tc>
                <a:tc>
                  <a:txBody>
                    <a:bodyPr/>
                    <a:lstStyle/>
                    <a:p>
                      <a:pPr algn="ctr"/>
                      <a:r>
                        <a:rPr lang="en-US" sz="1200" dirty="0"/>
                        <a:t>No response</a:t>
                      </a:r>
                    </a:p>
                  </a:txBody>
                  <a:tcPr anchor="ctr"/>
                </a:tc>
                <a:extLst>
                  <a:ext uri="{0D108BD9-81ED-4DB2-BD59-A6C34878D82A}">
                    <a16:rowId xmlns:a16="http://schemas.microsoft.com/office/drawing/2014/main" val="1680805303"/>
                  </a:ext>
                </a:extLst>
              </a:tr>
            </a:tbl>
          </a:graphicData>
        </a:graphic>
      </p:graphicFrame>
    </p:spTree>
    <p:extLst>
      <p:ext uri="{BB962C8B-B14F-4D97-AF65-F5344CB8AC3E}">
        <p14:creationId xmlns:p14="http://schemas.microsoft.com/office/powerpoint/2010/main" val="40077625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02264B-8CB6-01C2-9E02-37BAB91ADD7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40A6032-BEF1-74FC-93C3-F144B35F41FE}"/>
              </a:ext>
            </a:extLst>
          </p:cNvPr>
          <p:cNvSpPr>
            <a:spLocks noGrp="1"/>
          </p:cNvSpPr>
          <p:nvPr>
            <p:ph type="title"/>
          </p:nvPr>
        </p:nvSpPr>
        <p:spPr>
          <a:xfrm>
            <a:off x="571370" y="87664"/>
            <a:ext cx="11010816" cy="952499"/>
          </a:xfrm>
        </p:spPr>
        <p:txBody>
          <a:bodyPr/>
          <a:lstStyle/>
          <a:p>
            <a:r>
              <a:rPr lang="en-US" sz="3200" dirty="0"/>
              <a:t>Customer Survey Results – TIM</a:t>
            </a:r>
          </a:p>
        </p:txBody>
      </p:sp>
      <p:graphicFrame>
        <p:nvGraphicFramePr>
          <p:cNvPr id="6" name="Table 5">
            <a:extLst>
              <a:ext uri="{FF2B5EF4-FFF2-40B4-BE49-F238E27FC236}">
                <a16:creationId xmlns:a16="http://schemas.microsoft.com/office/drawing/2014/main" id="{5EC036EC-988B-5BF9-CB42-E3E82515EBE4}"/>
              </a:ext>
            </a:extLst>
          </p:cNvPr>
          <p:cNvGraphicFramePr>
            <a:graphicFrameLocks noGrp="1"/>
          </p:cNvGraphicFramePr>
          <p:nvPr>
            <p:extLst>
              <p:ext uri="{D42A27DB-BD31-4B8C-83A1-F6EECF244321}">
                <p14:modId xmlns:p14="http://schemas.microsoft.com/office/powerpoint/2010/main" val="67004433"/>
              </p:ext>
            </p:extLst>
          </p:nvPr>
        </p:nvGraphicFramePr>
        <p:xfrm>
          <a:off x="168675" y="693035"/>
          <a:ext cx="11451955" cy="4446613"/>
        </p:xfrm>
        <a:graphic>
          <a:graphicData uri="http://schemas.openxmlformats.org/drawingml/2006/table">
            <a:tbl>
              <a:tblPr firstRow="1" bandRow="1">
                <a:tableStyleId>{5C22544A-7EE6-4342-B048-85BDC9FD1C3A}</a:tableStyleId>
              </a:tblPr>
              <a:tblGrid>
                <a:gridCol w="2290391">
                  <a:extLst>
                    <a:ext uri="{9D8B030D-6E8A-4147-A177-3AD203B41FA5}">
                      <a16:colId xmlns:a16="http://schemas.microsoft.com/office/drawing/2014/main" val="3422954971"/>
                    </a:ext>
                  </a:extLst>
                </a:gridCol>
                <a:gridCol w="2290391">
                  <a:extLst>
                    <a:ext uri="{9D8B030D-6E8A-4147-A177-3AD203B41FA5}">
                      <a16:colId xmlns:a16="http://schemas.microsoft.com/office/drawing/2014/main" val="1739319744"/>
                    </a:ext>
                  </a:extLst>
                </a:gridCol>
                <a:gridCol w="2290391">
                  <a:extLst>
                    <a:ext uri="{9D8B030D-6E8A-4147-A177-3AD203B41FA5}">
                      <a16:colId xmlns:a16="http://schemas.microsoft.com/office/drawing/2014/main" val="1756552807"/>
                    </a:ext>
                  </a:extLst>
                </a:gridCol>
                <a:gridCol w="2290391">
                  <a:extLst>
                    <a:ext uri="{9D8B030D-6E8A-4147-A177-3AD203B41FA5}">
                      <a16:colId xmlns:a16="http://schemas.microsoft.com/office/drawing/2014/main" val="3027617895"/>
                    </a:ext>
                  </a:extLst>
                </a:gridCol>
                <a:gridCol w="2290391">
                  <a:extLst>
                    <a:ext uri="{9D8B030D-6E8A-4147-A177-3AD203B41FA5}">
                      <a16:colId xmlns:a16="http://schemas.microsoft.com/office/drawing/2014/main" val="2037702015"/>
                    </a:ext>
                  </a:extLst>
                </a:gridCol>
              </a:tblGrid>
              <a:tr h="640080">
                <a:tc>
                  <a:txBody>
                    <a:bodyPr/>
                    <a:lstStyle/>
                    <a:p>
                      <a:pPr algn="ctr"/>
                      <a:r>
                        <a:rPr lang="en-US" sz="1800" b="1" dirty="0"/>
                        <a:t>Asus</a:t>
                      </a:r>
                    </a:p>
                  </a:txBody>
                  <a:tcPr anchor="ctr"/>
                </a:tc>
                <a:tc>
                  <a:txBody>
                    <a:bodyPr/>
                    <a:lstStyle/>
                    <a:p>
                      <a:pPr algn="ctr"/>
                      <a:r>
                        <a:rPr lang="en-US" sz="1800" b="1" dirty="0"/>
                        <a:t>Dell</a:t>
                      </a:r>
                    </a:p>
                    <a:p>
                      <a:pPr algn="ctr"/>
                      <a:r>
                        <a:rPr lang="en-US" sz="1800" b="1" dirty="0"/>
                        <a:t>(Thermal Eng.)</a:t>
                      </a:r>
                    </a:p>
                  </a:txBody>
                  <a:tcPr anchor="ctr"/>
                </a:tc>
                <a:tc>
                  <a:txBody>
                    <a:bodyPr/>
                    <a:lstStyle/>
                    <a:p>
                      <a:pPr algn="ctr"/>
                      <a:r>
                        <a:rPr lang="en-US" sz="1800" b="1" dirty="0"/>
                        <a:t>Dell </a:t>
                      </a:r>
                    </a:p>
                    <a:p>
                      <a:pPr algn="ctr"/>
                      <a:r>
                        <a:rPr lang="en-US" sz="1800" b="1" dirty="0"/>
                        <a:t>(Services Eng.)</a:t>
                      </a:r>
                    </a:p>
                  </a:txBody>
                  <a:tcPr anchor="ctr"/>
                </a:tc>
                <a:tc>
                  <a:txBody>
                    <a:bodyPr/>
                    <a:lstStyle/>
                    <a:p>
                      <a:pPr algn="ctr"/>
                      <a:r>
                        <a:rPr lang="en-US" sz="1800" b="1" dirty="0"/>
                        <a:t>HP</a:t>
                      </a:r>
                    </a:p>
                  </a:txBody>
                  <a:tcPr anchor="ctr"/>
                </a:tc>
                <a:tc>
                  <a:txBody>
                    <a:bodyPr/>
                    <a:lstStyle/>
                    <a:p>
                      <a:pPr algn="ctr"/>
                      <a:r>
                        <a:rPr lang="en-US" sz="1800" b="1" dirty="0"/>
                        <a:t>Lenovo</a:t>
                      </a:r>
                    </a:p>
                  </a:txBody>
                  <a:tcPr anchor="ctr"/>
                </a:tc>
                <a:extLst>
                  <a:ext uri="{0D108BD9-81ED-4DB2-BD59-A6C34878D82A}">
                    <a16:rowId xmlns:a16="http://schemas.microsoft.com/office/drawing/2014/main" val="1931140537"/>
                  </a:ext>
                </a:extLst>
              </a:tr>
              <a:tr h="682965">
                <a:tc gridSpan="5">
                  <a:txBody>
                    <a:bodyPr/>
                    <a:lstStyle/>
                    <a:p>
                      <a:pPr algn="ctr"/>
                      <a:r>
                        <a:rPr lang="en-US" sz="1200" b="1" dirty="0"/>
                        <a:t>Q11: What are the current TIM pastes you use?</a:t>
                      </a:r>
                    </a:p>
                  </a:txBody>
                  <a:tcPr anchor="ctr"/>
                </a:tc>
                <a:tc hMerge="1">
                  <a:txBody>
                    <a:bodyPr/>
                    <a:lstStyle/>
                    <a:p>
                      <a:pPr algn="ctr"/>
                      <a:endParaRPr lang="en-US" dirty="0"/>
                    </a:p>
                  </a:txBody>
                  <a:tcPr anchor="ctr"/>
                </a:tc>
                <a:tc hMerge="1">
                  <a:txBody>
                    <a:bodyPr/>
                    <a:lstStyle/>
                    <a:p>
                      <a:pPr algn="ctr"/>
                      <a:endParaRPr lang="en-US" dirty="0"/>
                    </a:p>
                  </a:txBody>
                  <a:tcPr anchor="ctr"/>
                </a:tc>
                <a:tc hMerge="1">
                  <a:txBody>
                    <a:bodyPr/>
                    <a:lstStyle/>
                    <a:p>
                      <a:pPr algn="ctr"/>
                      <a:endParaRPr lang="en-US" dirty="0"/>
                    </a:p>
                  </a:txBody>
                  <a:tcPr anchor="ctr"/>
                </a:tc>
                <a:tc hMerge="1">
                  <a:txBody>
                    <a:bodyPr/>
                    <a:lstStyle/>
                    <a:p>
                      <a:pPr algn="ctr"/>
                      <a:endParaRPr lang="en-US"/>
                    </a:p>
                  </a:txBody>
                  <a:tcPr anchor="ctr"/>
                </a:tc>
                <a:extLst>
                  <a:ext uri="{0D108BD9-81ED-4DB2-BD59-A6C34878D82A}">
                    <a16:rowId xmlns:a16="http://schemas.microsoft.com/office/drawing/2014/main" val="1762083462"/>
                  </a:ext>
                </a:extLst>
              </a:tr>
              <a:tr h="374245">
                <a:tc>
                  <a:txBody>
                    <a:bodyPr/>
                    <a:lstStyle/>
                    <a:p>
                      <a:pPr algn="ctr"/>
                      <a:r>
                        <a:rPr lang="en-US" sz="1200" dirty="0"/>
                        <a:t>7762、TC-5026</a:t>
                      </a:r>
                    </a:p>
                  </a:txBody>
                  <a:tcPr anchor="ctr"/>
                </a:tc>
                <a:tc>
                  <a:txBody>
                    <a:bodyPr/>
                    <a:lstStyle/>
                    <a:p>
                      <a:pPr algn="ctr"/>
                      <a:r>
                        <a:rPr lang="en-US" sz="1200" dirty="0"/>
                        <a:t>Dow and </a:t>
                      </a:r>
                      <a:r>
                        <a:rPr lang="en-US" sz="1200" dirty="0" err="1"/>
                        <a:t>Shinetsu</a:t>
                      </a:r>
                      <a:r>
                        <a:rPr lang="en-US" sz="1200" dirty="0"/>
                        <a:t> series</a:t>
                      </a:r>
                    </a:p>
                  </a:txBody>
                  <a:tcPr anchor="ctr"/>
                </a:tc>
                <a:tc>
                  <a:txBody>
                    <a:bodyPr/>
                    <a:lstStyle/>
                    <a:p>
                      <a:pPr algn="ctr"/>
                      <a:r>
                        <a:rPr lang="en-US" sz="1200" dirty="0"/>
                        <a:t>Don’t know</a:t>
                      </a:r>
                    </a:p>
                  </a:txBody>
                  <a:tcPr anchor="ctr"/>
                </a:tc>
                <a:tc>
                  <a:txBody>
                    <a:bodyPr/>
                    <a:lstStyle/>
                    <a:p>
                      <a:pPr algn="ctr"/>
                      <a:r>
                        <a:rPr lang="en-US" sz="1200" dirty="0"/>
                        <a:t>No response</a:t>
                      </a:r>
                    </a:p>
                  </a:txBody>
                  <a:tcPr anchor="ctr"/>
                </a:tc>
                <a:tc>
                  <a:txBody>
                    <a:bodyPr/>
                    <a:lstStyle/>
                    <a:p>
                      <a:pPr algn="ctr"/>
                      <a:r>
                        <a:rPr lang="en-US" sz="1200" dirty="0"/>
                        <a:t>TC 5622 or equivalent</a:t>
                      </a:r>
                    </a:p>
                  </a:txBody>
                  <a:tcPr anchor="ctr"/>
                </a:tc>
                <a:extLst>
                  <a:ext uri="{0D108BD9-81ED-4DB2-BD59-A6C34878D82A}">
                    <a16:rowId xmlns:a16="http://schemas.microsoft.com/office/drawing/2014/main" val="982522789"/>
                  </a:ext>
                </a:extLst>
              </a:tr>
              <a:tr h="878098">
                <a:tc gridSpan="5">
                  <a:txBody>
                    <a:bodyPr/>
                    <a:lstStyle/>
                    <a:p>
                      <a:pPr algn="ctr"/>
                      <a:r>
                        <a:rPr lang="en-US" sz="1200" b="1" dirty="0"/>
                        <a:t>Q12: Do you use Liquid Metal TIM on any of your designs?</a:t>
                      </a:r>
                    </a:p>
                  </a:txBody>
                  <a:tcPr anchor="ctr"/>
                </a:tc>
                <a:tc hMerge="1">
                  <a:txBody>
                    <a:bodyPr/>
                    <a:lstStyle/>
                    <a:p>
                      <a:pPr algn="ctr"/>
                      <a:endParaRPr lang="en-US" sz="1200" dirty="0"/>
                    </a:p>
                  </a:txBody>
                  <a:tcPr anchor="ctr"/>
                </a:tc>
                <a:tc hMerge="1">
                  <a:txBody>
                    <a:bodyPr/>
                    <a:lstStyle/>
                    <a:p>
                      <a:pPr algn="ctr"/>
                      <a:endParaRPr lang="en-US" sz="1200" dirty="0"/>
                    </a:p>
                  </a:txBody>
                  <a:tcPr anchor="ctr"/>
                </a:tc>
                <a:tc hMerge="1">
                  <a:txBody>
                    <a:bodyPr/>
                    <a:lstStyle/>
                    <a:p>
                      <a:pPr algn="ctr"/>
                      <a:endParaRPr lang="en-US" sz="1200" dirty="0"/>
                    </a:p>
                  </a:txBody>
                  <a:tcPr anchor="ctr"/>
                </a:tc>
                <a:tc hMerge="1">
                  <a:txBody>
                    <a:bodyPr/>
                    <a:lstStyle/>
                    <a:p>
                      <a:pPr algn="ctr"/>
                      <a:endParaRPr lang="en-US" sz="1200"/>
                    </a:p>
                  </a:txBody>
                  <a:tcPr anchor="ctr"/>
                </a:tc>
                <a:extLst>
                  <a:ext uri="{0D108BD9-81ED-4DB2-BD59-A6C34878D82A}">
                    <a16:rowId xmlns:a16="http://schemas.microsoft.com/office/drawing/2014/main" val="283596028"/>
                  </a:ext>
                </a:extLst>
              </a:tr>
              <a:tr h="374245">
                <a:tc>
                  <a:txBody>
                    <a:bodyPr/>
                    <a:lstStyle/>
                    <a:p>
                      <a:pPr algn="ctr"/>
                      <a:r>
                        <a:rPr lang="en-US" sz="1200" dirty="0"/>
                        <a:t>No</a:t>
                      </a:r>
                    </a:p>
                  </a:txBody>
                  <a:tcPr anchor="ctr"/>
                </a:tc>
                <a:tc>
                  <a:txBody>
                    <a:bodyPr/>
                    <a:lstStyle/>
                    <a:p>
                      <a:pPr algn="ctr"/>
                      <a:r>
                        <a:rPr lang="en-US" sz="1200" dirty="0"/>
                        <a:t>Yes, but not in Intel platform</a:t>
                      </a:r>
                    </a:p>
                  </a:txBody>
                  <a:tcPr anchor="ctr"/>
                </a:tc>
                <a:tc>
                  <a:txBody>
                    <a:bodyPr/>
                    <a:lstStyle/>
                    <a:p>
                      <a:pPr algn="ctr"/>
                      <a:r>
                        <a:rPr lang="en-US" sz="1200" dirty="0"/>
                        <a:t>I think so - portable Alienware.</a:t>
                      </a:r>
                    </a:p>
                  </a:txBody>
                  <a:tcPr anchor="ctr"/>
                </a:tc>
                <a:tc>
                  <a:txBody>
                    <a:bodyPr/>
                    <a:lstStyle/>
                    <a:p>
                      <a:pPr marL="0" marR="0" lvl="0" indent="0" algn="ctr" defTabSz="609600" eaLnBrk="1" fontAlgn="auto" latinLnBrk="0" hangingPunct="1">
                        <a:lnSpc>
                          <a:spcPct val="100000"/>
                        </a:lnSpc>
                        <a:spcBef>
                          <a:spcPts val="0"/>
                        </a:spcBef>
                        <a:spcAft>
                          <a:spcPts val="0"/>
                        </a:spcAft>
                        <a:buClrTx/>
                        <a:buSzTx/>
                        <a:buFontTx/>
                        <a:buNone/>
                        <a:tabLst/>
                        <a:defRPr/>
                      </a:pPr>
                      <a:r>
                        <a:rPr lang="en-US" sz="1200" dirty="0"/>
                        <a:t>No response</a:t>
                      </a:r>
                    </a:p>
                  </a:txBody>
                  <a:tcPr anchor="ctr"/>
                </a:tc>
                <a:tc>
                  <a:txBody>
                    <a:bodyPr/>
                    <a:lstStyle/>
                    <a:p>
                      <a:pPr algn="ctr"/>
                      <a:r>
                        <a:rPr lang="en-US" sz="1200" dirty="0"/>
                        <a:t>No</a:t>
                      </a:r>
                    </a:p>
                  </a:txBody>
                  <a:tcPr anchor="ctr"/>
                </a:tc>
                <a:extLst>
                  <a:ext uri="{0D108BD9-81ED-4DB2-BD59-A6C34878D82A}">
                    <a16:rowId xmlns:a16="http://schemas.microsoft.com/office/drawing/2014/main" val="1997562691"/>
                  </a:ext>
                </a:extLst>
              </a:tr>
              <a:tr h="374245">
                <a:tc gridSpan="5">
                  <a:txBody>
                    <a:bodyPr/>
                    <a:lstStyle/>
                    <a:p>
                      <a:pPr algn="ctr"/>
                      <a:r>
                        <a:rPr lang="en-US" sz="1200" b="1" dirty="0"/>
                        <a:t>Q13: If yes to the above question, what specific Liquid Metal TIM do you use?</a:t>
                      </a:r>
                    </a:p>
                  </a:txBody>
                  <a:tcPr anchor="ctr"/>
                </a:tc>
                <a:tc hMerge="1">
                  <a:txBody>
                    <a:bodyPr/>
                    <a:lstStyle/>
                    <a:p>
                      <a:pPr algn="ctr"/>
                      <a:endParaRPr lang="en-US" sz="1200" dirty="0"/>
                    </a:p>
                  </a:txBody>
                  <a:tcPr anchor="ctr"/>
                </a:tc>
                <a:tc hMerge="1">
                  <a:txBody>
                    <a:bodyPr/>
                    <a:lstStyle/>
                    <a:p>
                      <a:pPr algn="ctr"/>
                      <a:endParaRPr lang="en-US" sz="1200" dirty="0"/>
                    </a:p>
                  </a:txBody>
                  <a:tcPr anchor="ctr"/>
                </a:tc>
                <a:tc hMerge="1">
                  <a:txBody>
                    <a:bodyPr/>
                    <a:lstStyle/>
                    <a:p>
                      <a:pPr algn="ctr"/>
                      <a:endParaRPr lang="en-US" sz="1200" dirty="0"/>
                    </a:p>
                  </a:txBody>
                  <a:tcPr anchor="ctr"/>
                </a:tc>
                <a:tc hMerge="1">
                  <a:txBody>
                    <a:bodyPr/>
                    <a:lstStyle/>
                    <a:p>
                      <a:pPr algn="ctr"/>
                      <a:endParaRPr lang="en-US" sz="1200" dirty="0"/>
                    </a:p>
                  </a:txBody>
                  <a:tcPr anchor="ctr"/>
                </a:tc>
                <a:extLst>
                  <a:ext uri="{0D108BD9-81ED-4DB2-BD59-A6C34878D82A}">
                    <a16:rowId xmlns:a16="http://schemas.microsoft.com/office/drawing/2014/main" val="824335499"/>
                  </a:ext>
                </a:extLst>
              </a:tr>
              <a:tr h="374245">
                <a:tc>
                  <a:txBody>
                    <a:bodyPr/>
                    <a:lstStyle/>
                    <a:p>
                      <a:pPr algn="ctr"/>
                      <a:r>
                        <a:rPr lang="en-US" sz="1200" dirty="0"/>
                        <a:t>N/A</a:t>
                      </a:r>
                    </a:p>
                  </a:txBody>
                  <a:tcPr anchor="ctr"/>
                </a:tc>
                <a:tc>
                  <a:txBody>
                    <a:bodyPr/>
                    <a:lstStyle/>
                    <a:p>
                      <a:pPr algn="ctr"/>
                      <a:r>
                        <a:rPr lang="en-US" sz="1200" dirty="0"/>
                        <a:t>trade secret</a:t>
                      </a:r>
                    </a:p>
                  </a:txBody>
                  <a:tcPr anchor="ctr"/>
                </a:tc>
                <a:tc>
                  <a:txBody>
                    <a:bodyPr/>
                    <a:lstStyle/>
                    <a:p>
                      <a:pPr marL="0" marR="0" lvl="0" indent="0" algn="ctr" defTabSz="609600" eaLnBrk="1" fontAlgn="auto" latinLnBrk="0" hangingPunct="1">
                        <a:lnSpc>
                          <a:spcPct val="100000"/>
                        </a:lnSpc>
                        <a:spcBef>
                          <a:spcPts val="0"/>
                        </a:spcBef>
                        <a:spcAft>
                          <a:spcPts val="0"/>
                        </a:spcAft>
                        <a:buClrTx/>
                        <a:buSzTx/>
                        <a:buFontTx/>
                        <a:buNone/>
                        <a:tabLst/>
                        <a:defRPr/>
                      </a:pPr>
                      <a:r>
                        <a:rPr lang="en-US" sz="1200" dirty="0"/>
                        <a:t>Don’t know</a:t>
                      </a:r>
                    </a:p>
                  </a:txBody>
                  <a:tcPr anchor="ctr"/>
                </a:tc>
                <a:tc>
                  <a:txBody>
                    <a:bodyPr/>
                    <a:lstStyle/>
                    <a:p>
                      <a:pPr marL="0" marR="0" lvl="0" indent="0" algn="ctr" defTabSz="609600" eaLnBrk="1" fontAlgn="auto" latinLnBrk="0" hangingPunct="1">
                        <a:lnSpc>
                          <a:spcPct val="100000"/>
                        </a:lnSpc>
                        <a:spcBef>
                          <a:spcPts val="0"/>
                        </a:spcBef>
                        <a:spcAft>
                          <a:spcPts val="0"/>
                        </a:spcAft>
                        <a:buClrTx/>
                        <a:buSzTx/>
                        <a:buFontTx/>
                        <a:buNone/>
                        <a:tabLst/>
                        <a:defRPr/>
                      </a:pPr>
                      <a:r>
                        <a:rPr lang="en-US" sz="1200" dirty="0"/>
                        <a:t>No response</a:t>
                      </a:r>
                    </a:p>
                  </a:txBody>
                  <a:tcPr anchor="ctr"/>
                </a:tc>
                <a:tc>
                  <a:txBody>
                    <a:bodyPr/>
                    <a:lstStyle/>
                    <a:p>
                      <a:pPr algn="ctr"/>
                      <a:r>
                        <a:rPr lang="en-US" sz="1200" dirty="0"/>
                        <a:t>N/A</a:t>
                      </a:r>
                    </a:p>
                  </a:txBody>
                  <a:tcPr anchor="ctr"/>
                </a:tc>
                <a:extLst>
                  <a:ext uri="{0D108BD9-81ED-4DB2-BD59-A6C34878D82A}">
                    <a16:rowId xmlns:a16="http://schemas.microsoft.com/office/drawing/2014/main" val="3632333155"/>
                  </a:ext>
                </a:extLst>
              </a:tr>
              <a:tr h="374245">
                <a:tc gridSpan="5">
                  <a:txBody>
                    <a:bodyPr/>
                    <a:lstStyle/>
                    <a:p>
                      <a:pPr algn="ctr"/>
                      <a:r>
                        <a:rPr lang="en-US" sz="1200" b="1" dirty="0"/>
                        <a:t>Q14: Would you find use in a Loading Mechanism solution to enable de-lidded packages?</a:t>
                      </a:r>
                    </a:p>
                  </a:txBody>
                  <a:tcPr anchor="ctr"/>
                </a:tc>
                <a:tc hMerge="1">
                  <a:txBody>
                    <a:bodyPr/>
                    <a:lstStyle/>
                    <a:p>
                      <a:pPr algn="ctr"/>
                      <a:endParaRPr lang="en-US" sz="1200" dirty="0"/>
                    </a:p>
                  </a:txBody>
                  <a:tcPr anchor="ctr"/>
                </a:tc>
                <a:tc hMerge="1">
                  <a:txBody>
                    <a:bodyPr/>
                    <a:lstStyle/>
                    <a:p>
                      <a:pPr algn="ctr"/>
                      <a:endParaRPr lang="en-US" sz="1200" dirty="0"/>
                    </a:p>
                  </a:txBody>
                  <a:tcPr anchor="ctr"/>
                </a:tc>
                <a:tc hMerge="1">
                  <a:txBody>
                    <a:bodyPr/>
                    <a:lstStyle/>
                    <a:p>
                      <a:pPr algn="ctr"/>
                      <a:endParaRPr lang="en-US" sz="1200" dirty="0"/>
                    </a:p>
                  </a:txBody>
                  <a:tcPr anchor="ctr"/>
                </a:tc>
                <a:tc hMerge="1">
                  <a:txBody>
                    <a:bodyPr/>
                    <a:lstStyle/>
                    <a:p>
                      <a:pPr algn="ctr"/>
                      <a:endParaRPr lang="en-US" sz="1200" dirty="0"/>
                    </a:p>
                  </a:txBody>
                  <a:tcPr anchor="ctr"/>
                </a:tc>
                <a:extLst>
                  <a:ext uri="{0D108BD9-81ED-4DB2-BD59-A6C34878D82A}">
                    <a16:rowId xmlns:a16="http://schemas.microsoft.com/office/drawing/2014/main" val="2168337005"/>
                  </a:ext>
                </a:extLst>
              </a:tr>
              <a:tr h="374245">
                <a:tc>
                  <a:txBody>
                    <a:bodyPr/>
                    <a:lstStyle/>
                    <a:p>
                      <a:pPr algn="ctr"/>
                      <a:r>
                        <a:rPr lang="en-US" sz="1200" dirty="0"/>
                        <a:t>No</a:t>
                      </a:r>
                    </a:p>
                  </a:txBody>
                  <a:tcPr anchor="ctr"/>
                </a:tc>
                <a:tc>
                  <a:txBody>
                    <a:bodyPr/>
                    <a:lstStyle/>
                    <a:p>
                      <a:pPr algn="ctr"/>
                      <a:r>
                        <a:rPr lang="en-US" sz="1200" dirty="0"/>
                        <a:t>Yes</a:t>
                      </a:r>
                    </a:p>
                  </a:txBody>
                  <a:tcPr anchor="ctr"/>
                </a:tc>
                <a:tc>
                  <a:txBody>
                    <a:bodyPr/>
                    <a:lstStyle/>
                    <a:p>
                      <a:pPr algn="ctr"/>
                      <a:r>
                        <a:rPr lang="en-US" sz="1200" dirty="0"/>
                        <a:t>Yes</a:t>
                      </a:r>
                    </a:p>
                  </a:txBody>
                  <a:tcPr anchor="ctr"/>
                </a:tc>
                <a:tc>
                  <a:txBody>
                    <a:bodyPr/>
                    <a:lstStyle/>
                    <a:p>
                      <a:pPr marL="0" marR="0" lvl="0" indent="0" algn="ctr" defTabSz="609600" eaLnBrk="1" fontAlgn="auto" latinLnBrk="0" hangingPunct="1">
                        <a:lnSpc>
                          <a:spcPct val="100000"/>
                        </a:lnSpc>
                        <a:spcBef>
                          <a:spcPts val="0"/>
                        </a:spcBef>
                        <a:spcAft>
                          <a:spcPts val="0"/>
                        </a:spcAft>
                        <a:buClrTx/>
                        <a:buSzTx/>
                        <a:buFontTx/>
                        <a:buNone/>
                        <a:tabLst/>
                        <a:defRPr/>
                      </a:pPr>
                      <a:r>
                        <a:rPr lang="en-US" sz="1200" dirty="0"/>
                        <a:t>No response</a:t>
                      </a:r>
                    </a:p>
                  </a:txBody>
                  <a:tcPr anchor="ctr"/>
                </a:tc>
                <a:tc>
                  <a:txBody>
                    <a:bodyPr/>
                    <a:lstStyle/>
                    <a:p>
                      <a:pPr algn="ctr"/>
                      <a:r>
                        <a:rPr lang="en-US" sz="1200" dirty="0"/>
                        <a:t>No</a:t>
                      </a:r>
                    </a:p>
                  </a:txBody>
                  <a:tcPr anchor="ctr"/>
                </a:tc>
                <a:extLst>
                  <a:ext uri="{0D108BD9-81ED-4DB2-BD59-A6C34878D82A}">
                    <a16:rowId xmlns:a16="http://schemas.microsoft.com/office/drawing/2014/main" val="1680805303"/>
                  </a:ext>
                </a:extLst>
              </a:tr>
            </a:tbl>
          </a:graphicData>
        </a:graphic>
      </p:graphicFrame>
    </p:spTree>
    <p:extLst>
      <p:ext uri="{BB962C8B-B14F-4D97-AF65-F5344CB8AC3E}">
        <p14:creationId xmlns:p14="http://schemas.microsoft.com/office/powerpoint/2010/main" val="39911262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47450B-6231-3C66-BD46-0F9777B897D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920E902-72C4-2FC9-C550-026DA867125C}"/>
              </a:ext>
            </a:extLst>
          </p:cNvPr>
          <p:cNvSpPr>
            <a:spLocks noGrp="1"/>
          </p:cNvSpPr>
          <p:nvPr>
            <p:ph type="title"/>
          </p:nvPr>
        </p:nvSpPr>
        <p:spPr>
          <a:xfrm>
            <a:off x="571370" y="87664"/>
            <a:ext cx="11010816" cy="952499"/>
          </a:xfrm>
        </p:spPr>
        <p:txBody>
          <a:bodyPr/>
          <a:lstStyle/>
          <a:p>
            <a:r>
              <a:rPr lang="en-US" sz="3200" dirty="0"/>
              <a:t>Customer Survey Results – ILM Requirements</a:t>
            </a:r>
          </a:p>
        </p:txBody>
      </p:sp>
      <p:graphicFrame>
        <p:nvGraphicFramePr>
          <p:cNvPr id="6" name="Table 5">
            <a:extLst>
              <a:ext uri="{FF2B5EF4-FFF2-40B4-BE49-F238E27FC236}">
                <a16:creationId xmlns:a16="http://schemas.microsoft.com/office/drawing/2014/main" id="{87AAE27B-D638-FB90-53D2-58C3210FDEF5}"/>
              </a:ext>
            </a:extLst>
          </p:cNvPr>
          <p:cNvGraphicFramePr>
            <a:graphicFrameLocks noGrp="1"/>
          </p:cNvGraphicFramePr>
          <p:nvPr>
            <p:extLst>
              <p:ext uri="{D42A27DB-BD31-4B8C-83A1-F6EECF244321}">
                <p14:modId xmlns:p14="http://schemas.microsoft.com/office/powerpoint/2010/main" val="1515953138"/>
              </p:ext>
            </p:extLst>
          </p:nvPr>
        </p:nvGraphicFramePr>
        <p:xfrm>
          <a:off x="168675" y="693035"/>
          <a:ext cx="11451955" cy="3955218"/>
        </p:xfrm>
        <a:graphic>
          <a:graphicData uri="http://schemas.openxmlformats.org/drawingml/2006/table">
            <a:tbl>
              <a:tblPr firstRow="1" bandRow="1">
                <a:tableStyleId>{5C22544A-7EE6-4342-B048-85BDC9FD1C3A}</a:tableStyleId>
              </a:tblPr>
              <a:tblGrid>
                <a:gridCol w="2290391">
                  <a:extLst>
                    <a:ext uri="{9D8B030D-6E8A-4147-A177-3AD203B41FA5}">
                      <a16:colId xmlns:a16="http://schemas.microsoft.com/office/drawing/2014/main" val="3422954971"/>
                    </a:ext>
                  </a:extLst>
                </a:gridCol>
                <a:gridCol w="2290391">
                  <a:extLst>
                    <a:ext uri="{9D8B030D-6E8A-4147-A177-3AD203B41FA5}">
                      <a16:colId xmlns:a16="http://schemas.microsoft.com/office/drawing/2014/main" val="1739319744"/>
                    </a:ext>
                  </a:extLst>
                </a:gridCol>
                <a:gridCol w="2290391">
                  <a:extLst>
                    <a:ext uri="{9D8B030D-6E8A-4147-A177-3AD203B41FA5}">
                      <a16:colId xmlns:a16="http://schemas.microsoft.com/office/drawing/2014/main" val="1756552807"/>
                    </a:ext>
                  </a:extLst>
                </a:gridCol>
                <a:gridCol w="2290391">
                  <a:extLst>
                    <a:ext uri="{9D8B030D-6E8A-4147-A177-3AD203B41FA5}">
                      <a16:colId xmlns:a16="http://schemas.microsoft.com/office/drawing/2014/main" val="3027617895"/>
                    </a:ext>
                  </a:extLst>
                </a:gridCol>
                <a:gridCol w="2290391">
                  <a:extLst>
                    <a:ext uri="{9D8B030D-6E8A-4147-A177-3AD203B41FA5}">
                      <a16:colId xmlns:a16="http://schemas.microsoft.com/office/drawing/2014/main" val="2037702015"/>
                    </a:ext>
                  </a:extLst>
                </a:gridCol>
              </a:tblGrid>
              <a:tr h="324960">
                <a:tc>
                  <a:txBody>
                    <a:bodyPr/>
                    <a:lstStyle/>
                    <a:p>
                      <a:pPr algn="ctr"/>
                      <a:r>
                        <a:rPr lang="en-US" sz="1800" b="1" dirty="0"/>
                        <a:t>Asus</a:t>
                      </a:r>
                    </a:p>
                  </a:txBody>
                  <a:tcPr anchor="ctr"/>
                </a:tc>
                <a:tc>
                  <a:txBody>
                    <a:bodyPr/>
                    <a:lstStyle/>
                    <a:p>
                      <a:pPr algn="ctr"/>
                      <a:r>
                        <a:rPr lang="en-US" sz="1800" b="1" dirty="0"/>
                        <a:t>Dell</a:t>
                      </a:r>
                    </a:p>
                    <a:p>
                      <a:pPr algn="ctr"/>
                      <a:r>
                        <a:rPr lang="en-US" sz="1800" b="1" dirty="0"/>
                        <a:t>(Thermal Eng.)</a:t>
                      </a:r>
                    </a:p>
                  </a:txBody>
                  <a:tcPr anchor="ctr"/>
                </a:tc>
                <a:tc>
                  <a:txBody>
                    <a:bodyPr/>
                    <a:lstStyle/>
                    <a:p>
                      <a:pPr algn="ctr"/>
                      <a:r>
                        <a:rPr lang="en-US" sz="1800" b="1" dirty="0"/>
                        <a:t>Dell </a:t>
                      </a:r>
                    </a:p>
                    <a:p>
                      <a:pPr algn="ctr"/>
                      <a:r>
                        <a:rPr lang="en-US" sz="1800" b="1" dirty="0"/>
                        <a:t>(Services Eng.)</a:t>
                      </a:r>
                    </a:p>
                  </a:txBody>
                  <a:tcPr anchor="ctr"/>
                </a:tc>
                <a:tc>
                  <a:txBody>
                    <a:bodyPr/>
                    <a:lstStyle/>
                    <a:p>
                      <a:pPr algn="ctr"/>
                      <a:r>
                        <a:rPr lang="en-US" sz="1800" b="1" dirty="0"/>
                        <a:t>HP</a:t>
                      </a:r>
                    </a:p>
                  </a:txBody>
                  <a:tcPr anchor="ctr"/>
                </a:tc>
                <a:tc>
                  <a:txBody>
                    <a:bodyPr/>
                    <a:lstStyle/>
                    <a:p>
                      <a:pPr algn="ctr"/>
                      <a:r>
                        <a:rPr lang="en-US" sz="1800" b="1" dirty="0"/>
                        <a:t>Lenovo</a:t>
                      </a:r>
                    </a:p>
                  </a:txBody>
                  <a:tcPr anchor="ctr"/>
                </a:tc>
                <a:extLst>
                  <a:ext uri="{0D108BD9-81ED-4DB2-BD59-A6C34878D82A}">
                    <a16:rowId xmlns:a16="http://schemas.microsoft.com/office/drawing/2014/main" val="1931140537"/>
                  </a:ext>
                </a:extLst>
              </a:tr>
              <a:tr h="568679">
                <a:tc gridSpan="5">
                  <a:txBody>
                    <a:bodyPr/>
                    <a:lstStyle/>
                    <a:p>
                      <a:pPr algn="ctr"/>
                      <a:r>
                        <a:rPr lang="en-US" sz="1200" b="1" dirty="0"/>
                        <a:t>Q15: Is Lever actuated ILM (tool-less) necessary for your high-performance applications and designs? </a:t>
                      </a:r>
                    </a:p>
                  </a:txBody>
                  <a:tcPr anchor="ctr"/>
                </a:tc>
                <a:tc hMerge="1">
                  <a:txBody>
                    <a:bodyPr/>
                    <a:lstStyle/>
                    <a:p>
                      <a:pPr algn="ctr"/>
                      <a:endParaRPr lang="en-US" dirty="0"/>
                    </a:p>
                  </a:txBody>
                  <a:tcPr anchor="ctr"/>
                </a:tc>
                <a:tc hMerge="1">
                  <a:txBody>
                    <a:bodyPr/>
                    <a:lstStyle/>
                    <a:p>
                      <a:pPr algn="ctr"/>
                      <a:endParaRPr lang="en-US" dirty="0"/>
                    </a:p>
                  </a:txBody>
                  <a:tcPr anchor="ctr"/>
                </a:tc>
                <a:tc hMerge="1">
                  <a:txBody>
                    <a:bodyPr/>
                    <a:lstStyle/>
                    <a:p>
                      <a:pPr algn="ctr"/>
                      <a:endParaRPr lang="en-US" dirty="0"/>
                    </a:p>
                  </a:txBody>
                  <a:tcPr anchor="ctr"/>
                </a:tc>
                <a:tc hMerge="1">
                  <a:txBody>
                    <a:bodyPr/>
                    <a:lstStyle/>
                    <a:p>
                      <a:pPr algn="ctr"/>
                      <a:endParaRPr lang="en-US"/>
                    </a:p>
                  </a:txBody>
                  <a:tcPr anchor="ctr"/>
                </a:tc>
                <a:extLst>
                  <a:ext uri="{0D108BD9-81ED-4DB2-BD59-A6C34878D82A}">
                    <a16:rowId xmlns:a16="http://schemas.microsoft.com/office/drawing/2014/main" val="1762083462"/>
                  </a:ext>
                </a:extLst>
              </a:tr>
              <a:tr h="311620">
                <a:tc>
                  <a:txBody>
                    <a:bodyPr/>
                    <a:lstStyle/>
                    <a:p>
                      <a:pPr algn="ctr"/>
                      <a:r>
                        <a:rPr lang="en-US" sz="1200" dirty="0"/>
                        <a:t>Yes</a:t>
                      </a:r>
                    </a:p>
                  </a:txBody>
                  <a:tcPr anchor="ctr"/>
                </a:tc>
                <a:tc>
                  <a:txBody>
                    <a:bodyPr/>
                    <a:lstStyle/>
                    <a:p>
                      <a:pPr algn="ctr"/>
                      <a:r>
                        <a:rPr lang="en-US" sz="1200" dirty="0"/>
                        <a:t>Yes</a:t>
                      </a:r>
                    </a:p>
                  </a:txBody>
                  <a:tcPr anchor="ctr"/>
                </a:tc>
                <a:tc>
                  <a:txBody>
                    <a:bodyPr/>
                    <a:lstStyle/>
                    <a:p>
                      <a:pPr algn="ctr"/>
                      <a:r>
                        <a:rPr lang="en-US" sz="1200" dirty="0"/>
                        <a:t>sometimes - depends on system</a:t>
                      </a:r>
                    </a:p>
                  </a:txBody>
                  <a:tcPr anchor="ctr"/>
                </a:tc>
                <a:tc>
                  <a:txBody>
                    <a:bodyPr/>
                    <a:lstStyle/>
                    <a:p>
                      <a:pPr algn="ctr"/>
                      <a:r>
                        <a:rPr lang="en-US" sz="1200" dirty="0"/>
                        <a:t>No response</a:t>
                      </a:r>
                    </a:p>
                  </a:txBody>
                  <a:tcPr anchor="ctr"/>
                </a:tc>
                <a:tc>
                  <a:txBody>
                    <a:bodyPr/>
                    <a:lstStyle/>
                    <a:p>
                      <a:pPr algn="ctr"/>
                      <a:r>
                        <a:rPr lang="en-US" sz="1200" dirty="0"/>
                        <a:t>Yes</a:t>
                      </a:r>
                    </a:p>
                  </a:txBody>
                  <a:tcPr anchor="ctr"/>
                </a:tc>
                <a:extLst>
                  <a:ext uri="{0D108BD9-81ED-4DB2-BD59-A6C34878D82A}">
                    <a16:rowId xmlns:a16="http://schemas.microsoft.com/office/drawing/2014/main" val="982522789"/>
                  </a:ext>
                </a:extLst>
              </a:tr>
              <a:tr h="731159">
                <a:tc gridSpan="5">
                  <a:txBody>
                    <a:bodyPr/>
                    <a:lstStyle/>
                    <a:p>
                      <a:pPr algn="ctr"/>
                      <a:r>
                        <a:rPr lang="en-US" sz="1200" b="1" dirty="0"/>
                        <a:t>Q16: Is an ILM solution requiring a tool for package installation be acceptable?</a:t>
                      </a:r>
                    </a:p>
                  </a:txBody>
                  <a:tcPr anchor="ctr"/>
                </a:tc>
                <a:tc hMerge="1">
                  <a:txBody>
                    <a:bodyPr/>
                    <a:lstStyle/>
                    <a:p>
                      <a:pPr algn="ctr"/>
                      <a:endParaRPr lang="en-US" sz="1200" dirty="0"/>
                    </a:p>
                  </a:txBody>
                  <a:tcPr anchor="ctr"/>
                </a:tc>
                <a:tc hMerge="1">
                  <a:txBody>
                    <a:bodyPr/>
                    <a:lstStyle/>
                    <a:p>
                      <a:pPr algn="ctr"/>
                      <a:endParaRPr lang="en-US" sz="1200" dirty="0"/>
                    </a:p>
                  </a:txBody>
                  <a:tcPr anchor="ctr"/>
                </a:tc>
                <a:tc hMerge="1">
                  <a:txBody>
                    <a:bodyPr/>
                    <a:lstStyle/>
                    <a:p>
                      <a:pPr algn="ctr"/>
                      <a:endParaRPr lang="en-US" sz="1200" dirty="0"/>
                    </a:p>
                  </a:txBody>
                  <a:tcPr anchor="ctr"/>
                </a:tc>
                <a:tc hMerge="1">
                  <a:txBody>
                    <a:bodyPr/>
                    <a:lstStyle/>
                    <a:p>
                      <a:pPr algn="ctr"/>
                      <a:endParaRPr lang="en-US" sz="1200"/>
                    </a:p>
                  </a:txBody>
                  <a:tcPr anchor="ctr"/>
                </a:tc>
                <a:extLst>
                  <a:ext uri="{0D108BD9-81ED-4DB2-BD59-A6C34878D82A}">
                    <a16:rowId xmlns:a16="http://schemas.microsoft.com/office/drawing/2014/main" val="283596028"/>
                  </a:ext>
                </a:extLst>
              </a:tr>
              <a:tr h="311620">
                <a:tc>
                  <a:txBody>
                    <a:bodyPr/>
                    <a:lstStyle/>
                    <a:p>
                      <a:pPr algn="ctr"/>
                      <a:r>
                        <a:rPr lang="en-US" sz="1200" dirty="0"/>
                        <a:t>Yes</a:t>
                      </a:r>
                    </a:p>
                  </a:txBody>
                  <a:tcPr anchor="ctr"/>
                </a:tc>
                <a:tc>
                  <a:txBody>
                    <a:bodyPr/>
                    <a:lstStyle/>
                    <a:p>
                      <a:pPr algn="ctr"/>
                      <a:r>
                        <a:rPr lang="en-US" sz="1200" dirty="0"/>
                        <a:t>No</a:t>
                      </a:r>
                    </a:p>
                  </a:txBody>
                  <a:tcPr anchor="ctr"/>
                </a:tc>
                <a:tc>
                  <a:txBody>
                    <a:bodyPr/>
                    <a:lstStyle/>
                    <a:p>
                      <a:pPr algn="ctr"/>
                      <a:r>
                        <a:rPr lang="en-US" sz="1200" dirty="0"/>
                        <a:t>No</a:t>
                      </a:r>
                    </a:p>
                  </a:txBody>
                  <a:tcPr anchor="ctr"/>
                </a:tc>
                <a:tc>
                  <a:txBody>
                    <a:bodyPr/>
                    <a:lstStyle/>
                    <a:p>
                      <a:pPr marL="0" marR="0" lvl="0" indent="0" algn="ctr" defTabSz="609600" eaLnBrk="1" fontAlgn="auto" latinLnBrk="0" hangingPunct="1">
                        <a:lnSpc>
                          <a:spcPct val="100000"/>
                        </a:lnSpc>
                        <a:spcBef>
                          <a:spcPts val="0"/>
                        </a:spcBef>
                        <a:spcAft>
                          <a:spcPts val="0"/>
                        </a:spcAft>
                        <a:buClrTx/>
                        <a:buSzTx/>
                        <a:buFontTx/>
                        <a:buNone/>
                        <a:tabLst/>
                        <a:defRPr/>
                      </a:pPr>
                      <a:r>
                        <a:rPr lang="en-US" sz="1200" dirty="0"/>
                        <a:t>No response</a:t>
                      </a:r>
                    </a:p>
                  </a:txBody>
                  <a:tcPr anchor="ctr"/>
                </a:tc>
                <a:tc>
                  <a:txBody>
                    <a:bodyPr/>
                    <a:lstStyle/>
                    <a:p>
                      <a:pPr algn="ctr"/>
                      <a:r>
                        <a:rPr lang="en-US" sz="1200" dirty="0"/>
                        <a:t>No</a:t>
                      </a:r>
                    </a:p>
                  </a:txBody>
                  <a:tcPr anchor="ctr"/>
                </a:tc>
                <a:extLst>
                  <a:ext uri="{0D108BD9-81ED-4DB2-BD59-A6C34878D82A}">
                    <a16:rowId xmlns:a16="http://schemas.microsoft.com/office/drawing/2014/main" val="1997562691"/>
                  </a:ext>
                </a:extLst>
              </a:tr>
              <a:tr h="311620">
                <a:tc gridSpan="5">
                  <a:txBody>
                    <a:bodyPr/>
                    <a:lstStyle/>
                    <a:p>
                      <a:pPr algn="ctr"/>
                      <a:r>
                        <a:rPr lang="en-US" sz="1200" b="1" dirty="0"/>
                        <a:t>Q17: Is your organization currently modifying/customizing the ILM certified by Intel in any way to address system needs?</a:t>
                      </a:r>
                    </a:p>
                  </a:txBody>
                  <a:tcPr anchor="ctr"/>
                </a:tc>
                <a:tc hMerge="1">
                  <a:txBody>
                    <a:bodyPr/>
                    <a:lstStyle/>
                    <a:p>
                      <a:pPr algn="ctr"/>
                      <a:endParaRPr lang="en-US" sz="1200" dirty="0"/>
                    </a:p>
                  </a:txBody>
                  <a:tcPr anchor="ctr"/>
                </a:tc>
                <a:tc hMerge="1">
                  <a:txBody>
                    <a:bodyPr/>
                    <a:lstStyle/>
                    <a:p>
                      <a:pPr algn="ctr"/>
                      <a:endParaRPr lang="en-US" sz="1200" dirty="0"/>
                    </a:p>
                  </a:txBody>
                  <a:tcPr anchor="ctr"/>
                </a:tc>
                <a:tc hMerge="1">
                  <a:txBody>
                    <a:bodyPr/>
                    <a:lstStyle/>
                    <a:p>
                      <a:pPr algn="ctr"/>
                      <a:endParaRPr lang="en-US" sz="1200" dirty="0"/>
                    </a:p>
                  </a:txBody>
                  <a:tcPr anchor="ctr"/>
                </a:tc>
                <a:tc hMerge="1">
                  <a:txBody>
                    <a:bodyPr/>
                    <a:lstStyle/>
                    <a:p>
                      <a:pPr algn="ctr"/>
                      <a:endParaRPr lang="en-US" sz="1200" dirty="0"/>
                    </a:p>
                  </a:txBody>
                  <a:tcPr anchor="ctr"/>
                </a:tc>
                <a:extLst>
                  <a:ext uri="{0D108BD9-81ED-4DB2-BD59-A6C34878D82A}">
                    <a16:rowId xmlns:a16="http://schemas.microsoft.com/office/drawing/2014/main" val="824335499"/>
                  </a:ext>
                </a:extLst>
              </a:tr>
              <a:tr h="311620">
                <a:tc>
                  <a:txBody>
                    <a:bodyPr/>
                    <a:lstStyle/>
                    <a:p>
                      <a:pPr algn="ctr"/>
                      <a:r>
                        <a:rPr lang="en-US" sz="1200" dirty="0"/>
                        <a:t>No</a:t>
                      </a:r>
                    </a:p>
                  </a:txBody>
                  <a:tcPr anchor="ctr"/>
                </a:tc>
                <a:tc>
                  <a:txBody>
                    <a:bodyPr/>
                    <a:lstStyle/>
                    <a:p>
                      <a:pPr algn="ctr"/>
                      <a:r>
                        <a:rPr lang="en-US" sz="1200" dirty="0"/>
                        <a:t>No</a:t>
                      </a:r>
                    </a:p>
                  </a:txBody>
                  <a:tcPr anchor="ctr"/>
                </a:tc>
                <a:tc>
                  <a:txBody>
                    <a:bodyPr/>
                    <a:lstStyle/>
                    <a:p>
                      <a:pPr algn="ctr"/>
                      <a:r>
                        <a:rPr lang="en-US" sz="1200" dirty="0"/>
                        <a:t>No</a:t>
                      </a:r>
                    </a:p>
                  </a:txBody>
                  <a:tcPr anchor="ctr"/>
                </a:tc>
                <a:tc>
                  <a:txBody>
                    <a:bodyPr/>
                    <a:lstStyle/>
                    <a:p>
                      <a:pPr marL="0" marR="0" lvl="0" indent="0" algn="ctr" defTabSz="609600" eaLnBrk="1" fontAlgn="auto" latinLnBrk="0" hangingPunct="1">
                        <a:lnSpc>
                          <a:spcPct val="100000"/>
                        </a:lnSpc>
                        <a:spcBef>
                          <a:spcPts val="0"/>
                        </a:spcBef>
                        <a:spcAft>
                          <a:spcPts val="0"/>
                        </a:spcAft>
                        <a:buClrTx/>
                        <a:buSzTx/>
                        <a:buFontTx/>
                        <a:buNone/>
                        <a:tabLst/>
                        <a:defRPr/>
                      </a:pPr>
                      <a:r>
                        <a:rPr lang="en-US" sz="1200" dirty="0"/>
                        <a:t>No response</a:t>
                      </a:r>
                    </a:p>
                  </a:txBody>
                  <a:tcPr anchor="ctr"/>
                </a:tc>
                <a:tc>
                  <a:txBody>
                    <a:bodyPr/>
                    <a:lstStyle/>
                    <a:p>
                      <a:pPr algn="ctr"/>
                      <a:r>
                        <a:rPr lang="en-US" sz="1200" dirty="0"/>
                        <a:t>Yes</a:t>
                      </a:r>
                    </a:p>
                  </a:txBody>
                  <a:tcPr anchor="ctr"/>
                </a:tc>
                <a:extLst>
                  <a:ext uri="{0D108BD9-81ED-4DB2-BD59-A6C34878D82A}">
                    <a16:rowId xmlns:a16="http://schemas.microsoft.com/office/drawing/2014/main" val="3632333155"/>
                  </a:ext>
                </a:extLst>
              </a:tr>
              <a:tr h="311620">
                <a:tc gridSpan="5">
                  <a:txBody>
                    <a:bodyPr/>
                    <a:lstStyle/>
                    <a:p>
                      <a:pPr algn="ctr"/>
                      <a:r>
                        <a:rPr lang="en-US" sz="1200" b="1" dirty="0"/>
                        <a:t>Q18: If yes to the above question, please share how you're modifying/ customizing Intel's certified ILM design.</a:t>
                      </a:r>
                    </a:p>
                  </a:txBody>
                  <a:tcPr anchor="ctr"/>
                </a:tc>
                <a:tc hMerge="1">
                  <a:txBody>
                    <a:bodyPr/>
                    <a:lstStyle/>
                    <a:p>
                      <a:pPr algn="ctr"/>
                      <a:endParaRPr lang="en-US" sz="1200" dirty="0"/>
                    </a:p>
                  </a:txBody>
                  <a:tcPr anchor="ctr"/>
                </a:tc>
                <a:tc hMerge="1">
                  <a:txBody>
                    <a:bodyPr/>
                    <a:lstStyle/>
                    <a:p>
                      <a:pPr algn="ctr"/>
                      <a:endParaRPr lang="en-US" sz="1200" dirty="0"/>
                    </a:p>
                  </a:txBody>
                  <a:tcPr anchor="ctr"/>
                </a:tc>
                <a:tc hMerge="1">
                  <a:txBody>
                    <a:bodyPr/>
                    <a:lstStyle/>
                    <a:p>
                      <a:pPr algn="ctr"/>
                      <a:endParaRPr lang="en-US" sz="1200" dirty="0"/>
                    </a:p>
                  </a:txBody>
                  <a:tcPr anchor="ctr"/>
                </a:tc>
                <a:tc hMerge="1">
                  <a:txBody>
                    <a:bodyPr/>
                    <a:lstStyle/>
                    <a:p>
                      <a:pPr algn="ctr"/>
                      <a:endParaRPr lang="en-US" sz="1200" dirty="0"/>
                    </a:p>
                  </a:txBody>
                  <a:tcPr anchor="ctr"/>
                </a:tc>
                <a:extLst>
                  <a:ext uri="{0D108BD9-81ED-4DB2-BD59-A6C34878D82A}">
                    <a16:rowId xmlns:a16="http://schemas.microsoft.com/office/drawing/2014/main" val="2168337005"/>
                  </a:ext>
                </a:extLst>
              </a:tr>
              <a:tr h="311620">
                <a:tc>
                  <a:txBody>
                    <a:bodyPr/>
                    <a:lstStyle/>
                    <a:p>
                      <a:pPr algn="ctr"/>
                      <a:r>
                        <a:rPr lang="en-US" sz="1200" dirty="0"/>
                        <a:t>N/A</a:t>
                      </a:r>
                    </a:p>
                  </a:txBody>
                  <a:tcPr anchor="ctr"/>
                </a:tc>
                <a:tc>
                  <a:txBody>
                    <a:bodyPr/>
                    <a:lstStyle/>
                    <a:p>
                      <a:pPr algn="ctr"/>
                      <a:r>
                        <a:rPr lang="en-US" sz="1200" dirty="0"/>
                        <a:t>N/A</a:t>
                      </a:r>
                    </a:p>
                  </a:txBody>
                  <a:tcPr anchor="ctr"/>
                </a:tc>
                <a:tc>
                  <a:txBody>
                    <a:bodyPr/>
                    <a:lstStyle/>
                    <a:p>
                      <a:pPr algn="ctr"/>
                      <a:r>
                        <a:rPr lang="en-US" sz="1200" dirty="0"/>
                        <a:t>N/A</a:t>
                      </a:r>
                    </a:p>
                  </a:txBody>
                  <a:tcPr anchor="ctr"/>
                </a:tc>
                <a:tc>
                  <a:txBody>
                    <a:bodyPr/>
                    <a:lstStyle/>
                    <a:p>
                      <a:pPr marL="0" marR="0" lvl="0" indent="0" algn="ctr" defTabSz="609600" eaLnBrk="1" fontAlgn="auto" latinLnBrk="0" hangingPunct="1">
                        <a:lnSpc>
                          <a:spcPct val="100000"/>
                        </a:lnSpc>
                        <a:spcBef>
                          <a:spcPts val="0"/>
                        </a:spcBef>
                        <a:spcAft>
                          <a:spcPts val="0"/>
                        </a:spcAft>
                        <a:buClrTx/>
                        <a:buSzTx/>
                        <a:buFontTx/>
                        <a:buNone/>
                        <a:tabLst/>
                        <a:defRPr/>
                      </a:pPr>
                      <a:r>
                        <a:rPr lang="en-US" sz="1200" dirty="0"/>
                        <a:t>No response</a:t>
                      </a:r>
                    </a:p>
                  </a:txBody>
                  <a:tcPr anchor="ctr"/>
                </a:tc>
                <a:tc>
                  <a:txBody>
                    <a:bodyPr/>
                    <a:lstStyle/>
                    <a:p>
                      <a:pPr algn="ctr"/>
                      <a:r>
                        <a:rPr lang="en-US" sz="1200" dirty="0"/>
                        <a:t>No response</a:t>
                      </a:r>
                    </a:p>
                  </a:txBody>
                  <a:tcPr anchor="ctr"/>
                </a:tc>
                <a:extLst>
                  <a:ext uri="{0D108BD9-81ED-4DB2-BD59-A6C34878D82A}">
                    <a16:rowId xmlns:a16="http://schemas.microsoft.com/office/drawing/2014/main" val="1680805303"/>
                  </a:ext>
                </a:extLst>
              </a:tr>
            </a:tbl>
          </a:graphicData>
        </a:graphic>
      </p:graphicFrame>
    </p:spTree>
    <p:extLst>
      <p:ext uri="{BB962C8B-B14F-4D97-AF65-F5344CB8AC3E}">
        <p14:creationId xmlns:p14="http://schemas.microsoft.com/office/powerpoint/2010/main" val="1282091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8B5B2B-20F9-4691-2D3D-41F3E069EAA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9314733-9CC7-B1F7-07EF-229671B51F58}"/>
              </a:ext>
            </a:extLst>
          </p:cNvPr>
          <p:cNvSpPr>
            <a:spLocks noGrp="1"/>
          </p:cNvSpPr>
          <p:nvPr>
            <p:ph type="title"/>
          </p:nvPr>
        </p:nvSpPr>
        <p:spPr>
          <a:xfrm>
            <a:off x="571370" y="87664"/>
            <a:ext cx="11010816" cy="952499"/>
          </a:xfrm>
        </p:spPr>
        <p:txBody>
          <a:bodyPr/>
          <a:lstStyle/>
          <a:p>
            <a:r>
              <a:rPr lang="en-US" sz="3200" dirty="0"/>
              <a:t>Customer Survey Results – Open Feedback</a:t>
            </a:r>
          </a:p>
        </p:txBody>
      </p:sp>
      <p:graphicFrame>
        <p:nvGraphicFramePr>
          <p:cNvPr id="6" name="Table 5">
            <a:extLst>
              <a:ext uri="{FF2B5EF4-FFF2-40B4-BE49-F238E27FC236}">
                <a16:creationId xmlns:a16="http://schemas.microsoft.com/office/drawing/2014/main" id="{04567D7A-B89F-FB03-F8F4-038273A2C71D}"/>
              </a:ext>
            </a:extLst>
          </p:cNvPr>
          <p:cNvGraphicFramePr>
            <a:graphicFrameLocks noGrp="1"/>
          </p:cNvGraphicFramePr>
          <p:nvPr>
            <p:extLst>
              <p:ext uri="{D42A27DB-BD31-4B8C-83A1-F6EECF244321}">
                <p14:modId xmlns:p14="http://schemas.microsoft.com/office/powerpoint/2010/main" val="3688623816"/>
              </p:ext>
            </p:extLst>
          </p:nvPr>
        </p:nvGraphicFramePr>
        <p:xfrm>
          <a:off x="168675" y="693035"/>
          <a:ext cx="11451955" cy="5667603"/>
        </p:xfrm>
        <a:graphic>
          <a:graphicData uri="http://schemas.openxmlformats.org/drawingml/2006/table">
            <a:tbl>
              <a:tblPr firstRow="1" bandRow="1">
                <a:tableStyleId>{5C22544A-7EE6-4342-B048-85BDC9FD1C3A}</a:tableStyleId>
              </a:tblPr>
              <a:tblGrid>
                <a:gridCol w="2290391">
                  <a:extLst>
                    <a:ext uri="{9D8B030D-6E8A-4147-A177-3AD203B41FA5}">
                      <a16:colId xmlns:a16="http://schemas.microsoft.com/office/drawing/2014/main" val="3422954971"/>
                    </a:ext>
                  </a:extLst>
                </a:gridCol>
                <a:gridCol w="2290391">
                  <a:extLst>
                    <a:ext uri="{9D8B030D-6E8A-4147-A177-3AD203B41FA5}">
                      <a16:colId xmlns:a16="http://schemas.microsoft.com/office/drawing/2014/main" val="1739319744"/>
                    </a:ext>
                  </a:extLst>
                </a:gridCol>
                <a:gridCol w="2290391">
                  <a:extLst>
                    <a:ext uri="{9D8B030D-6E8A-4147-A177-3AD203B41FA5}">
                      <a16:colId xmlns:a16="http://schemas.microsoft.com/office/drawing/2014/main" val="1756552807"/>
                    </a:ext>
                  </a:extLst>
                </a:gridCol>
                <a:gridCol w="2290391">
                  <a:extLst>
                    <a:ext uri="{9D8B030D-6E8A-4147-A177-3AD203B41FA5}">
                      <a16:colId xmlns:a16="http://schemas.microsoft.com/office/drawing/2014/main" val="3027617895"/>
                    </a:ext>
                  </a:extLst>
                </a:gridCol>
                <a:gridCol w="2290391">
                  <a:extLst>
                    <a:ext uri="{9D8B030D-6E8A-4147-A177-3AD203B41FA5}">
                      <a16:colId xmlns:a16="http://schemas.microsoft.com/office/drawing/2014/main" val="2037702015"/>
                    </a:ext>
                  </a:extLst>
                </a:gridCol>
              </a:tblGrid>
              <a:tr h="640080">
                <a:tc>
                  <a:txBody>
                    <a:bodyPr/>
                    <a:lstStyle/>
                    <a:p>
                      <a:pPr algn="ctr"/>
                      <a:r>
                        <a:rPr lang="en-US" sz="1800" b="1" dirty="0"/>
                        <a:t>Asus</a:t>
                      </a:r>
                    </a:p>
                  </a:txBody>
                  <a:tcPr anchor="ctr"/>
                </a:tc>
                <a:tc>
                  <a:txBody>
                    <a:bodyPr/>
                    <a:lstStyle/>
                    <a:p>
                      <a:pPr algn="ctr"/>
                      <a:r>
                        <a:rPr lang="en-US" sz="1800" b="1" dirty="0"/>
                        <a:t>Dell</a:t>
                      </a:r>
                    </a:p>
                    <a:p>
                      <a:pPr algn="ctr"/>
                      <a:r>
                        <a:rPr lang="en-US" sz="1800" b="1" dirty="0"/>
                        <a:t>(Thermal Eng.)</a:t>
                      </a:r>
                    </a:p>
                  </a:txBody>
                  <a:tcPr anchor="ctr"/>
                </a:tc>
                <a:tc>
                  <a:txBody>
                    <a:bodyPr/>
                    <a:lstStyle/>
                    <a:p>
                      <a:pPr algn="ctr"/>
                      <a:r>
                        <a:rPr lang="en-US" sz="1800" b="1" dirty="0"/>
                        <a:t>Dell </a:t>
                      </a:r>
                    </a:p>
                    <a:p>
                      <a:pPr algn="ctr"/>
                      <a:r>
                        <a:rPr lang="en-US" sz="1800" b="1" dirty="0"/>
                        <a:t>(Services Eng.)</a:t>
                      </a:r>
                    </a:p>
                  </a:txBody>
                  <a:tcPr anchor="ctr"/>
                </a:tc>
                <a:tc>
                  <a:txBody>
                    <a:bodyPr/>
                    <a:lstStyle/>
                    <a:p>
                      <a:pPr algn="ctr"/>
                      <a:r>
                        <a:rPr lang="en-US" sz="1800" b="1" dirty="0"/>
                        <a:t>HP</a:t>
                      </a:r>
                    </a:p>
                  </a:txBody>
                  <a:tcPr anchor="ctr"/>
                </a:tc>
                <a:tc>
                  <a:txBody>
                    <a:bodyPr/>
                    <a:lstStyle/>
                    <a:p>
                      <a:pPr algn="ctr"/>
                      <a:r>
                        <a:rPr lang="en-US" sz="1800" b="1" dirty="0"/>
                        <a:t>Lenovo</a:t>
                      </a:r>
                    </a:p>
                  </a:txBody>
                  <a:tcPr anchor="ctr"/>
                </a:tc>
                <a:extLst>
                  <a:ext uri="{0D108BD9-81ED-4DB2-BD59-A6C34878D82A}">
                    <a16:rowId xmlns:a16="http://schemas.microsoft.com/office/drawing/2014/main" val="1931140537"/>
                  </a:ext>
                </a:extLst>
              </a:tr>
              <a:tr h="286712">
                <a:tc gridSpan="5">
                  <a:txBody>
                    <a:bodyPr/>
                    <a:lstStyle/>
                    <a:p>
                      <a:pPr algn="ctr"/>
                      <a:r>
                        <a:rPr lang="en-US" sz="1200" b="1" dirty="0"/>
                        <a:t>Q19: Please provide general feedback on the design of the Intel ILM</a:t>
                      </a:r>
                    </a:p>
                  </a:txBody>
                  <a:tcPr anchor="ctr"/>
                </a:tc>
                <a:tc hMerge="1">
                  <a:txBody>
                    <a:bodyPr/>
                    <a:lstStyle/>
                    <a:p>
                      <a:pPr algn="ctr"/>
                      <a:endParaRPr lang="en-US" dirty="0"/>
                    </a:p>
                  </a:txBody>
                  <a:tcPr anchor="ctr"/>
                </a:tc>
                <a:tc hMerge="1">
                  <a:txBody>
                    <a:bodyPr/>
                    <a:lstStyle/>
                    <a:p>
                      <a:pPr algn="ctr"/>
                      <a:endParaRPr lang="en-US" dirty="0"/>
                    </a:p>
                  </a:txBody>
                  <a:tcPr anchor="ctr"/>
                </a:tc>
                <a:tc hMerge="1">
                  <a:txBody>
                    <a:bodyPr/>
                    <a:lstStyle/>
                    <a:p>
                      <a:pPr algn="ctr"/>
                      <a:endParaRPr lang="en-US" dirty="0"/>
                    </a:p>
                  </a:txBody>
                  <a:tcPr anchor="ctr"/>
                </a:tc>
                <a:tc hMerge="1">
                  <a:txBody>
                    <a:bodyPr/>
                    <a:lstStyle/>
                    <a:p>
                      <a:pPr algn="ctr"/>
                      <a:endParaRPr lang="en-US"/>
                    </a:p>
                  </a:txBody>
                  <a:tcPr anchor="ctr"/>
                </a:tc>
                <a:extLst>
                  <a:ext uri="{0D108BD9-81ED-4DB2-BD59-A6C34878D82A}">
                    <a16:rowId xmlns:a16="http://schemas.microsoft.com/office/drawing/2014/main" val="1762083462"/>
                  </a:ext>
                </a:extLst>
              </a:tr>
              <a:tr h="2566281">
                <a:tc>
                  <a:txBody>
                    <a:bodyPr/>
                    <a:lstStyle/>
                    <a:p>
                      <a:pPr algn="ctr"/>
                      <a:r>
                        <a:rPr lang="en-US" sz="1200" dirty="0"/>
                        <a:t>Please provide strain gauge and PCB deformation specification.</a:t>
                      </a:r>
                    </a:p>
                  </a:txBody>
                  <a:tcPr anchor="ctr"/>
                </a:tc>
                <a:tc>
                  <a:txBody>
                    <a:bodyPr/>
                    <a:lstStyle/>
                    <a:p>
                      <a:pPr algn="ctr"/>
                      <a:r>
                        <a:rPr lang="en-US" sz="1200" dirty="0"/>
                        <a:t>Need to address the deformation after stress applied</a:t>
                      </a:r>
                    </a:p>
                    <a:p>
                      <a:pPr algn="ctr"/>
                      <a:endParaRPr lang="en-US" sz="1200" dirty="0"/>
                    </a:p>
                    <a:p>
                      <a:pPr algn="ctr"/>
                      <a:r>
                        <a:rPr lang="en-US" sz="1200" dirty="0"/>
                        <a:t>Since ADL (or LGA1700), the IHS deformation is obviously after the ILM applies force on it. We measured the flatness and it becomes 0.15~0.3mm. It makes me no choice to increase the TIM thickness and scarify the performance to cover the tolerances.</a:t>
                      </a:r>
                    </a:p>
                  </a:txBody>
                  <a:tcPr anchor="ctr"/>
                </a:tc>
                <a:tc>
                  <a:txBody>
                    <a:bodyPr/>
                    <a:lstStyle/>
                    <a:p>
                      <a:pPr algn="ctr"/>
                      <a:r>
                        <a:rPr lang="en-US" sz="1200" dirty="0"/>
                        <a:t>design is adequate</a:t>
                      </a:r>
                    </a:p>
                  </a:txBody>
                  <a:tcPr anchor="ctr"/>
                </a:tc>
                <a:tc>
                  <a:txBody>
                    <a:bodyPr/>
                    <a:lstStyle/>
                    <a:p>
                      <a:pPr algn="ctr"/>
                      <a:r>
                        <a:rPr lang="en-US" sz="1200" dirty="0"/>
                        <a:t>No response</a:t>
                      </a:r>
                    </a:p>
                  </a:txBody>
                  <a:tcPr anchor="ctr"/>
                </a:tc>
                <a:tc>
                  <a:txBody>
                    <a:bodyPr/>
                    <a:lstStyle/>
                    <a:p>
                      <a:pPr algn="ctr"/>
                      <a:r>
                        <a:rPr lang="en-US" sz="1200" dirty="0"/>
                        <a:t>Better tolerance control to avoid interference between Part A/B/C/D (We found that the tolerance definitions for A/B/C/D in the illustration were incomplete on other platforms, which led to interference and breakage issues. We hope to define appropriate tolerances to avoid interference.)</a:t>
                      </a:r>
                    </a:p>
                  </a:txBody>
                  <a:tcPr anchor="ctr"/>
                </a:tc>
                <a:extLst>
                  <a:ext uri="{0D108BD9-81ED-4DB2-BD59-A6C34878D82A}">
                    <a16:rowId xmlns:a16="http://schemas.microsoft.com/office/drawing/2014/main" val="982522789"/>
                  </a:ext>
                </a:extLst>
              </a:tr>
              <a:tr h="368629">
                <a:tc gridSpan="5">
                  <a:txBody>
                    <a:bodyPr/>
                    <a:lstStyle/>
                    <a:p>
                      <a:pPr algn="ctr"/>
                      <a:r>
                        <a:rPr lang="en-US" sz="1200" b="1" dirty="0"/>
                        <a:t>Q20: Please provide general feedback on HVM (High Volume Manufacturing) assembly of the Intel ILM</a:t>
                      </a:r>
                    </a:p>
                  </a:txBody>
                  <a:tcPr anchor="ctr"/>
                </a:tc>
                <a:tc hMerge="1">
                  <a:txBody>
                    <a:bodyPr/>
                    <a:lstStyle/>
                    <a:p>
                      <a:pPr algn="ctr"/>
                      <a:endParaRPr lang="en-US" sz="1200" dirty="0"/>
                    </a:p>
                  </a:txBody>
                  <a:tcPr anchor="ctr"/>
                </a:tc>
                <a:tc hMerge="1">
                  <a:txBody>
                    <a:bodyPr/>
                    <a:lstStyle/>
                    <a:p>
                      <a:pPr algn="ctr"/>
                      <a:endParaRPr lang="en-US" sz="1200" dirty="0"/>
                    </a:p>
                  </a:txBody>
                  <a:tcPr anchor="ctr"/>
                </a:tc>
                <a:tc hMerge="1">
                  <a:txBody>
                    <a:bodyPr/>
                    <a:lstStyle/>
                    <a:p>
                      <a:pPr algn="ctr"/>
                      <a:endParaRPr lang="en-US" sz="1200" dirty="0"/>
                    </a:p>
                  </a:txBody>
                  <a:tcPr anchor="ctr"/>
                </a:tc>
                <a:tc hMerge="1">
                  <a:txBody>
                    <a:bodyPr/>
                    <a:lstStyle/>
                    <a:p>
                      <a:pPr algn="ctr"/>
                      <a:endParaRPr lang="en-US" sz="1200"/>
                    </a:p>
                  </a:txBody>
                  <a:tcPr anchor="ctr"/>
                </a:tc>
                <a:extLst>
                  <a:ext uri="{0D108BD9-81ED-4DB2-BD59-A6C34878D82A}">
                    <a16:rowId xmlns:a16="http://schemas.microsoft.com/office/drawing/2014/main" val="283596028"/>
                  </a:ext>
                </a:extLst>
              </a:tr>
              <a:tr h="1805901">
                <a:tc>
                  <a:txBody>
                    <a:bodyPr/>
                    <a:lstStyle/>
                    <a:p>
                      <a:pPr algn="ctr"/>
                      <a:r>
                        <a:rPr lang="en-US" sz="1200" dirty="0"/>
                        <a:t>N/A</a:t>
                      </a:r>
                    </a:p>
                  </a:txBody>
                  <a:tcPr anchor="ctr"/>
                </a:tc>
                <a:tc>
                  <a:txBody>
                    <a:bodyPr/>
                    <a:lstStyle/>
                    <a:p>
                      <a:pPr algn="ctr"/>
                      <a:r>
                        <a:rPr lang="en-US" sz="1200" dirty="0"/>
                        <a:t>No</a:t>
                      </a:r>
                    </a:p>
                  </a:txBody>
                  <a:tcPr anchor="ctr"/>
                </a:tc>
                <a:tc>
                  <a:txBody>
                    <a:bodyPr/>
                    <a:lstStyle/>
                    <a:p>
                      <a:pPr algn="ctr"/>
                      <a:r>
                        <a:rPr lang="en-US" sz="1200" dirty="0"/>
                        <a:t>servicing current solution is established and has no issues</a:t>
                      </a:r>
                    </a:p>
                  </a:txBody>
                  <a:tcPr anchor="ctr"/>
                </a:tc>
                <a:tc>
                  <a:txBody>
                    <a:bodyPr/>
                    <a:lstStyle/>
                    <a:p>
                      <a:pPr marL="0" marR="0" lvl="0" indent="0" algn="ctr" defTabSz="609600" eaLnBrk="1" fontAlgn="auto" latinLnBrk="0" hangingPunct="1">
                        <a:lnSpc>
                          <a:spcPct val="100000"/>
                        </a:lnSpc>
                        <a:spcBef>
                          <a:spcPts val="0"/>
                        </a:spcBef>
                        <a:spcAft>
                          <a:spcPts val="0"/>
                        </a:spcAft>
                        <a:buClrTx/>
                        <a:buSzTx/>
                        <a:buFontTx/>
                        <a:buNone/>
                        <a:tabLst/>
                        <a:defRPr/>
                      </a:pPr>
                      <a:r>
                        <a:rPr lang="en-US" sz="1200" dirty="0"/>
                        <a:t>No response</a:t>
                      </a:r>
                    </a:p>
                  </a:txBody>
                  <a:tcPr anchor="ctr"/>
                </a:tc>
                <a:tc>
                  <a:txBody>
                    <a:bodyPr/>
                    <a:lstStyle/>
                    <a:p>
                      <a:pPr algn="ctr"/>
                      <a:r>
                        <a:rPr lang="en-US" sz="1200" dirty="0"/>
                        <a:t>Need to qualify Socket vendor A w/ backplane &amp; ILM B for mass production.(The socket and the ILM/backplane are used at different stations. We hope that the socket from vendor A can be compatible with the ILM/backplane from vendor B.)</a:t>
                      </a:r>
                    </a:p>
                  </a:txBody>
                  <a:tcPr anchor="ctr"/>
                </a:tc>
                <a:extLst>
                  <a:ext uri="{0D108BD9-81ED-4DB2-BD59-A6C34878D82A}">
                    <a16:rowId xmlns:a16="http://schemas.microsoft.com/office/drawing/2014/main" val="1997562691"/>
                  </a:ext>
                </a:extLst>
              </a:tr>
            </a:tbl>
          </a:graphicData>
        </a:graphic>
      </p:graphicFrame>
    </p:spTree>
    <p:extLst>
      <p:ext uri="{BB962C8B-B14F-4D97-AF65-F5344CB8AC3E}">
        <p14:creationId xmlns:p14="http://schemas.microsoft.com/office/powerpoint/2010/main" val="27784484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7936CB-FE57-E892-315F-BF777DE7EDE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457A69C-DC31-E4AC-DA3B-A9A3DE9BB7FD}"/>
              </a:ext>
            </a:extLst>
          </p:cNvPr>
          <p:cNvSpPr>
            <a:spLocks noGrp="1"/>
          </p:cNvSpPr>
          <p:nvPr>
            <p:ph type="title"/>
          </p:nvPr>
        </p:nvSpPr>
        <p:spPr>
          <a:xfrm>
            <a:off x="571370" y="87664"/>
            <a:ext cx="11010816" cy="952499"/>
          </a:xfrm>
        </p:spPr>
        <p:txBody>
          <a:bodyPr/>
          <a:lstStyle/>
          <a:p>
            <a:r>
              <a:rPr lang="en-US" sz="3200" dirty="0"/>
              <a:t>Customer Survey Results – Open Feedback</a:t>
            </a:r>
          </a:p>
        </p:txBody>
      </p:sp>
      <p:graphicFrame>
        <p:nvGraphicFramePr>
          <p:cNvPr id="6" name="Table 5">
            <a:extLst>
              <a:ext uri="{FF2B5EF4-FFF2-40B4-BE49-F238E27FC236}">
                <a16:creationId xmlns:a16="http://schemas.microsoft.com/office/drawing/2014/main" id="{6DD75516-EFA7-F5E0-6BF1-C1F9512BA498}"/>
              </a:ext>
            </a:extLst>
          </p:cNvPr>
          <p:cNvGraphicFramePr>
            <a:graphicFrameLocks noGrp="1"/>
          </p:cNvGraphicFramePr>
          <p:nvPr>
            <p:extLst>
              <p:ext uri="{D42A27DB-BD31-4B8C-83A1-F6EECF244321}">
                <p14:modId xmlns:p14="http://schemas.microsoft.com/office/powerpoint/2010/main" val="2491808522"/>
              </p:ext>
            </p:extLst>
          </p:nvPr>
        </p:nvGraphicFramePr>
        <p:xfrm>
          <a:off x="168675" y="638507"/>
          <a:ext cx="4407519" cy="1371600"/>
        </p:xfrm>
        <a:graphic>
          <a:graphicData uri="http://schemas.openxmlformats.org/drawingml/2006/table">
            <a:tbl>
              <a:tblPr firstRow="1" bandRow="1">
                <a:tableStyleId>{5C22544A-7EE6-4342-B048-85BDC9FD1C3A}</a:tableStyleId>
              </a:tblPr>
              <a:tblGrid>
                <a:gridCol w="4407519">
                  <a:extLst>
                    <a:ext uri="{9D8B030D-6E8A-4147-A177-3AD203B41FA5}">
                      <a16:colId xmlns:a16="http://schemas.microsoft.com/office/drawing/2014/main" val="2037702015"/>
                    </a:ext>
                  </a:extLst>
                </a:gridCol>
              </a:tblGrid>
              <a:tr h="324960">
                <a:tc>
                  <a:txBody>
                    <a:bodyPr/>
                    <a:lstStyle/>
                    <a:p>
                      <a:pPr algn="ctr"/>
                      <a:r>
                        <a:rPr lang="en-US" sz="1800" b="1" dirty="0"/>
                        <a:t>Lenovo</a:t>
                      </a:r>
                    </a:p>
                  </a:txBody>
                  <a:tcPr anchor="ctr"/>
                </a:tc>
                <a:extLst>
                  <a:ext uri="{0D108BD9-81ED-4DB2-BD59-A6C34878D82A}">
                    <a16:rowId xmlns:a16="http://schemas.microsoft.com/office/drawing/2014/main" val="1931140537"/>
                  </a:ext>
                </a:extLst>
              </a:tr>
              <a:tr h="311620">
                <a:tc>
                  <a:txBody>
                    <a:bodyPr/>
                    <a:lstStyle/>
                    <a:p>
                      <a:pPr algn="ctr"/>
                      <a:r>
                        <a:rPr lang="en-US" sz="1200" dirty="0"/>
                        <a:t>Better tolerance control to avoid interference between Part A/B/C/D (We found that the tolerance definitions for A/B/C/D in the illustration were incomplete on other platforms, which led to interference and breakage issues. We hope to define appropriate tolerances to avoid interference.)</a:t>
                      </a:r>
                    </a:p>
                  </a:txBody>
                  <a:tcPr anchor="ctr"/>
                </a:tc>
                <a:extLst>
                  <a:ext uri="{0D108BD9-81ED-4DB2-BD59-A6C34878D82A}">
                    <a16:rowId xmlns:a16="http://schemas.microsoft.com/office/drawing/2014/main" val="982522789"/>
                  </a:ext>
                </a:extLst>
              </a:tr>
            </a:tbl>
          </a:graphicData>
        </a:graphic>
      </p:graphicFrame>
      <p:pic>
        <p:nvPicPr>
          <p:cNvPr id="3" name="图片 1">
            <a:extLst>
              <a:ext uri="{FF2B5EF4-FFF2-40B4-BE49-F238E27FC236}">
                <a16:creationId xmlns:a16="http://schemas.microsoft.com/office/drawing/2014/main" id="{AD2ECE28-6805-B585-3B20-88123B29282B}"/>
              </a:ext>
            </a:extLst>
          </p:cNvPr>
          <p:cNvPicPr>
            <a:picLocks noChangeAspect="1"/>
          </p:cNvPicPr>
          <p:nvPr/>
        </p:nvPicPr>
        <p:blipFill>
          <a:blip r:embed="rId2"/>
          <a:stretch>
            <a:fillRect/>
          </a:stretch>
        </p:blipFill>
        <p:spPr>
          <a:xfrm>
            <a:off x="1833834" y="2119164"/>
            <a:ext cx="8610169" cy="4201941"/>
          </a:xfrm>
          <a:prstGeom prst="rect">
            <a:avLst/>
          </a:prstGeom>
        </p:spPr>
      </p:pic>
    </p:spTree>
    <p:extLst>
      <p:ext uri="{BB962C8B-B14F-4D97-AF65-F5344CB8AC3E}">
        <p14:creationId xmlns:p14="http://schemas.microsoft.com/office/powerpoint/2010/main" val="38182567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7F3B5C-5557-4260-489E-5FD5866977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2606B91-2C50-EBA8-CBAB-1575B84C9963}"/>
              </a:ext>
            </a:extLst>
          </p:cNvPr>
          <p:cNvSpPr>
            <a:spLocks noGrp="1"/>
          </p:cNvSpPr>
          <p:nvPr>
            <p:ph type="title"/>
          </p:nvPr>
        </p:nvSpPr>
        <p:spPr>
          <a:xfrm>
            <a:off x="571286" y="307256"/>
            <a:ext cx="11010816" cy="514865"/>
          </a:xfrm>
        </p:spPr>
        <p:txBody>
          <a:bodyPr/>
          <a:lstStyle/>
          <a:p>
            <a:r>
              <a:rPr lang="en-US" sz="3200" dirty="0"/>
              <a:t>Summary</a:t>
            </a:r>
          </a:p>
        </p:txBody>
      </p:sp>
      <p:sp>
        <p:nvSpPr>
          <p:cNvPr id="3" name="Content Placeholder 2">
            <a:extLst>
              <a:ext uri="{FF2B5EF4-FFF2-40B4-BE49-F238E27FC236}">
                <a16:creationId xmlns:a16="http://schemas.microsoft.com/office/drawing/2014/main" id="{2DE06EC5-439B-119E-A9F5-542F0C49DFBE}"/>
              </a:ext>
            </a:extLst>
          </p:cNvPr>
          <p:cNvSpPr>
            <a:spLocks noGrp="1"/>
          </p:cNvSpPr>
          <p:nvPr>
            <p:ph sz="quarter" idx="28"/>
          </p:nvPr>
        </p:nvSpPr>
        <p:spPr>
          <a:xfrm>
            <a:off x="571286" y="964734"/>
            <a:ext cx="11010900" cy="5402510"/>
          </a:xfrm>
        </p:spPr>
        <p:txBody>
          <a:bodyPr lIns="0" tIns="0" rIns="0" bIns="0" anchor="t">
            <a:normAutofit/>
          </a:bodyPr>
          <a:lstStyle/>
          <a:p>
            <a:pPr>
              <a:spcBef>
                <a:spcPts val="300"/>
              </a:spcBef>
            </a:pPr>
            <a:r>
              <a:rPr lang="en-US" sz="1600" dirty="0">
                <a:solidFill>
                  <a:schemeClr val="tx1"/>
                </a:solidFill>
                <a:latin typeface="Intel Clear Light"/>
                <a:ea typeface="Intel Clear Light"/>
                <a:cs typeface="Intel Clear Light"/>
              </a:rPr>
              <a:t>The summarized results below include Asus, Dell (Thermal Eng.), Dell (Services Eng.), and Lenovo</a:t>
            </a:r>
          </a:p>
          <a:p>
            <a:pPr>
              <a:spcBef>
                <a:spcPts val="300"/>
              </a:spcBef>
            </a:pPr>
            <a:r>
              <a:rPr lang="en-US" sz="1600" u="sng" dirty="0">
                <a:solidFill>
                  <a:schemeClr val="tx1"/>
                </a:solidFill>
                <a:latin typeface="Intel Clear Light"/>
                <a:ea typeface="Intel Clear Light"/>
                <a:cs typeface="Intel Clear Light"/>
              </a:rPr>
              <a:t>Heatsink Mounting &amp; Design:</a:t>
            </a:r>
          </a:p>
          <a:p>
            <a:pPr lvl="1">
              <a:spcBef>
                <a:spcPts val="300"/>
              </a:spcBef>
            </a:pPr>
            <a:r>
              <a:rPr lang="en-US" sz="1200" dirty="0">
                <a:solidFill>
                  <a:schemeClr val="tx1"/>
                </a:solidFill>
                <a:latin typeface="Intel Clear Light"/>
                <a:ea typeface="Intel Clear Light"/>
                <a:cs typeface="Intel Clear Light"/>
              </a:rPr>
              <a:t>3/4 OEMs find value in removing PCB heatsink holes and directly attaching heatsink to ILM</a:t>
            </a:r>
          </a:p>
          <a:p>
            <a:pPr lvl="1">
              <a:spcBef>
                <a:spcPts val="300"/>
              </a:spcBef>
            </a:pPr>
            <a:r>
              <a:rPr lang="en-US" sz="1200" dirty="0">
                <a:solidFill>
                  <a:schemeClr val="tx1"/>
                </a:solidFill>
                <a:latin typeface="Intel Clear Light"/>
                <a:ea typeface="Intel Clear Light"/>
                <a:cs typeface="Intel Clear Light"/>
              </a:rPr>
              <a:t>3/4 OEMs find value in extending backplate for connecting both socket LM and heatsink anchors</a:t>
            </a:r>
          </a:p>
          <a:p>
            <a:pPr lvl="1">
              <a:spcBef>
                <a:spcPts val="300"/>
              </a:spcBef>
            </a:pPr>
            <a:r>
              <a:rPr lang="en-US" sz="1200" dirty="0">
                <a:solidFill>
                  <a:schemeClr val="tx1"/>
                </a:solidFill>
                <a:latin typeface="Intel Clear Light"/>
                <a:ea typeface="Intel Clear Light"/>
                <a:cs typeface="Intel Clear Light"/>
              </a:rPr>
              <a:t>OEMs HS min/max load range: ~20lbf to ~53lbf</a:t>
            </a:r>
          </a:p>
          <a:p>
            <a:pPr lvl="1">
              <a:spcBef>
                <a:spcPts val="300"/>
              </a:spcBef>
            </a:pPr>
            <a:r>
              <a:rPr lang="en-US" sz="1200" dirty="0">
                <a:solidFill>
                  <a:schemeClr val="tx1"/>
                </a:solidFill>
                <a:latin typeface="Intel Clear Light"/>
                <a:ea typeface="Intel Clear Light"/>
                <a:cs typeface="Intel Clear Light"/>
              </a:rPr>
              <a:t>2/4 OEMs have experience with HS w/ pedestal in the cold plate. Some challenges from pedestal design are HS static loading, strain gage testing, CPU contact for hotspot, and Z-height stack up tolerance</a:t>
            </a:r>
          </a:p>
          <a:p>
            <a:pPr lvl="1">
              <a:spcBef>
                <a:spcPts val="300"/>
              </a:spcBef>
            </a:pPr>
            <a:r>
              <a:rPr lang="en-US" sz="1200" dirty="0">
                <a:solidFill>
                  <a:schemeClr val="tx1"/>
                </a:solidFill>
                <a:latin typeface="Intel Clear Light"/>
                <a:ea typeface="Intel Clear Light"/>
                <a:cs typeface="Intel Clear Light"/>
              </a:rPr>
              <a:t>Common HS mechanical validation processes: Drop, Durability, Interference, Shock, Strain, Structural Analysis, Thermal, Tolerance, Vibration</a:t>
            </a:r>
          </a:p>
          <a:p>
            <a:pPr>
              <a:spcBef>
                <a:spcPts val="300"/>
              </a:spcBef>
            </a:pPr>
            <a:r>
              <a:rPr lang="en-US" sz="1600" u="sng" dirty="0">
                <a:solidFill>
                  <a:schemeClr val="tx1"/>
                </a:solidFill>
                <a:latin typeface="Intel Clear Light"/>
                <a:ea typeface="Intel Clear Light"/>
                <a:cs typeface="Intel Clear Light"/>
              </a:rPr>
              <a:t>Height and Physical Constraints:</a:t>
            </a:r>
          </a:p>
          <a:p>
            <a:pPr lvl="1">
              <a:spcBef>
                <a:spcPts val="300"/>
              </a:spcBef>
            </a:pPr>
            <a:r>
              <a:rPr lang="en-US" sz="1200" dirty="0">
                <a:solidFill>
                  <a:schemeClr val="tx1"/>
                </a:solidFill>
                <a:latin typeface="Intel Clear Light"/>
                <a:ea typeface="Intel Clear Light"/>
                <a:cs typeface="Intel Clear Light"/>
              </a:rPr>
              <a:t>1/4 OEMs can accommodate a backplate thicker than 2.2mm. The available clearance from this customer is 2.54mm</a:t>
            </a:r>
          </a:p>
          <a:p>
            <a:pPr lvl="1">
              <a:spcBef>
                <a:spcPts val="300"/>
              </a:spcBef>
            </a:pPr>
            <a:r>
              <a:rPr lang="en-US" sz="1200" dirty="0">
                <a:solidFill>
                  <a:schemeClr val="tx1"/>
                </a:solidFill>
                <a:latin typeface="Intel Clear Light"/>
                <a:ea typeface="Intel Clear Light"/>
                <a:cs typeface="Intel Clear Light"/>
              </a:rPr>
              <a:t>3/4 OEMs PCB thickness for LGA product systems is ~1.55-1.6mm (1 of the 3 also mentioned 1.2mm)</a:t>
            </a:r>
          </a:p>
          <a:p>
            <a:pPr lvl="1">
              <a:spcBef>
                <a:spcPts val="300"/>
              </a:spcBef>
            </a:pPr>
            <a:r>
              <a:rPr lang="en-US" sz="1200" dirty="0">
                <a:solidFill>
                  <a:schemeClr val="tx1"/>
                </a:solidFill>
                <a:latin typeface="Intel Clear Light"/>
                <a:ea typeface="Intel Clear Light"/>
                <a:cs typeface="Intel Clear Light"/>
              </a:rPr>
              <a:t>1/4 OEMs provided potential issues between LM and other board components (e.g. HS hits VR component, like a cap or choke)</a:t>
            </a:r>
          </a:p>
          <a:p>
            <a:pPr>
              <a:spcBef>
                <a:spcPts val="300"/>
              </a:spcBef>
            </a:pPr>
            <a:r>
              <a:rPr lang="en-US" sz="1600" u="sng" dirty="0">
                <a:solidFill>
                  <a:schemeClr val="tx1"/>
                </a:solidFill>
                <a:latin typeface="Intel Clear Light"/>
                <a:ea typeface="Intel Clear Light"/>
                <a:cs typeface="Intel Clear Light"/>
              </a:rPr>
              <a:t>ILM Requirements:</a:t>
            </a:r>
          </a:p>
          <a:p>
            <a:pPr lvl="1">
              <a:spcBef>
                <a:spcPts val="300"/>
              </a:spcBef>
            </a:pPr>
            <a:r>
              <a:rPr lang="en-US" sz="1200" dirty="0">
                <a:solidFill>
                  <a:schemeClr val="tx1"/>
                </a:solidFill>
                <a:latin typeface="Intel Clear Light"/>
                <a:ea typeface="Intel Clear Light"/>
                <a:cs typeface="Intel Clear Light"/>
              </a:rPr>
              <a:t>3/4 OEMs say that a lever actuated ILM (tool-less) is necessary for their high-performance applications &amp; designs (1/4 says it depends on the system)</a:t>
            </a:r>
          </a:p>
          <a:p>
            <a:pPr lvl="1">
              <a:spcBef>
                <a:spcPts val="300"/>
              </a:spcBef>
            </a:pPr>
            <a:r>
              <a:rPr lang="en-US" sz="1200" dirty="0">
                <a:solidFill>
                  <a:schemeClr val="tx1"/>
                </a:solidFill>
                <a:latin typeface="Intel Clear Light"/>
                <a:ea typeface="Intel Clear Light"/>
                <a:cs typeface="Intel Clear Light"/>
              </a:rPr>
              <a:t>3/4 OEMs say that an ILM solution involving a tool is not acceptable</a:t>
            </a:r>
          </a:p>
          <a:p>
            <a:pPr lvl="1">
              <a:spcBef>
                <a:spcPts val="300"/>
              </a:spcBef>
            </a:pPr>
            <a:r>
              <a:rPr lang="en-US" sz="1200" dirty="0">
                <a:solidFill>
                  <a:schemeClr val="tx1"/>
                </a:solidFill>
                <a:latin typeface="Intel Clear Light"/>
                <a:ea typeface="Intel Clear Light"/>
                <a:cs typeface="Intel Clear Light"/>
              </a:rPr>
              <a:t>1/4 OEMs say they modify/customize the Intel certified ILM to address their system needs, but did not provide any further details</a:t>
            </a:r>
          </a:p>
          <a:p>
            <a:pPr>
              <a:spcBef>
                <a:spcPts val="300"/>
              </a:spcBef>
            </a:pPr>
            <a:r>
              <a:rPr lang="en-US" sz="1600" u="sng" dirty="0">
                <a:solidFill>
                  <a:schemeClr val="tx1"/>
                </a:solidFill>
                <a:latin typeface="Intel Clear Light"/>
                <a:ea typeface="Intel Clear Light"/>
                <a:cs typeface="Intel Clear Light"/>
              </a:rPr>
              <a:t>Open Feedback:</a:t>
            </a:r>
          </a:p>
          <a:p>
            <a:pPr lvl="1">
              <a:spcBef>
                <a:spcPts val="300"/>
              </a:spcBef>
            </a:pPr>
            <a:r>
              <a:rPr lang="en-US" sz="1200" dirty="0">
                <a:solidFill>
                  <a:schemeClr val="tx1"/>
                </a:solidFill>
                <a:latin typeface="Intel Clear Light"/>
                <a:ea typeface="Intel Clear Light"/>
                <a:cs typeface="Intel Clear Light"/>
              </a:rPr>
              <a:t>Asus requested strain gage and PCB deformation spec</a:t>
            </a:r>
          </a:p>
          <a:p>
            <a:pPr lvl="1">
              <a:spcBef>
                <a:spcPts val="300"/>
              </a:spcBef>
            </a:pPr>
            <a:r>
              <a:rPr lang="en-US" sz="1200" dirty="0">
                <a:solidFill>
                  <a:schemeClr val="tx1"/>
                </a:solidFill>
                <a:latin typeface="Intel Clear Light"/>
                <a:ea typeface="Intel Clear Light"/>
                <a:cs typeface="Intel Clear Light"/>
              </a:rPr>
              <a:t>Dell (Thermal Eng.) OEMs requested the IHS deformation post ILM closure to be addressed</a:t>
            </a:r>
          </a:p>
          <a:p>
            <a:pPr lvl="1">
              <a:spcBef>
                <a:spcPts val="300"/>
              </a:spcBef>
            </a:pPr>
            <a:r>
              <a:rPr lang="en-US" sz="1200" dirty="0">
                <a:solidFill>
                  <a:schemeClr val="tx1"/>
                </a:solidFill>
                <a:latin typeface="Intel Clear Light"/>
                <a:ea typeface="Intel Clear Light"/>
                <a:cs typeface="Intel Clear Light"/>
              </a:rPr>
              <a:t>Dell (Services Eng.) stated that the design is adequate for servicing and has no issues </a:t>
            </a:r>
          </a:p>
          <a:p>
            <a:pPr lvl="1">
              <a:spcBef>
                <a:spcPts val="300"/>
              </a:spcBef>
            </a:pPr>
            <a:r>
              <a:rPr lang="en-US" sz="1200" dirty="0">
                <a:solidFill>
                  <a:schemeClr val="tx1"/>
                </a:solidFill>
                <a:latin typeface="Intel Clear Light"/>
                <a:ea typeface="Intel Clear Light"/>
                <a:cs typeface="Intel Clear Light"/>
              </a:rPr>
              <a:t>Lenovo requested:</a:t>
            </a:r>
          </a:p>
          <a:p>
            <a:pPr lvl="2">
              <a:spcBef>
                <a:spcPts val="300"/>
              </a:spcBef>
            </a:pPr>
            <a:r>
              <a:rPr lang="en-US" sz="1200" dirty="0">
                <a:solidFill>
                  <a:schemeClr val="tx1"/>
                </a:solidFill>
                <a:latin typeface="Intel Clear Light"/>
                <a:ea typeface="Intel Clear Light"/>
                <a:cs typeface="Intel Clear Light"/>
              </a:rPr>
              <a:t>Better tolerance control, as they found the tolerance illustrations incomplete (leading to interference and breakage issues)</a:t>
            </a:r>
          </a:p>
          <a:p>
            <a:pPr lvl="2">
              <a:spcBef>
                <a:spcPts val="300"/>
              </a:spcBef>
            </a:pPr>
            <a:r>
              <a:rPr lang="en-US" sz="1200" dirty="0">
                <a:solidFill>
                  <a:schemeClr val="tx1"/>
                </a:solidFill>
                <a:latin typeface="Intel Clear Light"/>
                <a:ea typeface="Intel Clear Light"/>
                <a:cs typeface="Intel Clear Light"/>
              </a:rPr>
              <a:t>Qualification of Socket Vendor and ILM vendor mixing (e.g. Socket Vendor A to work with ILM Vendor B for mass production)</a:t>
            </a:r>
          </a:p>
        </p:txBody>
      </p:sp>
    </p:spTree>
    <p:extLst>
      <p:ext uri="{BB962C8B-B14F-4D97-AF65-F5344CB8AC3E}">
        <p14:creationId xmlns:p14="http://schemas.microsoft.com/office/powerpoint/2010/main" val="2038132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269200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21_BasicWhite">
  <a:themeElements>
    <a:clrScheme name="Intel2020">
      <a:dk1>
        <a:srgbClr val="000000"/>
      </a:dk1>
      <a:lt1>
        <a:srgbClr val="FFFFFF"/>
      </a:lt1>
      <a:dk2>
        <a:srgbClr val="004A86"/>
      </a:dk2>
      <a:lt2>
        <a:srgbClr val="525252"/>
      </a:lt2>
      <a:accent1>
        <a:srgbClr val="0068B5"/>
      </a:accent1>
      <a:accent2>
        <a:srgbClr val="00C7FD"/>
      </a:accent2>
      <a:accent3>
        <a:srgbClr val="F6CB4B"/>
      </a:accent3>
      <a:accent4>
        <a:srgbClr val="D96930"/>
      </a:accent4>
      <a:accent5>
        <a:srgbClr val="8F5DA2"/>
      </a:accent5>
      <a:accent6>
        <a:srgbClr val="8BAE46"/>
      </a:accent6>
      <a:hlink>
        <a:srgbClr val="0068B5"/>
      </a:hlink>
      <a:folHlink>
        <a:srgbClr val="0068B5"/>
      </a:folHlink>
    </a:clrScheme>
    <a:fontScheme name="Custom 11">
      <a:majorFont>
        <a:latin typeface="Intel Clear Light"/>
        <a:ea typeface="Helvetica Neue"/>
        <a:cs typeface="Helvetica Neue"/>
      </a:majorFont>
      <a:minorFont>
        <a:latin typeface="Intel Clear"/>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none" lIns="0" tIns="0" rIns="0" bIns="0" numCol="1" spcCol="38100" rtlCol="0" anchor="t" anchorCtr="0">
        <a:spAutoFit/>
      </a:bodyPr>
      <a:lstStyle>
        <a:defPPr marL="0" marR="0" indent="0" algn="l" defTabSz="2438338" rtl="0" fontAlgn="auto" latinLnBrk="0" hangingPunct="0">
          <a:lnSpc>
            <a:spcPct val="100000"/>
          </a:lnSpc>
          <a:spcBef>
            <a:spcPts val="0"/>
          </a:spcBef>
          <a:spcAft>
            <a:spcPts val="0"/>
          </a:spcAft>
          <a:buClrTx/>
          <a:buSzTx/>
          <a:buFontTx/>
          <a:buNone/>
          <a:tabLst/>
          <a:defRPr kumimoji="0" b="0" i="0" u="none" strike="noStrike" cap="none" spc="0" normalizeH="0" baseline="0" dirty="0" err="1" smtClean="0">
            <a:ln>
              <a:noFill/>
            </a:ln>
            <a:solidFill>
              <a:schemeClr val="tx2"/>
            </a:solidFill>
            <a:effectLst/>
            <a:uFillTx/>
            <a:latin typeface="+mn-lt"/>
            <a:ea typeface="+mn-ea"/>
            <a:cs typeface="+mn-cs"/>
            <a:sym typeface="Helvetica Neue"/>
          </a:defRPr>
        </a:def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21_BasicWhite">
  <a:themeElements>
    <a:clrScheme name="21_BasicWhite">
      <a:dk1>
        <a:srgbClr val="000000"/>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Neue"/>
        <a:ea typeface="Helvetica Neue"/>
        <a:cs typeface="Helvetica Neue"/>
      </a:majorFont>
      <a:minorFont>
        <a:latin typeface="Helvetica Neue"/>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b0a3e817-7ff1-4682-9cdc-9e68f1944ac6">
      <Terms xmlns="http://schemas.microsoft.com/office/infopath/2007/PartnerControls"/>
    </lcf76f155ced4ddcb4097134ff3c332f>
    <TaxCatchAll xmlns="a7bc6c04-a6f3-4b85-abcc-278c78dc556b"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C25921F9D4874B40A69C72F5C132575A" ma:contentTypeVersion="19" ma:contentTypeDescription="Create a new document." ma:contentTypeScope="" ma:versionID="772cae2c305b4f62e85a22adf2aa3c79">
  <xsd:schema xmlns:xsd="http://www.w3.org/2001/XMLSchema" xmlns:xs="http://www.w3.org/2001/XMLSchema" xmlns:p="http://schemas.microsoft.com/office/2006/metadata/properties" xmlns:ns2="b0a3e817-7ff1-4682-9cdc-9e68f1944ac6" xmlns:ns3="5e37b643-6edd-4e99-882c-9f9c6c52fc16" xmlns:ns4="a7bc6c04-a6f3-4b85-abcc-278c78dc556b" targetNamespace="http://schemas.microsoft.com/office/2006/metadata/properties" ma:root="true" ma:fieldsID="28598a7512f346c30fccd3bc93b29e17" ns2:_="" ns3:_="" ns4:_="">
    <xsd:import namespace="b0a3e817-7ff1-4682-9cdc-9e68f1944ac6"/>
    <xsd:import namespace="5e37b643-6edd-4e99-882c-9f9c6c52fc16"/>
    <xsd:import namespace="a7bc6c04-a6f3-4b85-abcc-278c78dc556b"/>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LengthInSeconds" minOccurs="0"/>
                <xsd:element ref="ns2:MediaServiceAutoKeyPoints" minOccurs="0"/>
                <xsd:element ref="ns2:MediaServiceKeyPoints" minOccurs="0"/>
                <xsd:element ref="ns2:MediaServiceAutoTags" minOccurs="0"/>
                <xsd:element ref="ns3:SharedWithUsers" minOccurs="0"/>
                <xsd:element ref="ns3:SharedWithDetails" minOccurs="0"/>
                <xsd:element ref="ns2:lcf76f155ced4ddcb4097134ff3c332f" minOccurs="0"/>
                <xsd:element ref="ns4:TaxCatchAll" minOccurs="0"/>
                <xsd:element ref="ns2:MediaServiceOCR" minOccurs="0"/>
                <xsd:element ref="ns2:MediaServiceGenerationTime" minOccurs="0"/>
                <xsd:element ref="ns2:MediaServiceEventHashCode" minOccurs="0"/>
                <xsd:element ref="ns2:MediaServiceLoca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0a3e817-7ff1-4682-9cdc-9e68f1944ac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LengthInSeconds" ma:index="11" nillable="true" ma:displayName="Length (seconds)" ma:internalName="MediaLengthInSeconds" ma:readOnly="true">
      <xsd:simpleType>
        <xsd:restriction base="dms:Unknown"/>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MediaServiceAutoTags" ma:index="14" nillable="true" ma:displayName="Tags" ma:internalName="MediaServiceAutoTags" ma:readOnly="true">
      <xsd:simpleType>
        <xsd:restriction base="dms:Text"/>
      </xsd:simpleType>
    </xsd:element>
    <xsd:element name="lcf76f155ced4ddcb4097134ff3c332f" ma:index="18" nillable="true" ma:taxonomy="true" ma:internalName="lcf76f155ced4ddcb4097134ff3c332f" ma:taxonomyFieldName="MediaServiceImageTags" ma:displayName="Image Tags" ma:readOnly="false" ma:fieldId="{5cf76f15-5ced-4ddc-b409-7134ff3c332f}" ma:taxonomyMulti="true" ma:sspId="72a7515c-90a7-421b-ad67-16208a055132" ma:termSetId="09814cd3-568e-fe90-9814-8d621ff8fb84" ma:anchorId="fba54fb3-c3e1-fe81-a776-ca4b69148c4d" ma:open="true" ma:isKeyword="false">
      <xsd:complexType>
        <xsd:sequence>
          <xsd:element ref="pc:Terms" minOccurs="0" maxOccurs="1"/>
        </xsd:sequence>
      </xsd:complexType>
    </xsd:element>
    <xsd:element name="MediaServiceOCR" ma:index="20" nillable="true" ma:displayName="Extracted Text" ma:internalName="MediaServiceOCR" ma:readOnly="true">
      <xsd:simpleType>
        <xsd:restriction base="dms:Note">
          <xsd:maxLength value="255"/>
        </xsd:restriction>
      </xsd:simpleType>
    </xsd:element>
    <xsd:element name="MediaServiceGenerationTime" ma:index="21" nillable="true" ma:displayName="MediaServiceGenerationTime" ma:hidden="true" ma:internalName="MediaServiceGenerationTime" ma:readOnly="true">
      <xsd:simpleType>
        <xsd:restriction base="dms:Text"/>
      </xsd:simpleType>
    </xsd:element>
    <xsd:element name="MediaServiceEventHashCode" ma:index="22" nillable="true" ma:displayName="MediaServiceEventHashCode" ma:hidden="true" ma:internalName="MediaServiceEventHashCode" ma:readOnly="true">
      <xsd:simpleType>
        <xsd:restriction base="dms:Text"/>
      </xsd:simple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5e37b643-6edd-4e99-882c-9f9c6c52fc16" elementFormDefault="qualified">
    <xsd:import namespace="http://schemas.microsoft.com/office/2006/documentManagement/types"/>
    <xsd:import namespace="http://schemas.microsoft.com/office/infopath/2007/PartnerControls"/>
    <xsd:element name="SharedWithUsers" ma:index="15"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6"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a7bc6c04-a6f3-4b85-abcc-278c78dc556b" elementFormDefault="qualified">
    <xsd:import namespace="http://schemas.microsoft.com/office/2006/documentManagement/types"/>
    <xsd:import namespace="http://schemas.microsoft.com/office/infopath/2007/PartnerControls"/>
    <xsd:element name="TaxCatchAll" ma:index="19" nillable="true" ma:displayName="Taxonomy Catch All Column" ma:hidden="true" ma:list="{d42eb0fb-64ce-47fa-b4a9-0e6c067efc72}" ma:internalName="TaxCatchAll" ma:showField="CatchAllData" ma:web="5e37b643-6edd-4e99-882c-9f9c6c52fc16">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724B8A99-8161-4D52-8DFD-478F5C1B3170}">
  <ds:schemaRefs>
    <ds:schemaRef ds:uri="http://purl.org/dc/elements/1.1/"/>
    <ds:schemaRef ds:uri="http://schemas.openxmlformats.org/package/2006/metadata/core-properties"/>
    <ds:schemaRef ds:uri="http://schemas.microsoft.com/office/2006/documentManagement/types"/>
    <ds:schemaRef ds:uri="http://purl.org/dc/terms/"/>
    <ds:schemaRef ds:uri="a7bc6c04-a6f3-4b85-abcc-278c78dc556b"/>
    <ds:schemaRef ds:uri="http://schemas.microsoft.com/office/infopath/2007/PartnerControls"/>
    <ds:schemaRef ds:uri="http://www.w3.org/XML/1998/namespace"/>
    <ds:schemaRef ds:uri="http://purl.org/dc/dcmitype/"/>
    <ds:schemaRef ds:uri="5e37b643-6edd-4e99-882c-9f9c6c52fc16"/>
    <ds:schemaRef ds:uri="b0a3e817-7ff1-4682-9cdc-9e68f1944ac6"/>
    <ds:schemaRef ds:uri="http://schemas.microsoft.com/office/2006/metadata/properties"/>
  </ds:schemaRefs>
</ds:datastoreItem>
</file>

<file path=customXml/itemProps2.xml><?xml version="1.0" encoding="utf-8"?>
<ds:datastoreItem xmlns:ds="http://schemas.openxmlformats.org/officeDocument/2006/customXml" ds:itemID="{B3B7419B-03D1-4A66-ACFF-85D52A1713F8}"/>
</file>

<file path=customXml/itemProps3.xml><?xml version="1.0" encoding="utf-8"?>
<ds:datastoreItem xmlns:ds="http://schemas.openxmlformats.org/officeDocument/2006/customXml" ds:itemID="{201C66F3-FBD8-4B0F-98D9-445FE3649D01}">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2929</TotalTime>
  <Words>1866</Words>
  <Application>Microsoft Office PowerPoint</Application>
  <PresentationFormat>Widescreen</PresentationFormat>
  <Paragraphs>238</Paragraphs>
  <Slides>13</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13</vt:i4>
      </vt:variant>
    </vt:vector>
  </HeadingPairs>
  <TitlesOfParts>
    <vt:vector size="21" baseType="lpstr">
      <vt:lpstr>Arial</vt:lpstr>
      <vt:lpstr>Helvetica</vt:lpstr>
      <vt:lpstr>Helvetica Neue</vt:lpstr>
      <vt:lpstr>Helvetica Neue Medium</vt:lpstr>
      <vt:lpstr>Intel Clear</vt:lpstr>
      <vt:lpstr>Intel Clear Light</vt:lpstr>
      <vt:lpstr>Wingdings</vt:lpstr>
      <vt:lpstr>21_BasicWhite</vt:lpstr>
      <vt:lpstr>Q1-2026 Desktop Customer Survey Results </vt:lpstr>
      <vt:lpstr>Legal Disclaimer</vt:lpstr>
      <vt:lpstr>Agenda</vt:lpstr>
      <vt:lpstr>Background</vt:lpstr>
      <vt:lpstr>Customer Survey Results – Heatsink Mounting &amp; Design</vt:lpstr>
      <vt:lpstr>Customer Survey Results – Heatsink Mounting &amp; Design</vt:lpstr>
      <vt:lpstr>Customer Survey Results – Height &amp; Physical Constraints</vt:lpstr>
      <vt:lpstr>Customer Survey Results – TIM</vt:lpstr>
      <vt:lpstr>Customer Survey Results – ILM Requirements</vt:lpstr>
      <vt:lpstr>Customer Survey Results – Open Feedback</vt:lpstr>
      <vt:lpstr>Customer Survey Results – Open Feedback</vt:lpstr>
      <vt:lpstr>Summary</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Q1-2026 Desktop Customer Survey Results </dc:title>
  <dc:subject>MAS Document</dc:subject>
  <dc:creator>© Intel Corporation</dc:creator>
  <cp:keywords/>
  <cp:lastModifiedBy>Katz, Ethan</cp:lastModifiedBy>
  <cp:revision>1</cp:revision>
  <dcterms:modified xsi:type="dcterms:W3CDTF">2026-04-06T23:29:29Z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itusGUID">
    <vt:lpwstr>77294acb-f791-4422-865e-0b7527e37b89</vt:lpwstr>
  </property>
  <property fmtid="{D5CDD505-2E9C-101B-9397-08002B2CF9AE}" pid="3" name="CTP_TimeStamp">
    <vt:lpwstr>2020-08-21 21:49:33Z</vt:lpwstr>
  </property>
  <property fmtid="{D5CDD505-2E9C-101B-9397-08002B2CF9AE}" pid="4" name="CTP_BU">
    <vt:lpwstr>NA</vt:lpwstr>
  </property>
  <property fmtid="{D5CDD505-2E9C-101B-9397-08002B2CF9AE}" pid="5" name="CTP_IDSID">
    <vt:lpwstr>NA</vt:lpwstr>
  </property>
  <property fmtid="{D5CDD505-2E9C-101B-9397-08002B2CF9AE}" pid="6" name="CTP_WWID">
    <vt:lpwstr>NA</vt:lpwstr>
  </property>
  <property fmtid="{D5CDD505-2E9C-101B-9397-08002B2CF9AE}" pid="7" name="CTPClassification">
    <vt:lpwstr>CTP_NT</vt:lpwstr>
  </property>
  <property fmtid="{D5CDD505-2E9C-101B-9397-08002B2CF9AE}" pid="8" name="ContentTypeId">
    <vt:lpwstr>0x010100C25921F9D4874B40A69C72F5C132575A</vt:lpwstr>
  </property>
  <property fmtid="{D5CDD505-2E9C-101B-9397-08002B2CF9AE}" pid="9" name="MediaServiceImageTags">
    <vt:lpwstr/>
  </property>
</Properties>
</file>